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84" r:id="rId2"/>
  </p:sldMasterIdLst>
  <p:notesMasterIdLst>
    <p:notesMasterId r:id="rId37"/>
  </p:notesMasterIdLst>
  <p:handoutMasterIdLst>
    <p:handoutMasterId r:id="rId38"/>
  </p:handoutMasterIdLst>
  <p:sldIdLst>
    <p:sldId id="938" r:id="rId3"/>
    <p:sldId id="939" r:id="rId4"/>
    <p:sldId id="941" r:id="rId5"/>
    <p:sldId id="942" r:id="rId6"/>
    <p:sldId id="940" r:id="rId7"/>
    <p:sldId id="943" r:id="rId8"/>
    <p:sldId id="944" r:id="rId9"/>
    <p:sldId id="945" r:id="rId10"/>
    <p:sldId id="946" r:id="rId11"/>
    <p:sldId id="947" r:id="rId12"/>
    <p:sldId id="977" r:id="rId13"/>
    <p:sldId id="948" r:id="rId14"/>
    <p:sldId id="949" r:id="rId15"/>
    <p:sldId id="950" r:id="rId16"/>
    <p:sldId id="951" r:id="rId17"/>
    <p:sldId id="952" r:id="rId18"/>
    <p:sldId id="953" r:id="rId19"/>
    <p:sldId id="954" r:id="rId20"/>
    <p:sldId id="969" r:id="rId21"/>
    <p:sldId id="984" r:id="rId22"/>
    <p:sldId id="985" r:id="rId23"/>
    <p:sldId id="775" r:id="rId24"/>
    <p:sldId id="776" r:id="rId25"/>
    <p:sldId id="986" r:id="rId26"/>
    <p:sldId id="777" r:id="rId27"/>
    <p:sldId id="987" r:id="rId28"/>
    <p:sldId id="803" r:id="rId29"/>
    <p:sldId id="970" r:id="rId30"/>
    <p:sldId id="971" r:id="rId31"/>
    <p:sldId id="988" r:id="rId32"/>
    <p:sldId id="989" r:id="rId33"/>
    <p:sldId id="990" r:id="rId34"/>
    <p:sldId id="996" r:id="rId35"/>
    <p:sldId id="994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D96"/>
    <a:srgbClr val="CACACA"/>
    <a:srgbClr val="A6A6A6"/>
    <a:srgbClr val="CA6464"/>
    <a:srgbClr val="B6B67C"/>
    <a:srgbClr val="FFB7B7"/>
    <a:srgbClr val="FF9900"/>
    <a:srgbClr val="FF9797"/>
    <a:srgbClr val="006600"/>
    <a:srgbClr val="2D2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62" d="100"/>
          <a:sy n="62" d="100"/>
        </p:scale>
        <p:origin x="7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96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6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8553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66800"/>
            <a:ext cx="41529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66800"/>
            <a:ext cx="41529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86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83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55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650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5905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32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0"/>
            <a:ext cx="22098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47700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9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839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668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1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Font typeface="Monotype Sorts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Font typeface="Monotype Sorts" pitchFamily="2" charset="2"/>
        <a:buChar char="u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Monotype Sort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media20.m4a"/><Relationship Id="rId2" Type="http://schemas.microsoft.com/office/2007/relationships/media" Target="../media/media20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>
                <a:solidFill>
                  <a:schemeClr val="accent2"/>
                </a:solidFill>
                <a:latin typeface="Lucida Console" panose="020B0609040504020204" pitchFamily="49" charset="0"/>
              </a:rPr>
              <a:t>bat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accent2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1219200" y="4419600"/>
            <a:ext cx="2057400" cy="1066800"/>
          </a:xfrm>
          <a:prstGeom prst="wedgeRoundRectCallout">
            <a:avLst>
              <a:gd name="adj1" fmla="val -82786"/>
              <a:gd name="adj2" fmla="val 119643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Finally!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My bat can fly.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486400" y="4419600"/>
            <a:ext cx="3581400" cy="1066800"/>
          </a:xfrm>
          <a:prstGeom prst="wedgeRoundRectCallout">
            <a:avLst>
              <a:gd name="adj1" fmla="val -68420"/>
              <a:gd name="adj2" fmla="val 9687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So it's a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bad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solution. Let's find a better way.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276600" y="4419600"/>
            <a:ext cx="2209800" cy="1066800"/>
          </a:xfrm>
          <a:prstGeom prst="wedgeRoundRectCallout">
            <a:avLst>
              <a:gd name="adj1" fmla="val 76028"/>
              <a:gd name="adj2" fmla="val 94535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But I had to put 'bat'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here.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9168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428"/>
    </mc:Choice>
    <mc:Fallback>
      <p:transition spd="slow" advTm="78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  <p:bldP spid="7" grpId="0" animBg="1"/>
      <p:bldP spid="6" grpId="0" animBg="1"/>
    </p:bldLst>
  </p:timing>
  <p:extLst mod="1">
    <p:ext uri="{3A86A75C-4F4B-4683-9AE1-C65F6400EC91}">
      <p14:laserTraceLst xmlns:p14="http://schemas.microsoft.com/office/powerpoint/2010/main">
        <p14:tracePtLst>
          <p14:tracePt t="1249" x="2324100" y="2120900"/>
          <p14:tracePt t="1257" x="2311400" y="2139950"/>
          <p14:tracePt t="1263" x="2292350" y="2159000"/>
          <p14:tracePt t="1272" x="2273300" y="2171700"/>
          <p14:tracePt t="1289" x="2209800" y="2241550"/>
          <p14:tracePt t="1306" x="2139950" y="2298700"/>
          <p14:tracePt t="1322" x="2019300" y="2470150"/>
          <p14:tracePt t="1339" x="1898650" y="2603500"/>
          <p14:tracePt t="1356" x="1682750" y="2806700"/>
          <p14:tracePt t="1372" x="1530350" y="2959100"/>
          <p14:tracePt t="1389" x="1358900" y="3136900"/>
          <p14:tracePt t="1405" x="1117600" y="3403600"/>
          <p14:tracePt t="1422" x="952500" y="3549650"/>
          <p14:tracePt t="1439" x="781050" y="3727450"/>
          <p14:tracePt t="1455" x="692150" y="3810000"/>
          <p14:tracePt t="1471" x="622300" y="3867150"/>
          <p14:tracePt t="1489" x="577850" y="3917950"/>
          <p14:tracePt t="1505" x="558800" y="3937000"/>
          <p14:tracePt t="1521" x="539750" y="3962400"/>
          <p14:tracePt t="1538" x="527050" y="3994150"/>
          <p14:tracePt t="1555" x="514350" y="4019550"/>
          <p14:tracePt t="1571" x="514350" y="4064000"/>
          <p14:tracePt t="1588" x="508000" y="4114800"/>
          <p14:tracePt t="1604" x="501650" y="4146550"/>
          <p14:tracePt t="1622" x="501650" y="4197350"/>
          <p14:tracePt t="1637" x="501650" y="4273550"/>
          <p14:tracePt t="1654" x="501650" y="4318000"/>
          <p14:tracePt t="1671" x="514350" y="4362450"/>
          <p14:tracePt t="1687" x="527050" y="4387850"/>
          <p14:tracePt t="1704" x="546100" y="4413250"/>
          <p14:tracePt t="1721" x="577850" y="4451350"/>
          <p14:tracePt t="1737" x="609600" y="4489450"/>
          <p14:tracePt t="1754" x="641350" y="4533900"/>
          <p14:tracePt t="1771" x="711200" y="4591050"/>
          <p14:tracePt t="1787" x="762000" y="4648200"/>
          <p14:tracePt t="1804" x="825500" y="4705350"/>
          <p14:tracePt t="1820" x="901700" y="4794250"/>
          <p14:tracePt t="1837" x="958850" y="4838700"/>
          <p14:tracePt t="1854" x="1035050" y="4902200"/>
          <p14:tracePt t="1870" x="1098550" y="4946650"/>
          <p14:tracePt t="1887" x="1174750" y="5003800"/>
          <p14:tracePt t="1904" x="1289050" y="5086350"/>
          <p14:tracePt t="1920" x="1352550" y="5137150"/>
          <p14:tracePt t="1937" x="1422400" y="5175250"/>
          <p14:tracePt t="1953" x="1485900" y="5257800"/>
          <p14:tracePt t="1969" x="1549400" y="5314950"/>
          <p14:tracePt t="1986" x="1606550" y="5384800"/>
          <p14:tracePt t="2003" x="1676400" y="5467350"/>
          <p14:tracePt t="2020" x="1720850" y="5505450"/>
          <p14:tracePt t="2038" x="1797050" y="5556250"/>
          <p14:tracePt t="2053" x="1841500" y="5594350"/>
          <p14:tracePt t="2069" x="1898650" y="5626100"/>
          <p14:tracePt t="2087" x="2012950" y="5664200"/>
          <p14:tracePt t="2103" x="2076450" y="5695950"/>
          <p14:tracePt t="2119" x="2159000" y="5734050"/>
          <p14:tracePt t="2136" x="2273300" y="5778500"/>
          <p14:tracePt t="2153" x="2305050" y="5791200"/>
          <p14:tracePt t="2169" x="2368550" y="5822950"/>
          <p14:tracePt t="2186" x="2419350" y="5848350"/>
          <p14:tracePt t="2203" x="2432050" y="5861050"/>
          <p14:tracePt t="2635" x="2457450" y="5861050"/>
          <p14:tracePt t="2649" x="2489200" y="5861050"/>
          <p14:tracePt t="2656" x="2527300" y="5867400"/>
          <p14:tracePt t="2671" x="2565400" y="5867400"/>
          <p14:tracePt t="2684" x="2673350" y="5886450"/>
          <p14:tracePt t="2701" x="2724150" y="5886450"/>
          <p14:tracePt t="2717" x="2794000" y="5892800"/>
          <p14:tracePt t="2734" x="2933700" y="5911850"/>
          <p14:tracePt t="2750" x="3079750" y="5930900"/>
          <p14:tracePt t="2767" x="3155950" y="5930900"/>
          <p14:tracePt t="2784" x="3295650" y="5943600"/>
          <p14:tracePt t="2800" x="3448050" y="5943600"/>
          <p14:tracePt t="2817" x="3581400" y="5937250"/>
          <p14:tracePt t="2833" x="3632200" y="5930900"/>
          <p14:tracePt t="2850" x="3740150" y="5905500"/>
          <p14:tracePt t="2867" x="3822700" y="5880100"/>
          <p14:tracePt t="2883" x="3854450" y="5867400"/>
          <p14:tracePt t="2900" x="3892550" y="5861050"/>
          <p14:tracePt t="2903" x="3898900" y="5861050"/>
          <p14:tracePt t="2917" x="3911600" y="5861050"/>
          <p14:tracePt t="4321" x="3873500" y="5861050"/>
          <p14:tracePt t="4335" x="3816350" y="5861050"/>
          <p14:tracePt t="4342" x="3740150" y="5861050"/>
          <p14:tracePt t="4357" x="3663950" y="5861050"/>
          <p14:tracePt t="4364" x="3587750" y="5861050"/>
          <p14:tracePt t="4379" x="3498850" y="5873750"/>
          <p14:tracePt t="4394" x="3295650" y="5892800"/>
          <p14:tracePt t="4413" x="3206750" y="5905500"/>
          <p14:tracePt t="4428" x="3022600" y="5937250"/>
          <p14:tracePt t="4445" x="2946400" y="5956300"/>
          <p14:tracePt t="4463" x="2749550" y="5981700"/>
          <p14:tracePt t="4478" x="2692400" y="5988050"/>
          <p14:tracePt t="4494" x="2654300" y="6000750"/>
          <p14:tracePt t="4512" x="2584450" y="6007100"/>
          <p14:tracePt t="4528" x="2520950" y="6013450"/>
          <p14:tracePt t="4544" x="2482850" y="6019800"/>
          <p14:tracePt t="4561" x="2425700" y="6032500"/>
          <p14:tracePt t="4578" x="2374900" y="6045200"/>
          <p14:tracePt t="4594" x="2355850" y="6051550"/>
          <p14:tracePt t="4611" x="2305050" y="6064250"/>
          <p14:tracePt t="4627" x="2266950" y="6070600"/>
          <p14:tracePt t="4645" x="2241550" y="6076950"/>
          <p14:tracePt t="4660" x="2203450" y="6096000"/>
          <p14:tracePt t="4677" x="2159000" y="6102350"/>
          <p14:tracePt t="4694" x="2127250" y="6102350"/>
          <p14:tracePt t="4710" x="2108200" y="6102350"/>
          <p14:tracePt t="4727" x="2063750" y="6102350"/>
          <p14:tracePt t="4744" x="2012950" y="6083300"/>
          <p14:tracePt t="4760" x="1993900" y="6076950"/>
          <p14:tracePt t="4777" x="1974850" y="6070600"/>
          <p14:tracePt t="4794" x="1943100" y="6064250"/>
          <p14:tracePt t="4813" x="1936750" y="6064250"/>
          <p14:tracePt t="5271" x="1962150" y="6064250"/>
          <p14:tracePt t="5278" x="2000250" y="6051550"/>
          <p14:tracePt t="5294" x="2051050" y="6051550"/>
          <p14:tracePt t="5309" x="2159000" y="6038850"/>
          <p14:tracePt t="5326" x="2216150" y="6026150"/>
          <p14:tracePt t="5342" x="2330450" y="6007100"/>
          <p14:tracePt t="5358" x="2413000" y="6000750"/>
          <p14:tracePt t="5375" x="2540000" y="5981700"/>
          <p14:tracePt t="5391" x="2686050" y="5962650"/>
          <p14:tracePt t="5408" x="2749550" y="5943600"/>
          <p14:tracePt t="5425" x="2882900" y="5924550"/>
          <p14:tracePt t="5441" x="3016250" y="5918200"/>
          <p14:tracePt t="5458" x="3067050" y="5918200"/>
          <p14:tracePt t="5475" x="3124200" y="5905500"/>
          <p14:tracePt t="5491" x="3168650" y="5899150"/>
          <p14:tracePt t="5507" x="3187700" y="5899150"/>
          <p14:tracePt t="5524" x="3219450" y="5899150"/>
          <p14:tracePt t="5541" x="3238500" y="5899150"/>
          <p14:tracePt t="5557" x="3251200" y="5892800"/>
          <p14:tracePt t="5574" x="3257550" y="5892800"/>
          <p14:tracePt t="5692" x="3257550" y="5899150"/>
          <p14:tracePt t="5700" x="3257550" y="5911850"/>
          <p14:tracePt t="6331" x="3289300" y="5911850"/>
          <p14:tracePt t="6345" x="3327400" y="5911850"/>
          <p14:tracePt t="6352" x="3378200" y="5911850"/>
          <p14:tracePt t="6367" x="3441700" y="5911850"/>
          <p14:tracePt t="6374" x="3498850" y="5911850"/>
          <p14:tracePt t="6388" x="3549650" y="5911850"/>
          <p14:tracePt t="6405" x="3625850" y="5911850"/>
          <p14:tracePt t="6421" x="3657600" y="5905500"/>
          <p14:tracePt t="6438" x="3689350" y="5905500"/>
          <p14:tracePt t="6455" x="3733800" y="5899150"/>
          <p14:tracePt t="6472" x="3765550" y="5899150"/>
          <p14:tracePt t="6487" x="3778250" y="5899150"/>
          <p14:tracePt t="6504" x="3790950" y="5899150"/>
          <p14:tracePt t="6521" x="3797300" y="5899150"/>
          <p14:tracePt t="6554" x="3803650" y="5905500"/>
          <p14:tracePt t="6634" x="3803650" y="5911850"/>
          <p14:tracePt t="6654" x="3803650" y="5918200"/>
          <p14:tracePt t="13080" x="3810000" y="5918200"/>
          <p14:tracePt t="13087" x="3841750" y="5918200"/>
          <p14:tracePt t="13098" x="3867150" y="5911850"/>
          <p14:tracePt t="13115" x="3968750" y="5905500"/>
          <p14:tracePt t="13131" x="4051300" y="5899150"/>
          <p14:tracePt t="13148" x="4159250" y="5873750"/>
          <p14:tracePt t="13165" x="4356100" y="5842000"/>
          <p14:tracePt t="13181" x="4464050" y="5822950"/>
          <p14:tracePt t="13198" x="4559300" y="5810250"/>
          <p14:tracePt t="13215" x="4660900" y="5810250"/>
          <p14:tracePt t="13231" x="4711700" y="5810250"/>
          <p14:tracePt t="13247" x="4762500" y="5816600"/>
          <p14:tracePt t="13264" x="4851400" y="5835650"/>
          <p14:tracePt t="13281" x="4902200" y="5848350"/>
          <p14:tracePt t="13298" x="4959350" y="5854700"/>
          <p14:tracePt t="13313" x="5035550" y="5861050"/>
          <p14:tracePt t="13330" x="5080000" y="5861050"/>
          <p14:tracePt t="13349" x="5137150" y="5861050"/>
          <p14:tracePt t="13364" x="5181600" y="5861050"/>
          <p14:tracePt t="13380" x="5219700" y="5861050"/>
          <p14:tracePt t="13397" x="5289550" y="5854700"/>
          <p14:tracePt t="13413" x="5321300" y="5854700"/>
          <p14:tracePt t="13430" x="5365750" y="5854700"/>
          <p14:tracePt t="13447" x="5416550" y="5854700"/>
          <p14:tracePt t="13463" x="5441950" y="5854700"/>
          <p14:tracePt t="13480" x="5467350" y="5861050"/>
          <p14:tracePt t="13496" x="5505450" y="5873750"/>
          <p14:tracePt t="13513" x="5524500" y="5880100"/>
          <p14:tracePt t="13531" x="5556250" y="5886450"/>
          <p14:tracePt t="13546" x="5575300" y="5892800"/>
          <p14:tracePt t="13563" x="5594350" y="5905500"/>
          <p14:tracePt t="13580" x="5619750" y="5918200"/>
          <p14:tracePt t="13597" x="5645150" y="5924550"/>
          <p14:tracePt t="13613" x="5670550" y="5937250"/>
          <p14:tracePt t="13630" x="5708650" y="5949950"/>
          <p14:tracePt t="13646" x="5746750" y="5962650"/>
          <p14:tracePt t="13663" x="5778500" y="5981700"/>
          <p14:tracePt t="13679" x="5816600" y="6013450"/>
          <p14:tracePt t="13696" x="5842000" y="6026150"/>
          <p14:tracePt t="13713" x="5880100" y="6051550"/>
          <p14:tracePt t="13729" x="5886450" y="6057900"/>
          <p14:tracePt t="13746" x="5899150" y="6064250"/>
          <p14:tracePt t="13763" x="5905500" y="6076950"/>
          <p14:tracePt t="13778" x="5918200" y="6083300"/>
          <p14:tracePt t="13796" x="5918200" y="6089650"/>
          <p14:tracePt t="13812" x="5924550" y="6089650"/>
          <p14:tracePt t="13840" x="5924550" y="6096000"/>
          <p14:tracePt t="14086" x="5918200" y="6096000"/>
          <p14:tracePt t="14100" x="5911850" y="6096000"/>
          <p14:tracePt t="14107" x="5905500" y="6096000"/>
          <p14:tracePt t="14121" x="5899150" y="6089650"/>
          <p14:tracePt t="14130" x="5892800" y="6089650"/>
          <p14:tracePt t="14144" x="5886450" y="6089650"/>
          <p14:tracePt t="14161" x="5867400" y="6089650"/>
          <p14:tracePt t="14178" x="5822950" y="6083300"/>
          <p14:tracePt t="14194" x="5772150" y="6083300"/>
          <p14:tracePt t="14211" x="5715000" y="6083300"/>
          <p14:tracePt t="14228" x="5607050" y="6083300"/>
          <p14:tracePt t="14244" x="5530850" y="6083300"/>
          <p14:tracePt t="14261" x="5422900" y="6083300"/>
          <p14:tracePt t="14277" x="5245100" y="6102350"/>
          <p14:tracePt t="14294" x="5124450" y="6121400"/>
          <p14:tracePt t="14312" x="4965700" y="6127750"/>
          <p14:tracePt t="14327" x="4864100" y="6140450"/>
          <p14:tracePt t="14344" x="4756150" y="6140450"/>
          <p14:tracePt t="14361" x="4622800" y="6146800"/>
          <p14:tracePt t="14377" x="4527550" y="6153150"/>
          <p14:tracePt t="14393" x="4470400" y="6153150"/>
          <p14:tracePt t="20888" x="4470400" y="6146800"/>
          <p14:tracePt t="20895" x="4470400" y="6121400"/>
          <p14:tracePt t="20904" x="4470400" y="6096000"/>
          <p14:tracePt t="20921" x="4470400" y="6007100"/>
          <p14:tracePt t="20938" x="4476750" y="5873750"/>
          <p14:tracePt t="20954" x="4476750" y="5816600"/>
          <p14:tracePt t="20971" x="4476750" y="5778500"/>
          <p14:tracePt t="20988" x="4476750" y="5740400"/>
          <p14:tracePt t="21004" x="4451350" y="5715000"/>
          <p14:tracePt t="21021" x="4432300" y="5689600"/>
          <p14:tracePt t="21037" x="4387850" y="5638800"/>
          <p14:tracePt t="21054" x="4343400" y="5594350"/>
          <p14:tracePt t="21072" x="4229100" y="5511800"/>
          <p14:tracePt t="21087" x="4152900" y="5454650"/>
          <p14:tracePt t="21103" x="4070350" y="5397500"/>
          <p14:tracePt t="21121" x="3962400" y="5321300"/>
          <p14:tracePt t="21137" x="3886200" y="5270500"/>
          <p14:tracePt t="21154" x="3822700" y="5226050"/>
          <p14:tracePt t="21156" x="3778250" y="5213350"/>
          <p14:tracePt t="21170" x="3714750" y="5181600"/>
          <p14:tracePt t="21187" x="3638550" y="5143500"/>
          <p14:tracePt t="21204" x="3575050" y="5124450"/>
          <p14:tracePt t="21220" x="3460750" y="5073650"/>
          <p14:tracePt t="21236" x="3397250" y="5022850"/>
          <p14:tracePt t="21254" x="3276600" y="4946650"/>
          <p14:tracePt t="21270" x="3168650" y="4870450"/>
          <p14:tracePt t="21286" x="3041650" y="4781550"/>
          <p14:tracePt t="21304" x="2882900" y="4660900"/>
          <p14:tracePt t="21320" x="2762250" y="4552950"/>
          <p14:tracePt t="21336" x="2692400" y="4470400"/>
          <p14:tracePt t="21353" x="2590800" y="4311650"/>
          <p14:tracePt t="21369" x="2540000" y="4248150"/>
          <p14:tracePt t="21386" x="2495550" y="4216400"/>
          <p14:tracePt t="21403" x="2457450" y="4165600"/>
          <p14:tracePt t="21420" x="2438400" y="4133850"/>
          <p14:tracePt t="21437" x="2425700" y="4108450"/>
          <p14:tracePt t="21452" x="2419350" y="4095750"/>
          <p14:tracePt t="21469" x="2413000" y="4083050"/>
          <p14:tracePt t="21487" x="2413000" y="4064000"/>
          <p14:tracePt t="21502" x="2413000" y="4057650"/>
          <p14:tracePt t="21519" x="2413000" y="4051300"/>
          <p14:tracePt t="21536" x="2406650" y="4032250"/>
          <p14:tracePt t="21552" x="2400300" y="4019550"/>
          <p14:tracePt t="21569" x="2400300" y="4006850"/>
          <p14:tracePt t="21586" x="2387600" y="3987800"/>
          <p14:tracePt t="21602" x="2387600" y="3968750"/>
          <p14:tracePt t="21620" x="2381250" y="3962400"/>
          <p14:tracePt t="21635" x="2368550" y="3930650"/>
          <p14:tracePt t="21652" x="2362200" y="3905250"/>
          <p14:tracePt t="21655" x="2355850" y="3892550"/>
          <p14:tracePt t="21669" x="2349500" y="3867150"/>
          <p14:tracePt t="21685" x="2343150" y="3841750"/>
          <p14:tracePt t="21702" x="2336800" y="3829050"/>
          <p14:tracePt t="21719" x="2336800" y="3816350"/>
          <p14:tracePt t="21734" x="2324100" y="3790950"/>
          <p14:tracePt t="21752" x="2317750" y="3778250"/>
          <p14:tracePt t="21768" x="2311400" y="3759200"/>
          <p14:tracePt t="21785" x="2305050" y="3752850"/>
          <p14:tracePt t="21803" x="2305050" y="3740150"/>
          <p14:tracePt t="21818" x="2305050" y="3727450"/>
          <p14:tracePt t="21834" x="2298700" y="3721100"/>
          <p14:tracePt t="21852" x="2298700" y="3708400"/>
          <p14:tracePt t="21868" x="2292350" y="3702050"/>
          <p14:tracePt t="21901" x="2292350" y="3689350"/>
          <p14:tracePt t="21918" x="2292350" y="3683000"/>
          <p14:tracePt t="21934" x="2286000" y="3683000"/>
          <p14:tracePt t="21951" x="2286000" y="3676650"/>
          <p14:tracePt t="21968" x="2279650" y="3670300"/>
          <p14:tracePt t="21992" x="2279650" y="3663950"/>
          <p14:tracePt t="22028" x="2279650" y="3657600"/>
          <p14:tracePt t="22098" x="2273300" y="3657600"/>
          <p14:tracePt t="22133" x="2273300" y="3651250"/>
          <p14:tracePt t="22245" x="2266950" y="3651250"/>
          <p14:tracePt t="22428" x="2266950" y="3657600"/>
          <p14:tracePt t="22456" x="2273300" y="3663950"/>
          <p14:tracePt t="22499" x="2279650" y="3670300"/>
          <p14:tracePt t="22534" x="2286000" y="3676650"/>
          <p14:tracePt t="22604" x="2292350" y="3676650"/>
          <p14:tracePt t="22625" x="2298700" y="3683000"/>
          <p14:tracePt t="22640" x="2298700" y="3689350"/>
          <p14:tracePt t="22646" x="2311400" y="3695700"/>
          <p14:tracePt t="22654" x="2317750" y="3695700"/>
          <p14:tracePt t="22665" x="2330450" y="3702050"/>
          <p14:tracePt t="22682" x="2393950" y="3727450"/>
          <p14:tracePt t="22698" x="2476500" y="3765550"/>
          <p14:tracePt t="22715" x="2578100" y="3797300"/>
          <p14:tracePt t="22732" x="2762250" y="3867150"/>
          <p14:tracePt t="22748" x="2927350" y="3924300"/>
          <p14:tracePt t="22765" x="3086100" y="3975100"/>
          <p14:tracePt t="22782" x="3333750" y="4044950"/>
          <p14:tracePt t="22798" x="3517900" y="4095750"/>
          <p14:tracePt t="22816" x="3790950" y="4178300"/>
          <p14:tracePt t="22831" x="3975100" y="4229100"/>
          <p14:tracePt t="22848" x="4171950" y="4292600"/>
          <p14:tracePt t="22865" x="4445000" y="4381500"/>
          <p14:tracePt t="22881" x="4629150" y="4425950"/>
          <p14:tracePt t="22898" x="4813300" y="4483100"/>
          <p14:tracePt t="22914" x="5067300" y="4578350"/>
          <p14:tracePt t="22931" x="5226050" y="4648200"/>
          <p14:tracePt t="22947" x="5378450" y="4724400"/>
          <p14:tracePt t="22964" x="5594350" y="4845050"/>
          <p14:tracePt t="22980" x="5708650" y="4914900"/>
          <p14:tracePt t="22999" x="5848350" y="5010150"/>
          <p14:tracePt t="23014" x="5937250" y="5073650"/>
          <p14:tracePt t="23031" x="5988050" y="5124450"/>
          <p14:tracePt t="23048" x="6057900" y="5181600"/>
          <p14:tracePt t="23063" x="6096000" y="5226050"/>
          <p14:tracePt t="23080" x="6115050" y="5257800"/>
          <p14:tracePt t="23097" x="6165850" y="5302250"/>
          <p14:tracePt t="23113" x="6191250" y="5321300"/>
          <p14:tracePt t="23130" x="6203950" y="5340350"/>
          <p14:tracePt t="23147" x="6216650" y="5365750"/>
          <p14:tracePt t="23163" x="6223000" y="5378450"/>
          <p14:tracePt t="23166" x="6229350" y="5391150"/>
          <p14:tracePt t="23181" x="6229350" y="5403850"/>
          <p14:tracePt t="23196" x="6229350" y="5422900"/>
          <p14:tracePt t="23230" x="6229350" y="5441950"/>
          <p14:tracePt t="23246" x="6229350" y="5461000"/>
          <p14:tracePt t="23263" x="6229350" y="5473700"/>
          <p14:tracePt t="23280" x="6223000" y="5499100"/>
          <p14:tracePt t="23296" x="6216650" y="5524500"/>
          <p14:tracePt t="23313" x="6210300" y="5537200"/>
          <p14:tracePt t="23330" x="6191250" y="5562600"/>
          <p14:tracePt t="23346" x="6178550" y="5581650"/>
          <p14:tracePt t="23363" x="6172200" y="5594350"/>
          <p14:tracePt t="23379" x="6134100" y="5626100"/>
          <p14:tracePt t="23396" x="6076950" y="5651500"/>
          <p14:tracePt t="23413" x="5988050" y="5683250"/>
          <p14:tracePt t="23429" x="5918200" y="5708650"/>
          <p14:tracePt t="23446" x="5835650" y="5734050"/>
          <p14:tracePt t="23463" x="5695950" y="5765800"/>
          <p14:tracePt t="23479" x="5613400" y="5784850"/>
          <p14:tracePt t="23495" x="5543550" y="5791200"/>
          <p14:tracePt t="23512" x="5454650" y="5816600"/>
          <p14:tracePt t="23529" x="5403850" y="5822950"/>
          <p14:tracePt t="23545" x="5378450" y="5829300"/>
          <p14:tracePt t="23562" x="5353050" y="5835650"/>
          <p14:tracePt t="23578" x="5340350" y="5835650"/>
          <p14:tracePt t="23611" x="5346700" y="5842000"/>
          <p14:tracePt t="23628" x="5353050" y="5842000"/>
          <p14:tracePt t="23645" x="5365750" y="5829300"/>
          <p14:tracePt t="23662" x="5384800" y="5835650"/>
          <p14:tracePt t="23679" x="5397500" y="5854700"/>
          <p14:tracePt t="23695" x="5441950" y="5886450"/>
          <p14:tracePt t="23712" x="5473700" y="5905500"/>
          <p14:tracePt t="23728" x="5511800" y="5930900"/>
          <p14:tracePt t="23744" x="5562600" y="5956300"/>
          <p14:tracePt t="23761" x="5607050" y="5969000"/>
          <p14:tracePt t="23778" x="5670550" y="5981700"/>
          <p14:tracePt t="23794" x="5702300" y="5994400"/>
          <p14:tracePt t="23811" x="5740400" y="6000750"/>
          <p14:tracePt t="23828" x="5791200" y="6013450"/>
          <p14:tracePt t="23844" x="5829300" y="6013450"/>
          <p14:tracePt t="23861" x="5861050" y="6019800"/>
          <p14:tracePt t="23878" x="5924550" y="6019800"/>
          <p14:tracePt t="23894" x="5956300" y="6019800"/>
          <p14:tracePt t="23911" x="5981700" y="6019800"/>
          <p14:tracePt t="23927" x="6007100" y="6019800"/>
          <p14:tracePt t="23944" x="6013450" y="6019800"/>
          <p14:tracePt t="23961" x="6019800" y="6013450"/>
          <p14:tracePt t="24081" x="6026150" y="6013450"/>
          <p14:tracePt t="24116" x="6026150" y="6019800"/>
          <p14:tracePt t="24123" x="6032500" y="6019800"/>
          <p14:tracePt t="24130" x="6038850" y="6019800"/>
          <p14:tracePt t="24146" x="6045200" y="6019800"/>
          <p14:tracePt t="24160" x="6051550" y="6026150"/>
          <p14:tracePt t="24176" x="6064250" y="6032500"/>
          <p14:tracePt t="24194" x="6083300" y="6038850"/>
          <p14:tracePt t="24210" x="6102350" y="6051550"/>
          <p14:tracePt t="24226" x="6115050" y="6057900"/>
          <p14:tracePt t="24243" x="6146800" y="6070600"/>
          <p14:tracePt t="24260" x="6165850" y="6083300"/>
          <p14:tracePt t="24276" x="6184900" y="6083300"/>
          <p14:tracePt t="24293" x="6197600" y="6102350"/>
          <p14:tracePt t="24309" x="6210300" y="6108700"/>
          <p14:tracePt t="24326" x="6216650" y="6115050"/>
          <p14:tracePt t="24342" x="6229350" y="6121400"/>
          <p14:tracePt t="24359" x="6235700" y="6127750"/>
          <p14:tracePt t="24376" x="6248400" y="6127750"/>
          <p14:tracePt t="24409" x="6261100" y="6127750"/>
          <p14:tracePt t="24426" x="6267450" y="6127750"/>
          <p14:tracePt t="24824" x="6286500" y="6127750"/>
          <p14:tracePt t="24831" x="6299200" y="6134100"/>
          <p14:tracePt t="24840" x="6311900" y="6134100"/>
          <p14:tracePt t="24857" x="6330950" y="6140450"/>
          <p14:tracePt t="24874" x="6362700" y="6140450"/>
          <p14:tracePt t="24890" x="6369050" y="6140450"/>
          <p14:tracePt t="24907" x="6388100" y="6134100"/>
          <p14:tracePt t="24924" x="6407150" y="6134100"/>
          <p14:tracePt t="24941" x="6413500" y="6134100"/>
          <p14:tracePt t="24958" x="6419850" y="6134100"/>
          <p14:tracePt t="24974" x="6426200" y="6134100"/>
          <p14:tracePt t="24990" x="6438900" y="6134100"/>
          <p14:tracePt t="25028" x="6445250" y="6134100"/>
          <p14:tracePt t="25084" x="6451600" y="6134100"/>
          <p14:tracePt t="25515" x="6438900" y="6127750"/>
          <p14:tracePt t="25528" x="6426200" y="6121400"/>
          <p14:tracePt t="25536" x="6413500" y="6115050"/>
          <p14:tracePt t="25542" x="6407150" y="6108700"/>
          <p14:tracePt t="25555" x="6400800" y="6108700"/>
          <p14:tracePt t="25572" x="6369050" y="6089650"/>
          <p14:tracePt t="25588" x="6337300" y="6076950"/>
          <p14:tracePt t="25604" x="6305550" y="6070600"/>
          <p14:tracePt t="25621" x="6248400" y="6045200"/>
          <p14:tracePt t="25638" x="6191250" y="6032500"/>
          <p14:tracePt t="25655" x="6108700" y="6000750"/>
          <p14:tracePt t="25671" x="6057900" y="5988050"/>
          <p14:tracePt t="25688" x="5975350" y="5969000"/>
          <p14:tracePt t="25692" x="5949950" y="5969000"/>
          <p14:tracePt t="25705" x="5880100" y="5956300"/>
          <p14:tracePt t="25721" x="5810250" y="5956300"/>
          <p14:tracePt t="25738" x="5740400" y="5962650"/>
          <p14:tracePt t="25755" x="5645150" y="5969000"/>
          <p14:tracePt t="25771" x="5594350" y="5969000"/>
          <p14:tracePt t="25788" x="5543550" y="5969000"/>
          <p14:tracePt t="25804" x="5473700" y="5969000"/>
          <p14:tracePt t="25821" x="5429250" y="5962650"/>
          <p14:tracePt t="25838" x="5365750" y="5949950"/>
          <p14:tracePt t="25854" x="5314950" y="5943600"/>
          <p14:tracePt t="25870" x="5257800" y="5943600"/>
          <p14:tracePt t="25888" x="5162550" y="5943600"/>
          <p14:tracePt t="25904" x="5092700" y="5943600"/>
          <p14:tracePt t="25920" x="5016500" y="5943600"/>
          <p14:tracePt t="25937" x="4921250" y="5943600"/>
          <p14:tracePt t="25954" x="4826000" y="5962650"/>
          <p14:tracePt t="25970" x="4800600" y="5969000"/>
          <p14:tracePt t="25987" x="4737100" y="5981700"/>
          <p14:tracePt t="26003" x="4679950" y="6000750"/>
          <p14:tracePt t="26021" x="4635500" y="6007100"/>
          <p14:tracePt t="26036" x="4622800" y="6013450"/>
          <p14:tracePt t="26053" x="4610100" y="6013450"/>
          <p14:tracePt t="26070" x="4597400" y="6019800"/>
          <p14:tracePt t="26087" x="4591050" y="6019800"/>
          <p14:tracePt t="26103" x="4591050" y="6026150"/>
          <p14:tracePt t="26136" x="4584700" y="6026150"/>
          <p14:tracePt t="26176" x="4584700" y="6032500"/>
          <p14:tracePt t="26203" x="4591050" y="6032500"/>
          <p14:tracePt t="26232" x="4591050" y="6038850"/>
          <p14:tracePt t="26246" x="4597400" y="6038850"/>
          <p14:tracePt t="26274" x="4610100" y="6038850"/>
          <p14:tracePt t="26295" x="4616450" y="6038850"/>
          <p14:tracePt t="26323" x="4622800" y="6038850"/>
          <p14:tracePt t="26344" x="4629150" y="6038850"/>
          <p14:tracePt t="26352" x="4635500" y="6038850"/>
          <p14:tracePt t="26372" x="4660900" y="6038850"/>
          <p14:tracePt t="26386" x="4679950" y="6038850"/>
          <p14:tracePt t="26394" x="4699000" y="6038850"/>
          <p14:tracePt t="26408" x="4737100" y="6032500"/>
          <p14:tracePt t="26418" x="4787900" y="6032500"/>
          <p14:tracePt t="26436" x="4933950" y="6032500"/>
          <p14:tracePt t="26452" x="5022850" y="6019800"/>
          <p14:tracePt t="26468" x="5187950" y="6007100"/>
          <p14:tracePt t="26486" x="5353050" y="5988050"/>
          <p14:tracePt t="26501" x="5461000" y="5969000"/>
          <p14:tracePt t="26518" x="5638800" y="5937250"/>
          <p14:tracePt t="26535" x="5861050" y="5899150"/>
          <p14:tracePt t="26552" x="5949950" y="5886450"/>
          <p14:tracePt t="26568" x="6102350" y="5880100"/>
          <p14:tracePt t="26585" x="6216650" y="5867400"/>
          <p14:tracePt t="26602" x="6248400" y="5867400"/>
          <p14:tracePt t="26619" x="6305550" y="5873750"/>
          <p14:tracePt t="26635" x="6324600" y="5892800"/>
          <p14:tracePt t="26651" x="6337300" y="5899150"/>
          <p14:tracePt t="26669" x="6343650" y="5905500"/>
          <p14:tracePt t="26685" x="6343650" y="5911850"/>
          <p14:tracePt t="26701" x="6356350" y="5911850"/>
          <p14:tracePt t="26718" x="6356350" y="5918200"/>
          <p14:tracePt t="26738" x="6362700" y="5918200"/>
          <p14:tracePt t="26774" x="6356350" y="5911850"/>
          <p14:tracePt t="26787" x="6350000" y="5911850"/>
          <p14:tracePt t="26795" x="6343650" y="5905500"/>
          <p14:tracePt t="26808" x="6337300" y="5905500"/>
          <p14:tracePt t="26817" x="6330950" y="5905500"/>
          <p14:tracePt t="26833" x="6324600" y="5899150"/>
          <p14:tracePt t="26851" x="6292850" y="5886450"/>
          <p14:tracePt t="26867" x="6235700" y="5861050"/>
          <p14:tracePt t="26884" x="6184900" y="5854700"/>
          <p14:tracePt t="26901" x="6076950" y="5816600"/>
          <p14:tracePt t="26917" x="5918200" y="5810250"/>
          <p14:tracePt t="26933" x="5829300" y="5797550"/>
          <p14:tracePt t="26950" x="5664200" y="5803900"/>
          <p14:tracePt t="26967" x="5575300" y="5803900"/>
          <p14:tracePt t="26984" x="5384800" y="5810250"/>
          <p14:tracePt t="27000" x="5219700" y="5822950"/>
          <p14:tracePt t="27016" x="5137150" y="5829300"/>
          <p14:tracePt t="27034" x="5010150" y="5848350"/>
          <p14:tracePt t="27050" x="4889500" y="5861050"/>
          <p14:tracePt t="27066" x="4851400" y="5867400"/>
          <p14:tracePt t="27083" x="4756150" y="5873750"/>
          <p14:tracePt t="27100" x="4667250" y="5873750"/>
          <p14:tracePt t="27116" x="4635500" y="5873750"/>
          <p14:tracePt t="27133" x="4578350" y="5867400"/>
          <p14:tracePt t="27150" x="4546600" y="5867400"/>
          <p14:tracePt t="27168" x="4521200" y="5873750"/>
          <p14:tracePt t="27183" x="4514850" y="5873750"/>
          <p14:tracePt t="27199" x="4508500" y="5880100"/>
          <p14:tracePt t="27251" x="4508500" y="5886450"/>
          <p14:tracePt t="27280" x="4514850" y="5892800"/>
          <p14:tracePt t="27301" x="4521200" y="5892800"/>
          <p14:tracePt t="27308" x="4527550" y="5892800"/>
          <p14:tracePt t="27336" x="4533900" y="5892800"/>
          <p14:tracePt t="27350" x="4546600" y="5892800"/>
          <p14:tracePt t="27357" x="4552950" y="5899150"/>
          <p14:tracePt t="27371" x="4559300" y="5899150"/>
          <p14:tracePt t="27382" x="4578350" y="5905500"/>
          <p14:tracePt t="27400" x="4622800" y="5911850"/>
          <p14:tracePt t="27415" x="4660900" y="5911850"/>
          <p14:tracePt t="27432" x="4813300" y="5911850"/>
          <p14:tracePt t="27449" x="5010150" y="5899150"/>
          <p14:tracePt t="27465" x="5111750" y="5886450"/>
          <p14:tracePt t="27482" x="5327650" y="5848350"/>
          <p14:tracePt t="27498" x="5524500" y="5803900"/>
          <p14:tracePt t="27515" x="5613400" y="5797550"/>
          <p14:tracePt t="27532" x="5702300" y="5772150"/>
          <p14:tracePt t="27548" x="5937250" y="5753100"/>
          <p14:tracePt t="27565" x="6000750" y="5753100"/>
          <p14:tracePt t="27583" x="6121400" y="5765800"/>
          <p14:tracePt t="27598" x="6146800" y="5765800"/>
          <p14:tracePt t="27614" x="6197600" y="5778500"/>
          <p14:tracePt t="27632" x="6216650" y="5778500"/>
          <p14:tracePt t="27664" x="6223000" y="5778500"/>
          <p14:tracePt t="29680" x="6292850" y="5734050"/>
          <p14:tracePt t="29694" x="6413500" y="5670550"/>
          <p14:tracePt t="29701" x="6521450" y="5607050"/>
          <p14:tracePt t="29710" x="6635750" y="5549900"/>
          <p14:tracePt t="29724" x="6743700" y="5499100"/>
          <p14:tracePt t="29741" x="6896100" y="5416550"/>
          <p14:tracePt t="29758" x="6991350" y="5372100"/>
          <p14:tracePt t="29774" x="7035800" y="5353050"/>
          <p14:tracePt t="29792" x="7067550" y="5346700"/>
          <p14:tracePt t="29808" x="7131050" y="5346700"/>
          <p14:tracePt t="29824" x="7156450" y="5346700"/>
          <p14:tracePt t="29841" x="7175500" y="5346700"/>
          <p14:tracePt t="29857" x="7200900" y="5353050"/>
          <p14:tracePt t="29873" x="7219950" y="5365750"/>
          <p14:tracePt t="29890" x="7226300" y="5365750"/>
          <p14:tracePt t="29907" x="7232650" y="5372100"/>
          <p14:tracePt t="29923" x="7245350" y="5372100"/>
          <p14:tracePt t="29941" x="7264400" y="5378450"/>
          <p14:tracePt t="29956" x="7283450" y="5378450"/>
          <p14:tracePt t="29973" x="7302500" y="5378450"/>
          <p14:tracePt t="29991" x="7302500" y="5365750"/>
          <p14:tracePt t="34336" x="7283450" y="5365750"/>
          <p14:tracePt t="34350" x="7251700" y="5365750"/>
          <p14:tracePt t="34359" x="7207250" y="5365750"/>
          <p14:tracePt t="34371" x="7169150" y="5365750"/>
          <p14:tracePt t="34378" x="7112000" y="5372100"/>
          <p14:tracePt t="34394" x="7048500" y="5384800"/>
          <p14:tracePt t="34408" x="6877050" y="5403850"/>
          <p14:tracePt t="34424" x="6775450" y="5422900"/>
          <p14:tracePt t="34443" x="6546850" y="5473700"/>
          <p14:tracePt t="34458" x="6419850" y="5499100"/>
          <p14:tracePt t="34474" x="6089650" y="5581650"/>
          <p14:tracePt t="34492" x="5695950" y="5689600"/>
          <p14:tracePt t="34507" x="5543550" y="5727700"/>
          <p14:tracePt t="34524" x="5232400" y="5822950"/>
          <p14:tracePt t="34541" x="4933950" y="5930900"/>
          <p14:tracePt t="34557" x="4813300" y="5975350"/>
          <p14:tracePt t="34574" x="4578350" y="6045200"/>
          <p14:tracePt t="34591" x="4368800" y="6134100"/>
          <p14:tracePt t="34607" x="4279900" y="6172200"/>
          <p14:tracePt t="34624" x="4114800" y="6267450"/>
          <p14:tracePt t="34640" x="4044950" y="6292850"/>
          <p14:tracePt t="34657" x="3987800" y="6343650"/>
          <p14:tracePt t="34674" x="3816350" y="6457950"/>
          <p14:tracePt t="34690" x="3746500" y="6508750"/>
          <p14:tracePt t="34708" x="3638550" y="6604000"/>
          <p14:tracePt t="34725" x="3568700" y="6673850"/>
          <p14:tracePt t="34740" x="3536950" y="6686550"/>
          <p14:tracePt t="34757" x="3492500" y="6731000"/>
          <p14:tracePt t="34773" x="3467100" y="6762750"/>
          <p14:tracePt t="34790" x="3454400" y="6769100"/>
          <p14:tracePt t="34793" x="3435350" y="6781800"/>
          <p14:tracePt t="34823" x="3429000" y="6794500"/>
          <p14:tracePt t="34857" x="3422650" y="6788150"/>
          <p14:tracePt t="34892" x="3422650" y="6781800"/>
          <p14:tracePt t="34913" x="3429000" y="6781800"/>
          <p14:tracePt t="34934" x="3429000" y="6775450"/>
          <p14:tracePt t="34962" x="3435350" y="6769100"/>
          <p14:tracePt t="34969" x="3435350" y="6762750"/>
          <p14:tracePt t="34990" x="3441700" y="6762750"/>
          <p14:tracePt t="35011" x="3454400" y="6762750"/>
          <p14:tracePt t="35018" x="3460750" y="6762750"/>
          <p14:tracePt t="35040" x="3467100" y="6769100"/>
          <p14:tracePt t="35556" x="3486150" y="6769100"/>
          <p14:tracePt t="35564" x="3505200" y="6756400"/>
          <p14:tracePt t="35578" x="3524250" y="6743700"/>
          <p14:tracePt t="35587" x="3562350" y="6731000"/>
          <p14:tracePt t="35604" x="3594100" y="6718300"/>
          <p14:tracePt t="35621" x="3683000" y="6692900"/>
          <p14:tracePt t="35637" x="3765550" y="6673850"/>
          <p14:tracePt t="35654" x="3803650" y="6667500"/>
          <p14:tracePt t="35670" x="3898900" y="6667500"/>
          <p14:tracePt t="35687" x="4000500" y="6673850"/>
          <p14:tracePt t="35703" x="4044950" y="6680200"/>
          <p14:tracePt t="35720" x="4140200" y="6699250"/>
          <p14:tracePt t="35736" x="4203700" y="6705600"/>
          <p14:tracePt t="35754" x="4254500" y="6711950"/>
          <p14:tracePt t="35770" x="4273550" y="6718300"/>
          <p14:tracePt t="35786" x="4298950" y="6718300"/>
          <p14:tracePt t="35804" x="4349750" y="6724650"/>
          <p14:tracePt t="35820" x="4368800" y="6724650"/>
          <p14:tracePt t="35836" x="4381500" y="6724650"/>
          <p14:tracePt t="35853" x="4406900" y="6724650"/>
          <p14:tracePt t="35870" x="4425950" y="6718300"/>
          <p14:tracePt t="35886" x="4438650" y="6718300"/>
          <p14:tracePt t="35903" x="4457700" y="6711950"/>
          <p14:tracePt t="35919" x="4470400" y="6705600"/>
          <p14:tracePt t="35936" x="4476750" y="6705600"/>
          <p14:tracePt t="35952" x="4508500" y="6699250"/>
          <p14:tracePt t="35969" x="4540250" y="6686550"/>
          <p14:tracePt t="35986" x="4565650" y="6680200"/>
          <p14:tracePt t="36586" x="4572000" y="6673850"/>
          <p14:tracePt t="36601" x="4578350" y="6661150"/>
          <p14:tracePt t="36607" x="4578350" y="6648450"/>
          <p14:tracePt t="36621" x="4578350" y="6642100"/>
          <p14:tracePt t="36633" x="4584700" y="6635750"/>
          <p14:tracePt t="36650" x="4603750" y="6616700"/>
          <p14:tracePt t="36666" x="4616450" y="6591300"/>
          <p14:tracePt t="36683" x="4622800" y="6565900"/>
          <p14:tracePt t="36700" x="4641850" y="6540500"/>
          <p14:tracePt t="36717" x="4654550" y="6527800"/>
          <p14:tracePt t="36733" x="4667250" y="6502400"/>
          <p14:tracePt t="36750" x="4686300" y="6477000"/>
          <p14:tracePt t="36766" x="4692650" y="6470650"/>
          <p14:tracePt t="36784" x="4711700" y="6451600"/>
          <p14:tracePt t="36799" x="4730750" y="6438900"/>
          <p14:tracePt t="36816" x="4737100" y="6426200"/>
          <p14:tracePt t="36833" x="4743450" y="6419850"/>
          <p14:tracePt t="36849" x="4749800" y="6419850"/>
          <p14:tracePt t="36866" x="4762500" y="6413500"/>
          <p14:tracePt t="36883" x="4781550" y="6407150"/>
          <p14:tracePt t="36899" x="4787900" y="6400800"/>
          <p14:tracePt t="36916" x="4819650" y="6394450"/>
          <p14:tracePt t="36932" x="4851400" y="6388100"/>
          <p14:tracePt t="36949" x="4870450" y="6381750"/>
          <p14:tracePt t="36966" x="4902200" y="6369050"/>
          <p14:tracePt t="36982" x="4933950" y="6350000"/>
          <p14:tracePt t="36999" x="4940300" y="6330950"/>
          <p14:tracePt t="37716" x="4933950" y="6324600"/>
          <p14:tracePt t="37737" x="4927600" y="6318250"/>
          <p14:tracePt t="37758" x="4927600" y="6311900"/>
          <p14:tracePt t="37765" x="4921250" y="6305550"/>
          <p14:tracePt t="37787" x="4914900" y="6299200"/>
          <p14:tracePt t="37808" x="4908550" y="6299200"/>
          <p14:tracePt t="37822" x="4908550" y="6292850"/>
          <p14:tracePt t="37836" x="4902200" y="6292850"/>
          <p14:tracePt t="37843" x="4902200" y="6286500"/>
          <p14:tracePt t="37857" x="4895850" y="6280150"/>
          <p14:tracePt t="37885" x="4883150" y="6273800"/>
          <p14:tracePt t="37892" x="4876800" y="6273800"/>
          <p14:tracePt t="37920" x="4864100" y="6267450"/>
          <p14:tracePt t="37934" x="4857750" y="6267450"/>
          <p14:tracePt t="37948" x="4851400" y="6261100"/>
          <p14:tracePt t="37963" x="4838700" y="6261100"/>
          <p14:tracePt t="37969" x="4832350" y="6254750"/>
          <p14:tracePt t="37978" x="4819650" y="6254750"/>
          <p14:tracePt t="37995" x="4806950" y="6254750"/>
          <p14:tracePt t="38012" x="4787900" y="6254750"/>
          <p14:tracePt t="38028" x="4781550" y="6248400"/>
          <p14:tracePt t="38045" x="4756150" y="6242050"/>
          <p14:tracePt t="38062" x="4724400" y="6235700"/>
          <p14:tracePt t="38078" x="4711700" y="6235700"/>
          <p14:tracePt t="38095" x="4686300" y="6229350"/>
          <p14:tracePt t="38112" x="4673600" y="6223000"/>
          <p14:tracePt t="38128" x="4667250" y="6223000"/>
          <p14:tracePt t="38145" x="4654550" y="6216650"/>
          <p14:tracePt t="38187" x="4648200" y="6210300"/>
          <p14:tracePt t="38243" x="4641850" y="6210300"/>
          <p14:tracePt t="38328" x="4641850" y="6203950"/>
          <p14:tracePt t="38433" x="4648200" y="6203950"/>
          <p14:tracePt t="38490" x="4654550" y="6197600"/>
          <p14:tracePt t="38511" x="4660900" y="6197600"/>
          <p14:tracePt t="38539" x="4667250" y="6191250"/>
          <p14:tracePt t="38553" x="4673600" y="6191250"/>
          <p14:tracePt t="38583" x="4679950" y="6184900"/>
          <p14:tracePt t="38590" x="4686300" y="6184900"/>
          <p14:tracePt t="38597" x="4686300" y="6178550"/>
          <p14:tracePt t="38626" x="4692650" y="6178550"/>
          <p14:tracePt t="38647" x="4699000" y="6172200"/>
          <p14:tracePt t="38667" x="4705350" y="6165850"/>
          <p14:tracePt t="38688" x="4711700" y="6165850"/>
          <p14:tracePt t="38731" x="4718050" y="6159500"/>
          <p14:tracePt t="38738" x="4724400" y="6159500"/>
          <p14:tracePt t="38766" x="4724400" y="6153150"/>
          <p14:tracePt t="38808" x="4730750" y="6153150"/>
          <p14:tracePt t="38829" x="4730750" y="6146800"/>
          <p14:tracePt t="38836" x="4730750" y="6140450"/>
          <p14:tracePt t="38857" x="4737100" y="6134100"/>
          <p14:tracePt t="38892" x="4737100" y="6127750"/>
          <p14:tracePt t="38906" x="4737100" y="6121400"/>
          <p14:tracePt t="38991" x="4737100" y="6115050"/>
          <p14:tracePt t="38998" x="4737100" y="6108700"/>
          <p14:tracePt t="39494" x="4730750" y="6108700"/>
          <p14:tracePt t="39521" x="4730750" y="6102350"/>
          <p14:tracePt t="39535" x="4730750" y="6096000"/>
          <p14:tracePt t="39549" x="4718050" y="6096000"/>
          <p14:tracePt t="39564" x="4711700" y="6089650"/>
          <p14:tracePt t="39585" x="4705350" y="6083300"/>
          <p14:tracePt t="39593" x="4699000" y="6083300"/>
          <p14:tracePt t="39609" x="4692650" y="6083300"/>
          <p14:tracePt t="39623" x="4667250" y="6070600"/>
          <p14:tracePt t="39640" x="4654550" y="6064250"/>
          <p14:tracePt t="39657" x="4629150" y="6051550"/>
          <p14:tracePt t="39672" x="4610100" y="6038850"/>
          <p14:tracePt t="39690" x="4546600" y="6019800"/>
          <p14:tracePt t="39706" x="4514850" y="6013450"/>
          <p14:tracePt t="39723" x="4489450" y="6007100"/>
          <p14:tracePt t="39740" x="4438650" y="5994400"/>
          <p14:tracePt t="39756" x="4387850" y="5975350"/>
          <p14:tracePt t="39772" x="4375150" y="5969000"/>
          <p14:tracePt t="39789" x="4330700" y="5962650"/>
          <p14:tracePt t="39806" x="4286250" y="5949950"/>
          <p14:tracePt t="39822" x="4260850" y="5949950"/>
          <p14:tracePt t="39839" x="4222750" y="5943600"/>
          <p14:tracePt t="39855" x="4191000" y="5937250"/>
          <p14:tracePt t="39873" x="4178300" y="5930900"/>
          <p14:tracePt t="39889" x="4140200" y="5924550"/>
          <p14:tracePt t="39905" x="4108450" y="5918200"/>
          <p14:tracePt t="39923" x="4070350" y="5911850"/>
          <p14:tracePt t="39946" x="4032250" y="5892800"/>
          <p14:tracePt t="39955" x="4006850" y="5886450"/>
          <p14:tracePt t="39972" x="3956050" y="5880100"/>
          <p14:tracePt t="39989" x="3924300" y="5873750"/>
          <p14:tracePt t="40005" x="3886200" y="5873750"/>
          <p14:tracePt t="40022" x="3797300" y="5873750"/>
          <p14:tracePt t="40038" x="3670300" y="5873750"/>
          <p14:tracePt t="40055" x="3594100" y="5873750"/>
          <p14:tracePt t="40071" x="3422650" y="5880100"/>
          <p14:tracePt t="40088" x="3257550" y="5899150"/>
          <p14:tracePt t="40106" x="3086100" y="5918200"/>
          <p14:tracePt t="40122" x="2984500" y="5924550"/>
          <p14:tracePt t="40137" x="2819400" y="5937250"/>
          <p14:tracePt t="40155" x="2641600" y="5949950"/>
          <p14:tracePt t="40171" x="2565400" y="5949950"/>
          <p14:tracePt t="40188" x="2400300" y="5956300"/>
          <p14:tracePt t="40204" x="2266950" y="5956300"/>
          <p14:tracePt t="40221" x="2216150" y="5956300"/>
          <p14:tracePt t="40237" x="2178050" y="5956300"/>
          <p14:tracePt t="40254" x="2082800" y="5956300"/>
          <p14:tracePt t="40271" x="2063750" y="5956300"/>
          <p14:tracePt t="40288" x="2032000" y="5956300"/>
          <p14:tracePt t="40304" x="2019300" y="5956300"/>
          <p14:tracePt t="40320" x="1993900" y="5956300"/>
          <p14:tracePt t="40339" x="1981200" y="5949950"/>
          <p14:tracePt t="40354" x="1974850" y="5949950"/>
          <p14:tracePt t="40370" x="1968500" y="5949950"/>
          <p14:tracePt t="40387" x="1962150" y="5943600"/>
          <p14:tracePt t="40420" x="1949450" y="5943600"/>
          <p14:tracePt t="40437" x="1930400" y="5956300"/>
          <p14:tracePt t="40830" x="1924050" y="5943600"/>
          <p14:tracePt t="40838" x="1917700" y="5930900"/>
          <p14:tracePt t="40853" x="1917700" y="5924550"/>
          <p14:tracePt t="40859" x="1905000" y="5911850"/>
          <p14:tracePt t="40868" x="1898650" y="5905500"/>
          <p14:tracePt t="40885" x="1898650" y="5892800"/>
          <p14:tracePt t="40902" x="1879600" y="5873750"/>
          <p14:tracePt t="40918" x="1873250" y="5867400"/>
          <p14:tracePt t="40936" x="1847850" y="5848350"/>
          <p14:tracePt t="40952" x="1841500" y="5842000"/>
          <p14:tracePt t="40968" x="1835150" y="5835650"/>
          <p14:tracePt t="40986" x="1828800" y="5822950"/>
          <p14:tracePt t="41001" x="1822450" y="5822950"/>
          <p14:tracePt t="41018" x="1822450" y="5816600"/>
          <p14:tracePt t="41035" x="1822450" y="5810250"/>
          <p14:tracePt t="41071" x="1822450" y="5803900"/>
          <p14:tracePt t="41091" x="1822450" y="5797550"/>
          <p14:tracePt t="41168" x="1828800" y="5791200"/>
          <p14:tracePt t="41196" x="1835150" y="5791200"/>
          <p14:tracePt t="41203" x="1841500" y="5791200"/>
          <p14:tracePt t="41231" x="1847850" y="5791200"/>
          <p14:tracePt t="41238" x="1854200" y="5791200"/>
          <p14:tracePt t="41273" x="1860550" y="5791200"/>
          <p14:tracePt t="41288" x="1866900" y="5791200"/>
          <p14:tracePt t="41302" x="1873250" y="5791200"/>
          <p14:tracePt t="41323" x="1885950" y="5784850"/>
          <p14:tracePt t="41330" x="1898650" y="5784850"/>
          <p14:tracePt t="41344" x="1911350" y="5784850"/>
          <p14:tracePt t="41353" x="1924050" y="5778500"/>
          <p14:tracePt t="41367" x="1949450" y="5772150"/>
          <p14:tracePt t="41383" x="2000250" y="5765800"/>
          <p14:tracePt t="41401" x="2057400" y="5759450"/>
          <p14:tracePt t="41416" x="2082800" y="5753100"/>
          <p14:tracePt t="41433" x="2120900" y="5746750"/>
          <p14:tracePt t="41450" x="2152650" y="5746750"/>
          <p14:tracePt t="41467" x="2171700" y="5740400"/>
          <p14:tracePt t="41484" x="2184400" y="5740400"/>
          <p14:tracePt t="41500" x="2216150" y="5740400"/>
          <p14:tracePt t="41516" x="2222500" y="5740400"/>
          <p14:tracePt t="41534" x="2235200" y="5740400"/>
          <p14:tracePt t="41549" x="2254250" y="5727700"/>
          <p14:tracePt t="41567" x="2254250" y="5721350"/>
          <p14:tracePt t="41583" x="2254250" y="5715000"/>
          <p14:tracePt t="41985" x="2266950" y="5715000"/>
          <p14:tracePt t="41992" x="2279650" y="5708650"/>
          <p14:tracePt t="42006" x="2292350" y="5702300"/>
          <p14:tracePt t="42014" x="2305050" y="5702300"/>
          <p14:tracePt t="42031" x="2330450" y="5695950"/>
          <p14:tracePt t="42049" x="2362200" y="5695950"/>
          <p14:tracePt t="42065" x="2381250" y="5689600"/>
          <p14:tracePt t="42081" x="2393950" y="5689600"/>
          <p14:tracePt t="42098" x="2438400" y="5683250"/>
          <p14:tracePt t="42114" x="2489200" y="5670550"/>
          <p14:tracePt t="42131" x="2514600" y="5670550"/>
          <p14:tracePt t="42148" x="2584450" y="5657850"/>
          <p14:tracePt t="42165" x="2609850" y="5657850"/>
          <p14:tracePt t="42181" x="2654300" y="5651500"/>
          <p14:tracePt t="42197" x="2686050" y="5651500"/>
          <p14:tracePt t="42214" x="2705100" y="5651500"/>
          <p14:tracePt t="42231" x="2724150" y="5651500"/>
          <p14:tracePt t="42247" x="2743200" y="5651500"/>
          <p14:tracePt t="42264" x="2749550" y="5651500"/>
          <p14:tracePt t="42281" x="2755900" y="5651500"/>
          <p14:tracePt t="42846" x="2749550" y="5651500"/>
          <p14:tracePt t="42860" x="2743200" y="5657850"/>
          <p14:tracePt t="42867" x="2730500" y="5664200"/>
          <p14:tracePt t="42881" x="2724150" y="5670550"/>
          <p14:tracePt t="42895" x="2698750" y="5689600"/>
          <p14:tracePt t="42912" x="2686050" y="5702300"/>
          <p14:tracePt t="42928" x="2667000" y="5727700"/>
          <p14:tracePt t="42945" x="2609850" y="5772150"/>
          <p14:tracePt t="42961" x="2584450" y="5803900"/>
          <p14:tracePt t="42978" x="2514600" y="5867400"/>
          <p14:tracePt t="42994" x="2457450" y="5930900"/>
          <p14:tracePt t="43012" x="2362200" y="6038850"/>
          <p14:tracePt t="43028" x="2317750" y="6083300"/>
          <p14:tracePt t="43044" x="2203450" y="6210300"/>
          <p14:tracePt t="43061" x="2095500" y="6343650"/>
          <p14:tracePt t="43078" x="2000250" y="6445250"/>
          <p14:tracePt t="43094" x="1968500" y="6483350"/>
          <p14:tracePt t="43111" x="1930400" y="6534150"/>
          <p14:tracePt t="43592" x="2089150" y="6470650"/>
          <p14:tracePt t="43598" x="2127250" y="6457950"/>
          <p14:tracePt t="43612" x="2171700" y="6438900"/>
          <p14:tracePt t="43627" x="2216150" y="6432550"/>
          <p14:tracePt t="43642" x="2298700" y="6394450"/>
          <p14:tracePt t="43659" x="2343150" y="6375400"/>
          <p14:tracePt t="43676" x="2419350" y="6343650"/>
          <p14:tracePt t="43692" x="2482850" y="6311900"/>
          <p14:tracePt t="43709" x="2508250" y="6305550"/>
          <p14:tracePt t="43725" x="2559050" y="6280150"/>
          <p14:tracePt t="43742" x="2603500" y="6254750"/>
          <p14:tracePt t="43759" x="2622550" y="6242050"/>
          <p14:tracePt t="43775" x="2654300" y="6223000"/>
          <p14:tracePt t="43792" x="2660650" y="6210300"/>
          <p14:tracePt t="43809" x="2692400" y="6184900"/>
          <p14:tracePt t="43825" x="2698750" y="6178550"/>
          <p14:tracePt t="43842" x="2698750" y="6172200"/>
          <p14:tracePt t="43859" x="2705100" y="6165850"/>
          <p14:tracePt t="43874" x="2711450" y="6159500"/>
          <p14:tracePt t="43901" x="2717800" y="6153150"/>
          <p14:tracePt t="44013" x="2724150" y="6153150"/>
          <p14:tracePt t="44020" x="2730500" y="6153150"/>
          <p14:tracePt t="44042" x="2730500" y="6146800"/>
          <p14:tracePt t="44056" x="2736850" y="6146800"/>
          <p14:tracePt t="44062" x="2743200" y="6140450"/>
          <p14:tracePt t="44077" x="2749550" y="6140450"/>
          <p14:tracePt t="44091" x="2774950" y="6127750"/>
          <p14:tracePt t="44108" x="2806700" y="6121400"/>
          <p14:tracePt t="44124" x="2832100" y="6115050"/>
          <p14:tracePt t="44141" x="2946400" y="6083300"/>
          <p14:tracePt t="44157" x="3003550" y="6070600"/>
          <p14:tracePt t="44175" x="3098800" y="6045200"/>
          <p14:tracePt t="44190" x="3149600" y="6038850"/>
          <p14:tracePt t="44207" x="3257550" y="6026150"/>
          <p14:tracePt t="44224" x="3346450" y="6019800"/>
          <p14:tracePt t="44240" x="3390900" y="6013450"/>
          <p14:tracePt t="44257" x="3448050" y="6000750"/>
          <p14:tracePt t="44274" x="3479800" y="6000750"/>
          <p14:tracePt t="44290" x="3492500" y="6000750"/>
          <p14:tracePt t="44306" x="3511550" y="6000750"/>
          <p14:tracePt t="44323" x="3530600" y="6000750"/>
          <p14:tracePt t="44357" x="3549650" y="6007100"/>
          <p14:tracePt t="44373" x="3562350" y="6007100"/>
          <p14:tracePt t="44390" x="3575050" y="6007100"/>
          <p14:tracePt t="44407" x="3581400" y="6013450"/>
          <p14:tracePt t="44423" x="3594100" y="6013450"/>
          <p14:tracePt t="44440" x="3600450" y="6013450"/>
          <p14:tracePt t="44457" x="3613150" y="6019800"/>
          <p14:tracePt t="44473" x="3619500" y="6019800"/>
          <p14:tracePt t="44490" x="3632200" y="6026150"/>
          <p14:tracePt t="44506" x="3651250" y="6026150"/>
          <p14:tracePt t="44540" x="3663950" y="6026150"/>
          <p14:tracePt t="44556" x="3663950" y="6032500"/>
          <p14:tracePt t="44573" x="3670300" y="6032500"/>
          <p14:tracePt t="44605" x="3676650" y="6032500"/>
          <p14:tracePt t="45029" x="3689350" y="6032500"/>
          <p14:tracePt t="45035" x="3708400" y="6032500"/>
          <p14:tracePt t="45050" x="3721100" y="6032500"/>
          <p14:tracePt t="45057" x="3733800" y="6026150"/>
          <p14:tracePt t="45073" x="3746500" y="6019800"/>
          <p14:tracePt t="45087" x="3765550" y="6007100"/>
          <p14:tracePt t="45104" x="3771900" y="6007100"/>
          <p14:tracePt t="45121" x="3778250" y="6000750"/>
          <p14:tracePt t="45137" x="3784600" y="5994400"/>
          <p14:tracePt t="45153" x="3790950" y="5988050"/>
          <p14:tracePt t="45176" x="3797300" y="5981700"/>
          <p14:tracePt t="45190" x="3803650" y="5981700"/>
          <p14:tracePt t="45204" x="3810000" y="5981700"/>
          <p14:tracePt t="45220" x="3822700" y="5981700"/>
          <p14:tracePt t="45237" x="3835400" y="5981700"/>
          <p14:tracePt t="45254" x="3841750" y="5975350"/>
          <p14:tracePt t="45269" x="3860800" y="5969000"/>
          <p14:tracePt t="45286" x="3867150" y="5969000"/>
          <p14:tracePt t="45303" x="3873500" y="5969000"/>
          <p14:tracePt t="45320" x="3892550" y="5962650"/>
          <p14:tracePt t="45337" x="3898900" y="5962650"/>
          <p14:tracePt t="45354" x="3917950" y="5962650"/>
          <p14:tracePt t="45370" x="3930650" y="5956300"/>
          <p14:tracePt t="45387" x="3943350" y="5956300"/>
          <p14:tracePt t="45419" x="3962400" y="5956300"/>
          <p14:tracePt t="45437" x="3981450" y="5956300"/>
          <p14:tracePt t="45453" x="3987800" y="5956300"/>
          <p14:tracePt t="45473" x="4000500" y="5956300"/>
          <p14:tracePt t="45486" x="4019550" y="5956300"/>
          <p14:tracePt t="45503" x="4025900" y="5956300"/>
          <p14:tracePt t="45519" x="4032250" y="5956300"/>
          <p14:tracePt t="45536" x="4038600" y="5956300"/>
          <p14:tracePt t="45552" x="4051300" y="5956300"/>
          <p14:tracePt t="45586" x="4057650" y="5949950"/>
          <p14:tracePt t="45602" x="4064000" y="5949950"/>
          <p14:tracePt t="45626" x="4070350" y="5943600"/>
          <p14:tracePt t="45962" x="4108450" y="5943600"/>
          <p14:tracePt t="45969" x="4159250" y="5943600"/>
          <p14:tracePt t="45983" x="4216400" y="5943600"/>
          <p14:tracePt t="45990" x="4279900" y="5943600"/>
          <p14:tracePt t="46004" x="4330700" y="5949950"/>
          <p14:tracePt t="46018" x="4394200" y="5949950"/>
          <p14:tracePt t="46034" x="4514850" y="5969000"/>
          <p14:tracePt t="46050" x="4572000" y="5981700"/>
          <p14:tracePt t="46068" x="4660900" y="5994400"/>
          <p14:tracePt t="46084" x="4743450" y="6000750"/>
          <p14:tracePt t="46101" x="4768850" y="6000750"/>
          <p14:tracePt t="46117" x="4813300" y="6000750"/>
          <p14:tracePt t="46134" x="4832350" y="6007100"/>
          <p14:tracePt t="46151" x="4845050" y="6007100"/>
          <p14:tracePt t="46184" x="4851400" y="6007100"/>
          <p14:tracePt t="46285" x="4857750" y="6007100"/>
          <p14:tracePt t="46313" x="4864100" y="6007100"/>
          <p14:tracePt t="46320" x="4870450" y="6007100"/>
          <p14:tracePt t="46336" x="4876800" y="6007100"/>
          <p14:tracePt t="46356" x="4883150" y="6007100"/>
          <p14:tracePt t="46366" x="4889500" y="6007100"/>
          <p14:tracePt t="46386" x="4895850" y="6007100"/>
          <p14:tracePt t="46399" x="4902200" y="6007100"/>
          <p14:tracePt t="46417" x="4914900" y="6007100"/>
          <p14:tracePt t="46433" x="4927600" y="6007100"/>
          <p14:tracePt t="46450" x="4933950" y="6007100"/>
          <p14:tracePt t="46466" x="4972050" y="6007100"/>
          <p14:tracePt t="46483" x="5003800" y="6013450"/>
          <p14:tracePt t="46499" x="5029200" y="6013450"/>
          <p14:tracePt t="46516" x="5048250" y="6019800"/>
          <p14:tracePt t="46532" x="5099050" y="6026150"/>
          <p14:tracePt t="46549" x="5124450" y="6026150"/>
          <p14:tracePt t="46567" x="5156200" y="6026150"/>
          <p14:tracePt t="46582" x="5175250" y="6026150"/>
          <p14:tracePt t="46599" x="5194300" y="6026150"/>
          <p14:tracePt t="46617" x="5207000" y="6026150"/>
          <p14:tracePt t="46632" x="5219700" y="6026150"/>
          <p14:tracePt t="46649" x="5251450" y="6026150"/>
          <p14:tracePt t="46665" x="5302250" y="6026150"/>
          <p14:tracePt t="46682" x="5334000" y="6026150"/>
          <p14:tracePt t="46700" x="5378450" y="6026150"/>
          <p14:tracePt t="46715" x="5422900" y="6038850"/>
          <p14:tracePt t="46732" x="5441950" y="6038850"/>
          <p14:tracePt t="46749" x="5467350" y="6038850"/>
          <p14:tracePt t="46765" x="5492750" y="6045200"/>
          <p14:tracePt t="46782" x="5505450" y="6045200"/>
          <p14:tracePt t="46799" x="5511800" y="6045200"/>
          <p14:tracePt t="46814" x="5530850" y="6051550"/>
          <p14:tracePt t="46832" x="5537200" y="6051550"/>
          <p14:tracePt t="46848" x="5549900" y="6051550"/>
          <p14:tracePt t="46864" x="5556250" y="6051550"/>
          <p14:tracePt t="46881" x="5562600" y="6051550"/>
          <p14:tracePt t="46904" x="5568950" y="6051550"/>
          <p14:tracePt t="46939" x="5575300" y="6051550"/>
          <p14:tracePt t="46967" x="5581650" y="6051550"/>
          <p14:tracePt t="47009" x="5588000" y="6051550"/>
          <p14:tracePt t="47409" x="5613400" y="6051550"/>
          <p14:tracePt t="47416" x="5638800" y="6045200"/>
          <p14:tracePt t="47432" x="5683250" y="6038850"/>
          <p14:tracePt t="47446" x="5708650" y="6038850"/>
          <p14:tracePt t="47462" x="5778500" y="6032500"/>
          <p14:tracePt t="47465" x="5816600" y="6032500"/>
          <p14:tracePt t="47482" x="5861050" y="6026150"/>
          <p14:tracePt t="47496" x="5899150" y="6026150"/>
          <p14:tracePt t="47512" x="6007100" y="6007100"/>
          <p14:tracePt t="47529" x="6159500" y="5988050"/>
          <p14:tracePt t="47545" x="6242050" y="5969000"/>
          <p14:tracePt t="47562" x="6394450" y="5937250"/>
          <p14:tracePt t="47579" x="6565900" y="5905500"/>
          <p14:tracePt t="47595" x="6642100" y="5899150"/>
          <p14:tracePt t="47612" x="6775450" y="5867400"/>
          <p14:tracePt t="47629" x="6883400" y="5854700"/>
          <p14:tracePt t="47645" x="6934200" y="5842000"/>
          <p14:tracePt t="47663" x="7004050" y="5835650"/>
          <p14:tracePt t="47679" x="7054850" y="5835650"/>
          <p14:tracePt t="47695" x="7067550" y="5835650"/>
          <p14:tracePt t="47712" x="7105650" y="5835650"/>
          <p14:tracePt t="47728" x="7124700" y="5835650"/>
          <p14:tracePt t="47745" x="7143750" y="5835650"/>
          <p14:tracePt t="47761" x="7162800" y="5842000"/>
          <p14:tracePt t="47778" x="7169150" y="5842000"/>
          <p14:tracePt t="47795" x="7169150" y="5848350"/>
          <p14:tracePt t="47852" x="7175500" y="5848350"/>
          <p14:tracePt t="47950" x="7162800" y="5848350"/>
          <p14:tracePt t="47971" x="7150100" y="5848350"/>
          <p14:tracePt t="47979" x="7143750" y="5848350"/>
          <p14:tracePt t="47994" x="7137400" y="5848350"/>
          <p14:tracePt t="48000" x="7124700" y="5848350"/>
          <p14:tracePt t="48014" x="7112000" y="5848350"/>
          <p14:tracePt t="48028" x="7061200" y="5835650"/>
          <p14:tracePt t="48044" x="7023100" y="5829300"/>
          <p14:tracePt t="48060" x="6972300" y="5829300"/>
          <p14:tracePt t="48077" x="6813550" y="5797550"/>
          <p14:tracePt t="48094" x="6635750" y="5791200"/>
          <p14:tracePt t="48110" x="6521450" y="5791200"/>
          <p14:tracePt t="48127" x="6280150" y="5791200"/>
          <p14:tracePt t="48143" x="6026150" y="5803900"/>
          <p14:tracePt t="48160" x="5886450" y="5829300"/>
          <p14:tracePt t="48176" x="5619750" y="5848350"/>
          <p14:tracePt t="48193" x="5378450" y="5861050"/>
          <p14:tracePt t="48211" x="5200650" y="5848350"/>
          <p14:tracePt t="48226" x="5111750" y="5835650"/>
          <p14:tracePt t="48243" x="4978400" y="5797550"/>
          <p14:tracePt t="48260" x="4845050" y="5791200"/>
          <p14:tracePt t="48276" x="4794250" y="5791200"/>
          <p14:tracePt t="48293" x="4756150" y="5791200"/>
          <p14:tracePt t="48310" x="4622800" y="5791200"/>
          <p14:tracePt t="48326" x="4584700" y="5791200"/>
          <p14:tracePt t="48343" x="4559300" y="5791200"/>
          <p14:tracePt t="48359" x="4489450" y="5791200"/>
          <p14:tracePt t="48376" x="4413250" y="5791200"/>
          <p14:tracePt t="48393" x="4375150" y="5791200"/>
          <p14:tracePt t="48409" x="4305300" y="5797550"/>
          <p14:tracePt t="48426" x="4235450" y="5803900"/>
          <p14:tracePt t="48443" x="4165600" y="5822950"/>
          <p14:tracePt t="48459" x="4133850" y="5822950"/>
          <p14:tracePt t="48475" x="4076700" y="5822950"/>
          <p14:tracePt t="48493" x="4044950" y="5822950"/>
          <p14:tracePt t="48509" x="4025900" y="5816600"/>
          <p14:tracePt t="48525" x="4006850" y="5816600"/>
          <p14:tracePt t="48542" x="3994150" y="5810250"/>
          <p14:tracePt t="48584" x="3994150" y="5803900"/>
          <p14:tracePt t="48612" x="3994150" y="5797550"/>
          <p14:tracePt t="48626" x="4000500" y="5797550"/>
          <p14:tracePt t="48632" x="4006850" y="5791200"/>
          <p14:tracePt t="48661" x="4013200" y="5791200"/>
          <p14:tracePt t="48676" x="4019550" y="5791200"/>
          <p14:tracePt t="48682" x="4025900" y="5791200"/>
          <p14:tracePt t="48695" x="4032250" y="5791200"/>
          <p14:tracePt t="48716" x="4038600" y="5791200"/>
          <p14:tracePt t="48726" x="4044950" y="5791200"/>
          <p14:tracePt t="48741" x="4051300" y="5784850"/>
          <p14:tracePt t="48758" x="4095750" y="5784850"/>
          <p14:tracePt t="48774" x="4197350" y="5778500"/>
          <p14:tracePt t="48791" x="4273550" y="5778500"/>
          <p14:tracePt t="48808" x="4464050" y="5778500"/>
          <p14:tracePt t="48824" x="4711700" y="5778500"/>
          <p14:tracePt t="48841" x="4876800" y="5797550"/>
          <p14:tracePt t="48858" x="5251450" y="5816600"/>
          <p14:tracePt t="48874" x="5670550" y="5873750"/>
          <p14:tracePt t="48891" x="5886450" y="5886450"/>
          <p14:tracePt t="48908" x="6286500" y="5911850"/>
          <p14:tracePt t="48924" x="6451600" y="5924550"/>
          <p14:tracePt t="48941" x="6731000" y="5943600"/>
          <p14:tracePt t="48958" x="6946900" y="5969000"/>
          <p14:tracePt t="48974" x="7035800" y="5969000"/>
          <p14:tracePt t="48977" x="7099300" y="5975350"/>
          <p14:tracePt t="48991" x="7162800" y="5975350"/>
          <p14:tracePt t="49007" x="7245350" y="5981700"/>
          <p14:tracePt t="49024" x="7277100" y="5981700"/>
          <p14:tracePt t="49041" x="7315200" y="5981700"/>
          <p14:tracePt t="49057" x="7340600" y="5975350"/>
          <p14:tracePt t="49075" x="7353300" y="5975350"/>
          <p14:tracePt t="49090" x="7372350" y="5969000"/>
          <p14:tracePt t="49107" x="7397750" y="5956300"/>
          <p14:tracePt t="49123" x="7416800" y="5956300"/>
          <p14:tracePt t="49140" x="7467600" y="5943600"/>
          <p14:tracePt t="49157" x="7518400" y="5930900"/>
          <p14:tracePt t="49174" x="7588250" y="5924550"/>
          <p14:tracePt t="49189" x="7639050" y="5924550"/>
          <p14:tracePt t="49206" x="7677150" y="5924550"/>
          <p14:tracePt t="49224" x="7810500" y="5905500"/>
          <p14:tracePt t="49239" x="7854950" y="5899150"/>
          <p14:tracePt t="49256" x="7893050" y="5892800"/>
          <p14:tracePt t="49273" x="8001000" y="5873750"/>
          <p14:tracePt t="49290" x="8108950" y="5854700"/>
          <p14:tracePt t="49306" x="8159750" y="5835650"/>
          <p14:tracePt t="49322" x="8280400" y="5810250"/>
          <p14:tracePt t="49339" x="8407400" y="5772150"/>
          <p14:tracePt t="49356" x="8458200" y="5740400"/>
          <p14:tracePt t="49373" x="8559800" y="5708650"/>
          <p14:tracePt t="49389" x="8610600" y="5676900"/>
          <p14:tracePt t="49406" x="8648700" y="5657850"/>
          <p14:tracePt t="49422" x="8661400" y="5657850"/>
          <p14:tracePt t="49439" x="8667750" y="5645150"/>
          <p14:tracePt t="49456" x="8680450" y="5638800"/>
          <p14:tracePt t="49472" x="8686800" y="5638800"/>
          <p14:tracePt t="49491" x="8693150" y="5638800"/>
          <p14:tracePt t="49519" x="8699500" y="5632450"/>
          <p14:tracePt t="49574" x="8712200" y="5632450"/>
          <p14:tracePt t="49590" x="8718550" y="5632450"/>
          <p14:tracePt t="49610" x="8724900" y="5632450"/>
          <p14:tracePt t="49617" x="8731250" y="5632450"/>
          <p14:tracePt t="49625" x="8737600" y="5638800"/>
          <p14:tracePt t="49641" x="8743950" y="5638800"/>
          <p14:tracePt t="49694" x="8750300" y="5645150"/>
          <p14:tracePt t="49715" x="8756650" y="5645150"/>
          <p14:tracePt t="49736" x="8763000" y="5645150"/>
          <p14:tracePt t="49758" x="8769350" y="5651500"/>
          <p14:tracePt t="49772" x="8775700" y="5657850"/>
          <p14:tracePt t="50430" x="8763000" y="5657850"/>
          <p14:tracePt t="50438" x="8750300" y="5657850"/>
          <p14:tracePt t="50453" x="8737600" y="5657850"/>
          <p14:tracePt t="50459" x="8724900" y="5657850"/>
          <p14:tracePt t="50473" x="8712200" y="5657850"/>
          <p14:tracePt t="50485" x="8699500" y="5657850"/>
          <p14:tracePt t="50502" x="8667750" y="5657850"/>
          <p14:tracePt t="50519" x="8648700" y="5657850"/>
          <p14:tracePt t="50522" x="8629650" y="5657850"/>
          <p14:tracePt t="50536" x="8610600" y="5657850"/>
          <p14:tracePt t="50552" x="8585200" y="5645150"/>
          <p14:tracePt t="50568" x="8572500" y="5645150"/>
          <p14:tracePt t="50586" x="8559800" y="5645150"/>
          <p14:tracePt t="50602" x="8547100" y="5638800"/>
          <p14:tracePt t="50618" x="8540750" y="5632450"/>
          <p14:tracePt t="50635" x="8534400" y="5632450"/>
          <p14:tracePt t="50651" x="8528050" y="5626100"/>
          <p14:tracePt t="50685" x="8521700" y="5619750"/>
          <p14:tracePt t="50701" x="8515350" y="5613400"/>
          <p14:tracePt t="50719" x="8509000" y="5613400"/>
          <p14:tracePt t="50754" x="8502650" y="5613400"/>
          <p14:tracePt t="50782" x="8502650" y="5607050"/>
          <p14:tracePt t="50789" x="8496300" y="5607050"/>
          <p14:tracePt t="50810" x="8483600" y="5607050"/>
          <p14:tracePt t="50824" x="8477250" y="5607050"/>
          <p14:tracePt t="50846" x="8470900" y="5607050"/>
          <p14:tracePt t="50854" x="8458200" y="5607050"/>
          <p14:tracePt t="50867" x="8445500" y="5607050"/>
          <p14:tracePt t="50884" x="8413750" y="5607050"/>
          <p14:tracePt t="50901" x="8388350" y="5607050"/>
          <p14:tracePt t="50917" x="8318500" y="5607050"/>
          <p14:tracePt t="50934" x="8293100" y="5613400"/>
          <p14:tracePt t="50951" x="8223250" y="5613400"/>
          <p14:tracePt t="50967" x="8153400" y="5626100"/>
          <p14:tracePt t="50984" x="8108950" y="5638800"/>
          <p14:tracePt t="51001" x="8032750" y="5645150"/>
          <p14:tracePt t="51017" x="7950200" y="5651500"/>
          <p14:tracePt t="51034" x="7924800" y="5651500"/>
          <p14:tracePt t="51050" x="7867650" y="5651500"/>
          <p14:tracePt t="51067" x="7816850" y="5657850"/>
          <p14:tracePt t="51084" x="7797800" y="5657850"/>
          <p14:tracePt t="51100" x="7772400" y="5657850"/>
          <p14:tracePt t="51116" x="7759700" y="5657850"/>
          <p14:tracePt t="51134" x="7747000" y="5664200"/>
          <p14:tracePt t="51166" x="7740650" y="5664200"/>
          <p14:tracePt t="51246" x="7734300" y="5664200"/>
          <p14:tracePt t="51317" x="7740650" y="5664200"/>
          <p14:tracePt t="51338" x="7747000" y="5664200"/>
          <p14:tracePt t="51344" x="7753350" y="5664200"/>
          <p14:tracePt t="51359" x="7759700" y="5664200"/>
          <p14:tracePt t="51368" x="7766050" y="5664200"/>
          <p14:tracePt t="51387" x="7772400" y="5664200"/>
          <p14:tracePt t="51399" x="7778750" y="5664200"/>
          <p14:tracePt t="51418" x="7785100" y="5664200"/>
          <p14:tracePt t="51432" x="7797800" y="5664200"/>
          <p14:tracePt t="51450" x="7823200" y="5664200"/>
          <p14:tracePt t="51465" x="7867650" y="5664200"/>
          <p14:tracePt t="51482" x="7893050" y="5664200"/>
          <p14:tracePt t="51499" x="7969250" y="5664200"/>
          <p14:tracePt t="51515" x="8070850" y="5676900"/>
          <p14:tracePt t="51532" x="8140700" y="5676900"/>
          <p14:tracePt t="51549" x="8255000" y="5683250"/>
          <p14:tracePt t="51565" x="8362950" y="5695950"/>
          <p14:tracePt t="51581" x="8413750" y="5702300"/>
          <p14:tracePt t="51599" x="8496300" y="5702300"/>
          <p14:tracePt t="51615" x="8521700" y="5702300"/>
          <p14:tracePt t="51631" x="8553450" y="5708650"/>
          <p14:tracePt t="51648" x="8572500" y="5708650"/>
          <p14:tracePt t="51681" x="8578850" y="5708650"/>
          <p14:tracePt t="51717" x="8578850" y="5715000"/>
          <p14:tracePt t="52202" x="8521700" y="5715000"/>
          <p14:tracePt t="52209" x="8420100" y="5727700"/>
          <p14:tracePt t="52216" x="8312150" y="5734050"/>
          <p14:tracePt t="52232" x="8185150" y="5759450"/>
          <p14:tracePt t="52246" x="8058150" y="5765800"/>
          <p14:tracePt t="52263" x="7753350" y="5803900"/>
          <p14:tracePt t="52280" x="7372350" y="5842000"/>
          <p14:tracePt t="52296" x="7188200" y="5842000"/>
          <p14:tracePt t="52313" x="6813550" y="5854700"/>
          <p14:tracePt t="52329" x="6388100" y="5829300"/>
          <p14:tracePt t="52346" x="6191250" y="5803900"/>
          <p14:tracePt t="52363" x="6026150" y="5791200"/>
          <p14:tracePt t="52379" x="5499100" y="5746750"/>
          <p14:tracePt t="52395" x="5378450" y="5746750"/>
          <p14:tracePt t="52413" x="5111750" y="5734050"/>
          <p14:tracePt t="52429" x="4997450" y="5734050"/>
          <p14:tracePt t="52445" x="4768850" y="5721350"/>
          <p14:tracePt t="52463" x="4578350" y="5715000"/>
          <p14:tracePt t="52479" x="4489450" y="5715000"/>
          <p14:tracePt t="52495" x="4356100" y="5702300"/>
          <p14:tracePt t="52512" x="4241800" y="5695950"/>
          <p14:tracePt t="52528" x="4178300" y="5695950"/>
          <p14:tracePt t="52545" x="4083050" y="5695950"/>
          <p14:tracePt t="52561" x="4019550" y="5695950"/>
          <p14:tracePt t="52578" x="3962400" y="5708650"/>
          <p14:tracePt t="52595" x="3873500" y="5708650"/>
          <p14:tracePt t="52611" x="3790950" y="5715000"/>
          <p14:tracePt t="52628" x="3752850" y="5721350"/>
          <p14:tracePt t="52645" x="3670300" y="5740400"/>
          <p14:tracePt t="52661" x="3600450" y="5746750"/>
          <p14:tracePt t="52677" x="3556000" y="5765800"/>
          <p14:tracePt t="52695" x="3498850" y="5778500"/>
          <p14:tracePt t="52711" x="3492500" y="5778500"/>
          <p14:tracePt t="53227" x="3486150" y="5778500"/>
          <p14:tracePt t="53234" x="3473450" y="5778500"/>
          <p14:tracePt t="53242" x="3454400" y="5778500"/>
          <p14:tracePt t="53259" x="3441700" y="5778500"/>
          <p14:tracePt t="53276" x="3416300" y="5778500"/>
          <p14:tracePt t="53292" x="3403600" y="5778500"/>
          <p14:tracePt t="53309" x="3384550" y="5778500"/>
          <p14:tracePt t="53326" x="3378200" y="5778500"/>
          <p14:tracePt t="53342" x="3359150" y="5778500"/>
          <p14:tracePt t="53359" x="3340100" y="5778500"/>
          <p14:tracePt t="53375" x="3333750" y="5778500"/>
          <p14:tracePt t="53392" x="3327400" y="5778500"/>
          <p14:tracePt t="53409" x="3321050" y="5778500"/>
          <p14:tracePt t="53425" x="3308350" y="5784850"/>
          <p14:tracePt t="53459" x="3302000" y="5791200"/>
          <p14:tracePt t="53565" x="3302000" y="5803900"/>
          <p14:tracePt t="53586" x="3308350" y="5803900"/>
          <p14:tracePt t="53613" x="3314700" y="5803900"/>
          <p14:tracePt t="53635" x="3321050" y="5803900"/>
          <p14:tracePt t="53656" x="3327400" y="5803900"/>
          <p14:tracePt t="53677" x="3340100" y="5803900"/>
          <p14:tracePt t="53698" x="3352800" y="5810250"/>
          <p14:tracePt t="53705" x="3371850" y="5810250"/>
          <p14:tracePt t="53719" x="3390900" y="5816600"/>
          <p14:tracePt t="53727" x="3409950" y="5816600"/>
          <p14:tracePt t="53741" x="3454400" y="5822950"/>
          <p14:tracePt t="53757" x="3524250" y="5835650"/>
          <p14:tracePt t="53774" x="3562350" y="5848350"/>
          <p14:tracePt t="53791" x="3663950" y="5873750"/>
          <p14:tracePt t="53807" x="3746500" y="5892800"/>
          <p14:tracePt t="53825" x="3803650" y="5911850"/>
          <p14:tracePt t="53840" x="3822700" y="5918200"/>
          <p14:tracePt t="53857" x="3848100" y="5924550"/>
          <p14:tracePt t="53874" x="3873500" y="5930900"/>
          <p14:tracePt t="53891" x="3879850" y="5937250"/>
          <p14:tracePt t="53916" x="3886200" y="5937250"/>
          <p14:tracePt t="54471" x="3879850" y="5937250"/>
          <p14:tracePt t="54479" x="3867150" y="5930900"/>
          <p14:tracePt t="54493" x="3860800" y="5930900"/>
          <p14:tracePt t="54504" x="3841750" y="5924550"/>
          <p14:tracePt t="54521" x="3816350" y="5911850"/>
          <p14:tracePt t="54538" x="3803650" y="5905500"/>
          <p14:tracePt t="54541" x="3790950" y="5892800"/>
          <p14:tracePt t="54555" x="3771900" y="5886450"/>
          <p14:tracePt t="54571" x="3740150" y="5873750"/>
          <p14:tracePt t="54588" x="3727450" y="5867400"/>
          <p14:tracePt t="54605" x="3702050" y="5854700"/>
          <p14:tracePt t="54622" x="3683000" y="5842000"/>
          <p14:tracePt t="54638" x="3663950" y="5835650"/>
          <p14:tracePt t="54655" x="3638550" y="5822950"/>
          <p14:tracePt t="54671" x="3606800" y="5803900"/>
          <p14:tracePt t="54688" x="3587750" y="5797550"/>
          <p14:tracePt t="54704" x="3543300" y="5778500"/>
          <p14:tracePt t="54721" x="3517900" y="5772150"/>
          <p14:tracePt t="54737" x="3511550" y="5759450"/>
          <p14:tracePt t="54753" x="3498850" y="5753100"/>
          <p14:tracePt t="54809" x="3498850" y="5746750"/>
          <p14:tracePt t="60725" x="3505200" y="5753100"/>
          <p14:tracePt t="60732" x="3511550" y="5753100"/>
          <p14:tracePt t="60738" x="3517900" y="5753100"/>
          <p14:tracePt t="60753" x="3517900" y="5759450"/>
          <p14:tracePt t="60767" x="3517900" y="5765800"/>
          <p14:tracePt t="60783" x="3524250" y="5772150"/>
          <p14:tracePt t="60800" x="3524250" y="5778500"/>
          <p14:tracePt t="60823" x="3530600" y="5784850"/>
          <p14:tracePt t="60900" x="3536950" y="5791200"/>
          <p14:tracePt t="60935" x="3543300" y="5791200"/>
          <p14:tracePt t="60971" x="3549650" y="5797550"/>
          <p14:tracePt t="60985" x="3556000" y="5803900"/>
          <p14:tracePt t="61013" x="3556000" y="5810250"/>
          <p14:tracePt t="61020" x="3556000" y="5816600"/>
          <p14:tracePt t="61035" x="3562350" y="5816600"/>
          <p14:tracePt t="61049" x="3568700" y="5822950"/>
          <p14:tracePt t="61065" x="3575050" y="5829300"/>
          <p14:tracePt t="62016" x="3587750" y="5829300"/>
          <p14:tracePt t="62023" x="3594100" y="5816600"/>
          <p14:tracePt t="62031" x="3606800" y="5803900"/>
          <p14:tracePt t="62045" x="3619500" y="5791200"/>
          <p14:tracePt t="62062" x="3625850" y="5791200"/>
          <p14:tracePt t="62079" x="3632200" y="5784850"/>
          <p14:tracePt t="62095" x="3638550" y="5778500"/>
          <p14:tracePt t="62111" x="3644900" y="5778500"/>
          <p14:tracePt t="62128" x="3657600" y="5784850"/>
          <p14:tracePt t="62162" x="3663950" y="5784850"/>
          <p14:tracePt t="62198" x="3670300" y="5784850"/>
          <p14:tracePt t="62205" x="3676650" y="5791200"/>
          <p14:tracePt t="62219" x="3683000" y="5791200"/>
          <p14:tracePt t="62228" x="3689350" y="5791200"/>
          <p14:tracePt t="62244" x="3695700" y="5797550"/>
          <p14:tracePt t="62262" x="3702050" y="5803900"/>
          <p14:tracePt t="62278" x="3733800" y="5803900"/>
          <p14:tracePt t="62294" x="3765550" y="5810250"/>
          <p14:tracePt t="62311" x="3822700" y="5816600"/>
          <p14:tracePt t="62328" x="3879850" y="5816600"/>
          <p14:tracePt t="62344" x="3924300" y="5822950"/>
          <p14:tracePt t="62361" x="4006850" y="5822950"/>
          <p14:tracePt t="62377" x="4051300" y="5829300"/>
          <p14:tracePt t="62395" x="4114800" y="5829300"/>
          <p14:tracePt t="62411" x="4165600" y="5829300"/>
          <p14:tracePt t="62427" x="4203700" y="5842000"/>
          <p14:tracePt t="62445" x="4273550" y="5854700"/>
          <p14:tracePt t="62460" x="4318000" y="5854700"/>
          <p14:tracePt t="62477" x="4356100" y="5854700"/>
          <p14:tracePt t="62494" x="4419600" y="5861050"/>
          <p14:tracePt t="62510" x="4464050" y="5861050"/>
          <p14:tracePt t="62527" x="4508500" y="5861050"/>
          <p14:tracePt t="62544" x="4559300" y="5861050"/>
          <p14:tracePt t="62560" x="4591050" y="5861050"/>
          <p14:tracePt t="63236" x="4584700" y="5861050"/>
          <p14:tracePt t="63243" x="4572000" y="5861050"/>
          <p14:tracePt t="63250" x="4559300" y="5861050"/>
          <p14:tracePt t="63259" x="4540250" y="5861050"/>
          <p14:tracePt t="63275" x="4514850" y="5861050"/>
          <p14:tracePt t="63294" x="4445000" y="5861050"/>
          <p14:tracePt t="63307" x="4394200" y="5861050"/>
          <p14:tracePt t="63324" x="4337050" y="5861050"/>
          <p14:tracePt t="63342" x="4241800" y="5873750"/>
          <p14:tracePt t="63357" x="4171950" y="5880100"/>
          <p14:tracePt t="63374" x="4076700" y="5905500"/>
          <p14:tracePt t="63392" x="3981450" y="5911850"/>
          <p14:tracePt t="63407" x="3898900" y="5918200"/>
          <p14:tracePt t="63424" x="3841750" y="5918200"/>
          <p14:tracePt t="63441" x="3759200" y="5918200"/>
          <p14:tracePt t="63457" x="3708400" y="5918200"/>
          <p14:tracePt t="63473" x="3663950" y="5911850"/>
          <p14:tracePt t="63491" x="3606800" y="5899150"/>
          <p14:tracePt t="63506" x="3581400" y="5892800"/>
          <p14:tracePt t="63524" x="3543300" y="5880100"/>
          <p14:tracePt t="63540" x="3517900" y="5880100"/>
          <p14:tracePt t="63557" x="3505200" y="5873750"/>
          <p14:tracePt t="63574" x="3486150" y="5861050"/>
          <p14:tracePt t="63607" x="3473450" y="5861050"/>
          <p14:tracePt t="63624" x="3467100" y="5854700"/>
          <p14:tracePt t="63640" x="3460750" y="5854700"/>
          <p14:tracePt t="63656" x="3454400" y="5848350"/>
          <p14:tracePt t="63673" x="3448050" y="5842000"/>
          <p14:tracePt t="63708" x="3429000" y="5835650"/>
          <p14:tracePt t="63723" x="3422650" y="5829300"/>
          <p14:tracePt t="63739" x="3409950" y="5829300"/>
          <p14:tracePt t="63757" x="3403600" y="5822950"/>
          <p14:tracePt t="63773" x="3397250" y="5816600"/>
          <p14:tracePt t="63789" x="3390900" y="5816600"/>
          <p14:tracePt t="63806" x="3384550" y="5810250"/>
          <p14:tracePt t="63823" x="3378200" y="5810250"/>
          <p14:tracePt t="63855" x="3371850" y="5810250"/>
          <p14:tracePt t="64136" x="3378200" y="5810250"/>
          <p14:tracePt t="64164" x="3384550" y="5816600"/>
          <p14:tracePt t="64185" x="3390900" y="5816600"/>
          <p14:tracePt t="64212" x="3397250" y="5816600"/>
          <p14:tracePt t="64234" x="3403600" y="5816600"/>
          <p14:tracePt t="64256" x="3409950" y="5816600"/>
          <p14:tracePt t="64276" x="3416300" y="5816600"/>
          <p14:tracePt t="64304" x="3422650" y="5816600"/>
          <p14:tracePt t="64346" x="3429000" y="5816600"/>
          <p14:tracePt t="64355" x="3435350" y="5816600"/>
          <p14:tracePt t="64368" x="3441700" y="5816600"/>
          <p14:tracePt t="64389" x="3448050" y="5816600"/>
          <p14:tracePt t="64395" x="3454400" y="5816600"/>
          <p14:tracePt t="64404" x="3460750" y="5816600"/>
          <p14:tracePt t="64420" x="3473450" y="5816600"/>
          <p14:tracePt t="64439" x="3505200" y="5810250"/>
          <p14:tracePt t="64454" x="3536950" y="5803900"/>
          <p14:tracePt t="64470" x="3568700" y="5803900"/>
          <p14:tracePt t="64487" x="3619500" y="5797550"/>
          <p14:tracePt t="64504" x="3657600" y="5791200"/>
          <p14:tracePt t="64520" x="3683000" y="5784850"/>
          <p14:tracePt t="64537" x="3714750" y="5784850"/>
          <p14:tracePt t="64553" x="3727450" y="5784850"/>
          <p14:tracePt t="64570" x="3752850" y="5784850"/>
          <p14:tracePt t="64587" x="3784600" y="5791200"/>
          <p14:tracePt t="65397" x="3790950" y="5791200"/>
          <p14:tracePt t="65418" x="3803650" y="5791200"/>
          <p14:tracePt t="65425" x="3810000" y="5791200"/>
          <p14:tracePt t="65434" x="3816350" y="5791200"/>
          <p14:tracePt t="65450" x="3835400" y="5791200"/>
          <p14:tracePt t="65468" x="3860800" y="5791200"/>
          <p14:tracePt t="65483" x="3873500" y="5791200"/>
          <p14:tracePt t="65500" x="3886200" y="5791200"/>
          <p14:tracePt t="65517" x="3911600" y="5791200"/>
          <p14:tracePt t="65534" x="3930650" y="5791200"/>
          <p14:tracePt t="65550" x="3937000" y="5791200"/>
          <p14:tracePt t="65567" x="3956050" y="5791200"/>
          <p14:tracePt t="65583" x="3962400" y="5791200"/>
          <p14:tracePt t="65600" x="3968750" y="5791200"/>
          <p14:tracePt t="65637" x="3975100" y="5791200"/>
          <p14:tracePt t="65643" x="3981450" y="5791200"/>
          <p14:tracePt t="67796" x="3994150" y="5791200"/>
          <p14:tracePt t="67804" x="4013200" y="5791200"/>
          <p14:tracePt t="67811" x="4032250" y="5791200"/>
          <p14:tracePt t="67825" x="4076700" y="5791200"/>
          <p14:tracePt t="67842" x="4133850" y="5791200"/>
          <p14:tracePt t="67860" x="4191000" y="5791200"/>
          <p14:tracePt t="67875" x="4273550" y="5784850"/>
          <p14:tracePt t="67891" x="4368800" y="5778500"/>
          <p14:tracePt t="67909" x="4546600" y="5778500"/>
          <p14:tracePt t="67925" x="4654550" y="5765800"/>
          <p14:tracePt t="67941" x="4743450" y="5765800"/>
          <p14:tracePt t="67959" x="4927600" y="5759450"/>
          <p14:tracePt t="67975" x="5029200" y="5746750"/>
          <p14:tracePt t="67991" x="5149850" y="5753100"/>
          <p14:tracePt t="68008" x="5276850" y="5753100"/>
          <p14:tracePt t="68025" x="5346700" y="5740400"/>
          <p14:tracePt t="68041" x="5429250" y="5740400"/>
          <p14:tracePt t="68058" x="5562600" y="5727700"/>
          <p14:tracePt t="68075" x="5638800" y="5727700"/>
          <p14:tracePt t="68092" x="5746750" y="5715000"/>
          <p14:tracePt t="68108" x="5816600" y="5715000"/>
          <p14:tracePt t="68124" x="5873750" y="5708650"/>
          <p14:tracePt t="68141" x="5969000" y="5702300"/>
          <p14:tracePt t="68157" x="6051550" y="5695950"/>
          <p14:tracePt t="68174" x="6140450" y="5695950"/>
          <p14:tracePt t="68191" x="6261100" y="5695950"/>
          <p14:tracePt t="68207" x="6356350" y="5715000"/>
          <p14:tracePt t="68224" x="6438900" y="5721350"/>
          <p14:tracePt t="68240" x="6546850" y="5740400"/>
          <p14:tracePt t="68257" x="6616700" y="5746750"/>
          <p14:tracePt t="68274" x="6711950" y="5765800"/>
          <p14:tracePt t="68290" x="6832600" y="5772150"/>
          <p14:tracePt t="68306" x="6889750" y="5772150"/>
          <p14:tracePt t="68324" x="6985000" y="5778500"/>
          <p14:tracePt t="68340" x="7048500" y="5778500"/>
          <p14:tracePt t="68357" x="7099300" y="5772150"/>
          <p14:tracePt t="68374" x="7188200" y="5772150"/>
          <p14:tracePt t="68390" x="7232650" y="5772150"/>
          <p14:tracePt t="68407" x="7277100" y="5772150"/>
          <p14:tracePt t="68423" x="7346950" y="5753100"/>
          <p14:tracePt t="68440" x="7378700" y="5746750"/>
          <p14:tracePt t="68458" x="7442200" y="5746750"/>
          <p14:tracePt t="68473" x="7473950" y="5746750"/>
          <p14:tracePt t="68490" x="7518400" y="5746750"/>
          <p14:tracePt t="68507" x="7556500" y="5759450"/>
          <p14:tracePt t="68523" x="7594600" y="5759450"/>
          <p14:tracePt t="68540" x="7620000" y="5765800"/>
          <p14:tracePt t="68556" x="7664450" y="5778500"/>
          <p14:tracePt t="68573" x="7689850" y="5784850"/>
          <p14:tracePt t="68589" x="7721600" y="5784850"/>
          <p14:tracePt t="68606" x="7766050" y="5784850"/>
          <p14:tracePt t="68623" x="7804150" y="5791200"/>
          <p14:tracePt t="68626" x="7823200" y="5791200"/>
          <p14:tracePt t="68641" x="7861300" y="5791200"/>
          <p14:tracePt t="68656" x="7893050" y="5797550"/>
          <p14:tracePt t="68673" x="7931150" y="5797550"/>
          <p14:tracePt t="68690" x="7975600" y="5797550"/>
          <p14:tracePt t="68706" x="8007350" y="5797550"/>
          <p14:tracePt t="68722" x="8039100" y="5797550"/>
          <p14:tracePt t="68739" x="8089900" y="5797550"/>
          <p14:tracePt t="68755" x="8108950" y="5803900"/>
          <p14:tracePt t="68772" x="8128000" y="5803900"/>
          <p14:tracePt t="68788" x="8153400" y="5803900"/>
          <p14:tracePt t="68805" x="8159750" y="5803900"/>
          <p14:tracePt t="68823" x="8185150" y="5803900"/>
          <p14:tracePt t="68838" x="8191500" y="5803900"/>
          <p14:tracePt t="68855" x="8204200" y="5803900"/>
          <p14:tracePt t="68872" x="8223250" y="5803900"/>
          <p14:tracePt t="68888" x="8235950" y="5803900"/>
          <p14:tracePt t="68905" x="8248650" y="5803900"/>
          <p14:tracePt t="68922" x="8267700" y="5797550"/>
          <p14:tracePt t="68938" x="8280400" y="5797550"/>
          <p14:tracePt t="68955" x="8305800" y="5791200"/>
          <p14:tracePt t="68971" x="8337550" y="5791200"/>
          <p14:tracePt t="68988" x="8362950" y="5791200"/>
          <p14:tracePt t="69005" x="8388350" y="5791200"/>
          <p14:tracePt t="69021" x="8407400" y="5791200"/>
          <p14:tracePt t="69038" x="8426450" y="5791200"/>
          <p14:tracePt t="69055" x="8432800" y="5791200"/>
          <p14:tracePt t="69709" x="8426450" y="5791200"/>
          <p14:tracePt t="69716" x="8413750" y="5784850"/>
          <p14:tracePt t="69724" x="8388350" y="5778500"/>
          <p14:tracePt t="69738" x="8362950" y="5772150"/>
          <p14:tracePt t="69752" x="8331200" y="5759450"/>
          <p14:tracePt t="69769" x="8248650" y="5734050"/>
          <p14:tracePt t="69785" x="8191500" y="5715000"/>
          <p14:tracePt t="69801" x="8096250" y="5689600"/>
          <p14:tracePt t="69819" x="7975600" y="5657850"/>
          <p14:tracePt t="69836" x="7918450" y="5638800"/>
          <p14:tracePt t="69851" x="7797800" y="5626100"/>
          <p14:tracePt t="69868" x="7632700" y="5600700"/>
          <p14:tracePt t="69887" x="7416800" y="5594350"/>
          <p14:tracePt t="69902" x="7289800" y="5594350"/>
          <p14:tracePt t="69918" x="7150100" y="5594350"/>
          <p14:tracePt t="69935" x="6661150" y="5556250"/>
          <p14:tracePt t="69951" x="6470650" y="5543550"/>
          <p14:tracePt t="69968" x="6254750" y="5530850"/>
          <p14:tracePt t="69985" x="5867400" y="5480050"/>
          <p14:tracePt t="70002" x="5537200" y="5454650"/>
          <p14:tracePt t="70019" x="5372100" y="5441950"/>
          <p14:tracePt t="70034" x="5118100" y="5429250"/>
          <p14:tracePt t="70051" x="4902200" y="5422900"/>
          <p14:tracePt t="70068" x="4711700" y="5422900"/>
          <p14:tracePt t="70084" x="4622800" y="5435600"/>
          <p14:tracePt t="70101" x="4489450" y="5461000"/>
          <p14:tracePt t="70118" x="4406900" y="5480050"/>
          <p14:tracePt t="70134" x="4349750" y="5499100"/>
          <p14:tracePt t="70151" x="4279900" y="5511800"/>
          <p14:tracePt t="70167" x="4229100" y="5537200"/>
          <p14:tracePt t="70184" x="4203700" y="5543550"/>
          <p14:tracePt t="70202" x="4152900" y="5562600"/>
          <p14:tracePt t="70217" x="4114800" y="5588000"/>
          <p14:tracePt t="70234" x="4089400" y="5600700"/>
          <p14:tracePt t="70251" x="4044950" y="5607050"/>
          <p14:tracePt t="70267" x="4032250" y="5613400"/>
          <p14:tracePt t="70283" x="4000500" y="5613400"/>
          <p14:tracePt t="70301" x="3981450" y="5613400"/>
          <p14:tracePt t="70317" x="3975100" y="5613400"/>
          <p14:tracePt t="70333" x="3962400" y="5613400"/>
          <p14:tracePt t="70350" x="3956050" y="5613400"/>
          <p14:tracePt t="70560" x="3962400" y="5619750"/>
          <p14:tracePt t="70588" x="3968750" y="5626100"/>
          <p14:tracePt t="70609" x="3975100" y="5626100"/>
          <p14:tracePt t="70658" x="3981450" y="5632450"/>
          <p14:tracePt t="70679" x="3987800" y="5632450"/>
          <p14:tracePt t="70700" x="3994150" y="5645150"/>
          <p14:tracePt t="70721" x="3994150" y="5651500"/>
          <p14:tracePt t="70728" x="4000500" y="5657850"/>
          <p14:tracePt t="70742" x="4000500" y="5664200"/>
          <p14:tracePt t="70752" x="4013200" y="5676900"/>
          <p14:tracePt t="70765" x="4019550" y="5689600"/>
          <p14:tracePt t="70782" x="4051300" y="5740400"/>
          <p14:tracePt t="70800" x="4102100" y="5803900"/>
          <p14:tracePt t="70815" x="4140200" y="5861050"/>
          <p14:tracePt t="70831" x="4171950" y="5905500"/>
          <p14:tracePt t="70849" x="4298950" y="6070600"/>
          <p14:tracePt t="70865" x="4343400" y="6127750"/>
          <p14:tracePt t="70881" x="4394200" y="6197600"/>
          <p14:tracePt t="70898" x="4470400" y="6299200"/>
          <p14:tracePt t="70915" x="4527550" y="6388100"/>
          <p14:tracePt t="70933" x="4559300" y="6457950"/>
          <p14:tracePt t="70948" x="4565650" y="6483350"/>
          <p14:tracePt t="70964" x="4591050" y="6521450"/>
          <p14:tracePt t="70982" x="4622800" y="6559550"/>
          <p14:tracePt t="70998" x="4635500" y="6584950"/>
          <p14:tracePt t="71014" x="4667250" y="6629400"/>
          <p14:tracePt t="71031" x="4705350" y="6667500"/>
          <p14:tracePt t="71047" x="4724400" y="6699250"/>
          <p14:tracePt t="71064" x="4762500" y="6756400"/>
          <p14:tracePt t="71081" x="4781550" y="6788150"/>
          <p14:tracePt t="71097" x="4787900" y="6800850"/>
          <p14:tracePt t="71115" x="4800600" y="6807200"/>
          <p14:tracePt t="71130" x="4806950" y="6826250"/>
          <p14:tracePt t="71147" x="4813300" y="6832600"/>
          <p14:tracePt t="71185" x="4819650" y="6838950"/>
          <p14:tracePt t="71263" x="4819650" y="6832600"/>
          <p14:tracePt t="71284" x="4819650" y="6826250"/>
          <p14:tracePt t="71333" x="4819650" y="6819900"/>
          <p14:tracePt t="71361" x="4819650" y="6813550"/>
          <p14:tracePt t="71382" x="4813300" y="6807200"/>
          <p14:tracePt t="71403" x="4806950" y="6800850"/>
          <p14:tracePt t="71431" x="4800600" y="6794500"/>
          <p14:tracePt t="71472" x="4794250" y="6794500"/>
          <p14:tracePt t="71501" x="4781550" y="6788150"/>
          <p14:tracePt t="71522" x="4775200" y="6788150"/>
          <p14:tracePt t="71536" x="4768850" y="6788150"/>
          <p14:tracePt t="71565" x="4762500" y="6788150"/>
          <p14:tracePt t="71571" x="4756150" y="6781800"/>
          <p14:tracePt t="71593" x="4749800" y="6781800"/>
          <p14:tracePt t="71606" x="4743450" y="6775450"/>
          <p14:tracePt t="71615" x="4730750" y="6769100"/>
          <p14:tracePt t="71629" x="4718050" y="6762750"/>
          <p14:tracePt t="71646" x="4692650" y="6743700"/>
          <p14:tracePt t="71663" x="4654550" y="6731000"/>
          <p14:tracePt t="71679" x="4635500" y="6718300"/>
          <p14:tracePt t="71695" x="4610100" y="6699250"/>
          <p14:tracePt t="71712" x="4591050" y="6692900"/>
          <p14:tracePt t="71729" x="4584700" y="6692900"/>
          <p14:tracePt t="71745" x="4578350" y="6692900"/>
          <p14:tracePt t="71762" x="4572000" y="6692900"/>
          <p14:tracePt t="72541" x="4584700" y="6692900"/>
          <p14:tracePt t="72555" x="4591050" y="6692900"/>
          <p14:tracePt t="72569" x="4603750" y="6692900"/>
          <p14:tracePt t="72578" x="4610100" y="6692900"/>
          <p14:tracePt t="72592" x="4622800" y="6692900"/>
          <p14:tracePt t="72609" x="4648200" y="6686550"/>
          <p14:tracePt t="72626" x="4679950" y="6686550"/>
          <p14:tracePt t="72642" x="4699000" y="6686550"/>
          <p14:tracePt t="72659" x="4718050" y="6680200"/>
          <p14:tracePt t="72676" x="4813300" y="6661150"/>
          <p14:tracePt t="72692" x="4851400" y="6642100"/>
          <p14:tracePt t="72695" x="4908550" y="6635750"/>
          <p14:tracePt t="72725" x="5016500" y="6597650"/>
          <p14:tracePt t="72742" x="5137150" y="6559550"/>
          <p14:tracePt t="72759" x="5194300" y="6534150"/>
          <p14:tracePt t="72775" x="5283200" y="6496050"/>
          <p14:tracePt t="72791" x="5334000" y="6483350"/>
          <p14:tracePt t="72809" x="5372100" y="6477000"/>
          <p14:tracePt t="72825" x="5378450" y="6470650"/>
          <p14:tracePt t="72841" x="5410200" y="6470650"/>
          <p14:tracePt t="72858" x="5435600" y="6464300"/>
          <p14:tracePt t="72875" x="5441950" y="6464300"/>
          <p14:tracePt t="72891" x="5454650" y="6464300"/>
          <p14:tracePt t="72907" x="5461000" y="6464300"/>
          <p14:tracePt t="72924" x="5467350" y="6464300"/>
          <p14:tracePt t="72942" x="5480050" y="6464300"/>
          <p14:tracePt t="72958" x="5486400" y="6470650"/>
          <p14:tracePt t="72974" x="5492750" y="6470650"/>
          <p14:tracePt t="72991" x="5505450" y="6477000"/>
          <p14:tracePt t="73007" x="5511800" y="6483350"/>
          <p14:tracePt t="73421" x="5530850" y="6483350"/>
          <p14:tracePt t="73427" x="5556250" y="6483350"/>
          <p14:tracePt t="73442" x="5588000" y="6483350"/>
          <p14:tracePt t="73456" x="5626100" y="6483350"/>
          <p14:tracePt t="73472" x="5683250" y="6483350"/>
          <p14:tracePt t="73489" x="5708650" y="6483350"/>
          <p14:tracePt t="73506" x="5765800" y="6483350"/>
          <p14:tracePt t="73523" x="5822950" y="6489700"/>
          <p14:tracePt t="73540" x="5873750" y="6496050"/>
          <p14:tracePt t="73555" x="5892800" y="6508750"/>
          <p14:tracePt t="73572" x="5943600" y="6527800"/>
          <p14:tracePt t="73590" x="5956300" y="6534150"/>
          <p14:tracePt t="73605" x="5994400" y="6546850"/>
          <p14:tracePt t="73622" x="6000750" y="6553200"/>
          <p14:tracePt t="73639" x="6019800" y="6572250"/>
          <p14:tracePt t="73655" x="6026150" y="6572250"/>
          <p14:tracePt t="73688" x="6032500" y="6572250"/>
          <p14:tracePt t="73709" x="6038850" y="6578600"/>
          <p14:tracePt t="73821" x="6032500" y="6578600"/>
          <p14:tracePt t="73835" x="6026150" y="6578600"/>
          <p14:tracePt t="73842" x="6019800" y="6578600"/>
          <p14:tracePt t="73855" x="6013450" y="6578600"/>
          <p14:tracePt t="73872" x="6007100" y="6578600"/>
          <p14:tracePt t="73887" x="5994400" y="6578600"/>
          <p14:tracePt t="73905" x="5949950" y="6565900"/>
          <p14:tracePt t="73921" x="5886450" y="6559550"/>
          <p14:tracePt t="73938" x="5829300" y="6553200"/>
          <p14:tracePt t="73955" x="5689600" y="6534150"/>
          <p14:tracePt t="73971" x="5613400" y="6534150"/>
          <p14:tracePt t="73987" x="5429250" y="6502400"/>
          <p14:tracePt t="74005" x="5238750" y="6483350"/>
          <p14:tracePt t="74020" x="5149850" y="6470650"/>
          <p14:tracePt t="74037" x="4953000" y="6451600"/>
          <p14:tracePt t="74054" x="4787900" y="6432550"/>
          <p14:tracePt t="74070" x="4711700" y="6413500"/>
          <p14:tracePt t="74088" x="4591050" y="6381750"/>
          <p14:tracePt t="74103" x="4508500" y="6375400"/>
          <p14:tracePt t="74120" x="4476750" y="6375400"/>
          <p14:tracePt t="74137" x="4438650" y="6369050"/>
          <p14:tracePt t="74153" x="4413250" y="6369050"/>
          <p14:tracePt t="74170" x="4400550" y="6375400"/>
          <p14:tracePt t="74187" x="4387850" y="6375400"/>
          <p14:tracePt t="74203" x="4375150" y="6381750"/>
          <p14:tracePt t="74236" x="4368800" y="6381750"/>
          <p14:tracePt t="74253" x="4362450" y="6388100"/>
          <p14:tracePt t="74271" x="4349750" y="6388100"/>
          <p14:tracePt t="74286" x="4343400" y="6394450"/>
          <p14:tracePt t="74303" x="4330700" y="6394450"/>
          <p14:tracePt t="74320" x="4324350" y="6400800"/>
          <p14:tracePt t="74336" x="4311650" y="6407150"/>
          <p14:tracePt t="74353" x="4305300" y="6413500"/>
          <p14:tracePt t="74370" x="4292600" y="6413500"/>
          <p14:tracePt t="74386" x="4286250" y="6413500"/>
          <p14:tracePt t="74923" x="4298950" y="6413500"/>
          <p14:tracePt t="74937" x="4311650" y="6413500"/>
          <p14:tracePt t="74944" x="4324350" y="6413500"/>
          <p14:tracePt t="74958" x="4343400" y="6407150"/>
          <p14:tracePt t="74967" x="4368800" y="6407150"/>
          <p14:tracePt t="74983" x="4387850" y="6407150"/>
          <p14:tracePt t="75001" x="4457700" y="6388100"/>
          <p14:tracePt t="75017" x="4540250" y="6375400"/>
          <p14:tracePt t="75034" x="4591050" y="6362700"/>
          <p14:tracePt t="75050" x="4737100" y="6324600"/>
          <p14:tracePt t="75067" x="4921250" y="6292850"/>
          <p14:tracePt t="75084" x="5022850" y="6273800"/>
          <p14:tracePt t="75100" x="5276850" y="6235700"/>
          <p14:tracePt t="75117" x="5403850" y="6210300"/>
          <p14:tracePt t="75134" x="5695950" y="6165850"/>
          <p14:tracePt t="75150" x="6007100" y="6121400"/>
          <p14:tracePt t="75167" x="6153150" y="6096000"/>
          <p14:tracePt t="75184" x="6375400" y="6064250"/>
          <p14:tracePt t="75200" x="6578600" y="6038850"/>
          <p14:tracePt t="75216" x="6667500" y="6013450"/>
          <p14:tracePt t="75233" x="6864350" y="5988050"/>
          <p14:tracePt t="75251" x="7016750" y="5962650"/>
          <p14:tracePt t="75266" x="7099300" y="5943600"/>
          <p14:tracePt t="75283" x="7219950" y="5924550"/>
          <p14:tracePt t="75300" x="7315200" y="5899150"/>
          <p14:tracePt t="75317" x="7397750" y="5886450"/>
          <p14:tracePt t="75333" x="7442200" y="5867400"/>
          <p14:tracePt t="75349" x="7524750" y="5842000"/>
          <p14:tracePt t="75367" x="7607300" y="5810250"/>
          <p14:tracePt t="75382" x="7651750" y="5791200"/>
          <p14:tracePt t="75399" x="7727950" y="5759450"/>
          <p14:tracePt t="75416" x="7823200" y="5734050"/>
          <p14:tracePt t="75432" x="7880350" y="5715000"/>
          <p14:tracePt t="75449" x="7950200" y="5683250"/>
          <p14:tracePt t="75465" x="8153400" y="5607050"/>
          <p14:tracePt t="75482" x="8216900" y="5568950"/>
          <p14:tracePt t="75500" x="8356600" y="5499100"/>
          <p14:tracePt t="75515" x="8382000" y="5486400"/>
          <p14:tracePt t="75532" x="8388350" y="5473700"/>
          <p14:tracePt t="75565" x="8388350" y="5467350"/>
          <p14:tracePt t="75581" x="8388350" y="5461000"/>
          <p14:tracePt t="76079" x="8388350" y="5467350"/>
          <p14:tracePt t="76093" x="8388350" y="5473700"/>
          <p14:tracePt t="76100" x="8388350" y="5480050"/>
          <p14:tracePt t="76116" x="8388350" y="5486400"/>
          <p14:tracePt t="76130" x="8388350" y="5492750"/>
          <p14:tracePt t="76150" x="8382000" y="5492750"/>
          <p14:tracePt t="76170" x="8382000" y="5499100"/>
          <p14:tracePt t="76191" x="8375650" y="5505450"/>
          <p14:tracePt t="76199" x="8375650" y="5511800"/>
          <p14:tracePt t="76219" x="8369300" y="5518150"/>
          <p14:tracePt t="76254" x="8362950" y="5518150"/>
          <p14:tracePt t="76261" x="8362950" y="5524500"/>
          <p14:tracePt t="76289" x="8362950" y="5530850"/>
          <p14:tracePt t="76310" x="8356600" y="5530850"/>
          <p14:tracePt t="76324" x="8350250" y="5537200"/>
          <p14:tracePt t="76339" x="8350250" y="5543550"/>
          <p14:tracePt t="76360" x="8343900" y="5549900"/>
          <p14:tracePt t="76381" x="8343900" y="5556250"/>
          <p14:tracePt t="76402" x="8337550" y="5562600"/>
          <p14:tracePt t="76409" x="8331200" y="5562600"/>
          <p14:tracePt t="76423" x="8324850" y="5568950"/>
          <p14:tracePt t="76431" x="8318500" y="5568950"/>
          <p14:tracePt t="76445" x="8312150" y="5575300"/>
          <p14:tracePt t="76462" x="8299450" y="5581650"/>
          <p14:tracePt t="76480" x="8235950" y="5632450"/>
          <p14:tracePt t="76495" x="8197850" y="5670550"/>
          <p14:tracePt t="76513" x="8166100" y="5695950"/>
          <p14:tracePt t="76529" x="8077200" y="5765800"/>
          <p14:tracePt t="76545" x="7975600" y="5842000"/>
          <p14:tracePt t="76562" x="7918450" y="5880100"/>
          <p14:tracePt t="76579" x="7797800" y="5969000"/>
          <p14:tracePt t="76595" x="7696200" y="6051550"/>
          <p14:tracePt t="76613" x="7600950" y="6134100"/>
          <p14:tracePt t="76629" x="7556500" y="6172200"/>
          <p14:tracePt t="76645" x="7505700" y="6216650"/>
          <p14:tracePt t="76662" x="7473950" y="6235700"/>
          <p14:tracePt t="76678" x="7461250" y="6235700"/>
          <p14:tracePt t="76695" x="7448550" y="6248400"/>
          <p14:tracePt t="76712" x="7442200" y="6254750"/>
          <p14:tracePt t="76728" x="7435850" y="6261100"/>
          <p14:tracePt t="76747" x="7435850" y="6267450"/>
          <p14:tracePt t="76761" x="7429500" y="6273800"/>
          <p14:tracePt t="76852" x="7429500" y="62801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81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spc="-4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run()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  <a:r>
              <a:rPr lang="en-US" sz="24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argument:</a:t>
            </a:r>
            <a:r>
              <a:rPr lang="en-US" sz="2000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spc="-4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0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cat = Mammal();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callable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84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1157"/>
    </mc:Choice>
    <mc:Fallback>
      <p:transition spd="slow" advTm="1811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16" x="1689100" y="4895850"/>
          <p14:tracePt t="648" x="1581150" y="5099050"/>
          <p14:tracePt t="669" x="1530350" y="5200650"/>
          <p14:tracePt t="702" x="1422400" y="5378450"/>
          <p14:tracePt t="716" x="1403350" y="5410200"/>
          <p14:tracePt t="748" x="1339850" y="5530850"/>
          <p14:tracePt t="791" x="1263650" y="5676900"/>
          <p14:tracePt t="831" x="1225550" y="5753100"/>
          <p14:tracePt t="864" x="1174750" y="5822950"/>
          <p14:tracePt t="908" x="1130300" y="5873750"/>
          <p14:tracePt t="935" x="1104900" y="5899150"/>
          <p14:tracePt t="963" x="1079500" y="5918200"/>
          <p14:tracePt t="991" x="1073150" y="5930900"/>
          <p14:tracePt t="1555" x="1035050" y="6013450"/>
          <p14:tracePt t="1588" x="977900" y="6108700"/>
          <p14:tracePt t="1622" x="876300" y="6254750"/>
          <p14:tracePt t="1655" x="781050" y="6388100"/>
          <p14:tracePt t="1673" x="774700" y="6400800"/>
          <p14:tracePt t="1721" x="768350" y="6426200"/>
          <p14:tracePt t="1805" x="768350" y="6432550"/>
          <p14:tracePt t="1904" x="762000" y="6432550"/>
          <p14:tracePt t="1937" x="755650" y="6432550"/>
          <p14:tracePt t="1987" x="749300" y="6432550"/>
          <p14:tracePt t="2021" x="736600" y="6432550"/>
          <p14:tracePt t="2103" x="730250" y="6432550"/>
          <p14:tracePt t="2136" x="717550" y="6432550"/>
          <p14:tracePt t="2173" x="711200" y="6438900"/>
          <p14:tracePt t="2219" x="704850" y="6445250"/>
          <p14:tracePt t="2254" x="698500" y="6445250"/>
          <p14:tracePt t="2369" x="698500" y="6451600"/>
          <p14:tracePt t="2522" x="704850" y="6451600"/>
          <p14:tracePt t="2552" x="711200" y="6451600"/>
          <p14:tracePt t="2573" x="717550" y="6451600"/>
          <p14:tracePt t="2638" x="723900" y="6457950"/>
          <p14:tracePt t="2690" x="730250" y="6457950"/>
          <p14:tracePt t="2754" x="736600" y="6457950"/>
          <p14:tracePt t="2789" x="742950" y="6457950"/>
          <p14:tracePt t="2855" x="749300" y="6457950"/>
          <p14:tracePt t="2876" x="755650" y="6457950"/>
          <p14:tracePt t="2923" x="762000" y="6464300"/>
          <p14:tracePt t="2971" x="768350" y="6464300"/>
          <p14:tracePt t="3053" x="774700" y="6464300"/>
          <p14:tracePt t="3105" x="774700" y="6470650"/>
          <p14:tracePt t="3216" x="774700" y="6477000"/>
          <p14:tracePt t="3237" x="774700" y="6483350"/>
          <p14:tracePt t="3299" x="781050" y="6483350"/>
          <p14:tracePt t="3338" x="781050" y="6489700"/>
          <p14:tracePt t="4146" x="869950" y="6489700"/>
          <p14:tracePt t="4171" x="876300" y="6477000"/>
          <p14:tracePt t="4212" x="876300" y="6470650"/>
          <p14:tracePt t="4246" x="876300" y="6464300"/>
          <p14:tracePt t="4265" x="876300" y="6457950"/>
          <p14:tracePt t="4296" x="876300" y="6451600"/>
          <p14:tracePt t="4345" x="876300" y="6445250"/>
          <p14:tracePt t="4370" x="876300" y="6438900"/>
          <p14:tracePt t="4412" x="876300" y="6426200"/>
          <p14:tracePt t="4445" x="876300" y="6413500"/>
          <p14:tracePt t="4511" x="876300" y="6407150"/>
          <p14:tracePt t="4545" x="876300" y="6400800"/>
          <p14:tracePt t="4595" x="876300" y="6394450"/>
          <p14:tracePt t="4628" x="876300" y="6388100"/>
          <p14:tracePt t="4661" x="876300" y="6375400"/>
          <p14:tracePt t="4711" x="869950" y="6356350"/>
          <p14:tracePt t="4744" x="857250" y="6286500"/>
          <p14:tracePt t="4764" x="838200" y="6216650"/>
          <p14:tracePt t="4772" x="831850" y="6178550"/>
          <p14:tracePt t="4810" x="812800" y="6032500"/>
          <p14:tracePt t="4844" x="800100" y="5854700"/>
          <p14:tracePt t="4877" x="781050" y="5765800"/>
          <p14:tracePt t="4910" x="781050" y="5721350"/>
          <p14:tracePt t="4961" x="781050" y="5740400"/>
          <p14:tracePt t="4995" x="787400" y="5753100"/>
          <p14:tracePt t="5011" x="793750" y="5778500"/>
          <p14:tracePt t="5042" x="793750" y="5791200"/>
          <p14:tracePt t="5095" x="800100" y="5803900"/>
          <p14:tracePt t="5126" x="806450" y="5816600"/>
          <p14:tracePt t="5159" x="819150" y="5829300"/>
          <p14:tracePt t="5195" x="850900" y="5873750"/>
          <p14:tracePt t="5226" x="895350" y="5905500"/>
          <p14:tracePt t="5259" x="965200" y="5981700"/>
          <p14:tracePt t="5280" x="1003300" y="6038850"/>
          <p14:tracePt t="5311" x="1047750" y="6083300"/>
          <p14:tracePt t="5342" x="1079500" y="6115050"/>
          <p14:tracePt t="5375" x="1092200" y="6127750"/>
          <p14:tracePt t="5428" x="1098550" y="6127750"/>
          <p14:tracePt t="5544" x="1104900" y="6127750"/>
          <p14:tracePt t="5574" x="1111250" y="6115050"/>
          <p14:tracePt t="5613" x="1111250" y="6102350"/>
          <p14:tracePt t="5643" x="1111250" y="6064250"/>
          <p14:tracePt t="5674" x="1143000" y="5924550"/>
          <p14:tracePt t="5712" x="1225550" y="5549900"/>
          <p14:tracePt t="5745" x="1327150" y="5156200"/>
          <p14:tracePt t="5760" x="1409700" y="4845050"/>
          <p14:tracePt t="5781" x="1498600" y="4489450"/>
          <p14:tracePt t="5814" x="1631950" y="3905250"/>
          <p14:tracePt t="5845" x="1758950" y="3251200"/>
          <p14:tracePt t="5876" x="1828800" y="2571750"/>
          <p14:tracePt t="5923" x="1924050" y="1860550"/>
          <p14:tracePt t="5959" x="1987550" y="1441450"/>
          <p14:tracePt t="5975" x="2000250" y="1365250"/>
          <p14:tracePt t="5998" x="2025650" y="1187450"/>
          <p14:tracePt t="6030" x="2044700" y="1123950"/>
          <p14:tracePt t="6060" x="2063750" y="1104900"/>
          <p14:tracePt t="6106" x="2063750" y="1066800"/>
          <p14:tracePt t="6129" x="2063750" y="1054100"/>
          <p14:tracePt t="6160" x="2051050" y="1022350"/>
          <p14:tracePt t="6189" x="2044700" y="1009650"/>
          <p14:tracePt t="6213" x="2044700" y="990600"/>
          <p14:tracePt t="6246" x="2044700" y="971550"/>
          <p14:tracePt t="6261" x="2038350" y="965200"/>
          <p14:tracePt t="6322" x="2038350" y="958850"/>
          <p14:tracePt t="6421" x="2038350" y="965200"/>
          <p14:tracePt t="6471" x="2038350" y="971550"/>
          <p14:tracePt t="6554" x="2038350" y="977900"/>
          <p14:tracePt t="6621" x="2051050" y="984250"/>
          <p14:tracePt t="6654" x="2070100" y="984250"/>
          <p14:tracePt t="6687" x="2139950" y="977900"/>
          <p14:tracePt t="6720" x="2387600" y="946150"/>
          <p14:tracePt t="6754" x="2679700" y="914400"/>
          <p14:tracePt t="6777" x="2895600" y="901700"/>
          <p14:tracePt t="6820" x="3251200" y="895350"/>
          <p14:tracePt t="6853" x="3536950" y="933450"/>
          <p14:tracePt t="6877" x="3651250" y="965200"/>
          <p14:tracePt t="6920" x="3854450" y="1009650"/>
          <p14:tracePt t="6953" x="3975100" y="1028700"/>
          <p14:tracePt t="6986" x="4051300" y="1054100"/>
          <p14:tracePt t="7019" x="4108450" y="1066800"/>
          <p14:tracePt t="7053" x="4203700" y="1073150"/>
          <p14:tracePt t="7086" x="4324350" y="1085850"/>
          <p14:tracePt t="7119" x="4406900" y="1098550"/>
          <p14:tracePt t="7152" x="4514850" y="1098550"/>
          <p14:tracePt t="7186" x="4597400" y="1111250"/>
          <p14:tracePt t="7219" x="4616450" y="1117600"/>
          <p14:tracePt t="7352" x="4591050" y="1117600"/>
          <p14:tracePt t="7370" x="4578350" y="1117600"/>
          <p14:tracePt t="7401" x="4502150" y="1104900"/>
          <p14:tracePt t="7435" x="4445000" y="1092200"/>
          <p14:tracePt t="7468" x="4171950" y="1066800"/>
          <p14:tracePt t="7501" x="3854450" y="1054100"/>
          <p14:tracePt t="7535" x="3460750" y="1054100"/>
          <p14:tracePt t="7553" x="3384550" y="1047750"/>
          <p14:tracePt t="7584" x="3162300" y="1028700"/>
          <p14:tracePt t="7617" x="3079750" y="1028700"/>
          <p14:tracePt t="7651" x="3048000" y="1028700"/>
          <p14:tracePt t="7684" x="2997200" y="1028700"/>
          <p14:tracePt t="7717" x="2965450" y="1035050"/>
          <p14:tracePt t="7750" x="2857500" y="1035050"/>
          <p14:tracePt t="7783" x="2787650" y="1035050"/>
          <p14:tracePt t="7803" x="2743200" y="1028700"/>
          <p14:tracePt t="7835" x="2692400" y="1028700"/>
          <p14:tracePt t="7866" x="2635250" y="1028700"/>
          <p14:tracePt t="7888" x="2597150" y="1028700"/>
          <p14:tracePt t="7919" x="2476500" y="1028700"/>
          <p14:tracePt t="7950" x="2368550" y="1028700"/>
          <p14:tracePt t="7968" x="2305050" y="1028700"/>
          <p14:tracePt t="8002" x="2228850" y="1022350"/>
          <p14:tracePt t="8033" x="2184400" y="1003300"/>
          <p14:tracePt t="8066" x="2165350" y="977900"/>
          <p14:tracePt t="8102" x="2159000" y="971550"/>
          <p14:tracePt t="8619" x="2260600" y="1104900"/>
          <p14:tracePt t="8649" x="2336800" y="1231900"/>
          <p14:tracePt t="8680" x="2419350" y="1333500"/>
          <p14:tracePt t="8704" x="2590800" y="1543050"/>
          <p14:tracePt t="8735" x="2774950" y="1746250"/>
          <p14:tracePt t="8766" x="2908300" y="1917700"/>
          <p14:tracePt t="8813" x="3035300" y="2114550"/>
          <p14:tracePt t="8834" x="3086100" y="2178050"/>
          <p14:tracePt t="8866" x="3219450" y="2324100"/>
          <p14:tracePt t="8887" x="3282950" y="2393950"/>
          <p14:tracePt t="8919" x="3365500" y="2482850"/>
          <p14:tracePt t="8951" x="3454400" y="2603500"/>
          <p14:tracePt t="8982" x="3486150" y="2679700"/>
          <p14:tracePt t="9029" x="3657600" y="2940050"/>
          <p14:tracePt t="9050" x="3746500" y="3079750"/>
          <p14:tracePt t="9082" x="3930650" y="3352800"/>
          <p14:tracePt t="9112" x="4191000" y="3657600"/>
          <p14:tracePt t="9152" x="4394200" y="3860800"/>
          <p14:tracePt t="9876" x="4375150" y="3860800"/>
          <p14:tracePt t="9910" x="4349750" y="3816350"/>
          <p14:tracePt t="9943" x="4318000" y="3714750"/>
          <p14:tracePt t="9976" x="4248150" y="3435350"/>
          <p14:tracePt t="9994" x="4229100" y="3352800"/>
          <p14:tracePt t="10026" x="4178300" y="3124200"/>
          <p14:tracePt t="10059" x="4159250" y="3067050"/>
          <p14:tracePt t="10092" x="4146550" y="3003550"/>
          <p14:tracePt t="10125" x="4127500" y="2952750"/>
          <p14:tracePt t="10158" x="4114800" y="2933700"/>
          <p14:tracePt t="10192" x="4095750" y="2908300"/>
          <p14:tracePt t="10225" x="4076700" y="2876550"/>
          <p14:tracePt t="10258" x="4019550" y="2724150"/>
          <p14:tracePt t="10291" x="3962400" y="2489200"/>
          <p14:tracePt t="10311" x="3898900" y="2305050"/>
          <p14:tracePt t="10342" x="3816350" y="2139950"/>
          <p14:tracePt t="10374" x="3721100" y="2012950"/>
          <p14:tracePt t="10408" x="3613150" y="1911350"/>
          <p14:tracePt t="10441" x="3543300" y="1854200"/>
          <p14:tracePt t="10474" x="3467100" y="1809750"/>
          <p14:tracePt t="10507" x="3390900" y="1758950"/>
          <p14:tracePt t="10541" x="3289300" y="1695450"/>
          <p14:tracePt t="10573" x="3238500" y="1663700"/>
          <p14:tracePt t="10607" x="3232150" y="1663700"/>
          <p14:tracePt t="11040" x="3352800" y="1663700"/>
          <p14:tracePt t="11057" x="3403600" y="1663700"/>
          <p14:tracePt t="11089" x="3663950" y="1663700"/>
          <p14:tracePt t="11125" x="3867150" y="1644650"/>
          <p14:tracePt t="11155" x="4038600" y="1638300"/>
          <p14:tracePt t="11188" x="4178300" y="1600200"/>
          <p14:tracePt t="11225" x="4311650" y="1549400"/>
          <p14:tracePt t="11255" x="4394200" y="1511300"/>
          <p14:tracePt t="11288" x="4457700" y="1473200"/>
          <p14:tracePt t="11324" x="4514850" y="1428750"/>
          <p14:tracePt t="11340" x="4540250" y="1409700"/>
          <p14:tracePt t="11371" x="4616450" y="1346200"/>
          <p14:tracePt t="11407" x="4648200" y="1320800"/>
          <p14:tracePt t="11440" x="4660900" y="1308100"/>
          <p14:tracePt t="12171" x="4648200" y="1308100"/>
          <p14:tracePt t="12218" x="4622800" y="1308100"/>
          <p14:tracePt t="12242" x="4610100" y="1308100"/>
          <p14:tracePt t="12273" x="4597400" y="1308100"/>
          <p14:tracePt t="12301" x="4591050" y="1308100"/>
          <p14:tracePt t="12356" x="4578350" y="1301750"/>
          <p14:tracePt t="12389" x="4546600" y="1301750"/>
          <p14:tracePt t="12434" x="4445000" y="1270000"/>
          <p14:tracePt t="12457" x="4273550" y="1231900"/>
          <p14:tracePt t="12488" x="4013200" y="1193800"/>
          <p14:tracePt t="12517" x="3810000" y="1181100"/>
          <p14:tracePt t="12541" x="3556000" y="1181100"/>
          <p14:tracePt t="12574" x="2984500" y="1212850"/>
          <p14:tracePt t="12617" x="2514600" y="1231900"/>
          <p14:tracePt t="12650" x="2152650" y="1219200"/>
          <p14:tracePt t="12688" x="2012950" y="1219200"/>
          <p14:tracePt t="12733" x="1936750" y="1200150"/>
          <p14:tracePt t="12766" x="1917700" y="1187450"/>
          <p14:tracePt t="12799" x="1905000" y="1181100"/>
          <p14:tracePt t="12833" x="1898650" y="1168400"/>
          <p14:tracePt t="12866" x="1892300" y="1155700"/>
          <p14:tracePt t="12889" x="1879600" y="1149350"/>
          <p14:tracePt t="12932" x="1847850" y="1130300"/>
          <p14:tracePt t="12966" x="1822450" y="1123950"/>
          <p14:tracePt t="12989" x="1809750" y="1117600"/>
          <p14:tracePt t="13017" x="1784350" y="1111250"/>
          <p14:tracePt t="13049" x="1758950" y="1104900"/>
          <p14:tracePt t="13082" x="1746250" y="1104900"/>
          <p14:tracePt t="13115" x="1727200" y="1098550"/>
          <p14:tracePt t="13148" x="1701800" y="1098550"/>
          <p14:tracePt t="13181" x="1689100" y="1098550"/>
          <p14:tracePt t="13215" x="1670050" y="1098550"/>
          <p14:tracePt t="13248" x="1657350" y="1098550"/>
          <p14:tracePt t="13763" x="1746250" y="1098550"/>
          <p14:tracePt t="13781" x="1784350" y="1098550"/>
          <p14:tracePt t="13813" x="1981200" y="1092200"/>
          <p14:tracePt t="13846" x="2057400" y="1092200"/>
          <p14:tracePt t="13879" x="2146300" y="1085850"/>
          <p14:tracePt t="13914" x="2184400" y="1085850"/>
          <p14:tracePt t="13945" x="2222500" y="1085850"/>
          <p14:tracePt t="13979" x="2266950" y="1079500"/>
          <p14:tracePt t="14012" x="2311400" y="1079500"/>
          <p14:tracePt t="14045" x="2393950" y="1066800"/>
          <p14:tracePt t="14078" x="2482850" y="1066800"/>
          <p14:tracePt t="14112" x="2552700" y="1060450"/>
          <p14:tracePt t="14145" x="2622550" y="1060450"/>
          <p14:tracePt t="14178" x="2641600" y="1060450"/>
          <p14:tracePt t="14196" x="2647950" y="1060450"/>
          <p14:tracePt t="14228" x="2654300" y="1085850"/>
          <p14:tracePt t="14997" x="2711450" y="1079500"/>
          <p14:tracePt t="15030" x="2781300" y="1073150"/>
          <p14:tracePt t="15061" x="2952750" y="1079500"/>
          <p14:tracePt t="15091" x="3136900" y="1085850"/>
          <p14:tracePt t="15129" x="3390900" y="1085850"/>
          <p14:tracePt t="15160" x="3733800" y="1123950"/>
          <p14:tracePt t="15191" x="3905250" y="1149350"/>
          <p14:tracePt t="15214" x="4133850" y="1174750"/>
          <p14:tracePt t="15246" x="4273550" y="1187450"/>
          <p14:tracePt t="15277" x="4324350" y="1193800"/>
          <p14:tracePt t="15324" x="4362450" y="1193800"/>
          <p14:tracePt t="15362" x="4406900" y="1200150"/>
          <p14:tracePt t="15378" x="4419600" y="1200150"/>
          <p14:tracePt t="15414" x="4495800" y="1200150"/>
          <p14:tracePt t="15446" x="4584700" y="1225550"/>
          <p14:tracePt t="15476" x="4654550" y="1250950"/>
          <p14:tracePt t="15507" x="4679950" y="1257300"/>
          <p14:tracePt t="15530" x="4686300" y="1257300"/>
          <p14:tracePt t="15561" x="4667250" y="1263650"/>
          <p14:tracePt t="15994" x="4787900" y="1231900"/>
          <p14:tracePt t="16023" x="4997450" y="1187450"/>
          <p14:tracePt t="16055" x="5118100" y="1168400"/>
          <p14:tracePt t="16078" x="5162550" y="1155700"/>
          <p14:tracePt t="16121" x="5207000" y="1130300"/>
          <p14:tracePt t="16154" x="5226050" y="1117600"/>
          <p14:tracePt t="16188" x="5251450" y="1111250"/>
          <p14:tracePt t="16206" x="5257800" y="1104900"/>
          <p14:tracePt t="16237" x="5270500" y="1104900"/>
          <p14:tracePt t="16271" x="5289550" y="1092200"/>
          <p14:tracePt t="16294" x="5295900" y="1092200"/>
          <p14:tracePt t="16370" x="5295900" y="1098550"/>
          <p14:tracePt t="16852" x="5276850" y="1098550"/>
          <p14:tracePt t="16885" x="5264150" y="1098550"/>
          <p14:tracePt t="16918" x="5238750" y="1098550"/>
          <p14:tracePt t="16938" x="5232400" y="1098550"/>
          <p14:tracePt t="16970" x="5213350" y="1092200"/>
          <p14:tracePt t="17001" x="5200650" y="1085850"/>
          <p14:tracePt t="17034" x="5149850" y="1079500"/>
          <p14:tracePt t="17068" x="5080000" y="1079500"/>
          <p14:tracePt t="17101" x="4978400" y="1066800"/>
          <p14:tracePt t="17134" x="4895850" y="1047750"/>
          <p14:tracePt t="17168" x="4819650" y="1035050"/>
          <p14:tracePt t="17201" x="4756150" y="1035050"/>
          <p14:tracePt t="17234" x="4686300" y="1035050"/>
          <p14:tracePt t="17267" x="4603750" y="1041400"/>
          <p14:tracePt t="17300" x="4533900" y="1041400"/>
          <p14:tracePt t="17334" x="4476750" y="1041400"/>
          <p14:tracePt t="17367" x="4457700" y="1035050"/>
          <p14:tracePt t="17400" x="4451350" y="1035050"/>
          <p14:tracePt t="17433" x="4438650" y="1035050"/>
          <p14:tracePt t="21788" x="4425950" y="1035050"/>
          <p14:tracePt t="21810" x="4425950" y="1041400"/>
          <p14:tracePt t="21840" x="4394200" y="1054100"/>
          <p14:tracePt t="21871" x="4381500" y="1054100"/>
          <p14:tracePt t="21902" x="4356100" y="1066800"/>
          <p14:tracePt t="21940" x="4324350" y="1079500"/>
          <p14:tracePt t="21973" x="4279900" y="1104900"/>
          <p14:tracePt t="22002" x="4241800" y="1143000"/>
          <p14:tracePt t="22026" x="4216400" y="1168400"/>
          <p14:tracePt t="22056" x="4191000" y="1200150"/>
          <p14:tracePt t="22087" x="4171950" y="1225550"/>
          <p14:tracePt t="22109" x="4159250" y="1231900"/>
          <p14:tracePt t="22142" x="4140200" y="1263650"/>
          <p14:tracePt t="22172" x="4127500" y="1295400"/>
          <p14:tracePt t="22203" x="4102100" y="1352550"/>
          <p14:tracePt t="22250" x="4025900" y="1504950"/>
          <p14:tracePt t="22272" x="4000500" y="1581150"/>
          <p14:tracePt t="22303" x="3949700" y="1727200"/>
          <p14:tracePt t="22333" x="3924300" y="1835150"/>
          <p14:tracePt t="22372" x="3911600" y="1898650"/>
          <p14:tracePt t="22405" x="3911600" y="1924050"/>
          <p14:tracePt t="23031" x="4102100" y="1892300"/>
          <p14:tracePt t="23050" x="4222750" y="1879600"/>
          <p14:tracePt t="23081" x="4368800" y="1841500"/>
          <p14:tracePt t="23106" x="4483100" y="1809750"/>
          <p14:tracePt t="23148" x="4686300" y="1752600"/>
          <p14:tracePt t="23166" x="4768850" y="1720850"/>
          <p14:tracePt t="23197" x="5162550" y="1549400"/>
          <p14:tracePt t="23230" x="5467350" y="1441450"/>
          <p14:tracePt t="23264" x="5664200" y="1384300"/>
          <p14:tracePt t="23313" x="5765800" y="1358900"/>
          <p14:tracePt t="23346" x="5778500" y="1352550"/>
          <p14:tracePt t="23396" x="5797550" y="1339850"/>
          <p14:tracePt t="23429" x="5797550" y="1333500"/>
          <p14:tracePt t="23861" x="5511800" y="1517650"/>
          <p14:tracePt t="23896" x="4699000" y="2000250"/>
          <p14:tracePt t="23931" x="3721100" y="2533650"/>
          <p14:tracePt t="23961" x="3619500" y="2559050"/>
          <p14:tracePt t="23994" x="3600450" y="2552700"/>
          <p14:tracePt t="24044" x="3619500" y="2540000"/>
          <p14:tracePt t="24064" x="3625850" y="2533650"/>
          <p14:tracePt t="24079" x="3632200" y="2533650"/>
          <p14:tracePt t="24111" x="3657600" y="2527300"/>
          <p14:tracePt t="24144" x="3714750" y="2514600"/>
          <p14:tracePt t="24177" x="3803650" y="2463800"/>
          <p14:tracePt t="24212" x="4032250" y="2349500"/>
          <p14:tracePt t="24244" x="4235450" y="2254250"/>
          <p14:tracePt t="24277" x="4445000" y="2139950"/>
          <p14:tracePt t="24311" x="4787900" y="1981200"/>
          <p14:tracePt t="24344" x="4991100" y="1885950"/>
          <p14:tracePt t="24377" x="5359400" y="1752600"/>
          <p14:tracePt t="24410" x="5600700" y="1663700"/>
          <p14:tracePt t="24446" x="5734050" y="1619250"/>
          <p14:tracePt t="24476" x="5753100" y="1612900"/>
          <p14:tracePt t="24509" x="5759450" y="1612900"/>
          <p14:tracePt t="24575" x="5765800" y="1612900"/>
          <p14:tracePt t="24610" x="5772150" y="1612900"/>
          <p14:tracePt t="24645" x="5772150" y="1619250"/>
          <p14:tracePt t="24678" x="5810250" y="1619250"/>
          <p14:tracePt t="24708" x="5848350" y="1631950"/>
          <p14:tracePt t="24744" x="5880100" y="1644650"/>
          <p14:tracePt t="24777" x="5886450" y="1651000"/>
          <p14:tracePt t="24861" x="5880100" y="1644650"/>
          <p14:tracePt t="24894" x="5842000" y="1638300"/>
          <p14:tracePt t="24930" x="5689600" y="1638300"/>
          <p14:tracePt t="24962" x="5461000" y="1631950"/>
          <p14:tracePt t="24994" x="5245100" y="1619250"/>
          <p14:tracePt t="25015" x="5092700" y="1606550"/>
          <p14:tracePt t="25045" x="5054600" y="1593850"/>
          <p14:tracePt t="25077" x="4997450" y="1587500"/>
          <p14:tracePt t="25140" x="4991100" y="1581150"/>
          <p14:tracePt t="25279" x="4997450" y="1581150"/>
          <p14:tracePt t="25311" x="5010150" y="1587500"/>
          <p14:tracePt t="25356" x="5035550" y="1593850"/>
          <p14:tracePt t="25378" x="5048250" y="1600200"/>
          <p14:tracePt t="25409" x="5245100" y="1619250"/>
          <p14:tracePt t="25456" x="5657850" y="1657350"/>
          <p14:tracePt t="25495" x="5905500" y="1695450"/>
          <p14:tracePt t="25524" x="6089650" y="1733550"/>
          <p14:tracePt t="25547" x="6184900" y="1752600"/>
          <p14:tracePt t="25580" x="6273800" y="1733550"/>
          <p14:tracePt t="25595" x="6273800" y="1727200"/>
          <p14:tracePt t="26120" x="6242050" y="1708150"/>
          <p14:tracePt t="26154" x="6184900" y="1682750"/>
          <p14:tracePt t="26187" x="6153150" y="1670050"/>
          <p14:tracePt t="26211" x="6108700" y="1657350"/>
          <p14:tracePt t="26253" x="6051550" y="1657350"/>
          <p14:tracePt t="26286" x="5988050" y="1644650"/>
          <p14:tracePt t="26320" x="5924550" y="1631950"/>
          <p14:tracePt t="26353" x="5873750" y="1631950"/>
          <p14:tracePt t="26386" x="5867400" y="1625600"/>
          <p14:tracePt t="26519" x="5873750" y="1625600"/>
          <p14:tracePt t="26552" x="5880100" y="1625600"/>
          <p14:tracePt t="26585" x="5899150" y="1631950"/>
          <p14:tracePt t="26619" x="5911850" y="1638300"/>
          <p14:tracePt t="26654" x="5943600" y="1638300"/>
          <p14:tracePt t="26685" x="5981700" y="1638300"/>
          <p14:tracePt t="26718" x="6108700" y="1638300"/>
          <p14:tracePt t="26751" x="6216650" y="1638300"/>
          <p14:tracePt t="26785" x="6305550" y="1625600"/>
          <p14:tracePt t="26803" x="6318250" y="1619250"/>
          <p14:tracePt t="26835" x="6343650" y="1612900"/>
          <p14:tracePt t="27349" x="6400800" y="1612900"/>
          <p14:tracePt t="27383" x="6451600" y="1606550"/>
          <p14:tracePt t="27416" x="6508750" y="1606550"/>
          <p14:tracePt t="27449" x="6559550" y="1606550"/>
          <p14:tracePt t="27482" x="6578600" y="1606550"/>
          <p14:tracePt t="27516" x="6591300" y="1606550"/>
          <p14:tracePt t="27552" x="6597650" y="1606550"/>
          <p14:tracePt t="27615" x="6597650" y="1600200"/>
          <p14:tracePt t="28083" x="6642100" y="1606550"/>
          <p14:tracePt t="28114" x="6699250" y="1612900"/>
          <p14:tracePt t="28135" x="6750050" y="1625600"/>
          <p14:tracePt t="28166" x="6819900" y="1638300"/>
          <p14:tracePt t="28200" x="6889750" y="1638300"/>
          <p14:tracePt t="28235" x="7016750" y="1619250"/>
          <p14:tracePt t="28268" x="7061200" y="1612900"/>
          <p14:tracePt t="28299" x="7105650" y="1600200"/>
          <p14:tracePt t="28346" x="7112000" y="1600200"/>
          <p14:tracePt t="28628" x="7118350" y="1600200"/>
          <p14:tracePt t="28669" x="7124700" y="1600200"/>
          <p14:tracePt t="28714" x="7131050" y="1600200"/>
          <p14:tracePt t="28761" x="7137400" y="1600200"/>
          <p14:tracePt t="28785" x="7143750" y="1600200"/>
          <p14:tracePt t="28861" x="7156450" y="1600200"/>
          <p14:tracePt t="28917" x="7169150" y="1600200"/>
          <p14:tracePt t="29310" x="7258050" y="1600200"/>
          <p14:tracePt t="29343" x="7289800" y="1606550"/>
          <p14:tracePt t="29376" x="7346950" y="1612900"/>
          <p14:tracePt t="29409" x="7372350" y="1612900"/>
          <p14:tracePt t="29459" x="7397750" y="1612900"/>
          <p14:tracePt t="29493" x="7416800" y="1612900"/>
          <p14:tracePt t="29542" x="7423150" y="1612900"/>
          <p14:tracePt t="29575" x="7435850" y="1612900"/>
          <p14:tracePt t="29608" x="7442200" y="1600200"/>
          <p14:tracePt t="29642" x="7454900" y="1587500"/>
          <p14:tracePt t="29725" x="7467600" y="1581150"/>
          <p14:tracePt t="29758" x="7473950" y="1574800"/>
          <p14:tracePt t="29791" x="7480300" y="1568450"/>
          <p14:tracePt t="29824" x="7486650" y="1568450"/>
          <p14:tracePt t="29857" x="7499350" y="1562100"/>
          <p14:tracePt t="29890" x="7518400" y="1555750"/>
          <p14:tracePt t="29924" x="7543800" y="1549400"/>
          <p14:tracePt t="29957" x="7581900" y="1549400"/>
          <p14:tracePt t="29990" x="7594600" y="1536700"/>
          <p14:tracePt t="30688" x="7620000" y="1536700"/>
          <p14:tracePt t="30723" x="7651750" y="1543050"/>
          <p14:tracePt t="30757" x="7670800" y="1555750"/>
          <p14:tracePt t="30788" x="7696200" y="1574800"/>
          <p14:tracePt t="30821" x="7702550" y="1581150"/>
          <p14:tracePt t="30857" x="7708900" y="1587500"/>
          <p14:tracePt t="30887" x="7721600" y="1606550"/>
          <p14:tracePt t="30940" x="7727950" y="1619250"/>
          <p14:tracePt t="30987" x="7734300" y="1625600"/>
          <p14:tracePt t="31020" x="7740650" y="1638300"/>
          <p14:tracePt t="31057" x="7747000" y="1644650"/>
          <p14:tracePt t="31087" x="7772400" y="1651000"/>
          <p14:tracePt t="31120" x="7867650" y="1619250"/>
          <p14:tracePt t="31156" x="8007350" y="1568450"/>
          <p14:tracePt t="31189" x="8153400" y="1498600"/>
          <p14:tracePt t="31205" x="8178800" y="1492250"/>
          <p14:tracePt t="31241" x="8223250" y="1473200"/>
          <p14:tracePt t="31325" x="8210550" y="1473200"/>
          <p14:tracePt t="31358" x="8178800" y="1473200"/>
          <p14:tracePt t="31388" x="8153400" y="1473200"/>
          <p14:tracePt t="31419" x="8064500" y="1485900"/>
          <p14:tracePt t="31457" x="7810500" y="1536700"/>
          <p14:tracePt t="31490" x="7512050" y="1600200"/>
          <p14:tracePt t="31521" x="7105650" y="1651000"/>
          <p14:tracePt t="31557" x="6826250" y="1644650"/>
          <p14:tracePt t="31590" x="6502400" y="1600200"/>
          <p14:tracePt t="31651" x="6197600" y="1562100"/>
          <p14:tracePt t="31672" x="6102350" y="1536700"/>
          <p14:tracePt t="31704" x="5981700" y="1517650"/>
          <p14:tracePt t="31721" x="5962650" y="1511300"/>
          <p14:tracePt t="31758" x="5886450" y="1498600"/>
          <p14:tracePt t="31789" x="5861050" y="1498600"/>
          <p14:tracePt t="31821" x="5848350" y="1485900"/>
          <p14:tracePt t="31867" x="5867400" y="1473200"/>
          <p14:tracePt t="31906" x="5905500" y="1473200"/>
          <p14:tracePt t="31950" x="5969000" y="1492250"/>
          <p14:tracePt t="31974" x="6026150" y="1498600"/>
          <p14:tracePt t="32005" x="6261100" y="1517650"/>
          <p14:tracePt t="32033" x="6489700" y="1543050"/>
          <p14:tracePt t="32058" x="6648450" y="1543050"/>
          <p14:tracePt t="32091" x="6851650" y="1574800"/>
          <p14:tracePt t="32122" x="6991350" y="1593850"/>
          <p14:tracePt t="32166" x="7067550" y="1600200"/>
          <p14:tracePt t="32205" x="7073900" y="1600200"/>
          <p14:tracePt t="32299" x="7061200" y="1600200"/>
          <p14:tracePt t="32323" x="7042150" y="1600200"/>
          <p14:tracePt t="32351" x="7004050" y="1600200"/>
          <p14:tracePt t="32382" x="6953250" y="1600200"/>
          <p14:tracePt t="32406" x="6858000" y="1600200"/>
          <p14:tracePt t="32449" x="6673850" y="1587500"/>
          <p14:tracePt t="32482" x="6527800" y="1574800"/>
          <p14:tracePt t="32506" x="6381750" y="1549400"/>
          <p14:tracePt t="32533" x="6273800" y="1517650"/>
          <p14:tracePt t="32565" x="6172200" y="1511300"/>
          <p14:tracePt t="32598" x="6083300" y="1498600"/>
          <p14:tracePt t="32648" x="5988050" y="1479550"/>
          <p14:tracePt t="32681" x="5949950" y="1473200"/>
          <p14:tracePt t="32715" x="5924550" y="1473200"/>
          <p14:tracePt t="32749" x="5905500" y="1473200"/>
          <p14:tracePt t="32797" x="5892800" y="1466850"/>
          <p14:tracePt t="33495" x="5835650" y="1416050"/>
          <p14:tracePt t="33528" x="5759450" y="1371600"/>
          <p14:tracePt t="33561" x="5683250" y="1327150"/>
          <p14:tracePt t="33594" x="5607050" y="1270000"/>
          <p14:tracePt t="33627" x="5562600" y="1231900"/>
          <p14:tracePt t="33661" x="5505450" y="1193800"/>
          <p14:tracePt t="33694" x="5486400" y="1168400"/>
          <p14:tracePt t="33727" x="5441950" y="1143000"/>
          <p14:tracePt t="33746" x="5410200" y="1111250"/>
          <p14:tracePt t="33763" x="5391150" y="1098550"/>
          <p14:tracePt t="33795" x="5308600" y="1041400"/>
          <p14:tracePt t="33827" x="5270500" y="1022350"/>
          <p14:tracePt t="33863" x="5245100" y="1016000"/>
          <p14:tracePt t="33910" x="5238750" y="1016000"/>
          <p14:tracePt t="33946" x="5232400" y="1028700"/>
          <p14:tracePt t="33977" x="5251450" y="1041400"/>
          <p14:tracePt t="34026" x="5289550" y="1060450"/>
          <p14:tracePt t="34047" x="5327650" y="1092200"/>
          <p14:tracePt t="34079" x="5410200" y="1162050"/>
          <p14:tracePt t="34110" x="5518150" y="1257300"/>
          <p14:tracePt t="34148" x="5594350" y="1333500"/>
          <p14:tracePt t="34178" x="5613400" y="1371600"/>
          <p14:tracePt t="34209" x="5626100" y="1371600"/>
          <p14:tracePt t="34264" x="5607050" y="1377950"/>
          <p14:tracePt t="34281" x="5600700" y="1377950"/>
          <p14:tracePt t="34310" x="5556250" y="1358900"/>
          <p14:tracePt t="34347" x="5492750" y="1327150"/>
          <p14:tracePt t="34380" x="5314950" y="1206500"/>
          <p14:tracePt t="34411" x="5200650" y="1111250"/>
          <p14:tracePt t="34433" x="5137150" y="1016000"/>
          <p14:tracePt t="34463" x="5105400" y="958850"/>
          <p14:tracePt t="34494" x="5086350" y="908050"/>
          <p14:tracePt t="34528" x="5086350" y="889000"/>
          <p14:tracePt t="34580" x="5092700" y="901700"/>
          <p14:tracePt t="34610" x="5105400" y="914400"/>
          <p14:tracePt t="34657" x="5111750" y="939800"/>
          <p14:tracePt t="34679" x="5124450" y="952500"/>
          <p14:tracePt t="34710" x="5143500" y="971550"/>
          <p14:tracePt t="34740" x="5226050" y="1028700"/>
          <p14:tracePt t="34780" x="5467350" y="1181100"/>
          <p14:tracePt t="34796" x="5549900" y="1238250"/>
          <p14:tracePt t="34828" x="5969000" y="1536700"/>
          <p14:tracePt t="34873" x="6324600" y="1765300"/>
          <p14:tracePt t="34895" x="6464300" y="1828800"/>
          <p14:tracePt t="34926" x="6699250" y="1866900"/>
          <p14:tracePt t="34956" x="6794500" y="1885950"/>
          <p14:tracePt t="34996" x="6788150" y="1892300"/>
          <p14:tracePt t="35306" x="6915150" y="1911350"/>
          <p14:tracePt t="35355" x="7315200" y="1949450"/>
          <p14:tracePt t="35388" x="7575550" y="2000250"/>
          <p14:tracePt t="35412" x="7785100" y="2044700"/>
          <p14:tracePt t="35440" x="7937500" y="2101850"/>
          <p14:tracePt t="35456" x="7969250" y="2101850"/>
          <p14:tracePt t="35488" x="8013700" y="2114550"/>
          <p14:tracePt t="35512" x="8032750" y="2108200"/>
          <p14:tracePt t="35554" x="8039100" y="2095500"/>
          <p14:tracePt t="35604" x="8045450" y="2095500"/>
          <p14:tracePt t="35804" x="8178800" y="2095500"/>
          <p14:tracePt t="35838" x="8388350" y="2101850"/>
          <p14:tracePt t="35870" x="8547100" y="2127250"/>
          <p14:tracePt t="35903" x="8572500" y="2133600"/>
          <p14:tracePt t="35936" x="8585200" y="2133600"/>
          <p14:tracePt t="35986" x="8578850" y="2133600"/>
          <p14:tracePt t="36468" x="8616950" y="2133600"/>
          <p14:tracePt t="36501" x="8642350" y="2139950"/>
          <p14:tracePt t="36534" x="8648700" y="2139950"/>
          <p14:tracePt t="36800" x="8629650" y="2139950"/>
          <p14:tracePt t="36835" x="8604250" y="2139950"/>
          <p14:tracePt t="36867" x="8528050" y="2133600"/>
          <p14:tracePt t="36901" x="8464550" y="2133600"/>
          <p14:tracePt t="36933" x="8394700" y="2120900"/>
          <p14:tracePt t="36966" x="8267700" y="2127250"/>
          <p14:tracePt t="37000" x="8185150" y="2127250"/>
          <p14:tracePt t="37009" x="8166100" y="2127250"/>
          <p14:tracePt t="37049" x="8115300" y="2127250"/>
          <p14:tracePt t="37088" x="8083550" y="2127250"/>
          <p14:tracePt t="37120" x="8070850" y="2120900"/>
          <p14:tracePt t="37152" x="8045450" y="2120900"/>
          <p14:tracePt t="37182" x="8032750" y="2120900"/>
          <p14:tracePt t="37215" x="8026400" y="2114550"/>
          <p14:tracePt t="37249" x="8013700" y="2114550"/>
          <p14:tracePt t="37298" x="7994650" y="2114550"/>
          <p14:tracePt t="37339" x="7981950" y="2108200"/>
          <p14:tracePt t="37369" x="7969250" y="2108200"/>
          <p14:tracePt t="37401" x="7950200" y="2108200"/>
          <p14:tracePt t="37448" x="7937500" y="2108200"/>
          <p14:tracePt t="37481" x="7924800" y="2108200"/>
          <p14:tracePt t="37514" x="7918450" y="2108200"/>
          <p14:tracePt t="37564" x="7912100" y="2114550"/>
          <p14:tracePt t="37603" x="7899400" y="2120900"/>
          <p14:tracePt t="37666" x="7893050" y="2127250"/>
          <p14:tracePt t="37697" x="7886700" y="2133600"/>
          <p14:tracePt t="37730" x="7886700" y="2139950"/>
          <p14:tracePt t="37763" x="7880350" y="2146300"/>
          <p14:tracePt t="37797" x="7874000" y="2152650"/>
          <p14:tracePt t="37830" x="7848600" y="2159000"/>
          <p14:tracePt t="37870" x="7804150" y="2171700"/>
          <p14:tracePt t="37901" x="7664450" y="2190750"/>
          <p14:tracePt t="37933" x="7505700" y="2203450"/>
          <p14:tracePt t="37963" x="7340600" y="2209800"/>
          <p14:tracePt t="37981" x="7289800" y="2209800"/>
          <p14:tracePt t="38013" x="7105650" y="2209800"/>
          <p14:tracePt t="38046" x="7016750" y="2209800"/>
          <p14:tracePt t="38079" x="6959600" y="2209800"/>
          <p14:tracePt t="38103" x="6934200" y="2209800"/>
          <p14:tracePt t="38136" x="6870700" y="2209800"/>
          <p14:tracePt t="38167" x="6807200" y="2216150"/>
          <p14:tracePt t="38198" x="6731000" y="2222500"/>
          <p14:tracePt t="38228" x="6648450" y="2222500"/>
          <p14:tracePt t="38262" x="6584950" y="2235200"/>
          <p14:tracePt t="38295" x="6540500" y="2235200"/>
          <p14:tracePt t="38328" x="6508750" y="2235200"/>
          <p14:tracePt t="38347" x="6502400" y="2235200"/>
          <p14:tracePt t="38400" x="6489700" y="2228850"/>
          <p14:tracePt t="38447" x="6483350" y="2222500"/>
          <p14:tracePt t="39109" x="6451600" y="2209800"/>
          <p14:tracePt t="39142" x="6400800" y="2203450"/>
          <p14:tracePt t="39166" x="6356350" y="2197100"/>
          <p14:tracePt t="39199" x="6210300" y="2178050"/>
          <p14:tracePt t="39229" x="6102350" y="2178050"/>
          <p14:tracePt t="39261" x="6007100" y="2171700"/>
          <p14:tracePt t="39291" x="5924550" y="2178050"/>
          <p14:tracePt t="39325" x="5835650" y="2190750"/>
          <p14:tracePt t="39344" x="5765800" y="2203450"/>
          <p14:tracePt t="39375" x="5676900" y="2216150"/>
          <p14:tracePt t="39408" x="5568950" y="2216150"/>
          <p14:tracePt t="39457" x="5454650" y="2216150"/>
          <p14:tracePt t="39494" x="5384800" y="2209800"/>
          <p14:tracePt t="39527" x="5264150" y="2178050"/>
          <p14:tracePt t="39542" x="5238750" y="2165350"/>
          <p14:tracePt t="39574" x="5156200" y="2108200"/>
          <p14:tracePt t="39607" x="5067300" y="1981200"/>
          <p14:tracePt t="39640" x="5003800" y="1854200"/>
          <p14:tracePt t="39673" x="4984750" y="1778000"/>
          <p14:tracePt t="39712" x="4965700" y="1644650"/>
          <p14:tracePt t="39745" x="4940300" y="1485900"/>
          <p14:tracePt t="39776" x="4902200" y="1308100"/>
          <p14:tracePt t="39806" x="4864100" y="1206500"/>
          <p14:tracePt t="39839" x="4845050" y="1136650"/>
          <p14:tracePt t="39859" x="4838700" y="1117600"/>
          <p14:tracePt t="39891" x="4832350" y="1117600"/>
          <p14:tracePt t="39923" x="4819650" y="1098550"/>
          <p14:tracePt t="39947" x="4813300" y="1092200"/>
          <p14:tracePt t="39994" x="4800600" y="1079500"/>
          <p14:tracePt t="40057" x="4787900" y="1079500"/>
          <p14:tracePt t="40122" x="4787900" y="1092200"/>
          <p14:tracePt t="40155" x="4787900" y="1104900"/>
          <p14:tracePt t="40188" x="4787900" y="1111250"/>
          <p14:tracePt t="40238" x="4794250" y="1123950"/>
          <p14:tracePt t="40260" x="4845050" y="1162050"/>
          <p14:tracePt t="40291" x="4927600" y="1200150"/>
          <p14:tracePt t="40324" x="5289550" y="1346200"/>
          <p14:tracePt t="40354" x="5727700" y="1524000"/>
          <p14:tracePt t="40374" x="6108700" y="1676400"/>
          <p14:tracePt t="40404" x="6559550" y="1866900"/>
          <p14:tracePt t="40437" x="6851650" y="1981200"/>
          <p14:tracePt t="40463" x="7029450" y="2044700"/>
          <p14:tracePt t="40496" x="7131050" y="2089150"/>
          <p14:tracePt t="40526" x="7213600" y="2108200"/>
          <p14:tracePt t="40542" x="7245350" y="2127250"/>
          <p14:tracePt t="40573" x="7296150" y="2152650"/>
          <p14:tracePt t="40603" x="7404100" y="2197100"/>
          <p14:tracePt t="40637" x="7480300" y="2216150"/>
          <p14:tracePt t="40670" x="7512050" y="2241550"/>
          <p14:tracePt t="40703" x="7531100" y="2266950"/>
          <p14:tracePt t="41251" x="7524750" y="2266950"/>
          <p14:tracePt t="41275" x="7505700" y="2266950"/>
          <p14:tracePt t="41323" x="7480300" y="2266950"/>
          <p14:tracePt t="41356" x="7442200" y="2266950"/>
          <p14:tracePt t="41370" x="7397750" y="2266950"/>
          <p14:tracePt t="41401" x="7264400" y="2273300"/>
          <p14:tracePt t="41434" x="7016750" y="2286000"/>
          <p14:tracePt t="41467" x="6496050" y="2266950"/>
          <p14:tracePt t="41501" x="5930900" y="2228850"/>
          <p14:tracePt t="41526" x="5422900" y="2203450"/>
          <p14:tracePt t="41558" x="4330700" y="2127250"/>
          <p14:tracePt t="41588" x="3689350" y="2082800"/>
          <p14:tracePt t="41620" x="3308350" y="2063750"/>
          <p14:tracePt t="41635" x="3194050" y="2051050"/>
          <p14:tracePt t="41666" x="2940050" y="2025650"/>
          <p14:tracePt t="41700" x="2762250" y="2012950"/>
          <p14:tracePt t="41733" x="2686050" y="2012950"/>
          <p14:tracePt t="41766" x="2641600" y="2032000"/>
          <p14:tracePt t="41791" x="2616200" y="2038350"/>
          <p14:tracePt t="41824" x="2609850" y="2038350"/>
          <p14:tracePt t="41854" x="2609850" y="2044700"/>
          <p14:tracePt t="41949" x="2609850" y="2051050"/>
          <p14:tracePt t="42015" x="2616200" y="2044700"/>
          <p14:tracePt t="42049" x="2622550" y="2044700"/>
          <p14:tracePt t="42073" x="2628900" y="2044700"/>
          <p14:tracePt t="42652" x="2667000" y="2038350"/>
          <p14:tracePt t="42683" x="2768600" y="2012950"/>
          <p14:tracePt t="42698" x="2813050" y="2012950"/>
          <p14:tracePt t="42729" x="2965450" y="2012950"/>
          <p14:tracePt t="42763" x="3244850" y="2000250"/>
          <p14:tracePt t="42796" x="3562350" y="1993900"/>
          <p14:tracePt t="42829" x="3943350" y="1968500"/>
          <p14:tracePt t="42854" x="4445000" y="1898650"/>
          <p14:tracePt t="42886" x="4921250" y="1854200"/>
          <p14:tracePt t="42901" x="5149850" y="1841500"/>
          <p14:tracePt t="42933" x="5353050" y="1847850"/>
          <p14:tracePt t="42965" x="5651500" y="1885950"/>
          <p14:tracePt t="42995" x="5867400" y="1962150"/>
          <p14:tracePt t="43029" x="5943600" y="1987550"/>
          <p14:tracePt t="43061" x="5943600" y="2000250"/>
          <p14:tracePt t="43417" x="6172200" y="1987550"/>
          <p14:tracePt t="43448" x="6559550" y="1974850"/>
          <p14:tracePt t="43480" x="6965950" y="2000250"/>
          <p14:tracePt t="43510" x="7296150" y="2038350"/>
          <p14:tracePt t="43543" x="7448550" y="2076450"/>
          <p14:tracePt t="43577" x="7499350" y="2089150"/>
          <p14:tracePt t="43660" x="7486650" y="2101850"/>
          <p14:tracePt t="43681" x="7480300" y="2101850"/>
          <p14:tracePt t="47862" x="7467600" y="2101850"/>
          <p14:tracePt t="47901" x="7461250" y="2101850"/>
          <p14:tracePt t="47933" x="7448550" y="2108200"/>
          <p14:tracePt t="47950" x="7442200" y="2114550"/>
          <p14:tracePt t="47981" x="7423150" y="2114550"/>
          <p14:tracePt t="48012" x="7372350" y="2139950"/>
          <p14:tracePt t="48044" x="7302500" y="2171700"/>
          <p14:tracePt t="48078" x="7188200" y="2209800"/>
          <p14:tracePt t="48111" x="7118350" y="2222500"/>
          <p14:tracePt t="48135" x="7080250" y="2235200"/>
          <p14:tracePt t="48165" x="7023100" y="2247900"/>
          <p14:tracePt t="48197" x="6991350" y="2254250"/>
          <p14:tracePt t="48230" x="6965950" y="2260600"/>
          <p14:tracePt t="48260" x="6946900" y="2260600"/>
          <p14:tracePt t="48293" x="6921500" y="2260600"/>
          <p14:tracePt t="48327" x="6902450" y="2260600"/>
          <p14:tracePt t="48345" x="6889750" y="2260600"/>
          <p14:tracePt t="48377" x="6838950" y="2247900"/>
          <p14:tracePt t="48416" x="6769100" y="2228850"/>
          <p14:tracePt t="48448" x="6667500" y="2203450"/>
          <p14:tracePt t="48479" x="6597650" y="2203450"/>
          <p14:tracePt t="48510" x="6540500" y="2197100"/>
          <p14:tracePt t="48528" x="6515100" y="2197100"/>
          <p14:tracePt t="48561" x="6438900" y="2197100"/>
          <p14:tracePt t="48592" x="6350000" y="2197100"/>
          <p14:tracePt t="48626" x="6242050" y="2203450"/>
          <p14:tracePt t="48650" x="6134100" y="2203450"/>
          <p14:tracePt t="48667" x="6102350" y="2203450"/>
          <p14:tracePt t="48697" x="5988050" y="2203450"/>
          <p14:tracePt t="48729" x="5778500" y="2216150"/>
          <p14:tracePt t="48761" x="5613400" y="2216150"/>
          <p14:tracePt t="48792" x="5441950" y="2216150"/>
          <p14:tracePt t="48825" x="5270500" y="2235200"/>
          <p14:tracePt t="48858" x="5105400" y="2241550"/>
          <p14:tracePt t="48891" x="4883150" y="2254250"/>
          <p14:tracePt t="48925" x="4737100" y="2247900"/>
          <p14:tracePt t="48949" x="4622800" y="2254250"/>
          <p14:tracePt t="48979" x="4413250" y="2254250"/>
          <p14:tracePt t="49010" x="4248150" y="2254250"/>
          <p14:tracePt t="49027" x="4133850" y="2247900"/>
          <p14:tracePt t="49057" x="3962400" y="2228850"/>
          <p14:tracePt t="49091" x="3816350" y="2228850"/>
          <p14:tracePt t="49125" x="3663950" y="2209800"/>
          <p14:tracePt t="49157" x="3556000" y="2184400"/>
          <p14:tracePt t="49182" x="3416300" y="2139950"/>
          <p14:tracePt t="49215" x="3340100" y="2108200"/>
          <p14:tracePt t="49994" x="3346450" y="2108200"/>
          <p14:tracePt t="50026" x="3409950" y="2101850"/>
          <p14:tracePt t="50043" x="3429000" y="2101850"/>
          <p14:tracePt t="50074" x="3556000" y="2063750"/>
          <p14:tracePt t="50089" x="3594100" y="2051050"/>
          <p14:tracePt t="50121" x="3759200" y="2000250"/>
          <p14:tracePt t="50154" x="3975100" y="1917700"/>
          <p14:tracePt t="50187" x="4222750" y="1816100"/>
          <p14:tracePt t="50221" x="4343400" y="1752600"/>
          <p14:tracePt t="50244" x="4457700" y="1695450"/>
          <p14:tracePt t="50275" x="4546600" y="1663700"/>
          <p14:tracePt t="50308" x="4705350" y="1593850"/>
          <p14:tracePt t="50340" x="4787900" y="1549400"/>
          <p14:tracePt t="50370" x="4832350" y="1517650"/>
          <p14:tracePt t="50403" x="4832350" y="1492250"/>
          <p14:tracePt t="50791" x="4832350" y="1447800"/>
          <p14:tracePt t="50823" x="4845050" y="1365250"/>
          <p14:tracePt t="50855" x="4857750" y="1282700"/>
          <p14:tracePt t="50885" x="4870450" y="1231900"/>
          <p14:tracePt t="50918" x="4876800" y="1193800"/>
          <p14:tracePt t="50950" x="4889500" y="1149350"/>
          <p14:tracePt t="50984" x="4908550" y="1130300"/>
          <p14:tracePt t="51017" x="4921250" y="1098550"/>
          <p14:tracePt t="51042" x="4933950" y="1066800"/>
          <p14:tracePt t="51058" x="4940300" y="1054100"/>
          <p14:tracePt t="51089" x="4946650" y="1041400"/>
          <p14:tracePt t="51120" x="4953000" y="1041400"/>
          <p14:tracePt t="51150" x="4953000" y="1035050"/>
          <p14:tracePt t="51386" x="4845050" y="1143000"/>
          <p14:tracePt t="51416" x="4565650" y="1435100"/>
          <p14:tracePt t="51450" x="3911600" y="1968500"/>
          <p14:tracePt t="51467" x="3778250" y="2063750"/>
          <p14:tracePt t="51499" x="3409950" y="2311400"/>
          <p14:tracePt t="51532" x="3295650" y="2355850"/>
          <p14:tracePt t="51557" x="3187700" y="2362200"/>
          <p14:tracePt t="51574" x="3130550" y="2362200"/>
          <p14:tracePt t="51604" x="3041650" y="2330450"/>
          <p14:tracePt t="51635" x="2990850" y="2305050"/>
          <p14:tracePt t="51668" x="2952750" y="2292350"/>
          <p14:tracePt t="51698" x="2927350" y="2292350"/>
          <p14:tracePt t="51732" x="2889250" y="2286000"/>
          <p14:tracePt t="51782" x="2832100" y="2279650"/>
          <p14:tracePt t="51815" x="2774950" y="2273300"/>
          <p14:tracePt t="51823" x="2755900" y="2273300"/>
          <p14:tracePt t="51855" x="2717800" y="2266950"/>
          <p14:tracePt t="51886" x="2698750" y="2260600"/>
          <p14:tracePt t="51935" x="2686050" y="2254250"/>
          <p14:tracePt t="51981" x="2679700" y="2254250"/>
          <p14:tracePt t="52065" x="2679700" y="2247900"/>
          <p14:tracePt t="52103" x="2686050" y="2247900"/>
          <p14:tracePt t="52135" x="2705100" y="2235200"/>
          <p14:tracePt t="52167" x="2717800" y="2235200"/>
          <p14:tracePt t="52197" x="2730500" y="2235200"/>
          <p14:tracePt t="52230" x="2762250" y="2235200"/>
          <p14:tracePt t="52263" x="2832100" y="2235200"/>
          <p14:tracePt t="52297" x="2914650" y="2235200"/>
          <p14:tracePt t="52330" x="2952750" y="2235200"/>
          <p14:tracePt t="52369" x="2940050" y="2241550"/>
          <p14:tracePt t="52401" x="2921000" y="2241550"/>
          <p14:tracePt t="52432" x="2882900" y="2241550"/>
          <p14:tracePt t="52463" x="2832100" y="2222500"/>
          <p14:tracePt t="52496" x="2730500" y="2197100"/>
          <p14:tracePt t="52529" x="2590800" y="2165350"/>
          <p14:tracePt t="52562" x="2514600" y="2152650"/>
          <p14:tracePt t="52582" x="2501900" y="2146300"/>
          <p14:tracePt t="52614" x="2495550" y="2146300"/>
          <p14:tracePt t="52681" x="2508250" y="2146300"/>
          <p14:tracePt t="52715" x="2533650" y="2152650"/>
          <p14:tracePt t="52761" x="2571750" y="2152650"/>
          <p14:tracePt t="52795" x="2673350" y="2152650"/>
          <p14:tracePt t="52828" x="2990850" y="2139950"/>
          <p14:tracePt t="52861" x="3257550" y="2127250"/>
          <p14:tracePt t="52911" x="3479800" y="2127250"/>
          <p14:tracePt t="52932" x="3492500" y="2127250"/>
          <p14:tracePt t="53027" x="3467100" y="2120900"/>
          <p14:tracePt t="53512" x="3556000" y="2012950"/>
          <p14:tracePt t="53542" x="3829050" y="1657350"/>
          <p14:tracePt t="53575" x="4064000" y="1422400"/>
          <p14:tracePt t="53608" x="4292600" y="1212850"/>
          <p14:tracePt t="53644" x="4489450" y="1028700"/>
          <p14:tracePt t="53692" x="4616450" y="933450"/>
          <p14:tracePt t="53731" x="4660900" y="914400"/>
          <p14:tracePt t="53760" x="4673600" y="901700"/>
          <p14:tracePt t="53791" x="4679950" y="895350"/>
          <p14:tracePt t="53824" x="4699000" y="889000"/>
          <p14:tracePt t="53941" x="4705350" y="889000"/>
          <p14:tracePt t="53965" x="4705350" y="908050"/>
          <p14:tracePt t="53995" x="4699000" y="939800"/>
          <p14:tracePt t="54028" x="4641850" y="1016000"/>
          <p14:tracePt t="54057" x="4489450" y="1187450"/>
          <p14:tracePt t="54090" x="4248150" y="1409700"/>
          <p14:tracePt t="54109" x="4083050" y="1530350"/>
          <p14:tracePt t="54140" x="3848100" y="1682750"/>
          <p14:tracePt t="54174" x="3600450" y="1816100"/>
          <p14:tracePt t="54182" x="3543300" y="1835150"/>
          <p14:tracePt t="54214" x="3435350" y="1866900"/>
          <p14:tracePt t="54245" x="3200400" y="1898650"/>
          <p14:tracePt t="54276" x="2984500" y="1898650"/>
          <p14:tracePt t="54306" x="2819400" y="1898650"/>
          <p14:tracePt t="54339" x="2520950" y="1917700"/>
          <p14:tracePt t="54373" x="2311400" y="1924050"/>
          <p14:tracePt t="54407" x="2076450" y="1905000"/>
          <p14:tracePt t="54432" x="2012950" y="1898650"/>
          <p14:tracePt t="54463" x="1955800" y="1892300"/>
          <p14:tracePt t="54496" x="1911350" y="1885950"/>
          <p14:tracePt t="54527" x="1898650" y="1879600"/>
          <p14:tracePt t="54589" x="1892300" y="1879600"/>
          <p14:tracePt t="54655" x="1892300" y="1898650"/>
          <p14:tracePt t="54688" x="1911350" y="1911350"/>
          <p14:tracePt t="54721" x="1924050" y="1924050"/>
          <p14:tracePt t="54760" x="1943100" y="1936750"/>
          <p14:tracePt t="54793" x="1987550" y="1962150"/>
          <p14:tracePt t="54824" x="2108200" y="2032000"/>
          <p14:tracePt t="54854" x="2298700" y="2082800"/>
          <p14:tracePt t="54887" x="2635250" y="2152650"/>
          <p14:tracePt t="54921" x="2857500" y="2171700"/>
          <p14:tracePt t="54954" x="3009900" y="2190750"/>
          <p14:tracePt t="54972" x="3028950" y="2190750"/>
          <p14:tracePt t="54995" x="3067050" y="2203450"/>
          <p14:tracePt t="55025" x="3092450" y="2209800"/>
          <p14:tracePt t="55074" x="3092450" y="2247900"/>
          <p14:tracePt t="55605" x="3276600" y="2114550"/>
          <p14:tracePt t="55621" x="3359150" y="2057400"/>
          <p14:tracePt t="55653" x="3683000" y="1752600"/>
          <p14:tracePt t="55685" x="3917950" y="1524000"/>
          <p14:tracePt t="55718" x="4152900" y="1352550"/>
          <p14:tracePt t="55751" x="4368800" y="1149350"/>
          <p14:tracePt t="55801" x="4527550" y="984250"/>
          <p14:tracePt t="55837" x="4622800" y="908050"/>
          <p14:tracePt t="55870" x="4743450" y="800100"/>
          <p14:tracePt t="55901" x="4787900" y="768350"/>
          <p14:tracePt t="55934" x="4832350" y="730250"/>
          <p14:tracePt t="55967" x="4864100" y="704850"/>
          <p14:tracePt t="56000" x="4870450" y="704850"/>
          <p14:tracePt t="56033" x="4883150" y="704850"/>
          <p14:tracePt t="56104" x="4883150" y="711200"/>
          <p14:tracePt t="56138" x="4883150" y="717550"/>
          <p14:tracePt t="56166" x="4883150" y="723900"/>
          <p14:tracePt t="56200" x="4870450" y="730250"/>
          <p14:tracePt t="56250" x="4851400" y="736600"/>
          <p14:tracePt t="56282" x="4819650" y="742950"/>
          <p14:tracePt t="56307" x="4768850" y="742950"/>
          <p14:tracePt t="56340" x="4692650" y="736600"/>
          <p14:tracePt t="56370" x="4610100" y="730250"/>
          <p14:tracePt t="56401" x="4552950" y="717550"/>
          <p14:tracePt t="56432" x="4514850" y="711200"/>
          <p14:tracePt t="56499" x="4565650" y="711200"/>
          <p14:tracePt t="56532" x="4648200" y="717550"/>
          <p14:tracePt t="56556" x="4819650" y="698500"/>
          <p14:tracePt t="56590" x="5118100" y="647700"/>
          <p14:tracePt t="56619" x="5410200" y="615950"/>
          <p14:tracePt t="56651" x="5575300" y="615950"/>
          <p14:tracePt t="56683" x="5638800" y="628650"/>
          <p14:tracePt t="56715" x="5664200" y="635000"/>
          <p14:tracePt t="56781" x="5651500" y="635000"/>
          <p14:tracePt t="56814" x="5632450" y="635000"/>
          <p14:tracePt t="56838" x="5613400" y="628650"/>
          <p14:tracePt t="56869" x="5588000" y="628650"/>
          <p14:tracePt t="56900" x="5562600" y="628650"/>
          <p14:tracePt t="56933" x="5505450" y="641350"/>
          <p14:tracePt t="56964" x="5391150" y="654050"/>
          <p14:tracePt t="56997" x="5067300" y="723900"/>
          <p14:tracePt t="57030" x="4743450" y="774700"/>
          <p14:tracePt t="57063" x="4425950" y="800100"/>
          <p14:tracePt t="57087" x="4146550" y="819150"/>
          <p14:tracePt t="57120" x="3987800" y="819150"/>
          <p14:tracePt t="57151" x="3930650" y="819150"/>
          <p14:tracePt t="57169" x="3917950" y="819150"/>
          <p14:tracePt t="57279" x="3924300" y="819150"/>
          <p14:tracePt t="57312" x="3930650" y="819150"/>
          <p14:tracePt t="57379" x="3943350" y="819150"/>
          <p14:tracePt t="57432" x="3956050" y="819150"/>
          <p14:tracePt t="57478" x="3962400" y="819150"/>
          <p14:tracePt t="57528" x="3968750" y="819150"/>
          <p14:tracePt t="57561" x="3987800" y="819150"/>
          <p14:tracePt t="57629" x="4000500" y="819150"/>
          <p14:tracePt t="57667" x="4019550" y="819150"/>
          <p14:tracePt t="57684" x="4051300" y="825500"/>
          <p14:tracePt t="57713" x="4197350" y="831850"/>
          <p14:tracePt t="57745" x="4438650" y="844550"/>
          <p14:tracePt t="57778" x="4705350" y="863600"/>
          <p14:tracePt t="57811" x="4914900" y="889000"/>
          <p14:tracePt t="57843" x="4965700" y="889000"/>
          <p14:tracePt t="57870" x="4972050" y="876300"/>
          <p14:tracePt t="57900" x="4965700" y="863600"/>
          <p14:tracePt t="58481" x="4953000" y="863600"/>
          <p14:tracePt t="58525" x="4927600" y="863600"/>
          <p14:tracePt t="58558" x="4876800" y="876300"/>
          <p14:tracePt t="58582" x="4851400" y="889000"/>
          <p14:tracePt t="58610" x="4794250" y="901700"/>
          <p14:tracePt t="58641" x="4692650" y="927100"/>
          <p14:tracePt t="58675" x="4438650" y="990600"/>
          <p14:tracePt t="58708" x="4108450" y="1054100"/>
          <p14:tracePt t="58742" x="3733800" y="1104900"/>
          <p14:tracePt t="58774" x="3143250" y="1200150"/>
          <p14:tracePt t="58824" x="2546350" y="1263650"/>
          <p14:tracePt t="58857" x="2368550" y="1282700"/>
          <p14:tracePt t="58875" x="2228850" y="1282700"/>
          <p14:tracePt t="58892" x="2108200" y="1289050"/>
          <p14:tracePt t="58924" x="1968500" y="1289050"/>
          <p14:tracePt t="58957" x="1866900" y="1270000"/>
          <p14:tracePt t="58990" x="1809750" y="1257300"/>
          <p14:tracePt t="59023" x="1784350" y="1238250"/>
          <p14:tracePt t="59056" x="1739900" y="1206500"/>
          <p14:tracePt t="59090" x="1708150" y="1174750"/>
          <p14:tracePt t="59108" x="1682750" y="1162050"/>
          <p14:tracePt t="59140" x="1638300" y="1143000"/>
          <p14:tracePt t="59173" x="1612900" y="1130300"/>
          <p14:tracePt t="59206" x="1549400" y="1117600"/>
          <p14:tracePt t="59225" x="1492250" y="1092200"/>
          <p14:tracePt t="59256" x="1390650" y="1054100"/>
          <p14:tracePt t="59289" x="1263650" y="1003300"/>
          <p14:tracePt t="59322" x="1200150" y="977900"/>
          <p14:tracePt t="59355" x="1162050" y="965200"/>
          <p14:tracePt t="59389" x="1143000" y="965200"/>
          <p14:tracePt t="59471" x="1155700" y="971550"/>
          <p14:tracePt t="59507" x="1162050" y="971550"/>
          <p14:tracePt t="59554" x="1174750" y="971550"/>
          <p14:tracePt t="59587" x="1181100" y="977900"/>
          <p14:tracePt t="59606" x="1187450" y="977900"/>
          <p14:tracePt t="59638" x="1200150" y="984250"/>
          <p14:tracePt t="59671" x="1301750" y="996950"/>
          <p14:tracePt t="59707" x="1511300" y="1022350"/>
          <p14:tracePt t="59737" x="1930400" y="1035050"/>
          <p14:tracePt t="59772" x="2273300" y="1035050"/>
          <p14:tracePt t="59806" x="2514600" y="1009650"/>
          <p14:tracePt t="59837" x="2654300" y="984250"/>
          <p14:tracePt t="59871" x="2762250" y="958850"/>
          <p14:tracePt t="59892" x="2781300" y="946150"/>
          <p14:tracePt t="59923" x="2813050" y="933450"/>
          <p14:tracePt t="59953" x="2825750" y="927100"/>
          <p14:tracePt t="60092" x="2825750" y="920750"/>
          <p14:tracePt t="60485" x="3022600" y="946150"/>
          <p14:tracePt t="60524" x="3314700" y="990600"/>
          <p14:tracePt t="60556" x="3695700" y="996950"/>
          <p14:tracePt t="60588" x="3968750" y="1041400"/>
          <p14:tracePt t="60609" x="4121150" y="1041400"/>
          <p14:tracePt t="60640" x="4305300" y="1035050"/>
          <p14:tracePt t="60671" x="4406900" y="1009650"/>
          <p14:tracePt t="60717" x="4476750" y="996950"/>
          <p14:tracePt t="60739" x="4502150" y="984250"/>
          <p14:tracePt t="60772" x="4527550" y="984250"/>
          <p14:tracePt t="60801" x="4540250" y="984250"/>
          <p14:tracePt t="60839" x="4546600" y="984250"/>
          <p14:tracePt t="61049" x="4603750" y="996950"/>
          <p14:tracePt t="61073" x="4673600" y="1003300"/>
          <p14:tracePt t="61101" x="4806950" y="1016000"/>
          <p14:tracePt t="61133" x="4972050" y="1016000"/>
          <p14:tracePt t="61157" x="5073650" y="1016000"/>
          <p14:tracePt t="61187" x="5226050" y="1016000"/>
          <p14:tracePt t="61216" x="5283200" y="1016000"/>
          <p14:tracePt t="61240" x="5314950" y="1022350"/>
          <p14:tracePt t="61257" x="5327650" y="1022350"/>
          <p14:tracePt t="61289" x="5365750" y="1035050"/>
          <p14:tracePt t="61332" x="5378450" y="1035050"/>
          <p14:tracePt t="61357" x="5384800" y="1035050"/>
          <p14:tracePt t="61415" x="5365750" y="1035050"/>
          <p14:tracePt t="61448" x="5353050" y="1035050"/>
          <p14:tracePt t="61472" x="5340350" y="1035050"/>
          <p14:tracePt t="61499" x="5327650" y="1035050"/>
          <p14:tracePt t="61531" x="5283200" y="1041400"/>
          <p14:tracePt t="61564" x="5200650" y="1060450"/>
          <p14:tracePt t="61588" x="5080000" y="1066800"/>
          <p14:tracePt t="61631" x="4832350" y="1079500"/>
          <p14:tracePt t="61664" x="4667250" y="1073150"/>
          <p14:tracePt t="61688" x="4578350" y="1066800"/>
          <p14:tracePt t="61730" x="4552950" y="1066800"/>
          <p14:tracePt t="61913" x="4572000" y="1066800"/>
          <p14:tracePt t="61963" x="4591050" y="1066800"/>
          <p14:tracePt t="62029" x="4610100" y="1073150"/>
          <p14:tracePt t="62063" x="4660900" y="1073150"/>
          <p14:tracePt t="62096" x="4756150" y="1073150"/>
          <p14:tracePt t="62130" x="4927600" y="1079500"/>
          <p14:tracePt t="62148" x="4978400" y="1079500"/>
          <p14:tracePt t="62179" x="5041900" y="1085850"/>
          <p14:tracePt t="64205" x="5035550" y="1104900"/>
          <p14:tracePt t="64239" x="4991100" y="1174750"/>
          <p14:tracePt t="64277" x="4927600" y="1270000"/>
          <p14:tracePt t="64294" x="4895850" y="1333500"/>
          <p14:tracePt t="64338" x="4806950" y="1479550"/>
          <p14:tracePt t="64362" x="4768850" y="1517650"/>
          <p14:tracePt t="64393" x="4718050" y="1574800"/>
          <p14:tracePt t="64438" x="4692650" y="1606550"/>
          <p14:tracePt t="64464" x="4667250" y="1631950"/>
          <p14:tracePt t="64495" x="4629150" y="1682750"/>
          <p14:tracePt t="64537" x="4559300" y="1778000"/>
          <p14:tracePt t="64562" x="4508500" y="1860550"/>
          <p14:tracePt t="64593" x="4419600" y="1987550"/>
          <p14:tracePt t="64637" x="4279900" y="2216150"/>
          <p14:tracePt t="64670" x="4178300" y="2419350"/>
          <p14:tracePt t="64695" x="4108450" y="2571750"/>
          <p14:tracePt t="64722" x="4064000" y="2641600"/>
          <p14:tracePt t="64753" x="4032250" y="2717800"/>
          <p14:tracePt t="64786" x="4013200" y="2749550"/>
          <p14:tracePt t="64795" x="4006850" y="2755900"/>
          <p14:tracePt t="64836" x="3994150" y="2774950"/>
          <p14:tracePt t="64886" x="3987800" y="2781300"/>
          <p14:tracePt t="64904" x="3981450" y="2787650"/>
          <p14:tracePt t="64936" x="3981450" y="2794000"/>
          <p14:tracePt t="64969" x="3981450" y="2800350"/>
          <p14:tracePt t="65002" x="3968750" y="2819400"/>
          <p14:tracePt t="65036" x="3962400" y="2825750"/>
          <p14:tracePt t="65800" x="3924300" y="2838450"/>
          <p14:tracePt t="65833" x="3873500" y="2851150"/>
          <p14:tracePt t="65868" x="3778250" y="2870200"/>
          <p14:tracePt t="65899" x="3708400" y="2876550"/>
          <p14:tracePt t="65949" x="3619500" y="2895600"/>
          <p14:tracePt t="65982" x="3543300" y="2882900"/>
          <p14:tracePt t="66016" x="3473450" y="2876550"/>
          <p14:tracePt t="66050" x="3365500" y="2857500"/>
          <p14:tracePt t="66067" x="3327400" y="2844800"/>
          <p14:tracePt t="66099" x="3213100" y="2838450"/>
          <p14:tracePt t="66117" x="3181350" y="2832100"/>
          <p14:tracePt t="66149" x="3092450" y="2819400"/>
          <p14:tracePt t="66182" x="3035300" y="2806700"/>
          <p14:tracePt t="66215" x="2978150" y="2800350"/>
          <p14:tracePt t="66249" x="2901950" y="2794000"/>
          <p14:tracePt t="66282" x="2863850" y="2794000"/>
          <p14:tracePt t="66300" x="2851150" y="2787650"/>
          <p14:tracePt t="66331" x="2838450" y="2787650"/>
          <p14:tracePt t="66364" x="2832100" y="2787650"/>
          <p14:tracePt t="66448" x="2838450" y="2787650"/>
          <p14:tracePt t="66497" x="2844800" y="2787650"/>
          <p14:tracePt t="66580" x="2844800" y="2774950"/>
          <p14:tracePt t="66617" x="2844800" y="2762250"/>
          <p14:tracePt t="66647" x="2838450" y="2749550"/>
          <p14:tracePt t="66680" x="2832100" y="2736850"/>
          <p14:tracePt t="66702" x="2819400" y="2717800"/>
          <p14:tracePt t="66733" x="2787650" y="2654300"/>
          <p14:tracePt t="66763" x="2749550" y="2578100"/>
          <p14:tracePt t="66797" x="2705100" y="2495550"/>
          <p14:tracePt t="66833" x="2647950" y="2425700"/>
          <p14:tracePt t="66864" x="2603500" y="2387600"/>
          <p14:tracePt t="66897" x="2552700" y="2336800"/>
          <p14:tracePt t="66917" x="2527300" y="2311400"/>
          <p14:tracePt t="66949" x="2508250" y="2286000"/>
          <p14:tracePt t="66979" x="2489200" y="2273300"/>
          <p14:tracePt t="67018" x="2470150" y="2260600"/>
          <p14:tracePt t="67065" x="2457450" y="2254250"/>
          <p14:tracePt t="67148" x="2444750" y="2247900"/>
          <p14:tracePt t="67181" x="2438400" y="2241550"/>
          <p14:tracePt t="67203" x="2438400" y="2235200"/>
          <p14:tracePt t="67334" x="2444750" y="2235200"/>
          <p14:tracePt t="67366" x="2463800" y="2235200"/>
          <p14:tracePt t="67397" x="2476500" y="2247900"/>
          <p14:tracePt t="67418" x="2514600" y="2254250"/>
          <p14:tracePt t="67449" x="2654300" y="2260600"/>
          <p14:tracePt t="67480" x="2870200" y="2273300"/>
          <p14:tracePt t="67527" x="3143250" y="2273300"/>
          <p14:tracePt t="67551" x="3194050" y="2273300"/>
          <p14:tracePt t="67583" x="3219450" y="2273300"/>
          <p14:tracePt t="67643" x="3225800" y="2273300"/>
          <p14:tracePt t="68673" x="3175000" y="2273300"/>
          <p14:tracePt t="68706" x="3155950" y="2279650"/>
          <p14:tracePt t="68740" x="3130550" y="2286000"/>
          <p14:tracePt t="68773" x="3105150" y="2292350"/>
          <p14:tracePt t="68806" x="3092450" y="2298700"/>
          <p14:tracePt t="68839" x="3060700" y="2305050"/>
          <p14:tracePt t="68874" x="3016250" y="2311400"/>
          <p14:tracePt t="68906" x="2927350" y="2311400"/>
          <p14:tracePt t="68939" x="2876550" y="2317750"/>
          <p14:tracePt t="68972" x="2774950" y="2324100"/>
          <p14:tracePt t="69005" x="2717800" y="2336800"/>
          <p14:tracePt t="69039" x="2667000" y="2355850"/>
          <p14:tracePt t="69072" x="2609850" y="2381250"/>
          <p14:tracePt t="69105" x="2565400" y="2400300"/>
          <p14:tracePt t="69123" x="2533650" y="2413000"/>
          <p14:tracePt t="69155" x="2514600" y="2432050"/>
          <p14:tracePt t="69188" x="2495550" y="2451100"/>
          <p14:tracePt t="69238" x="2482850" y="2482850"/>
          <p14:tracePt t="69271" x="2476500" y="2495550"/>
          <p14:tracePt t="69304" x="2463800" y="2514600"/>
          <p14:tracePt t="69337" x="2451100" y="2527300"/>
          <p14:tracePt t="69371" x="2432050" y="2552700"/>
          <p14:tracePt t="69404" x="2413000" y="2584450"/>
          <p14:tracePt t="69437" x="2381250" y="2635250"/>
          <p14:tracePt t="69471" x="2336800" y="2724150"/>
          <p14:tracePt t="69504" x="2311400" y="2768600"/>
          <p14:tracePt t="69537" x="2305050" y="2800350"/>
          <p14:tracePt t="69586" x="2305050" y="2806700"/>
          <p14:tracePt t="69703" x="2311400" y="2806700"/>
          <p14:tracePt t="69739" x="2317750" y="2806700"/>
          <p14:tracePt t="69770" x="2324100" y="2806700"/>
          <p14:tracePt t="69802" x="2330450" y="2806700"/>
          <p14:tracePt t="69839" x="2336800" y="2806700"/>
          <p14:tracePt t="69886" x="2343150" y="2800350"/>
          <p14:tracePt t="69938" x="2343150" y="2794000"/>
          <p14:tracePt t="70404" x="2444750" y="2794000"/>
          <p14:tracePt t="70439" x="2501900" y="2794000"/>
          <p14:tracePt t="70472" x="2603500" y="2794000"/>
          <p14:tracePt t="70503" x="2635250" y="2794000"/>
          <p14:tracePt t="70539" x="2667000" y="2794000"/>
          <p14:tracePt t="70571" x="2673350" y="2794000"/>
          <p14:tracePt t="70603" x="2679700" y="2794000"/>
          <p14:tracePt t="70655" x="2686050" y="2794000"/>
          <p14:tracePt t="72210" x="2711450" y="2762250"/>
          <p14:tracePt t="72244" x="2774950" y="2692400"/>
          <p14:tracePt t="72277" x="2851150" y="2622550"/>
          <p14:tracePt t="72311" x="2952750" y="2489200"/>
          <p14:tracePt t="72344" x="3028950" y="2413000"/>
          <p14:tracePt t="72377" x="3098800" y="2343150"/>
          <p14:tracePt t="72410" x="3168650" y="2273300"/>
          <p14:tracePt t="72443" x="3232150" y="2184400"/>
          <p14:tracePt t="72477" x="3232150" y="2159000"/>
          <p14:tracePt t="78672" x="3162300" y="2197100"/>
          <p14:tracePt t="78705" x="2921000" y="2336800"/>
          <p14:tracePt t="78739" x="2667000" y="2533650"/>
          <p14:tracePt t="78772" x="2533650" y="2686050"/>
          <p14:tracePt t="78791" x="2514600" y="2730500"/>
          <p14:tracePt t="78821" x="2457450" y="2819400"/>
          <p14:tracePt t="78854" x="2438400" y="2857500"/>
          <p14:tracePt t="78889" x="2438400" y="2863850"/>
          <p14:tracePt t="78921" x="2444750" y="2870200"/>
          <p14:tracePt t="78941" x="2451100" y="2870200"/>
          <p14:tracePt t="78988" x="2457450" y="2870200"/>
          <p14:tracePt t="79203" x="2463800" y="2863850"/>
          <p14:tracePt t="79240" x="2470150" y="2863850"/>
          <p14:tracePt t="79270" x="2476500" y="2870200"/>
          <p14:tracePt t="79303" x="2482850" y="2870200"/>
          <p14:tracePt t="79340" x="2495550" y="2882900"/>
          <p14:tracePt t="79370" x="2527300" y="2908300"/>
          <p14:tracePt t="79403" x="2565400" y="2952750"/>
          <p14:tracePt t="79439" x="2641600" y="3073400"/>
          <p14:tracePt t="79469" x="2724150" y="3200400"/>
          <p14:tracePt t="79503" x="2819400" y="3359150"/>
          <p14:tracePt t="79521" x="2857500" y="3422650"/>
          <p14:tracePt t="79555" x="2921000" y="3505200"/>
          <p14:tracePt t="79586" x="2940050" y="3517900"/>
          <p14:tracePt t="79618" x="2952750" y="3517900"/>
          <p14:tracePt t="80088" x="3028950" y="3562350"/>
          <p14:tracePt t="80118" x="3213100" y="3708400"/>
          <p14:tracePt t="80138" x="3276600" y="3778250"/>
          <p14:tracePt t="80170" x="3371850" y="3860800"/>
          <p14:tracePt t="80203" x="3416300" y="3898900"/>
          <p14:tracePt t="80239" x="3435350" y="3917950"/>
          <p14:tracePt t="80271" x="3441700" y="3917950"/>
          <p14:tracePt t="81263" x="3390900" y="3917950"/>
          <p14:tracePt t="81296" x="3327400" y="3917950"/>
          <p14:tracePt t="81320" x="3282950" y="3917950"/>
          <p14:tracePt t="81348" x="3175000" y="3911600"/>
          <p14:tracePt t="81379" x="3009900" y="3892550"/>
          <p14:tracePt t="81412" x="2933700" y="3892550"/>
          <p14:tracePt t="81447" x="2774950" y="3873500"/>
          <p14:tracePt t="81479" x="2667000" y="3860800"/>
          <p14:tracePt t="81512" x="2590800" y="3822700"/>
          <p14:tracePt t="81530" x="2546350" y="3797300"/>
          <p14:tracePt t="81562" x="2489200" y="3746500"/>
          <p14:tracePt t="81580" x="2482850" y="3740150"/>
          <p14:tracePt t="81612" x="2470150" y="3727450"/>
          <p14:tracePt t="81678" x="2470150" y="3721100"/>
          <p14:tracePt t="81845" x="2470150" y="3727450"/>
          <p14:tracePt t="81944" x="2476500" y="3727450"/>
          <p14:tracePt t="81977" x="2482850" y="3727450"/>
          <p14:tracePt t="82010" x="2482850" y="3733800"/>
          <p14:tracePt t="82044" x="2482850" y="3740150"/>
          <p14:tracePt t="82077" x="2489200" y="3746500"/>
          <p14:tracePt t="82127" x="2495550" y="3759200"/>
          <p14:tracePt t="82160" x="2508250" y="3765550"/>
          <p14:tracePt t="82226" x="2514600" y="3784600"/>
          <p14:tracePt t="82260" x="2514600" y="3803650"/>
          <p14:tracePt t="82293" x="2514600" y="3854450"/>
          <p14:tracePt t="82311" x="2514600" y="3873500"/>
          <p14:tracePt t="82343" x="2527300" y="3917950"/>
          <p14:tracePt t="82376" x="2533650" y="3924300"/>
          <p14:tracePt t="82409" x="2540000" y="3937000"/>
          <p14:tracePt t="82446" x="2559050" y="3943350"/>
          <p14:tracePt t="82462" x="2571750" y="3943350"/>
          <p14:tracePt t="82494" x="2609850" y="3968750"/>
          <p14:tracePt t="82525" x="2692400" y="3987800"/>
          <p14:tracePt t="82561" x="2768600" y="3994150"/>
          <p14:tracePt t="82592" x="2838450" y="4006850"/>
          <p14:tracePt t="82625" x="2914650" y="4025900"/>
          <p14:tracePt t="82661" x="2952750" y="4038600"/>
          <p14:tracePt t="82691" x="2984500" y="4051300"/>
          <p14:tracePt t="82725" x="3003550" y="4057650"/>
          <p14:tracePt t="82761" x="3016250" y="4064000"/>
          <p14:tracePt t="82924" x="3022600" y="4064000"/>
          <p14:tracePt t="82962" x="3035300" y="4064000"/>
          <p14:tracePt t="82992" x="3048000" y="4064000"/>
          <p14:tracePt t="83023" x="3111500" y="4064000"/>
          <p14:tracePt t="83045" x="3181350" y="4057650"/>
          <p14:tracePt t="83076" x="3359150" y="4051300"/>
          <p14:tracePt t="83110" x="3632200" y="4038600"/>
          <p14:tracePt t="83145" x="3771900" y="4038600"/>
          <p14:tracePt t="83178" x="3835400" y="4038600"/>
          <p14:tracePt t="83209" x="3873500" y="4038600"/>
          <p14:tracePt t="83230" x="3886200" y="4038600"/>
          <p14:tracePt t="83261" x="3898900" y="4038600"/>
          <p14:tracePt t="83292" x="3911600" y="4038600"/>
          <p14:tracePt t="83325" x="3937000" y="4038600"/>
          <p14:tracePt t="83362" x="3962400" y="4038600"/>
          <p14:tracePt t="83377" x="3968750" y="4038600"/>
          <p14:tracePt t="83411" x="4032250" y="4038600"/>
          <p14:tracePt t="83424" x="4051300" y="4038600"/>
          <p14:tracePt t="83472" x="4159250" y="4044950"/>
          <p14:tracePt t="83510" x="4210050" y="4057650"/>
          <p14:tracePt t="83538" x="4229100" y="4057650"/>
          <p14:tracePt t="83577" x="4235450" y="4057650"/>
          <p14:tracePt t="83609" x="4235450" y="4064000"/>
          <p14:tracePt t="83688" x="4241800" y="4064000"/>
          <p14:tracePt t="83787" x="4248150" y="4070350"/>
          <p14:tracePt t="84286" x="4241800" y="4070350"/>
          <p14:tracePt t="84435" x="4235450" y="4070350"/>
          <p14:tracePt t="84485" x="4229100" y="4070350"/>
          <p14:tracePt t="84535" x="4222750" y="4070350"/>
          <p14:tracePt t="84568" x="4216400" y="4070350"/>
          <p14:tracePt t="84601" x="4210050" y="4070350"/>
          <p14:tracePt t="84651" x="4203700" y="4070350"/>
          <p14:tracePt t="84701" x="4191000" y="4070350"/>
          <p14:tracePt t="84734" x="4165600" y="4070350"/>
          <p14:tracePt t="84768" x="4133850" y="4076700"/>
          <p14:tracePt t="84786" x="4108450" y="4083050"/>
          <p14:tracePt t="84817" x="3981450" y="4095750"/>
          <p14:tracePt t="84851" x="3848100" y="4108450"/>
          <p14:tracePt t="84884" x="3695700" y="4108450"/>
          <p14:tracePt t="84917" x="3505200" y="4089400"/>
          <p14:tracePt t="84951" x="3416300" y="4064000"/>
          <p14:tracePt t="84983" x="3359150" y="4057650"/>
          <p14:tracePt t="85016" x="3333750" y="4057650"/>
          <p14:tracePt t="85053" x="3314700" y="4057650"/>
          <p14:tracePt t="85083" x="3302000" y="4051300"/>
          <p14:tracePt t="85116" x="3289300" y="4051300"/>
          <p14:tracePt t="85152" x="3270250" y="4044950"/>
          <p14:tracePt t="85232" x="3257550" y="4044950"/>
          <p14:tracePt t="85299" x="3244850" y="4044950"/>
          <p14:tracePt t="85365" x="3238500" y="4044950"/>
          <p14:tracePt t="85431" x="3219450" y="4038600"/>
          <p14:tracePt t="85465" x="3206750" y="4025900"/>
          <p14:tracePt t="85498" x="3181350" y="4013200"/>
          <p14:tracePt t="85517" x="3130550" y="3994150"/>
          <p14:tracePt t="85551" x="2946400" y="3924300"/>
          <p14:tracePt t="85581" x="2755900" y="3873500"/>
          <p14:tracePt t="85615" x="2546350" y="3829050"/>
          <p14:tracePt t="85636" x="2425700" y="3810000"/>
          <p14:tracePt t="85668" x="2266950" y="3784600"/>
          <p14:tracePt t="85683" x="2159000" y="3771900"/>
          <p14:tracePt t="85714" x="2012950" y="3759200"/>
          <p14:tracePt t="85750" x="1905000" y="3733800"/>
          <p14:tracePt t="85784" x="1784350" y="3714750"/>
          <p14:tracePt t="85814" x="1727200" y="3714750"/>
          <p14:tracePt t="85853" x="1663700" y="3721100"/>
          <p14:tracePt t="85882" x="1638300" y="3733800"/>
          <p14:tracePt t="85914" x="1606550" y="3752850"/>
          <p14:tracePt t="85932" x="1600200" y="3765550"/>
          <p14:tracePt t="85966" x="1574800" y="3771900"/>
          <p14:tracePt t="86000" x="1555750" y="3778250"/>
          <p14:tracePt t="86052" x="1543050" y="3790950"/>
          <p14:tracePt t="86084" x="1530350" y="3797300"/>
          <p14:tracePt t="86116" x="1517650" y="3816350"/>
          <p14:tracePt t="86152" x="1511300" y="3822700"/>
          <p14:tracePt t="86184" x="1511300" y="3841750"/>
          <p14:tracePt t="86232" x="1504950" y="3854450"/>
          <p14:tracePt t="86299" x="1504950" y="3860800"/>
          <p14:tracePt t="86331" x="1511300" y="3860800"/>
          <p14:tracePt t="86368" x="1524000" y="3860800"/>
          <p14:tracePt t="86416" x="1530350" y="3860800"/>
          <p14:tracePt t="86438" x="1536700" y="3860800"/>
          <p14:tracePt t="86469" x="1543050" y="3860800"/>
          <p14:tracePt t="86499" x="1549400" y="3860800"/>
          <p14:tracePt t="86533" x="1574800" y="3860800"/>
          <p14:tracePt t="86578" x="1651000" y="3860800"/>
          <p14:tracePt t="86599" x="1733550" y="3860800"/>
          <p14:tracePt t="86631" x="1930400" y="3873500"/>
          <p14:tracePt t="86661" x="2006600" y="3886200"/>
          <p14:tracePt t="86685" x="2051050" y="3892550"/>
          <p14:tracePt t="86716" x="2082800" y="3898900"/>
          <p14:tracePt t="86760" x="2089150" y="3898900"/>
          <p14:tracePt t="86844" x="2095500" y="3898900"/>
          <p14:tracePt t="86977" x="2108200" y="3905250"/>
          <p14:tracePt t="87001" x="2127250" y="3905250"/>
          <p14:tracePt t="87018" x="2159000" y="3917950"/>
          <p14:tracePt t="87060" x="2311400" y="3949700"/>
          <p14:tracePt t="87093" x="2444750" y="3962400"/>
          <p14:tracePt t="87116" x="2527300" y="3981450"/>
          <p14:tracePt t="87144" x="2565400" y="3994150"/>
          <p14:tracePt t="87209" x="2571750" y="4000500"/>
          <p14:tracePt t="87459" x="2641600" y="4000500"/>
          <p14:tracePt t="87492" x="2806700" y="4000500"/>
          <p14:tracePt t="87525" x="2927350" y="3994150"/>
          <p14:tracePt t="87560" x="3003550" y="3987800"/>
          <p14:tracePt t="87576" x="3009900" y="3987800"/>
          <p14:tracePt t="87607" x="3022600" y="3987800"/>
          <p14:tracePt t="87674" x="3028950" y="3981450"/>
          <p14:tracePt t="87724" x="3048000" y="3981450"/>
          <p14:tracePt t="87757" x="3067050" y="3981450"/>
          <p14:tracePt t="87790" x="3086100" y="3981450"/>
          <p14:tracePt t="87824" x="3168650" y="3987800"/>
          <p14:tracePt t="87857" x="3276600" y="4000500"/>
          <p14:tracePt t="87890" x="3454400" y="4019550"/>
          <p14:tracePt t="87923" x="3549650" y="4032250"/>
          <p14:tracePt t="87956" x="3613150" y="4038600"/>
          <p14:tracePt t="87990" x="3670300" y="4051300"/>
          <p14:tracePt t="88023" x="3702050" y="4051300"/>
          <p14:tracePt t="88041" x="3727450" y="4057650"/>
          <p14:tracePt t="88073" x="3752850" y="4057650"/>
          <p14:tracePt t="88106" x="3771900" y="4057650"/>
          <p14:tracePt t="88142" x="3790950" y="4057650"/>
          <p14:tracePt t="88173" x="3816350" y="4057650"/>
          <p14:tracePt t="88206" x="3822700" y="4064000"/>
          <p14:tracePt t="88239" x="3829050" y="4064000"/>
          <p14:tracePt t="88773" x="3905250" y="4064000"/>
          <p14:tracePt t="88803" x="3962400" y="4064000"/>
          <p14:tracePt t="88837" x="4083050" y="4064000"/>
          <p14:tracePt t="88858" x="4127500" y="4064000"/>
          <p14:tracePt t="88890" x="4184650" y="4064000"/>
          <p14:tracePt t="88920" x="4216400" y="4064000"/>
          <p14:tracePt t="88959" x="4229100" y="4064000"/>
          <p14:tracePt t="90232" x="4279900" y="4064000"/>
          <p14:tracePt t="90250" x="4438650" y="4038600"/>
          <p14:tracePt t="90282" x="4546600" y="4019550"/>
          <p14:tracePt t="90315" x="4692650" y="4006850"/>
          <p14:tracePt t="90339" x="4737100" y="4006850"/>
          <p14:tracePt t="90367" x="4749800" y="4006850"/>
          <p14:tracePt t="90398" x="4756150" y="4006850"/>
          <p14:tracePt t="90431" x="4756150" y="3994150"/>
          <p14:tracePt t="90846" x="4756150" y="3987800"/>
          <p14:tracePt t="90964" x="4775200" y="3981450"/>
          <p14:tracePt t="90996" x="4813300" y="3981450"/>
          <p14:tracePt t="91029" x="4876800" y="3981450"/>
          <p14:tracePt t="91062" x="4953000" y="3975100"/>
          <p14:tracePt t="91096" x="5029200" y="3975100"/>
          <p14:tracePt t="91129" x="5048250" y="3968750"/>
          <p14:tracePt t="91162" x="5060950" y="3968750"/>
          <p14:tracePt t="91428" x="5086350" y="3968750"/>
          <p14:tracePt t="91464" x="5207000" y="4000500"/>
          <p14:tracePt t="91494" x="5257800" y="4006850"/>
          <p14:tracePt t="91528" x="5327650" y="4013200"/>
          <p14:tracePt t="91563" x="5353050" y="4013200"/>
          <p14:tracePt t="91610" x="5365750" y="4019550"/>
          <p14:tracePt t="91664" x="5378450" y="4019550"/>
          <p14:tracePt t="91693" x="5397500" y="4019550"/>
          <p14:tracePt t="91727" x="5448300" y="4025900"/>
          <p14:tracePt t="91748" x="5492750" y="4038600"/>
          <p14:tracePt t="91779" x="5562600" y="4044950"/>
          <p14:tracePt t="91810" x="5670550" y="4057650"/>
          <p14:tracePt t="91843" x="5708650" y="4064000"/>
          <p14:tracePt t="91879" x="5721350" y="4064000"/>
          <p14:tracePt t="92013" x="5708650" y="4064000"/>
          <p14:tracePt t="92464" x="5695950" y="4089400"/>
          <p14:tracePt t="92496" x="5676900" y="4114800"/>
          <p14:tracePt t="92527" x="5664200" y="4133850"/>
          <p14:tracePt t="92543" x="5651500" y="4146550"/>
          <p14:tracePt t="92581" x="5638800" y="4152900"/>
          <p14:tracePt t="92627" x="5619750" y="4159250"/>
          <p14:tracePt t="92674" x="5600700" y="4165600"/>
          <p14:tracePt t="92743" x="5600700" y="4178300"/>
          <p14:tracePt t="92773" x="5600700" y="4191000"/>
          <p14:tracePt t="92812" x="5607050" y="4197350"/>
          <p14:tracePt t="92873" x="5607050" y="4216400"/>
          <p14:tracePt t="92897" x="5613400" y="4267200"/>
          <p14:tracePt t="92930" x="5626100" y="4368800"/>
          <p14:tracePt t="92957" x="5626100" y="4483100"/>
          <p14:tracePt t="92989" x="5638800" y="4610100"/>
          <p14:tracePt t="93013" x="5670550" y="4679950"/>
          <p14:tracePt t="93044" x="5721350" y="4775200"/>
          <p14:tracePt t="93089" x="5772150" y="4889500"/>
          <p14:tracePt t="93113" x="5791200" y="4927600"/>
          <p14:tracePt t="93146" x="5816600" y="4978400"/>
          <p14:tracePt t="93188" x="5835650" y="5029200"/>
          <p14:tracePt t="93222" x="5854700" y="5060950"/>
          <p14:tracePt t="93271" x="5873750" y="5073650"/>
          <p14:tracePt t="93305" x="5880100" y="5086350"/>
          <p14:tracePt t="93329" x="5886450" y="5086350"/>
          <p14:tracePt t="93371" x="5918200" y="5105400"/>
          <p14:tracePt t="93404" x="5981700" y="5137150"/>
          <p14:tracePt t="93437" x="6026150" y="5156200"/>
          <p14:tracePt t="93456" x="6076950" y="5175250"/>
          <p14:tracePt t="93488" x="6127750" y="5200650"/>
          <p14:tracePt t="93520" x="6184900" y="5213350"/>
          <p14:tracePt t="93553" x="6248400" y="5219700"/>
          <p14:tracePt t="93588" x="6292850" y="5232400"/>
          <p14:tracePt t="93620" x="6305550" y="5232400"/>
          <p14:tracePt t="93686" x="6311900" y="5232400"/>
          <p14:tracePt t="94235" x="6273800" y="5219700"/>
          <p14:tracePt t="94268" x="6203950" y="5200650"/>
          <p14:tracePt t="94301" x="6165850" y="5187950"/>
          <p14:tracePt t="94334" x="6121400" y="5181600"/>
          <p14:tracePt t="94368" x="6076950" y="5175250"/>
          <p14:tracePt t="94401" x="6064250" y="5175250"/>
          <p14:tracePt t="94434" x="6051550" y="5175250"/>
          <p14:tracePt t="94484" x="6070600" y="5187950"/>
          <p14:tracePt t="94517" x="6070600" y="5194300"/>
          <p14:tracePt t="94550" x="6096000" y="5194300"/>
          <p14:tracePt t="94585" x="6140450" y="5200650"/>
          <p14:tracePt t="94617" x="6280150" y="5226050"/>
          <p14:tracePt t="94650" x="6388100" y="5238750"/>
          <p14:tracePt t="94683" x="6477000" y="5238750"/>
          <p14:tracePt t="94717" x="6559550" y="5238750"/>
          <p14:tracePt t="94750" x="6591300" y="5238750"/>
          <p14:tracePt t="94783" x="6642100" y="5245100"/>
          <p14:tracePt t="94816" x="6661150" y="5245100"/>
          <p14:tracePt t="94849" x="6673850" y="5245100"/>
          <p14:tracePt t="94882" x="6680200" y="5251450"/>
          <p14:tracePt t="95569" x="6642100" y="5251450"/>
          <p14:tracePt t="95601" x="6610350" y="5251450"/>
          <p14:tracePt t="95633" x="6584950" y="5251450"/>
          <p14:tracePt t="95652" x="6559550" y="5251450"/>
          <p14:tracePt t="95686" x="6521450" y="5251450"/>
          <p14:tracePt t="95715" x="6464300" y="5251450"/>
          <p14:tracePt t="95746" x="6375400" y="5245100"/>
          <p14:tracePt t="95785" x="6261100" y="5245100"/>
          <p14:tracePt t="95814" x="6184900" y="5238750"/>
          <p14:tracePt t="95847" x="6146800" y="5232400"/>
          <p14:tracePt t="95885" x="6121400" y="5232400"/>
          <p14:tracePt t="95917" x="6108700" y="5232400"/>
          <p14:tracePt t="95985" x="6108700" y="5226050"/>
          <p14:tracePt t="96078" x="6115050" y="5219700"/>
          <p14:tracePt t="96578" x="6108700" y="5219700"/>
          <p14:tracePt t="96611" x="6083300" y="5219700"/>
          <p14:tracePt t="96634" x="6064250" y="5219700"/>
          <p14:tracePt t="96661" x="6032500" y="5207000"/>
          <p14:tracePt t="96693" x="6000750" y="5200650"/>
          <p14:tracePt t="96726" x="5981700" y="5194300"/>
          <p14:tracePt t="96776" x="5962650" y="5181600"/>
          <p14:tracePt t="96809" x="5949950" y="5175250"/>
          <p14:tracePt t="96859" x="5943600" y="5168900"/>
          <p14:tracePt t="96893" x="5937250" y="5162550"/>
          <p14:tracePt t="96917" x="5930900" y="5162550"/>
          <p14:tracePt t="96947" x="5918200" y="5156200"/>
          <p14:tracePt t="96978" x="5861050" y="5111750"/>
          <p14:tracePt t="97012" x="5778500" y="5048250"/>
          <p14:tracePt t="97042" x="5645150" y="4933950"/>
          <p14:tracePt t="97075" x="5416550" y="4724400"/>
          <p14:tracePt t="97108" x="5295900" y="4629150"/>
          <p14:tracePt t="97141" x="5073650" y="4425950"/>
          <p14:tracePt t="97166" x="4914900" y="4292600"/>
          <p14:tracePt t="97199" x="4794250" y="4203700"/>
          <p14:tracePt t="97229" x="4591050" y="4064000"/>
          <p14:tracePt t="97246" x="4546600" y="4051300"/>
          <p14:tracePt t="97278" x="4451350" y="3994150"/>
          <p14:tracePt t="97307" x="4368800" y="3956050"/>
          <p14:tracePt t="97341" x="4318000" y="3943350"/>
          <p14:tracePt t="97374" x="4241800" y="3924300"/>
          <p14:tracePt t="97407" x="4191000" y="3924300"/>
          <p14:tracePt t="97432" x="4140200" y="3924300"/>
          <p14:tracePt t="97464" x="4095750" y="3937000"/>
          <p14:tracePt t="97495" x="4064000" y="3943350"/>
          <p14:tracePt t="97526" x="4025900" y="3943350"/>
          <p14:tracePt t="97557" x="3987800" y="3943350"/>
          <p14:tracePt t="97590" x="3930650" y="3943350"/>
          <p14:tracePt t="97625" x="3879850" y="3943350"/>
          <p14:tracePt t="97656" x="3816350" y="3943350"/>
          <p14:tracePt t="97689" x="3765550" y="3937000"/>
          <p14:tracePt t="97714" x="3708400" y="3937000"/>
          <p14:tracePt t="97744" x="3683000" y="3937000"/>
          <p14:tracePt t="97776" x="3663950" y="3937000"/>
          <p14:tracePt t="97809" x="3651250" y="3943350"/>
          <p14:tracePt t="97872" x="3644900" y="3949700"/>
          <p14:tracePt t="98010" x="3651250" y="3956050"/>
          <p14:tracePt t="98088" x="3663950" y="3956050"/>
          <p14:tracePt t="98121" x="3670300" y="3956050"/>
          <p14:tracePt t="98155" x="3689350" y="3956050"/>
          <p14:tracePt t="98188" x="3727450" y="3956050"/>
          <p14:tracePt t="98221" x="3848100" y="3956050"/>
          <p14:tracePt t="98260" x="3937000" y="3956050"/>
          <p14:tracePt t="98292" x="4019550" y="3956050"/>
          <p14:tracePt t="98324" x="4038600" y="3956050"/>
          <p14:tracePt t="98354" x="4051300" y="3956050"/>
          <p14:tracePt t="98404" x="4051300" y="3949700"/>
          <p14:tracePt t="98503" x="4051300" y="3943350"/>
          <p14:tracePt t="98542" x="4032250" y="3937000"/>
          <p14:tracePt t="98575" x="4000500" y="3924300"/>
          <p14:tracePt t="98603" x="3962400" y="3917950"/>
          <p14:tracePt t="98638" x="3873500" y="3905250"/>
          <p14:tracePt t="98669" x="3784600" y="3898900"/>
          <p14:tracePt t="98703" x="3714750" y="3892550"/>
          <p14:tracePt t="98740" x="3651250" y="3898900"/>
          <p14:tracePt t="98760" x="3638550" y="3905250"/>
          <p14:tracePt t="98793" x="3625850" y="3911600"/>
          <p14:tracePt t="98935" x="3632200" y="3911600"/>
          <p14:tracePt t="98969" x="3651250" y="3911600"/>
          <p14:tracePt t="99018" x="3663950" y="3911600"/>
          <p14:tracePt t="99057" x="3676650" y="3911600"/>
          <p14:tracePt t="99089" x="3714750" y="3917950"/>
          <p14:tracePt t="99120" x="3784600" y="3924300"/>
          <p14:tracePt t="99151" x="3867150" y="3943350"/>
          <p14:tracePt t="99185" x="3949700" y="3949700"/>
          <p14:tracePt t="99203" x="3962400" y="3949700"/>
          <p14:tracePt t="99251" x="3975100" y="3949700"/>
          <p14:tracePt t="99284" x="3981450" y="3949700"/>
          <p14:tracePt t="100015" x="3968750" y="3949700"/>
          <p14:tracePt t="100049" x="3937000" y="3937000"/>
          <p14:tracePt t="100057" x="3924300" y="3937000"/>
          <p14:tracePt t="100088" x="3905250" y="3937000"/>
          <p14:tracePt t="100119" x="3860800" y="3937000"/>
          <p14:tracePt t="100136" x="3854450" y="3937000"/>
          <p14:tracePt t="100167" x="3829050" y="3937000"/>
          <p14:tracePt t="100197" x="3797300" y="3937000"/>
          <p14:tracePt t="100230" x="3771900" y="3937000"/>
          <p14:tracePt t="100264" x="3746500" y="3937000"/>
          <p14:tracePt t="100297" x="3733800" y="3937000"/>
          <p14:tracePt t="100347" x="3727450" y="3937000"/>
          <p14:tracePt t="100371" x="3721100" y="3937000"/>
          <p14:tracePt t="100416" x="3714750" y="3937000"/>
          <p14:tracePt t="100463" x="3702050" y="3937000"/>
          <p14:tracePt t="100514" x="3695700" y="3937000"/>
          <p14:tracePt t="100563" x="3689350" y="3937000"/>
          <p14:tracePt t="100613" x="3663950" y="3937000"/>
          <p14:tracePt t="100638" x="3657600" y="3937000"/>
          <p14:tracePt t="100667" x="3651250" y="3937000"/>
          <p14:tracePt t="100699" x="3638550" y="3937000"/>
          <p14:tracePt t="100729" x="3619500" y="3937000"/>
          <p14:tracePt t="100762" x="3575050" y="3937000"/>
          <p14:tracePt t="100795" x="3486150" y="3930650"/>
          <p14:tracePt t="100828" x="3416300" y="3924300"/>
          <p14:tracePt t="100861" x="3365500" y="3917950"/>
          <p14:tracePt t="100886" x="3352800" y="3911600"/>
          <p14:tracePt t="100947" x="3365500" y="3911600"/>
          <p14:tracePt t="100978" x="3378200" y="3911600"/>
          <p14:tracePt t="101011" x="3397250" y="3917950"/>
          <p14:tracePt t="101044" x="3409950" y="3917950"/>
          <p14:tracePt t="101095" x="3429000" y="3924300"/>
          <p14:tracePt t="101119" x="3460750" y="3930650"/>
          <p14:tracePt t="101152" x="3517900" y="3937000"/>
          <p14:tracePt t="101182" x="3587750" y="3956050"/>
          <p14:tracePt t="101214" x="3644900" y="3962400"/>
          <p14:tracePt t="101245" x="3695700" y="3981450"/>
          <p14:tracePt t="101277" x="3702050" y="4006850"/>
          <p14:tracePt t="101745" x="3746500" y="3975100"/>
          <p14:tracePt t="101775" x="3797300" y="3917950"/>
          <p14:tracePt t="101808" x="3848100" y="3879850"/>
          <p14:tracePt t="101842" x="3898900" y="3829050"/>
          <p14:tracePt t="101875" x="3924300" y="3822700"/>
          <p14:tracePt t="101908" x="3937000" y="3810000"/>
          <p14:tracePt t="101958" x="3956050" y="3810000"/>
          <p14:tracePt t="101994" x="3962400" y="3810000"/>
          <p14:tracePt t="102091" x="3968750" y="3810000"/>
          <p14:tracePt t="102142" x="3968750" y="3803650"/>
          <p14:tracePt t="102190" x="3975100" y="3790950"/>
          <p14:tracePt t="102246" x="3975100" y="3784600"/>
          <p14:tracePt t="102278" x="3987800" y="3771900"/>
          <p14:tracePt t="102307" x="4013200" y="3727450"/>
          <p14:tracePt t="102340" x="4070350" y="3619500"/>
          <p14:tracePt t="102373" x="4152900" y="3371850"/>
          <p14:tracePt t="102407" x="4184650" y="3200400"/>
          <p14:tracePt t="102440" x="4184650" y="3111500"/>
          <p14:tracePt t="102463" x="4159250" y="3067050"/>
          <p14:tracePt t="102494" x="4127500" y="3048000"/>
          <p14:tracePt t="102525" x="4108450" y="3035300"/>
          <p14:tracePt t="102559" x="4076700" y="3009900"/>
          <p14:tracePt t="102589" x="4057650" y="2984500"/>
          <p14:tracePt t="102622" x="4013200" y="2946400"/>
          <p14:tracePt t="102642" x="3968750" y="2901950"/>
          <p14:tracePt t="102675" x="3886200" y="2813050"/>
          <p14:tracePt t="102705" x="3835400" y="2749550"/>
          <p14:tracePt t="102729" x="3816350" y="2711450"/>
          <p14:tracePt t="102760" x="3816350" y="2698750"/>
          <p14:tracePt t="102792" x="3835400" y="2698750"/>
          <p14:tracePt t="102822" x="3848100" y="2711450"/>
          <p14:tracePt t="102840" x="3854450" y="2711450"/>
          <p14:tracePt t="102888" x="3867150" y="2717800"/>
          <p14:tracePt t="102921" x="3879850" y="2724150"/>
          <p14:tracePt t="102971" x="3879850" y="2736850"/>
          <p14:tracePt t="103026" x="3879850" y="2749550"/>
          <p14:tracePt t="103074" x="3879850" y="2755900"/>
          <p14:tracePt t="103104" x="3879850" y="2774950"/>
          <p14:tracePt t="103155" x="3873500" y="2787650"/>
          <p14:tracePt t="103187" x="3860800" y="2806700"/>
          <p14:tracePt t="103220" x="3854450" y="2851150"/>
          <p14:tracePt t="103259" x="3848100" y="2990850"/>
          <p14:tracePt t="103292" x="3854450" y="3136900"/>
          <p14:tracePt t="103323" x="3873500" y="3295650"/>
          <p14:tracePt t="103353" x="3879850" y="3390900"/>
          <p14:tracePt t="103386" x="3898900" y="3441700"/>
          <p14:tracePt t="103420" x="3911600" y="3460750"/>
          <p14:tracePt t="103469" x="3924300" y="3467100"/>
          <p14:tracePt t="103494" x="3930650" y="3467100"/>
          <p14:tracePt t="103588" x="3937000" y="3467100"/>
          <p14:tracePt t="103718" x="3937000" y="3473450"/>
          <p14:tracePt t="103751" x="3937000" y="3479800"/>
          <p14:tracePt t="103775" x="3930650" y="3492500"/>
          <p14:tracePt t="103807" x="3924300" y="3511550"/>
          <p14:tracePt t="103838" x="3917950" y="3536950"/>
          <p14:tracePt t="103871" x="3917950" y="3632200"/>
          <p14:tracePt t="103902" x="3943350" y="3740150"/>
          <p14:tracePt t="103934" x="3981450" y="3848100"/>
          <p14:tracePt t="103968" x="4032250" y="3924300"/>
          <p14:tracePt t="103986" x="4038600" y="3930650"/>
          <p14:tracePt t="104018" x="4064000" y="3943350"/>
          <p14:tracePt t="104067" x="4108450" y="3943350"/>
          <p14:tracePt t="104089" x="4152900" y="3943350"/>
          <p14:tracePt t="104120" x="4210050" y="3917950"/>
          <p14:tracePt t="104151" x="4343400" y="3879850"/>
          <p14:tracePt t="104169" x="4375150" y="3873500"/>
          <p14:tracePt t="104186" x="4406900" y="3873500"/>
          <p14:tracePt t="104217" x="4425950" y="3867150"/>
          <p14:tracePt t="104244" x="4432300" y="3867150"/>
          <p14:tracePt t="104275" x="4432300" y="3854450"/>
          <p14:tracePt t="104322" x="4445000" y="3848100"/>
          <p14:tracePt t="104369" x="4464050" y="3848100"/>
          <p14:tracePt t="104416" x="4476750" y="3854450"/>
          <p14:tracePt t="104449" x="4508500" y="3873500"/>
          <p14:tracePt t="104483" x="4552950" y="3911600"/>
          <p14:tracePt t="104516" x="4565650" y="3937000"/>
          <p14:tracePt t="104566" x="4565650" y="3949700"/>
          <p14:tracePt t="104590" x="4552950" y="3962400"/>
          <p14:tracePt t="104620" x="4540250" y="3968750"/>
          <p14:tracePt t="104652" x="4470400" y="3987800"/>
          <p14:tracePt t="104682" x="4400550" y="4013200"/>
          <p14:tracePt t="104717" x="4260850" y="4038600"/>
          <p14:tracePt t="104749" x="4102100" y="4038600"/>
          <p14:tracePt t="104767" x="4044950" y="4019550"/>
          <p14:tracePt t="104798" x="4006850" y="4000500"/>
          <p14:tracePt t="104822" x="3994150" y="3994150"/>
          <p14:tracePt t="104855" x="3987800" y="3987800"/>
          <p14:tracePt t="104901" x="3994150" y="3987800"/>
          <p14:tracePt t="104934" x="4013200" y="3987800"/>
          <p14:tracePt t="104981" x="4025900" y="3994150"/>
          <p14:tracePt t="105014" x="4032250" y="4006850"/>
          <p14:tracePt t="105047" x="4057650" y="4019550"/>
          <p14:tracePt t="105081" x="4095750" y="4057650"/>
          <p14:tracePt t="105105" x="4127500" y="4076700"/>
          <p14:tracePt t="105136" x="4171950" y="4121150"/>
          <p14:tracePt t="105167" x="4178300" y="4140200"/>
          <p14:tracePt t="107855" x="4203700" y="4159250"/>
          <p14:tracePt t="107873" x="4216400" y="4171950"/>
          <p14:tracePt t="107904" x="4279900" y="4222750"/>
          <p14:tracePt t="107937" x="4406900" y="4311650"/>
          <p14:tracePt t="107970" x="4730750" y="4483100"/>
          <p14:tracePt t="108020" x="5416550" y="4806950"/>
          <p14:tracePt t="108056" x="5803900" y="4991100"/>
          <p14:tracePt t="108090" x="6102350" y="5060950"/>
          <p14:tracePt t="108120" x="6159500" y="5048250"/>
          <p14:tracePt t="108588" x="6184900" y="5048250"/>
          <p14:tracePt t="108621" x="6216650" y="5048250"/>
          <p14:tracePt t="108651" x="6311900" y="5035550"/>
          <p14:tracePt t="108685" x="6419850" y="5010150"/>
          <p14:tracePt t="108718" x="6521450" y="4997450"/>
          <p14:tracePt t="108737" x="6597650" y="4984750"/>
          <p14:tracePt t="108769" x="6743700" y="4972050"/>
          <p14:tracePt t="108792" x="6883400" y="4953000"/>
          <p14:tracePt t="108822" x="6978650" y="4946650"/>
          <p14:tracePt t="108854" x="7048500" y="4946650"/>
          <p14:tracePt t="108887" x="7073900" y="4946650"/>
          <p14:tracePt t="108917" x="7086600" y="4946650"/>
          <p14:tracePt t="108950" x="7061200" y="4946650"/>
          <p14:tracePt t="108984" x="6953250" y="4946650"/>
          <p14:tracePt t="109018" x="6769100" y="4933950"/>
          <p14:tracePt t="109041" x="6604000" y="4927600"/>
          <p14:tracePt t="109074" x="6070600" y="4921250"/>
          <p14:tracePt t="109105" x="5638800" y="4940300"/>
          <p14:tracePt t="109136" x="5194300" y="4953000"/>
          <p14:tracePt t="109166" x="4851400" y="4972050"/>
          <p14:tracePt t="109200" x="4572000" y="4965700"/>
          <p14:tracePt t="109233" x="4381500" y="4946650"/>
          <p14:tracePt t="109252" x="4254500" y="4908550"/>
          <p14:tracePt t="109283" x="4152900" y="4883150"/>
          <p14:tracePt t="109307" x="4076700" y="4870450"/>
          <p14:tracePt t="109337" x="4025900" y="4857750"/>
          <p14:tracePt t="109371" x="3975100" y="4838700"/>
          <p14:tracePt t="109401" x="3956050" y="4832350"/>
          <p14:tracePt t="109433" x="3949700" y="4826000"/>
          <p14:tracePt t="109482" x="3962400" y="4826000"/>
          <p14:tracePt t="109515" x="3994150" y="4826000"/>
          <p14:tracePt t="109548" x="4025900" y="4826000"/>
          <p14:tracePt t="109598" x="4095750" y="4832350"/>
          <p14:tracePt t="109620" x="4222750" y="4845050"/>
          <p14:tracePt t="109651" x="4432300" y="4864100"/>
          <p14:tracePt t="109681" x="4648200" y="4883150"/>
          <p14:tracePt t="109715" x="4908550" y="4889500"/>
          <p14:tracePt t="109748" x="5054600" y="4889500"/>
          <p14:tracePt t="109783" x="5194300" y="4883150"/>
          <p14:tracePt t="109791" x="5238750" y="4883150"/>
          <p14:tracePt t="109831" x="5384800" y="4870450"/>
          <p14:tracePt t="109870" x="5530850" y="4857750"/>
          <p14:tracePt t="109902" x="5676900" y="4857750"/>
          <p14:tracePt t="109933" x="5854700" y="4870450"/>
          <p14:tracePt t="109964" x="6026150" y="4876800"/>
          <p14:tracePt t="109997" x="6223000" y="4895850"/>
          <p14:tracePt t="110030" x="6369050" y="4883150"/>
          <p14:tracePt t="110063" x="6515100" y="4870450"/>
          <p14:tracePt t="110088" x="6629400" y="4851400"/>
          <p14:tracePt t="110121" x="6731000" y="4851400"/>
          <p14:tracePt t="110151" x="6858000" y="4813300"/>
          <p14:tracePt t="110183" x="6997700" y="4787900"/>
          <p14:tracePt t="110611" x="7073900" y="4794250"/>
          <p14:tracePt t="110651" x="7181850" y="4813300"/>
          <p14:tracePt t="110682" x="7258050" y="4832350"/>
          <p14:tracePt t="110714" x="7346950" y="4851400"/>
          <p14:tracePt t="110744" x="7454900" y="4864100"/>
          <p14:tracePt t="110764" x="7524750" y="4870450"/>
          <p14:tracePt t="110796" x="7613650" y="4889500"/>
          <p14:tracePt t="110827" x="7683500" y="4895850"/>
          <p14:tracePt t="110861" x="7740650" y="4908550"/>
          <p14:tracePt t="110910" x="7778750" y="4921250"/>
          <p14:tracePt t="110949" x="7810500" y="4921250"/>
          <p14:tracePt t="110978" x="7816850" y="4933950"/>
          <p14:tracePt t="111309" x="7969250" y="4933950"/>
          <p14:tracePt t="111342" x="8375650" y="4933950"/>
          <p14:tracePt t="111375" x="8610600" y="4902200"/>
          <p14:tracePt t="111409" x="8743950" y="4883150"/>
          <p14:tracePt t="111432" x="8813800" y="4870450"/>
          <p14:tracePt t="111463" x="8832850" y="4870450"/>
          <p14:tracePt t="111495" x="8858250" y="4876800"/>
          <p14:tracePt t="111525" x="8864600" y="4876800"/>
          <p14:tracePt t="111625" x="8864600" y="4883150"/>
          <p14:tracePt t="111658" x="8858250" y="4895850"/>
          <p14:tracePt t="111696" x="8851900" y="4895850"/>
          <p14:tracePt t="112738" x="8610600" y="4800600"/>
          <p14:tracePt t="112776" x="8382000" y="4724400"/>
          <p14:tracePt t="112793" x="8172450" y="4648200"/>
          <p14:tracePt t="112823" x="7848600" y="4533900"/>
          <p14:tracePt t="112854" x="7397750" y="4381500"/>
          <p14:tracePt t="112887" x="6959600" y="4216400"/>
          <p14:tracePt t="112920" x="6572250" y="4070350"/>
          <p14:tracePt t="112938" x="6375400" y="4006850"/>
          <p14:tracePt t="112970" x="6045200" y="3905250"/>
          <p14:tracePt t="113003" x="5886450" y="3860800"/>
          <p14:tracePt t="113042" x="5753100" y="3835400"/>
          <p14:tracePt t="113071" x="5695950" y="3829050"/>
          <p14:tracePt t="113106" x="5645150" y="3835400"/>
          <p14:tracePt t="113136" x="5594350" y="3860800"/>
          <p14:tracePt t="113169" x="5518150" y="3956050"/>
          <p14:tracePt t="113604" x="5454650" y="3949700"/>
          <p14:tracePt t="113635" x="5359400" y="3949700"/>
          <p14:tracePt t="113667" x="5194300" y="3943350"/>
          <p14:tracePt t="113701" x="4972050" y="3943350"/>
          <p14:tracePt t="113734" x="4711700" y="3994150"/>
          <p14:tracePt t="113767" x="4483100" y="4083050"/>
          <p14:tracePt t="113791" x="4356100" y="4127500"/>
          <p14:tracePt t="113809" x="4248150" y="4184650"/>
          <p14:tracePt t="113838" x="4140200" y="4254500"/>
          <p14:tracePt t="113870" x="4070350" y="4311650"/>
          <p14:tracePt t="113903" x="4025900" y="4406900"/>
          <p14:tracePt t="113933" x="4006850" y="4445000"/>
          <p14:tracePt t="113966" x="3981450" y="4521200"/>
          <p14:tracePt t="114000" x="3981450" y="4546600"/>
          <p14:tracePt t="114033" x="3981450" y="4559300"/>
          <p14:tracePt t="114057" x="3975100" y="4578350"/>
          <p14:tracePt t="114090" x="3956050" y="4610100"/>
          <p14:tracePt t="114122" x="3937000" y="4648200"/>
          <p14:tracePt t="114152" x="3898900" y="4692650"/>
          <p14:tracePt t="114182" x="3879850" y="4749800"/>
          <p14:tracePt t="114215" x="3860800" y="4781550"/>
          <p14:tracePt t="114249" x="3860800" y="4800600"/>
          <p14:tracePt t="114316" x="3860800" y="4794250"/>
          <p14:tracePt t="114371" x="3873500" y="4794250"/>
          <p14:tracePt t="115096" x="3835400" y="4794250"/>
          <p14:tracePt t="115120" x="3803650" y="4787900"/>
          <p14:tracePt t="115150" x="3714750" y="4781550"/>
          <p14:tracePt t="115182" x="3632200" y="4781550"/>
          <p14:tracePt t="115212" x="3562350" y="4781550"/>
          <p14:tracePt t="115245" x="3511550" y="4794250"/>
          <p14:tracePt t="115279" x="3435350" y="4806950"/>
          <p14:tracePt t="115312" x="3390900" y="4826000"/>
          <p14:tracePt t="115330" x="3384550" y="4832350"/>
          <p14:tracePt t="115362" x="3352800" y="4851400"/>
          <p14:tracePt t="115386" x="3346450" y="4864100"/>
          <p14:tracePt t="115416" x="3327400" y="4895850"/>
          <p14:tracePt t="115448" x="3302000" y="4933950"/>
          <p14:tracePt t="115481" x="3276600" y="4991100"/>
          <p14:tracePt t="115511" x="3238500" y="5041900"/>
          <p14:tracePt t="116574" x="3276600" y="5041900"/>
          <p14:tracePt t="116607" x="3416300" y="5048250"/>
          <p14:tracePt t="116641" x="3556000" y="5054600"/>
          <p14:tracePt t="116674" x="3702050" y="5054600"/>
          <p14:tracePt t="116698" x="3879850" y="5067300"/>
          <p14:tracePt t="116728" x="4114800" y="5086350"/>
          <p14:tracePt t="116761" x="4368800" y="5105400"/>
          <p14:tracePt t="116791" x="4629150" y="5124450"/>
          <p14:tracePt t="116824" x="4883150" y="5137150"/>
          <p14:tracePt t="116856" x="5137150" y="5143500"/>
          <p14:tracePt t="116891" x="5435600" y="5143500"/>
          <p14:tracePt t="116923" x="5613400" y="5143500"/>
          <p14:tracePt t="116947" x="5683250" y="5137150"/>
          <p14:tracePt t="116980" x="5740400" y="5137150"/>
          <p14:tracePt t="117010" x="5753100" y="5130800"/>
          <p14:tracePt t="117042" x="5753100" y="5124450"/>
          <p14:tracePt t="117072" x="5778500" y="5105400"/>
          <p14:tracePt t="117106" x="5810250" y="5086350"/>
          <p14:tracePt t="117139" x="5892800" y="5054600"/>
          <p14:tracePt t="117157" x="5918200" y="5048250"/>
          <p14:tracePt t="117189" x="6019800" y="5029200"/>
          <p14:tracePt t="117213" x="6070600" y="5010150"/>
          <p14:tracePt t="117246" x="6140450" y="4997450"/>
          <p14:tracePt t="117276" x="6210300" y="4978400"/>
          <p14:tracePt t="117308" x="6299200" y="4959350"/>
          <p14:tracePt t="117338" x="6350000" y="4972050"/>
          <p14:tracePt t="117358" x="6381750" y="4984750"/>
          <p14:tracePt t="117388" x="6419850" y="4997450"/>
          <p14:tracePt t="117421" x="6457950" y="5022850"/>
          <p14:tracePt t="117471" x="6464300" y="5029200"/>
          <p14:tracePt t="117495" x="6464300" y="5035550"/>
          <p14:tracePt t="117604" x="6464300" y="5041900"/>
          <p14:tracePt t="117637" x="6451600" y="5035550"/>
          <p14:tracePt t="117670" x="6413500" y="5003800"/>
          <p14:tracePt t="117704" x="6286500" y="4889500"/>
          <p14:tracePt t="117737" x="6134100" y="4743450"/>
          <p14:tracePt t="117761" x="5930900" y="4552950"/>
          <p14:tracePt t="117792" x="5708650" y="4349750"/>
          <p14:tracePt t="117809" x="5645150" y="4279900"/>
          <p14:tracePt t="117839" x="5486400" y="4089400"/>
          <p14:tracePt t="117870" x="5308600" y="3892550"/>
          <p14:tracePt t="117905" x="5232400" y="3803650"/>
          <p14:tracePt t="117936" x="5200650" y="3765550"/>
          <p14:tracePt t="117969" x="5187950" y="3752850"/>
          <p14:tracePt t="118025" x="5213350" y="3759200"/>
          <p14:tracePt t="118057" x="5226050" y="3778250"/>
          <p14:tracePt t="118086" x="5245100" y="3797300"/>
          <p14:tracePt t="118108" x="5257800" y="3803650"/>
          <p14:tracePt t="118141" x="5276850" y="3822700"/>
          <p14:tracePt t="118170" x="5334000" y="3860800"/>
          <p14:tracePt t="118202" x="5511800" y="3981450"/>
          <p14:tracePt t="118241" x="5683250" y="4108450"/>
          <p14:tracePt t="118271" x="5930900" y="4292600"/>
          <p14:tracePt t="118287" x="5975350" y="4330700"/>
          <p14:tracePt t="118309" x="6064250" y="4413250"/>
          <p14:tracePt t="118343" x="6203950" y="4540250"/>
          <p14:tracePt t="118372" x="6248400" y="4578350"/>
          <p14:tracePt t="118387" x="6280150" y="4622800"/>
          <p14:tracePt t="118434" x="6337300" y="4686300"/>
          <p14:tracePt t="118471" x="6369050" y="4737100"/>
          <p14:tracePt t="118504" x="6394450" y="4781550"/>
          <p14:tracePt t="118551" x="6400800" y="4787900"/>
          <p14:tracePt t="118572" x="6400800" y="4794250"/>
          <p14:tracePt t="118604" x="6400800" y="4832350"/>
          <p14:tracePt t="118624" x="6381750" y="4838700"/>
          <p14:tracePt t="118966" x="6356350" y="5048250"/>
          <p14:tracePt t="119005" x="6343650" y="5162550"/>
          <p14:tracePt t="119034" x="6324600" y="5245100"/>
          <p14:tracePt t="119082" x="6324600" y="5264150"/>
          <p14:tracePt t="119381" x="6318250" y="5264150"/>
          <p14:tracePt t="119431" x="6292850" y="5251450"/>
          <p14:tracePt t="119464" x="6267450" y="5251450"/>
          <p14:tracePt t="119497" x="6210300" y="5245100"/>
          <p14:tracePt t="119531" x="5962650" y="5232400"/>
          <p14:tracePt t="119564" x="5619750" y="5226050"/>
          <p14:tracePt t="119597" x="5080000" y="5200650"/>
          <p14:tracePt t="119648" x="4572000" y="5175250"/>
          <p14:tracePt t="119680" x="4451350" y="5162550"/>
          <p14:tracePt t="119713" x="4311650" y="5162550"/>
          <p14:tracePt t="119746" x="4260850" y="5162550"/>
          <p14:tracePt t="119780" x="4210050" y="5162550"/>
          <p14:tracePt t="119813" x="4184650" y="5175250"/>
          <p14:tracePt t="119846" x="4159250" y="5175250"/>
          <p14:tracePt t="119880" x="4127500" y="5175250"/>
          <p14:tracePt t="119913" x="4102100" y="5175250"/>
          <p14:tracePt t="119931" x="4089400" y="5175250"/>
          <p14:tracePt t="119964" x="4083050" y="5181600"/>
          <p14:tracePt t="119995" x="4076700" y="5187950"/>
          <p14:tracePt t="120029" x="4070350" y="5187950"/>
          <p14:tracePt t="120062" x="4064000" y="5200650"/>
          <p14:tracePt t="120112" x="4057650" y="5207000"/>
          <p14:tracePt t="120214" x="4064000" y="5207000"/>
          <p14:tracePt t="120245" x="4070350" y="5207000"/>
          <p14:tracePt t="120295" x="4083050" y="5207000"/>
          <p14:tracePt t="120328" x="4108450" y="5207000"/>
          <p14:tracePt t="120361" x="4178300" y="5213350"/>
          <p14:tracePt t="120394" x="4432300" y="5276850"/>
          <p14:tracePt t="120430" x="4692650" y="5346700"/>
          <p14:tracePt t="120447" x="4857750" y="5378450"/>
          <p14:tracePt t="120477" x="5105400" y="5410200"/>
          <p14:tracePt t="120511" x="5435600" y="5403850"/>
          <p14:tracePt t="120544" x="5575300" y="5403850"/>
          <p14:tracePt t="120577" x="5784850" y="5403850"/>
          <p14:tracePt t="120610" x="5867400" y="5422900"/>
          <p14:tracePt t="121144" x="5905500" y="5422900"/>
          <p14:tracePt t="121178" x="5962650" y="5391150"/>
          <p14:tracePt t="121209" x="6007100" y="5372100"/>
          <p14:tracePt t="121217" x="6019800" y="5365750"/>
          <p14:tracePt t="121246" x="6051550" y="5353050"/>
          <p14:tracePt t="121277" x="6070600" y="5346700"/>
          <p14:tracePt t="121308" x="6089650" y="5340350"/>
          <p14:tracePt t="121347" x="6096000" y="5334000"/>
          <p14:tracePt t="121379" x="6127750" y="5295900"/>
          <p14:tracePt t="121410" x="6197600" y="5226050"/>
          <p14:tracePt t="121446" x="6267450" y="5156200"/>
          <p14:tracePt t="122238" x="6261100" y="5149850"/>
          <p14:tracePt t="122271" x="6242050" y="5124450"/>
          <p14:tracePt t="122295" x="6242050" y="5118100"/>
          <p14:tracePt t="122337" x="6229350" y="5111750"/>
          <p14:tracePt t="122371" x="6216650" y="5105400"/>
          <p14:tracePt t="122421" x="6197600" y="5092700"/>
          <p14:tracePt t="122470" x="6178550" y="5080000"/>
          <p14:tracePt t="122505" x="6140450" y="5067300"/>
          <p14:tracePt t="122537" x="6070600" y="5041900"/>
          <p14:tracePt t="122570" x="5975350" y="5016500"/>
          <p14:tracePt t="122603" x="5772150" y="4978400"/>
          <p14:tracePt t="122637" x="5588000" y="4953000"/>
          <p14:tracePt t="122670" x="5416550" y="4914900"/>
          <p14:tracePt t="122703" x="5162550" y="4838700"/>
          <p14:tracePt t="122736" x="4959350" y="4762500"/>
          <p14:tracePt t="122769" x="4718050" y="4648200"/>
          <p14:tracePt t="122788" x="4673600" y="4622800"/>
          <p14:tracePt t="122819" x="4578350" y="4540250"/>
          <p14:tracePt t="122853" x="4508500" y="4483100"/>
          <p14:tracePt t="122886" x="4451350" y="4432300"/>
          <p14:tracePt t="122919" x="4400550" y="4387850"/>
          <p14:tracePt t="122953" x="4330700" y="4330700"/>
          <p14:tracePt t="122971" x="4305300" y="4305300"/>
          <p14:tracePt t="123002" x="4229100" y="4229100"/>
          <p14:tracePt t="123036" x="4184650" y="4191000"/>
          <p14:tracePt t="123069" x="4121150" y="4102100"/>
          <p14:tracePt t="123102" x="4089400" y="4076700"/>
          <p14:tracePt t="123135" x="4051300" y="4051300"/>
          <p14:tracePt t="123153" x="4044950" y="4044950"/>
          <p14:tracePt t="123185" x="4025900" y="4044950"/>
          <p14:tracePt t="123218" x="4006850" y="4044950"/>
          <p14:tracePt t="123251" x="3994150" y="4051300"/>
          <p14:tracePt t="123284" x="3987800" y="4057650"/>
          <p14:tracePt t="123351" x="3975100" y="4057650"/>
          <p14:tracePt t="123384" x="3956050" y="4064000"/>
          <p14:tracePt t="123417" x="3924300" y="4064000"/>
          <p14:tracePt t="123450" x="3854450" y="4070350"/>
          <p14:tracePt t="123470" x="3790950" y="4064000"/>
          <p14:tracePt t="123502" x="3714750" y="4038600"/>
          <p14:tracePt t="123537" x="3625850" y="4000500"/>
          <p14:tracePt t="123568" x="3594100" y="3987800"/>
          <p14:tracePt t="123600" x="3581400" y="3981450"/>
          <p14:tracePt t="123636" x="3568700" y="3981450"/>
          <p14:tracePt t="123666" x="3562350" y="3981450"/>
          <p14:tracePt t="123699" x="3556000" y="3981450"/>
          <p14:tracePt t="123721" x="3549650" y="3981450"/>
          <p14:tracePt t="123753" x="3536950" y="3981450"/>
          <p14:tracePt t="123799" x="3517900" y="3981450"/>
          <p14:tracePt t="123836" x="3511550" y="3987800"/>
          <p14:tracePt t="123868" x="3492500" y="3987800"/>
          <p14:tracePt t="123899" x="3479800" y="3987800"/>
          <p14:tracePt t="123920" x="3467100" y="3987800"/>
          <p14:tracePt t="123952" x="3460750" y="3987800"/>
          <p14:tracePt t="124716" x="3536950" y="3987800"/>
          <p14:tracePt t="124762" x="3765550" y="3981450"/>
          <p14:tracePt t="124802" x="3937000" y="3962400"/>
          <p14:tracePt t="124831" x="4083050" y="3949700"/>
          <p14:tracePt t="124879" x="4165600" y="3956050"/>
          <p14:tracePt t="124900" x="4191000" y="3956050"/>
          <p14:tracePt t="124945" x="4203700" y="3956050"/>
          <p14:tracePt t="124970" x="4210050" y="3956050"/>
          <p14:tracePt t="125118" x="4210050" y="3949700"/>
          <p14:tracePt t="126008" x="4165600" y="3930650"/>
          <p14:tracePt t="126041" x="4108450" y="3898900"/>
          <p14:tracePt t="126075" x="3994150" y="3841750"/>
          <p14:tracePt t="126093" x="3962400" y="3822700"/>
          <p14:tracePt t="126124" x="3848100" y="3765550"/>
          <p14:tracePt t="126159" x="3797300" y="3733800"/>
          <p14:tracePt t="126177" x="3759200" y="3721100"/>
          <p14:tracePt t="126208" x="3721100" y="3702050"/>
          <p14:tracePt t="126241" x="3702050" y="3702050"/>
          <p14:tracePt t="126290" x="3695700" y="3702050"/>
          <p14:tracePt t="126358" x="3702050" y="3714750"/>
          <p14:tracePt t="126423" x="3708400" y="3714750"/>
          <p14:tracePt t="126457" x="3721100" y="3721100"/>
          <p14:tracePt t="126476" x="3727450" y="3727450"/>
          <p14:tracePt t="126523" x="3740150" y="3733800"/>
          <p14:tracePt t="126556" x="3746500" y="3740150"/>
          <p14:tracePt t="126590" x="3778250" y="3759200"/>
          <p14:tracePt t="126623" x="3816350" y="3790950"/>
          <p14:tracePt t="126656" x="3886200" y="3854450"/>
          <p14:tracePt t="126689" x="3962400" y="3937000"/>
          <p14:tracePt t="126722" x="4006850" y="3994150"/>
          <p14:tracePt t="126759" x="4038600" y="4025900"/>
          <p14:tracePt t="126806" x="4044950" y="4038600"/>
          <p14:tracePt t="126841" x="4051300" y="4057650"/>
          <p14:tracePt t="126872" x="4057650" y="4070350"/>
          <p14:tracePt t="126906" x="4070350" y="4089400"/>
          <p14:tracePt t="126942" x="4102100" y="4133850"/>
          <p14:tracePt t="126972" x="4140200" y="4178300"/>
          <p14:tracePt t="127005" x="4152900" y="4235450"/>
          <p14:tracePt t="127026" x="4165600" y="4254500"/>
          <p14:tracePt t="127058" x="4171950" y="4273550"/>
          <p14:tracePt t="127088" x="4178300" y="4286250"/>
          <p14:tracePt t="127157" x="4184650" y="4286250"/>
          <p14:tracePt t="127605" x="4381500" y="4406900"/>
          <p14:tracePt t="127653" x="4648200" y="4648200"/>
          <p14:tracePt t="127691" x="4756150" y="4794250"/>
          <p14:tracePt t="127721" x="4819650" y="4914900"/>
          <p14:tracePt t="127769" x="4832350" y="4997450"/>
          <p14:tracePt t="127790" x="4826000" y="5022850"/>
          <p14:tracePt t="127821" x="4806950" y="5041900"/>
          <p14:tracePt t="127837" x="4800600" y="5054600"/>
          <p14:tracePt t="127885" x="4775200" y="5080000"/>
          <p14:tracePt t="127921" x="4762500" y="5092700"/>
          <p14:tracePt t="127968" x="4749800" y="5130800"/>
          <p14:tracePt t="127992" x="4730750" y="5137150"/>
          <p14:tracePt t="128022" x="4705350" y="5156200"/>
          <p14:tracePt t="128051" x="4660900" y="5181600"/>
          <p14:tracePt t="128075" x="4603750" y="5219700"/>
          <p14:tracePt t="128108" x="4552950" y="5251450"/>
          <p14:tracePt t="128151" x="4502150" y="5302250"/>
          <p14:tracePt t="128175" x="4457700" y="5340350"/>
          <p14:tracePt t="128208" x="4425950" y="5372100"/>
          <p14:tracePt t="128235" x="4413250" y="5391150"/>
          <p14:tracePt t="128267" x="4381500" y="5435600"/>
          <p14:tracePt t="128317" x="4337050" y="5524500"/>
          <p14:tracePt t="128366" x="4305300" y="5581650"/>
          <p14:tracePt t="128400" x="4286250" y="5607050"/>
          <p14:tracePt t="128424" x="4279900" y="5619750"/>
          <p14:tracePt t="128466" x="4267200" y="5632450"/>
          <p14:tracePt t="128549" x="4260850" y="5638800"/>
          <p14:tracePt t="128599" x="4260850" y="5657850"/>
          <p14:tracePt t="128624" x="4260850" y="5670550"/>
          <p14:tracePt t="129629" x="4298950" y="5702300"/>
          <p14:tracePt t="129662" x="4368800" y="5740400"/>
          <p14:tracePt t="129695" x="4464050" y="5816600"/>
          <p14:tracePt t="129729" x="4521200" y="5873750"/>
          <p14:tracePt t="129762" x="4572000" y="5937250"/>
          <p14:tracePt t="129795" x="4591050" y="5988050"/>
          <p14:tracePt t="129828" x="4597400" y="6000750"/>
          <p14:tracePt t="129862" x="4591050" y="6013450"/>
          <p14:tracePt t="129912" x="4578350" y="6019800"/>
          <p14:tracePt t="129948" x="4552950" y="6032500"/>
          <p14:tracePt t="129978" x="4521200" y="6038850"/>
          <p14:tracePt t="129997" x="4476750" y="6038850"/>
          <p14:tracePt t="130028" x="4381500" y="6038850"/>
          <p14:tracePt t="130046" x="4298950" y="6019800"/>
          <p14:tracePt t="130077" x="4197350" y="5981700"/>
          <p14:tracePt t="130111" x="4064000" y="5918200"/>
          <p14:tracePt t="130147" x="3962400" y="5861050"/>
          <p14:tracePt t="130180" x="3905250" y="5822950"/>
          <p14:tracePt t="130210" x="3879850" y="5803900"/>
          <p14:tracePt t="130232" x="3860800" y="5791200"/>
          <p14:tracePt t="130263" x="3835400" y="5778500"/>
          <p14:tracePt t="130310" x="3829050" y="5778500"/>
          <p14:tracePt t="130380" x="3841750" y="5778500"/>
          <p14:tracePt t="130426" x="3854450" y="5784850"/>
          <p14:tracePt t="130496" x="3892550" y="5797550"/>
          <p14:tracePt t="130528" x="3981450" y="5835650"/>
          <p14:tracePt t="130566" x="4203700" y="5918200"/>
          <p14:tracePt t="130594" x="4394200" y="5962650"/>
          <p14:tracePt t="130625" x="4514850" y="5988050"/>
          <p14:tracePt t="130665" x="4813300" y="6038850"/>
          <p14:tracePt t="130696" x="4921250" y="6045200"/>
          <p14:tracePt t="130728" x="5080000" y="6045200"/>
          <p14:tracePt t="130749" x="5124450" y="6045200"/>
          <p14:tracePt t="130780" x="5181600" y="6045200"/>
          <p14:tracePt t="130812" x="5213350" y="6045200"/>
          <p14:tracePt t="130858" x="5257800" y="6038850"/>
          <p14:tracePt t="131273" x="5378450" y="5981700"/>
          <p14:tracePt t="131323" x="5511800" y="5924550"/>
          <p14:tracePt t="131356" x="5575300" y="5905500"/>
          <p14:tracePt t="131390" x="5588000" y="5899150"/>
          <p14:tracePt t="131428" x="5594350" y="5886450"/>
          <p14:tracePt t="131458" x="5600700" y="5880100"/>
          <p14:tracePt t="131572" x="5594350" y="5880100"/>
          <p14:tracePt t="131639" x="5594350" y="5886450"/>
          <p14:tracePt t="132553" x="5530850" y="5848350"/>
          <p14:tracePt t="132587" x="5422900" y="5797550"/>
          <p14:tracePt t="132618" x="5283200" y="5753100"/>
          <p14:tracePt t="132652" x="5048250" y="5721350"/>
          <p14:tracePt t="132685" x="4800600" y="5695950"/>
          <p14:tracePt t="132718" x="4489450" y="5657850"/>
          <p14:tracePt t="132751" x="4349750" y="5657850"/>
          <p14:tracePt t="132785" x="4083050" y="5651500"/>
          <p14:tracePt t="132818" x="3898900" y="5638800"/>
          <p14:tracePt t="132851" x="3759200" y="5645150"/>
          <p14:tracePt t="132884" x="3594100" y="5657850"/>
          <p14:tracePt t="132918" x="3505200" y="5676900"/>
          <p14:tracePt t="132955" x="3416300" y="5689600"/>
          <p14:tracePt t="132984" x="3359150" y="5689600"/>
          <p14:tracePt t="133017" x="3308350" y="5695950"/>
          <p14:tracePt t="133053" x="3225800" y="5708650"/>
          <p14:tracePt t="133070" x="3175000" y="5715000"/>
          <p14:tracePt t="133101" x="3124200" y="5721350"/>
          <p14:tracePt t="133134" x="3016250" y="5740400"/>
          <p14:tracePt t="133167" x="2946400" y="5765800"/>
          <p14:tracePt t="133201" x="2857500" y="5791200"/>
          <p14:tracePt t="133233" x="2736850" y="5816600"/>
          <p14:tracePt t="133267" x="2628900" y="5842000"/>
          <p14:tracePt t="133299" x="2533650" y="5854700"/>
          <p14:tracePt t="133333" x="2438400" y="5867400"/>
          <p14:tracePt t="133369" x="2406650" y="5867400"/>
          <p14:tracePt t="133399" x="2374900" y="5867400"/>
          <p14:tracePt t="133433" x="2355850" y="5867400"/>
          <p14:tracePt t="133451" x="2336800" y="5867400"/>
          <p14:tracePt t="133482" x="2311400" y="5867400"/>
          <p14:tracePt t="133516" x="2279650" y="5867400"/>
          <p14:tracePt t="133552" x="2228850" y="5867400"/>
          <p14:tracePt t="133569" x="2190750" y="5867400"/>
          <p14:tracePt t="133600" x="2120900" y="5861050"/>
          <p14:tracePt t="133632" x="2038350" y="5861050"/>
          <p14:tracePt t="133668" x="2000250" y="5861050"/>
          <p14:tracePt t="133698" x="1974850" y="5861050"/>
          <p14:tracePt t="133731" x="1955800" y="5861050"/>
          <p14:tracePt t="133768" x="1936750" y="5861050"/>
          <p14:tracePt t="133815" x="1917700" y="5861050"/>
          <p14:tracePt t="133884" x="1917700" y="5854700"/>
          <p14:tracePt t="133914" x="1905000" y="5854700"/>
          <p14:tracePt t="133953" x="1898650" y="5848350"/>
          <p14:tracePt t="133985" x="1892300" y="5848350"/>
          <p14:tracePt t="134053" x="1879600" y="5842000"/>
          <p14:tracePt t="134116" x="1873250" y="5829300"/>
          <p14:tracePt t="134171" x="1873250" y="5822950"/>
          <p14:tracePt t="134301" x="1879600" y="5822950"/>
          <p14:tracePt t="134331" x="1885950" y="5822950"/>
          <p14:tracePt t="134353" x="1892300" y="5822950"/>
          <p14:tracePt t="134401" x="1905000" y="5822950"/>
          <p14:tracePt t="134434" x="1911350" y="5822950"/>
          <p14:tracePt t="134479" x="1955800" y="5816600"/>
          <p14:tracePt t="134518" x="2057400" y="5791200"/>
          <p14:tracePt t="134534" x="2095500" y="5778500"/>
          <p14:tracePt t="134571" x="2324100" y="5721350"/>
          <p14:tracePt t="134603" x="2520950" y="5695950"/>
          <p14:tracePt t="134633" x="2749550" y="5695950"/>
          <p14:tracePt t="134662" x="3009900" y="5715000"/>
          <p14:tracePt t="134685" x="3187700" y="5715000"/>
          <p14:tracePt t="134719" x="3454400" y="5702300"/>
          <p14:tracePt t="134761" x="3816350" y="5683250"/>
          <p14:tracePt t="134785" x="3930650" y="5664200"/>
          <p14:tracePt t="134818" x="4083050" y="5638800"/>
          <p14:tracePt t="134846" x="4216400" y="5613400"/>
          <p14:tracePt t="134878" x="4406900" y="5588000"/>
          <p14:tracePt t="134927" x="4603750" y="5556250"/>
          <p14:tracePt t="134960" x="4787900" y="5511800"/>
          <p14:tracePt t="134994" x="4806950" y="5486400"/>
          <p14:tracePt t="135708" x="5041900" y="5467350"/>
          <p14:tracePt t="135741" x="5226050" y="5448300"/>
          <p14:tracePt t="135775" x="5486400" y="5435600"/>
          <p14:tracePt t="135807" x="5715000" y="5435600"/>
          <p14:tracePt t="135841" x="5943600" y="5435600"/>
          <p14:tracePt t="135874" x="6248400" y="5448300"/>
          <p14:tracePt t="135908" x="6457950" y="5486400"/>
          <p14:tracePt t="135940" x="6642100" y="5505450"/>
          <p14:tracePt t="135974" x="6781800" y="5537200"/>
          <p14:tracePt t="136007" x="6991350" y="5619750"/>
          <p14:tracePt t="136040" x="7131050" y="5689600"/>
          <p14:tracePt t="136073" x="7277100" y="5772150"/>
          <p14:tracePt t="136107" x="7467600" y="5861050"/>
          <p14:tracePt t="136140" x="7537450" y="5892800"/>
          <p14:tracePt t="136173" x="7581900" y="5905500"/>
          <p14:tracePt t="136206" x="7620000" y="5899150"/>
          <p14:tracePt t="136624" x="7727950" y="5899150"/>
          <p14:tracePt t="136658" x="7874000" y="5924550"/>
          <p14:tracePt t="136690" x="7988300" y="5930900"/>
          <p14:tracePt t="136721" x="8102600" y="5949950"/>
          <p14:tracePt t="136760" x="8255000" y="5975350"/>
          <p14:tracePt t="136776" x="8286750" y="5975350"/>
          <p14:tracePt t="136806" x="8362950" y="5981700"/>
          <p14:tracePt t="136838" x="8413750" y="5981700"/>
          <p14:tracePt t="136859" x="8432800" y="5988050"/>
          <p14:tracePt t="136906" x="8439150" y="5988050"/>
          <p14:tracePt t="137568" x="8413750" y="5975350"/>
          <p14:tracePt t="137593" x="8382000" y="5962650"/>
          <p14:tracePt t="137623" x="8337550" y="5949950"/>
          <p14:tracePt t="137668" x="8248650" y="5937250"/>
          <p14:tracePt t="137692" x="8147050" y="5911850"/>
          <p14:tracePt t="137723" x="8064500" y="5899150"/>
          <p14:tracePt t="137751" x="7962900" y="5873750"/>
          <p14:tracePt t="137784" x="7842250" y="5835650"/>
          <p14:tracePt t="137834" x="7727950" y="5791200"/>
          <p14:tracePt t="137883" x="7639050" y="5740400"/>
          <p14:tracePt t="137908" x="7620000" y="5727700"/>
          <p14:tracePt t="140046" x="7613650" y="5721350"/>
          <p14:tracePt t="140079" x="7594600" y="5715000"/>
          <p14:tracePt t="140110" x="7575550" y="5702300"/>
          <p14:tracePt t="140143" x="7550150" y="5695950"/>
          <p14:tracePt t="140164" x="7537450" y="5695950"/>
          <p14:tracePt t="140195" x="7512050" y="5683250"/>
          <p14:tracePt t="140226" x="7499350" y="5683250"/>
          <p14:tracePt t="140247" x="7493000" y="5683250"/>
          <p14:tracePt t="140278" x="7473950" y="5676900"/>
          <p14:tracePt t="140312" x="7461250" y="5664200"/>
          <p14:tracePt t="140342" x="7429500" y="5638800"/>
          <p14:tracePt t="140378" x="7359650" y="5594350"/>
          <p14:tracePt t="140411" x="7226300" y="5499100"/>
          <p14:tracePt t="140442" x="7150100" y="5429250"/>
          <p14:tracePt t="140463" x="7016750" y="5295900"/>
          <p14:tracePt t="140494" x="6915150" y="5194300"/>
          <p14:tracePt t="140528" x="6648450" y="4883150"/>
          <p14:tracePt t="140563" x="6413500" y="4610100"/>
          <p14:tracePt t="140596" x="6076950" y="4184650"/>
          <p14:tracePt t="140627" x="5835650" y="3860800"/>
          <p14:tracePt t="140674" x="5480050" y="3321050"/>
          <p14:tracePt t="140712" x="5257800" y="3022600"/>
          <p14:tracePt t="140743" x="5022850" y="2692400"/>
          <p14:tracePt t="140765" x="4959350" y="2603500"/>
          <p14:tracePt t="140795" x="4902200" y="2546350"/>
          <p14:tracePt t="140828" x="4838700" y="2482850"/>
          <p14:tracePt t="140873" x="4826000" y="2470150"/>
          <p14:tracePt t="140897" x="4819650" y="2463800"/>
          <p14:tracePt t="140943" x="4819650" y="2457450"/>
          <p14:tracePt t="140973" x="4819650" y="2451100"/>
          <p14:tracePt t="141012" x="4819650" y="2444750"/>
          <p14:tracePt t="141045" x="4813300" y="2413000"/>
          <p14:tracePt t="141089" x="4800600" y="2362200"/>
          <p14:tracePt t="141114" x="4787900" y="2292350"/>
          <p14:tracePt t="141172" x="4762500" y="2019300"/>
          <p14:tracePt t="141196" x="4768850" y="1866900"/>
          <p14:tracePt t="141230" x="4794250" y="1612900"/>
          <p14:tracePt t="141257" x="4806950" y="1536700"/>
          <p14:tracePt t="141306" x="4832350" y="1498600"/>
          <p14:tracePt t="141388" x="4832350" y="1485900"/>
          <p14:tracePt t="141787" x="4832350" y="1390650"/>
          <p14:tracePt t="141820" x="4838700" y="1346200"/>
          <p14:tracePt t="141853" x="4838700" y="1339850"/>
          <p14:tracePt t="141887" x="4838700" y="1320800"/>
          <p14:tracePt t="141936" x="4838700" y="1314450"/>
          <p14:tracePt t="142019" x="4838700" y="1308100"/>
          <p14:tracePt t="142069" x="4838700" y="1301750"/>
          <p14:tracePt t="142119" x="4838700" y="1295400"/>
          <p14:tracePt t="142186" x="4838700" y="1289050"/>
          <p14:tracePt t="142218" x="4838700" y="1282700"/>
          <p14:tracePt t="142252" x="4838700" y="1276350"/>
          <p14:tracePt t="142318" x="4838700" y="1270000"/>
          <p14:tracePt t="142352" x="4838700" y="1263650"/>
          <p14:tracePt t="142401" x="4838700" y="1250950"/>
          <p14:tracePt t="142485" x="4838700" y="1244600"/>
          <p14:tracePt t="142518" x="4838700" y="1238250"/>
          <p14:tracePt t="142585" x="4838700" y="1225550"/>
          <p14:tracePt t="142634" x="4838700" y="1219200"/>
          <p14:tracePt t="142700" x="4838700" y="1212850"/>
          <p14:tracePt t="142783" x="4838700" y="1206500"/>
          <p14:tracePt t="142901" x="4857750" y="1200150"/>
          <p14:tracePt t="142934" x="4883150" y="1187450"/>
          <p14:tracePt t="142952" x="4883150" y="1181100"/>
          <p14:tracePt t="142986" x="4927600" y="1149350"/>
          <p14:tracePt t="143016" x="4946650" y="1136650"/>
          <p14:tracePt t="143049" x="4953000" y="1130300"/>
          <p14:tracePt t="143086" x="4959350" y="1130300"/>
          <p14:tracePt t="143149" x="4965700" y="1130300"/>
          <p14:tracePt t="143487" x="5245100" y="1244600"/>
          <p14:tracePt t="143502" x="5340350" y="1282700"/>
          <p14:tracePt t="143533" x="5581650" y="1416050"/>
          <p14:tracePt t="143569" x="5886450" y="1574800"/>
          <p14:tracePt t="143602" x="6038850" y="1631950"/>
          <p14:tracePt t="143634" x="6172200" y="1663700"/>
          <p14:tracePt t="143655" x="6261100" y="1682750"/>
          <p14:tracePt t="143685" x="6432550" y="1695450"/>
          <p14:tracePt t="143716" x="6527800" y="1720850"/>
          <p14:tracePt t="143749" x="6673850" y="1771650"/>
          <p14:tracePt t="143786" x="6775450" y="1803400"/>
          <p14:tracePt t="143818" x="6927850" y="1835150"/>
          <p14:tracePt t="143849" x="7029450" y="1866900"/>
          <p14:tracePt t="143871" x="7099300" y="1873250"/>
          <p14:tracePt t="143901" x="7194550" y="1879600"/>
          <p14:tracePt t="143933" x="7289800" y="1879600"/>
          <p14:tracePt t="143980" x="7556500" y="1905000"/>
          <p14:tracePt t="144002" x="7689850" y="1936750"/>
          <p14:tracePt t="144032" x="7874000" y="1993900"/>
          <p14:tracePt t="144079" x="8274050" y="2133600"/>
          <p14:tracePt t="144118" x="8489950" y="2228850"/>
          <p14:tracePt t="144150" x="8705850" y="2343150"/>
          <p14:tracePt t="144178" x="8763000" y="2374900"/>
          <p14:tracePt t="144217" x="8769350" y="2374900"/>
          <p14:tracePt t="144250" x="8750300" y="2368550"/>
          <p14:tracePt t="144295" x="8712200" y="2393950"/>
          <p14:tracePt t="144694" x="8642350" y="2387600"/>
          <p14:tracePt t="144727" x="8509000" y="2368550"/>
          <p14:tracePt t="144750" x="8343900" y="2336800"/>
          <p14:tracePt t="144793" x="8096250" y="2279650"/>
          <p14:tracePt t="144826" x="7835900" y="2228850"/>
          <p14:tracePt t="144850" x="7664450" y="2197100"/>
          <p14:tracePt t="144878" x="7404100" y="2127250"/>
          <p14:tracePt t="144909" x="7105650" y="2057400"/>
          <p14:tracePt t="144942" x="6807200" y="2006600"/>
          <p14:tracePt t="144977" x="6381750" y="1892300"/>
          <p14:tracePt t="145009" x="6076950" y="1746250"/>
          <p14:tracePt t="145042" x="5803900" y="1587500"/>
          <p14:tracePt t="145061" x="5632450" y="1485900"/>
          <p14:tracePt t="145092" x="5397500" y="1352550"/>
          <p14:tracePt t="145125" x="5194300" y="1212850"/>
          <p14:tracePt t="145159" x="5092700" y="1117600"/>
          <p14:tracePt t="145192" x="5022850" y="1066800"/>
          <p14:tracePt t="145225" x="5003800" y="1054100"/>
          <p14:tracePt t="145258" x="4984750" y="1047750"/>
          <p14:tracePt t="145308" x="4984750" y="1041400"/>
          <p14:tracePt t="145341" x="4972050" y="1035050"/>
          <p14:tracePt t="145375" x="4953000" y="1035050"/>
          <p14:tracePt t="145424" x="4946650" y="1028700"/>
          <p14:tracePt t="145507" x="4940300" y="1028700"/>
          <p14:tracePt t="145540" x="4933950" y="1035050"/>
          <p14:tracePt t="145590" x="4927600" y="1041400"/>
          <p14:tracePt t="145624" x="4921250" y="1041400"/>
          <p14:tracePt t="145673" x="4914900" y="1054100"/>
          <p14:tracePt t="145707" x="4895850" y="1060450"/>
          <p14:tracePt t="145726" x="4883150" y="1066800"/>
          <p14:tracePt t="145758" x="4838700" y="1085850"/>
          <p14:tracePt t="145790" x="4775200" y="1098550"/>
          <p14:tracePt t="145823" x="4711700" y="1117600"/>
          <p14:tracePt t="145856" x="4692650" y="1130300"/>
          <p14:tracePt t="148032" x="4730750" y="1136650"/>
          <p14:tracePt t="148056" x="4787900" y="1143000"/>
          <p14:tracePt t="148098" x="4895850" y="1168400"/>
          <p14:tracePt t="148131" x="4978400" y="1181100"/>
          <p14:tracePt t="148159" x="5022850" y="1187450"/>
          <p14:tracePt t="148198" x="5054600" y="1187450"/>
          <p14:tracePt t="148464" x="5035550" y="1181100"/>
          <p14:tracePt t="148497" x="4997450" y="1181100"/>
          <p14:tracePt t="148530" x="4902200" y="1181100"/>
          <p14:tracePt t="148564" x="4800600" y="1200150"/>
          <p14:tracePt t="148597" x="4686300" y="1238250"/>
          <p14:tracePt t="148629" x="4533900" y="1333500"/>
          <p14:tracePt t="148663" x="4362450" y="1460500"/>
          <p14:tracePt t="148696" x="4089400" y="1682750"/>
          <p14:tracePt t="148729" x="3937000" y="1790700"/>
          <p14:tracePt t="148749" x="3771900" y="1917700"/>
          <p14:tracePt t="148781" x="3435350" y="2133600"/>
          <p14:tracePt t="148813" x="3308350" y="2222500"/>
          <p14:tracePt t="148846" x="3175000" y="2286000"/>
          <p14:tracePt t="148882" x="3048000" y="2336800"/>
          <p14:tracePt t="148914" x="3016250" y="2343150"/>
          <p14:tracePt t="148998" x="3016250" y="2355850"/>
          <p14:tracePt t="149062" x="3016250" y="2368550"/>
          <p14:tracePt t="149098" x="3016250" y="2374900"/>
          <p14:tracePt t="149128" x="3016250" y="2381250"/>
          <p14:tracePt t="149161" x="3016250" y="2393950"/>
          <p14:tracePt t="149245" x="3016250" y="2400300"/>
          <p14:tracePt t="149314" x="3022600" y="2406650"/>
          <p14:tracePt t="149344" x="3028950" y="2406650"/>
          <p14:tracePt t="149383" x="3054350" y="2387600"/>
          <p14:tracePt t="149415" x="3238500" y="2266950"/>
          <p14:tracePt t="149447" x="3505200" y="2089150"/>
          <p14:tracePt t="149468" x="3721100" y="1962150"/>
          <p14:tracePt t="149499" x="3987800" y="1778000"/>
          <p14:tracePt t="149530" x="4191000" y="1625600"/>
          <p14:tracePt t="149563" x="4292600" y="1530350"/>
          <p14:tracePt t="149600" x="4311650" y="1504950"/>
          <p14:tracePt t="149631" x="4311650" y="1498600"/>
          <p14:tracePt t="149663" x="4311650" y="1492250"/>
          <p14:tracePt t="149684" x="4318000" y="1485900"/>
          <p14:tracePt t="149714" x="4318000" y="1473200"/>
          <p14:tracePt t="149746" x="4330700" y="1454150"/>
          <p14:tracePt t="149762" x="4330700" y="1447800"/>
          <p14:tracePt t="149800" x="4362450" y="1403350"/>
          <p14:tracePt t="149831" x="4381500" y="1365250"/>
          <p14:tracePt t="149862" x="4413250" y="1333500"/>
          <p14:tracePt t="149909" x="4457700" y="1282700"/>
          <p14:tracePt t="149930" x="4476750" y="1263650"/>
          <p14:tracePt t="149962" x="4502150" y="1250950"/>
          <p14:tracePt t="150025" x="4508500" y="1250950"/>
          <p14:tracePt t="150473" x="4654550" y="1250950"/>
          <p14:tracePt t="150507" x="4921250" y="1231900"/>
          <p14:tracePt t="150540" x="5359400" y="1200150"/>
          <p14:tracePt t="150564" x="5486400" y="1200150"/>
          <p14:tracePt t="150606" x="5600700" y="1187450"/>
          <p14:tracePt t="150640" x="5613400" y="1181100"/>
          <p14:tracePt t="150664" x="5613400" y="1187450"/>
          <p14:tracePt t="150673" x="5607050" y="1187450"/>
          <p14:tracePt t="150706" x="5588000" y="1187450"/>
          <p14:tracePt t="151404" x="5556250" y="1187450"/>
          <p14:tracePt t="151437" x="5530850" y="1187450"/>
          <p14:tracePt t="151470" x="5505450" y="1187450"/>
          <p14:tracePt t="151504" x="5480050" y="1200150"/>
          <p14:tracePt t="151537" x="5441950" y="1219200"/>
          <p14:tracePt t="151570" x="5372100" y="1257300"/>
          <p14:tracePt t="151604" x="5238750" y="1365250"/>
          <p14:tracePt t="151636" x="5143500" y="1454150"/>
          <p14:tracePt t="151669" x="5080000" y="1562100"/>
          <p14:tracePt t="151688" x="5035550" y="1676400"/>
          <p14:tracePt t="151719" x="4895850" y="1955800"/>
          <p14:tracePt t="153662" x="4832350" y="1854200"/>
          <p14:tracePt t="153712" x="4699000" y="1651000"/>
          <p14:tracePt t="153746" x="4546600" y="1384300"/>
          <p14:tracePt t="153770" x="4489450" y="1295400"/>
          <p14:tracePt t="153797" x="4457700" y="1219200"/>
          <p14:tracePt t="153815" x="4432300" y="1181100"/>
          <p14:tracePt t="153847" x="4413250" y="1149350"/>
          <p14:tracePt t="153855" x="4413250" y="1136650"/>
          <p14:tracePt t="153895" x="4394200" y="1098550"/>
          <p14:tracePt t="153928" x="4381500" y="1054100"/>
          <p14:tracePt t="153961" x="4375150" y="1028700"/>
          <p14:tracePt t="153996" x="4362450" y="1009650"/>
          <p14:tracePt t="154028" x="4362450" y="996950"/>
          <p14:tracePt t="154061" x="4362450" y="990600"/>
          <p14:tracePt t="154094" x="4362450" y="984250"/>
          <p14:tracePt t="154144" x="4368800" y="984250"/>
          <p14:tracePt t="154177" x="4375150" y="990600"/>
          <p14:tracePt t="154260" x="4387850" y="1003300"/>
          <p14:tracePt t="154294" x="4406900" y="1009650"/>
          <p14:tracePt t="154327" x="4432300" y="1022350"/>
          <p14:tracePt t="154360" x="4591050" y="1047750"/>
          <p14:tracePt t="154379" x="4641850" y="1047750"/>
          <p14:tracePt t="154410" x="4813300" y="1066800"/>
          <p14:tracePt t="154443" x="4946650" y="1073150"/>
          <p14:tracePt t="154476" x="5035550" y="1073150"/>
          <p14:tracePt t="154510" x="5041900" y="1079500"/>
          <p14:tracePt t="154579" x="5048250" y="1079500"/>
          <p14:tracePt t="154626" x="5048250" y="1085850"/>
          <p14:tracePt t="154659" x="5073650" y="1085850"/>
          <p14:tracePt t="154696" x="5124450" y="1098550"/>
          <p14:tracePt t="154725" x="5245100" y="1111250"/>
          <p14:tracePt t="154759" x="5505450" y="1149350"/>
          <p14:tracePt t="154795" x="5683250" y="1193800"/>
          <p14:tracePt t="154825" x="5791200" y="1238250"/>
          <p14:tracePt t="155210" x="6019800" y="1619250"/>
          <p14:tracePt t="155241" x="6350000" y="2152650"/>
          <p14:tracePt t="155274" x="6572250" y="2533650"/>
          <p14:tracePt t="155310" x="6750050" y="2838450"/>
          <p14:tracePt t="155343" x="6908800" y="3130550"/>
          <p14:tracePt t="155373" x="6985000" y="3282950"/>
          <p14:tracePt t="155412" x="7016750" y="3397250"/>
          <p14:tracePt t="155442" x="7035800" y="3473450"/>
          <p14:tracePt t="155473" x="7061200" y="3536950"/>
          <p14:tracePt t="155495" x="7080250" y="3587750"/>
          <p14:tracePt t="155526" x="7099300" y="3670300"/>
          <p14:tracePt t="155559" x="7124700" y="3778250"/>
          <p14:tracePt t="155595" x="7162800" y="3917950"/>
          <p14:tracePt t="155627" x="7194550" y="4133850"/>
          <p14:tracePt t="155659" x="7207250" y="4235450"/>
          <p14:tracePt t="155705" x="7213600" y="4438650"/>
          <p14:tracePt t="155727" x="7219950" y="4495800"/>
          <p14:tracePt t="155759" x="7219950" y="4578350"/>
          <p14:tracePt t="155789" x="7226300" y="4749800"/>
          <p14:tracePt t="155827" x="7239000" y="4845050"/>
          <p14:tracePt t="155860" x="7239000" y="4889500"/>
          <p14:tracePt t="155896" x="7232650" y="4902200"/>
          <p14:tracePt t="155928" x="7232650" y="4927600"/>
          <p14:tracePt t="155959" x="7232650" y="4933950"/>
          <p14:tracePt t="156276" x="7289800" y="4991100"/>
          <p14:tracePt t="156320" x="7397750" y="5086350"/>
          <p14:tracePt t="156344" x="7442200" y="5118100"/>
          <p14:tracePt t="156362" x="7480300" y="5143500"/>
          <p14:tracePt t="156403" x="7524750" y="5168900"/>
          <p14:tracePt t="156436" x="7588250" y="5207000"/>
          <p14:tracePt t="156461" x="7626350" y="5219700"/>
          <p14:tracePt t="156488" x="7664450" y="5238750"/>
          <p14:tracePt t="156519" x="7747000" y="5257800"/>
          <p14:tracePt t="156552" x="7880350" y="5302250"/>
          <p14:tracePt t="156602" x="7994650" y="5340350"/>
          <p14:tracePt t="156636" x="8039100" y="5353050"/>
          <p14:tracePt t="156654" x="8051800" y="5353050"/>
          <p14:tracePt t="156676" x="8102600" y="5365750"/>
          <p14:tracePt t="156704" x="8153400" y="5391150"/>
          <p14:tracePt t="156735" x="8267700" y="5435600"/>
          <p14:tracePt t="156768" x="8305800" y="5461000"/>
          <p14:tracePt t="156802" x="8331200" y="5480050"/>
          <p14:tracePt t="156835" x="8331200" y="5518150"/>
          <p14:tracePt t="158167" x="8299450" y="5518150"/>
          <p14:tracePt t="158200" x="8210550" y="5530850"/>
          <p14:tracePt t="158230" x="8032750" y="5575300"/>
          <p14:tracePt t="158263" x="7766050" y="5632450"/>
          <p14:tracePt t="158297" x="7550150" y="5664200"/>
          <p14:tracePt t="158330" x="7327900" y="5689600"/>
          <p14:tracePt t="158354" x="7080250" y="5734050"/>
          <p14:tracePt t="158387" x="6743700" y="5784850"/>
          <p14:tracePt t="158417" x="6464300" y="5816600"/>
          <p14:tracePt t="158449" x="6070600" y="5854700"/>
          <p14:tracePt t="158479" x="5607050" y="5899150"/>
          <p14:tracePt t="158512" x="5365750" y="5911850"/>
          <p14:tracePt t="158545" x="5073650" y="5905500"/>
          <p14:tracePt t="158579" x="4870450" y="5899150"/>
          <p14:tracePt t="158603" x="4762500" y="5892800"/>
          <p14:tracePt t="158636" x="4629150" y="5867400"/>
          <p14:tracePt t="158667" x="4572000" y="5867400"/>
          <p14:tracePt t="158698" x="4495800" y="5867400"/>
          <p14:tracePt t="158729" x="4457700" y="5867400"/>
          <p14:tracePt t="158761" x="4406900" y="5842000"/>
          <p14:tracePt t="158795" x="4349750" y="5803900"/>
          <p14:tracePt t="158828" x="4305300" y="5759450"/>
          <p14:tracePt t="158861" x="4241800" y="5695950"/>
          <p14:tracePt t="158885" x="4203700" y="5670550"/>
          <p14:tracePt t="158916" x="4133850" y="5613400"/>
          <p14:tracePt t="158947" x="4095750" y="5588000"/>
          <p14:tracePt t="158981" x="4070350" y="5568950"/>
          <p14:tracePt t="159011" x="4051300" y="5556250"/>
          <p14:tracePt t="159044" x="4032250" y="5549900"/>
          <p14:tracePt t="159077" x="4025900" y="5543550"/>
          <p14:tracePt t="159110" x="4025900" y="5537200"/>
          <p14:tracePt t="159136" x="4025900" y="5530850"/>
          <p14:tracePt t="159183" x="4032250" y="5524500"/>
          <p14:tracePt t="159215" x="4038600" y="5518150"/>
          <p14:tracePt t="159246" x="4051300" y="5518150"/>
          <p14:tracePt t="159293" x="4057650" y="5518150"/>
          <p14:tracePt t="159326" x="4070350" y="5518150"/>
          <p14:tracePt t="159359" x="4089400" y="5524500"/>
          <p14:tracePt t="159393" x="4171950" y="5549900"/>
          <p14:tracePt t="159979" x="4133850" y="5549900"/>
          <p14:tracePt t="160012" x="3987800" y="5568950"/>
          <p14:tracePt t="160043" x="3822700" y="5600700"/>
          <p14:tracePt t="160074" x="3676650" y="5626100"/>
          <p14:tracePt t="160107" x="3511550" y="5676900"/>
          <p14:tracePt t="160140" x="3384550" y="5715000"/>
          <p14:tracePt t="160173" x="3321050" y="5734050"/>
          <p14:tracePt t="160198" x="3282950" y="5740400"/>
          <p14:tracePt t="160228" x="3263900" y="5746750"/>
          <p14:tracePt t="160276" x="3257550" y="5746750"/>
          <p14:tracePt t="160373" x="3263900" y="5740400"/>
          <p14:tracePt t="160405" x="3270250" y="5740400"/>
          <p14:tracePt t="160425" x="3282950" y="5740400"/>
          <p14:tracePt t="160456" x="3302000" y="5740400"/>
          <p14:tracePt t="160480" x="3359150" y="5746750"/>
          <p14:tracePt t="160510" x="3511550" y="5791200"/>
          <p14:tracePt t="160542" x="3765550" y="5829300"/>
          <p14:tracePt t="160572" x="4089400" y="5873750"/>
          <p14:tracePt t="160605" x="4559300" y="5886450"/>
          <p14:tracePt t="160639" x="4781550" y="5880100"/>
          <p14:tracePt t="160672" x="5226050" y="5867400"/>
          <p14:tracePt t="160705" x="5429250" y="5867400"/>
          <p14:tracePt t="160729" x="5499100" y="5867400"/>
          <p14:tracePt t="160759" x="5588000" y="5867400"/>
          <p14:tracePt t="160776" x="5613400" y="5854700"/>
          <p14:tracePt t="160807" x="5626100" y="5854700"/>
          <p14:tracePt t="161275" x="5600700" y="5854700"/>
          <p14:tracePt t="161307" x="5511800" y="5842000"/>
          <p14:tracePt t="161339" x="5232400" y="5803900"/>
          <p14:tracePt t="161369" x="5003800" y="5772150"/>
          <p14:tracePt t="161403" x="4648200" y="5702300"/>
          <p14:tracePt t="161436" x="4400550" y="5632450"/>
          <p14:tracePt t="161455" x="4229100" y="5594350"/>
          <p14:tracePt t="161502" x="3981450" y="5562600"/>
          <p14:tracePt t="161526" x="3898900" y="5556250"/>
          <p14:tracePt t="161557" x="3860800" y="5543550"/>
          <p14:tracePt t="161588" x="3854450" y="5543550"/>
          <p14:tracePt t="161635" x="3886200" y="5549900"/>
          <p14:tracePt t="161668" x="3917950" y="5556250"/>
          <p14:tracePt t="161687" x="3943350" y="5562600"/>
          <p14:tracePt t="161718" x="3975100" y="5568950"/>
          <p14:tracePt t="161751" x="4038600" y="5575300"/>
          <p14:tracePt t="161784" x="4292600" y="5607050"/>
          <p14:tracePt t="161823" x="4597400" y="5613400"/>
          <p14:tracePt t="161855" x="5124450" y="5613400"/>
          <p14:tracePt t="161887" x="5518150" y="5588000"/>
          <p14:tracePt t="161917" x="5943600" y="5549900"/>
          <p14:tracePt t="161951" x="6400800" y="5486400"/>
          <p14:tracePt t="161986" x="6623050" y="5422900"/>
          <p14:tracePt t="162017" x="6711950" y="5403850"/>
          <p14:tracePt t="162041" x="6737350" y="5372100"/>
          <p14:tracePt t="162057" x="6750050" y="5353050"/>
          <p14:tracePt t="162087" x="6769100" y="5295900"/>
          <p14:tracePt t="162565" x="6743700" y="5200650"/>
          <p14:tracePt t="162588" x="6699250" y="5041900"/>
          <p14:tracePt t="162620" x="6610350" y="4591050"/>
          <p14:tracePt t="162651" x="6553200" y="4165600"/>
          <p14:tracePt t="162681" x="6489700" y="3644900"/>
          <p14:tracePt t="162715" x="6369050" y="3213100"/>
          <p14:tracePt t="162748" x="6115050" y="2755900"/>
          <p14:tracePt t="162781" x="5924550" y="2552700"/>
          <p14:tracePt t="162814" x="5530850" y="2413000"/>
          <p14:tracePt t="162853" x="5200650" y="2406650"/>
          <p14:tracePt t="162886" x="4635500" y="2660650"/>
          <p14:tracePt t="162917" x="4311650" y="2914650"/>
          <p14:tracePt t="162947" x="3968750" y="3251200"/>
          <p14:tracePt t="162966" x="3854450" y="3403600"/>
          <p14:tracePt t="162997" x="3790950" y="3568700"/>
          <p14:tracePt t="163030" x="3797300" y="3733800"/>
          <p14:tracePt t="163063" x="3898900" y="3854450"/>
          <p14:tracePt t="163087" x="4006850" y="3975100"/>
          <p14:tracePt t="163121" x="4559300" y="4337050"/>
          <p14:tracePt t="163151" x="5454650" y="4660900"/>
          <p14:tracePt t="163182" x="6337300" y="4832350"/>
          <p14:tracePt t="163213" x="7137400" y="4895850"/>
          <p14:tracePt t="163246" x="7550150" y="4883150"/>
          <p14:tracePt t="163279" x="7829550" y="4813300"/>
          <p14:tracePt t="163312" x="7905750" y="4781550"/>
          <p14:tracePt t="163346" x="7912100" y="4743450"/>
          <p14:tracePt t="163370" x="7880350" y="4686300"/>
          <p14:tracePt t="163384" x="7810500" y="4597400"/>
          <p14:tracePt t="163417" x="7581900" y="4381500"/>
          <p14:tracePt t="163448" x="6940550" y="3905250"/>
          <p14:tracePt t="163465" x="6673850" y="3797300"/>
          <p14:tracePt t="163497" x="5765800" y="3638550"/>
          <p14:tracePt t="163528" x="4895850" y="3594100"/>
          <p14:tracePt t="163562" x="4241800" y="3600450"/>
          <p14:tracePt t="163595" x="4013200" y="3600450"/>
          <p14:tracePt t="163628" x="3905250" y="3606800"/>
          <p14:tracePt t="163650" x="3873500" y="3619500"/>
          <p14:tracePt t="163683" x="3848100" y="3632200"/>
          <p14:tracePt t="163744" x="3879850" y="3670300"/>
          <p14:tracePt t="163777" x="4006850" y="3854450"/>
          <p14:tracePt t="163811" x="4216400" y="4083050"/>
          <p14:tracePt t="163844" x="4470400" y="4356100"/>
          <p14:tracePt t="163877" x="4781550" y="4705350"/>
          <p14:tracePt t="163901" x="4883150" y="4832350"/>
          <p14:tracePt t="163932" x="4946650" y="4927600"/>
          <p14:tracePt t="163963" x="4991100" y="4984750"/>
          <p14:tracePt t="163979" x="4997450" y="4997450"/>
          <p14:tracePt t="164010" x="5022850" y="5016500"/>
          <p14:tracePt t="164043" x="5086350" y="5022850"/>
          <p14:tracePt t="164076" x="5092700" y="5022850"/>
          <p14:tracePt t="164608" x="5226050" y="5086350"/>
          <p14:tracePt t="164641" x="5372100" y="5162550"/>
          <p14:tracePt t="164675" x="5530850" y="5251450"/>
          <p14:tracePt t="164699" x="5657850" y="5327650"/>
          <p14:tracePt t="164729" x="5791200" y="5384800"/>
          <p14:tracePt t="164760" x="5943600" y="5448300"/>
          <p14:tracePt t="164791" x="6051550" y="5480050"/>
          <p14:tracePt t="164824" x="6115050" y="5499100"/>
          <p14:tracePt t="164857" x="6165850" y="5518150"/>
          <p14:tracePt t="164890" x="6191250" y="55118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callable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kern="0" spc="-5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5934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244"/>
    </mc:Choice>
    <mc:Fallback>
      <p:transition spd="slow" advTm="672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504" x="6165850" y="5511800"/>
          <p14:tracePt t="11554" x="6127750" y="5505450"/>
          <p14:tracePt t="11587" x="6108700" y="5505450"/>
          <p14:tracePt t="11620" x="6070600" y="5499100"/>
          <p14:tracePt t="11653" x="6038850" y="5492750"/>
          <p14:tracePt t="11673" x="6000750" y="5492750"/>
          <p14:tracePt t="11705" x="5924550" y="5492750"/>
          <p14:tracePt t="11737" x="5810250" y="5492750"/>
          <p14:tracePt t="11770" x="5676900" y="5492750"/>
          <p14:tracePt t="11803" x="5486400" y="5505450"/>
          <p14:tracePt t="11836" x="5334000" y="5511800"/>
          <p14:tracePt t="11870" x="5149850" y="5511800"/>
          <p14:tracePt t="11903" x="4991100" y="5524500"/>
          <p14:tracePt t="11936" x="4768850" y="5524500"/>
          <p14:tracePt t="11969" x="4508500" y="5505450"/>
          <p14:tracePt t="12002" x="4222750" y="5499100"/>
          <p14:tracePt t="12035" x="3975100" y="5473700"/>
          <p14:tracePt t="12069" x="3689350" y="5480050"/>
          <p14:tracePt t="12102" x="3486150" y="5492750"/>
          <p14:tracePt t="12135" x="3384550" y="5492750"/>
          <p14:tracePt t="12168" x="3219450" y="5505450"/>
          <p14:tracePt t="12738" x="3155950" y="5505450"/>
          <p14:tracePt t="12766" x="3041650" y="5505450"/>
          <p14:tracePt t="12800" x="2787650" y="5505450"/>
          <p14:tracePt t="12836" x="2546350" y="5518150"/>
          <p14:tracePt t="12869" x="2254250" y="5518150"/>
          <p14:tracePt t="12900" x="2133600" y="5518150"/>
          <p14:tracePt t="12920" x="2006600" y="5511800"/>
          <p14:tracePt t="12952" x="1955800" y="5511800"/>
          <p14:tracePt t="12983" x="1854200" y="5518150"/>
          <p14:tracePt t="13021" x="1803400" y="5518150"/>
          <p14:tracePt t="13053" x="1765300" y="5518150"/>
          <p14:tracePt t="13099" x="1758950" y="5518150"/>
          <p14:tracePt t="13430" x="1765300" y="5518150"/>
          <p14:tracePt t="13500" x="1778000" y="5518150"/>
          <p14:tracePt t="13553" x="1784350" y="5511800"/>
          <p14:tracePt t="13600" x="1790700" y="5511800"/>
          <p14:tracePt t="13621" x="1797050" y="5511800"/>
          <p14:tracePt t="13669" x="1816100" y="5511800"/>
          <p14:tracePt t="13701" x="1847850" y="5511800"/>
          <p14:tracePt t="13730" x="1962150" y="5499100"/>
          <p14:tracePt t="13753" x="2108200" y="5480050"/>
          <p14:tracePt t="13785" x="2546350" y="5410200"/>
          <p14:tracePt t="13812" x="2774950" y="5365750"/>
          <p14:tracePt t="13837" x="3130550" y="5327650"/>
          <p14:tracePt t="13870" x="3448050" y="5308600"/>
          <p14:tracePt t="13900" x="3752850" y="5308600"/>
          <p14:tracePt t="13946" x="4203700" y="5327650"/>
          <p14:tracePt t="13985" x="4476750" y="5378450"/>
          <p14:tracePt t="14029" x="4813300" y="5492750"/>
          <p14:tracePt t="14062" x="4851400" y="5492750"/>
          <p14:tracePt t="16224" x="4845050" y="5511800"/>
          <p14:tracePt t="16257" x="4813300" y="5530850"/>
          <p14:tracePt t="16288" x="4787900" y="5549900"/>
          <p14:tracePt t="16309" x="4756150" y="5575300"/>
          <p14:tracePt t="16340" x="4686300" y="5638800"/>
          <p14:tracePt t="16371" x="4584700" y="5734050"/>
          <p14:tracePt t="16404" x="4445000" y="5867400"/>
          <p14:tracePt t="16440" x="4368800" y="5937250"/>
          <p14:tracePt t="16474" x="4292600" y="6038850"/>
          <p14:tracePt t="16488" x="4273550" y="6057900"/>
          <p14:tracePt t="16511" x="4241800" y="6108700"/>
          <p14:tracePt t="16541" x="4216400" y="6153150"/>
          <p14:tracePt t="16573" x="4184650" y="6191250"/>
          <p14:tracePt t="16603" x="4159250" y="6216650"/>
          <p14:tracePt t="16642" x="4146550" y="6229350"/>
          <p14:tracePt t="16671" x="4108450" y="6242050"/>
          <p14:tracePt t="16703" x="4089400" y="6248400"/>
          <p14:tracePt t="16741" x="4044950" y="6242050"/>
          <p14:tracePt t="16758" x="4013200" y="6235700"/>
          <p14:tracePt t="16788" x="3968750" y="6235700"/>
          <p14:tracePt t="16810" x="3924300" y="6229350"/>
          <p14:tracePt t="16843" x="3822700" y="6223000"/>
          <p14:tracePt t="16873" x="3759200" y="6216650"/>
          <p14:tracePt t="16905" x="3721100" y="6223000"/>
          <p14:tracePt t="16952" x="3663950" y="6229350"/>
          <p14:tracePt t="16960" x="3657600" y="6229350"/>
          <p14:tracePt t="16990" x="3638550" y="6229350"/>
          <p14:tracePt t="17035" x="3638550" y="6235700"/>
          <p14:tracePt t="17135" x="3657600" y="6235700"/>
          <p14:tracePt t="17174" x="3663950" y="6235700"/>
          <p14:tracePt t="17206" x="3683000" y="6235700"/>
          <p14:tracePt t="17250" x="3765550" y="6254750"/>
          <p14:tracePt t="17290" x="4102100" y="6305550"/>
          <p14:tracePt t="17319" x="4591050" y="6388100"/>
          <p14:tracePt t="17350" x="5162550" y="6477000"/>
          <p14:tracePt t="17375" x="5626100" y="6546850"/>
          <p14:tracePt t="17405" x="6026150" y="6591300"/>
          <p14:tracePt t="17450" x="6457950" y="6642100"/>
          <p14:tracePt t="17474" x="6711950" y="6642100"/>
          <p14:tracePt t="17505" x="6870700" y="6629400"/>
          <p14:tracePt t="17533" x="6953250" y="6629400"/>
          <p14:tracePt t="17566" x="6978650" y="6623050"/>
          <p14:tracePt t="17590" x="6985000" y="6623050"/>
          <p14:tracePt t="17633" x="6997700" y="6616700"/>
          <p14:tracePt t="17683" x="6997700" y="6610350"/>
          <p14:tracePt t="17706" x="6991350" y="6610350"/>
          <p14:tracePt t="17734" x="6972300" y="6604000"/>
          <p14:tracePt t="17765" x="6946900" y="6584950"/>
          <p14:tracePt t="17790" x="6921500" y="6578600"/>
          <p14:tracePt t="17832" x="6807200" y="6534150"/>
          <p14:tracePt t="17865" x="6654800" y="6477000"/>
          <p14:tracePt t="17898" x="6362700" y="6407150"/>
          <p14:tracePt t="17932" x="6178550" y="6381750"/>
          <p14:tracePt t="17965" x="5892800" y="6356350"/>
          <p14:tracePt t="17998" x="5702300" y="6343650"/>
          <p14:tracePt t="18031" x="5556250" y="6343650"/>
          <p14:tracePt t="18065" x="5397500" y="6356350"/>
          <p14:tracePt t="18098" x="5283200" y="6381750"/>
          <p14:tracePt t="18148" x="5149850" y="6407150"/>
          <p14:tracePt t="18181" x="5054600" y="6419850"/>
          <p14:tracePt t="18207" x="4908550" y="6451600"/>
          <p14:tracePt t="18233" x="4756150" y="6470650"/>
          <p14:tracePt t="18264" x="4610100" y="6470650"/>
          <p14:tracePt t="18283" x="4578350" y="6464300"/>
          <p14:tracePt t="18313" x="4546600" y="6438900"/>
          <p14:tracePt t="18347" x="4489450" y="6375400"/>
          <p14:tracePt t="18830" x="4368800" y="6337300"/>
          <p14:tracePt t="18862" x="4222750" y="6318250"/>
          <p14:tracePt t="18896" x="4000500" y="6292850"/>
          <p14:tracePt t="18913" x="3917950" y="6280150"/>
          <p14:tracePt t="18946" x="3600450" y="6254750"/>
          <p14:tracePt t="18963" x="3511550" y="6254750"/>
          <p14:tracePt t="18995" x="3244850" y="6254750"/>
          <p14:tracePt t="19031" x="2933700" y="6254750"/>
          <p14:tracePt t="19061" x="2768600" y="6242050"/>
          <p14:tracePt t="19094" x="2647950" y="6235700"/>
          <p14:tracePt t="19131" x="2559050" y="6235700"/>
          <p14:tracePt t="19161" x="2533650" y="6229350"/>
          <p14:tracePt t="19294" x="2546350" y="6223000"/>
          <p14:tracePt t="19348" x="2552700" y="6216650"/>
          <p14:tracePt t="19377" x="2559050" y="6216650"/>
          <p14:tracePt t="19410" x="2578100" y="6210300"/>
          <p14:tracePt t="19446" x="2597150" y="6210300"/>
          <p14:tracePt t="19477" x="2654300" y="6203950"/>
          <p14:tracePt t="19510" x="2800350" y="6184900"/>
          <p14:tracePt t="19546" x="2990850" y="6178550"/>
          <p14:tracePt t="19580" x="3289300" y="6178550"/>
          <p14:tracePt t="19609" x="3467100" y="6184900"/>
          <p14:tracePt t="19646" x="3810000" y="6191250"/>
          <p14:tracePt t="19679" x="4051300" y="6203950"/>
          <p14:tracePt t="19709" x="4273550" y="6210300"/>
          <p14:tracePt t="19730" x="4400550" y="6223000"/>
          <p14:tracePt t="19762" x="4610100" y="6235700"/>
          <p14:tracePt t="19795" x="4718050" y="6248400"/>
          <p14:tracePt t="19811" x="4787900" y="6254750"/>
          <p14:tracePt t="19848" x="4870450" y="6261100"/>
          <p14:tracePt t="19880" x="4953000" y="6267450"/>
          <p14:tracePt t="19925" x="5003800" y="6261100"/>
          <p14:tracePt t="19946" x="5016500" y="6248400"/>
          <p14:tracePt t="21071" x="4997450" y="6248400"/>
          <p14:tracePt t="21121" x="4978400" y="6235700"/>
          <p14:tracePt t="21154" x="4959350" y="6235700"/>
          <p14:tracePt t="21187" x="4921250" y="6210300"/>
          <p14:tracePt t="21220" x="4813300" y="6140450"/>
          <p14:tracePt t="21254" x="4552950" y="6007100"/>
          <p14:tracePt t="21287" x="4216400" y="5854700"/>
          <p14:tracePt t="21320" x="4070350" y="5784850"/>
          <p14:tracePt t="21355" x="3797300" y="5645150"/>
          <p14:tracePt t="21386" x="3644900" y="5594350"/>
          <p14:tracePt t="21420" x="3556000" y="5562600"/>
          <p14:tracePt t="21453" x="3517900" y="5556250"/>
          <p14:tracePt t="21486" x="3486150" y="5562600"/>
          <p14:tracePt t="21519" x="3448050" y="5562600"/>
          <p14:tracePt t="21553" x="3429000" y="5568950"/>
          <p14:tracePt t="21619" x="3416300" y="5568950"/>
          <p14:tracePt t="22167" x="3384550" y="5562600"/>
          <p14:tracePt t="22200" x="3365500" y="5549900"/>
          <p14:tracePt t="22237" x="3321050" y="5543550"/>
          <p14:tracePt t="22284" x="3276600" y="5543550"/>
          <p14:tracePt t="22317" x="3257550" y="5537200"/>
          <p14:tracePt t="22351" x="3225800" y="5530850"/>
          <p14:tracePt t="22384" x="3194050" y="5518150"/>
          <p14:tracePt t="22417" x="3162300" y="5518150"/>
          <p14:tracePt t="22453" x="3143250" y="5511800"/>
          <p14:tracePt t="22483" x="3130550" y="5511800"/>
          <p14:tracePt t="22538" x="3124200" y="5511800"/>
          <p14:tracePt t="22568" x="3117850" y="5505450"/>
          <p14:tracePt t="22599" x="3098800" y="5499100"/>
          <p14:tracePt t="22655" x="3086100" y="5492750"/>
          <p14:tracePt t="22684" x="3079750" y="5480050"/>
          <p14:tracePt t="22738" x="3067050" y="5467350"/>
          <p14:tracePt t="22785" x="3054350" y="5454650"/>
          <p14:tracePt t="22832" x="3048000" y="5448300"/>
          <p14:tracePt t="22870" x="3048000" y="5441950"/>
          <p14:tracePt t="22918" x="3048000" y="5429250"/>
          <p14:tracePt t="22954" x="3048000" y="5422900"/>
          <p14:tracePt t="23387" x="3003550" y="5422900"/>
          <p14:tracePt t="23418" x="2984500" y="5422900"/>
          <p14:tracePt t="23478" x="2965450" y="5422900"/>
          <p14:tracePt t="23503" x="2952750" y="5422900"/>
          <p14:tracePt t="23545" x="2901950" y="5403850"/>
          <p14:tracePt t="23579" x="2825750" y="5397500"/>
          <p14:tracePt t="23618" x="2705100" y="5391150"/>
          <p14:tracePt t="23647" x="2616200" y="5384800"/>
          <p14:tracePt t="23678" x="2444750" y="5384800"/>
          <p14:tracePt t="23702" x="2355850" y="5384800"/>
          <p14:tracePt t="23744" x="2266950" y="5391150"/>
          <p14:tracePt t="23778" x="2209800" y="5397500"/>
          <p14:tracePt t="23811" x="2171700" y="5410200"/>
          <p14:tracePt t="23830" x="2165350" y="5410200"/>
          <p14:tracePt t="23847" x="2152650" y="5416550"/>
          <p14:tracePt t="23911" x="2146300" y="5416550"/>
          <p14:tracePt t="23945" x="2139950" y="5416550"/>
          <p14:tracePt t="23994" x="2146300" y="5416550"/>
          <p14:tracePt t="24044" x="2152650" y="5416550"/>
          <p14:tracePt t="24077" x="2165350" y="5416550"/>
          <p14:tracePt t="24127" x="2171700" y="5416550"/>
          <p14:tracePt t="24160" x="2184400" y="5416550"/>
          <p14:tracePt t="24210" x="2197100" y="5416550"/>
          <p14:tracePt t="24243" x="2241550" y="5416550"/>
          <p14:tracePt t="24277" x="2349500" y="5416550"/>
          <p14:tracePt t="24310" x="2571750" y="5397500"/>
          <p14:tracePt t="24343" x="2692400" y="5378450"/>
          <p14:tracePt t="24363" x="2774950" y="5359400"/>
          <p14:tracePt t="24394" x="2882900" y="5340350"/>
          <p14:tracePt t="24426" x="2914650" y="5334000"/>
          <p14:tracePt t="24460" x="2927350" y="5327650"/>
          <p14:tracePt t="24509" x="2933700" y="5321300"/>
          <p14:tracePt t="24542" x="2933700" y="5308600"/>
          <p14:tracePt t="25143" x="3048000" y="5321300"/>
          <p14:tracePt t="25173" x="3092450" y="5340350"/>
          <p14:tracePt t="25207" x="3155950" y="5359400"/>
          <p14:tracePt t="25243" x="3200400" y="5365750"/>
          <p14:tracePt t="25273" x="3232150" y="5378450"/>
          <p14:tracePt t="25306" x="3251200" y="5378450"/>
          <p14:tracePt t="25359" x="3257550" y="5391150"/>
          <p14:tracePt t="25408" x="3263900" y="5397500"/>
          <p14:tracePt t="25442" x="3270250" y="5403850"/>
          <p14:tracePt t="25476" x="3276600" y="5410200"/>
          <p14:tracePt t="25506" x="3289300" y="5410200"/>
          <p14:tracePt t="25558" x="3295650" y="5422900"/>
          <p14:tracePt t="25605" x="3308350" y="5422900"/>
          <p14:tracePt t="25644" x="3314700" y="5441950"/>
          <p14:tracePt t="26123" x="3251200" y="5448300"/>
          <p14:tracePt t="26159" x="3060700" y="5511800"/>
          <p14:tracePt t="26175" x="2914650" y="5543550"/>
          <p14:tracePt t="26208" x="2686050" y="5562600"/>
          <p14:tracePt t="26227" x="2552700" y="5575300"/>
          <p14:tracePt t="26261" x="2393950" y="5581650"/>
          <p14:tracePt t="26291" x="2343150" y="5581650"/>
          <p14:tracePt t="26322" x="2247900" y="5581650"/>
          <p14:tracePt t="26369" x="2171700" y="5581650"/>
          <p14:tracePt t="26390" x="2139950" y="5581650"/>
          <p14:tracePt t="26408" x="2101850" y="5581650"/>
          <p14:tracePt t="26452" x="2025650" y="5581650"/>
          <p14:tracePt t="26476" x="1981200" y="5581650"/>
          <p14:tracePt t="26507" x="1955800" y="5581650"/>
          <p14:tracePt t="26535" x="1943100" y="5588000"/>
          <p14:tracePt t="26601" x="1936750" y="5588000"/>
          <p14:tracePt t="26707" x="1936750" y="5581650"/>
          <p14:tracePt t="26736" x="1949450" y="5581650"/>
          <p14:tracePt t="26768" x="1955800" y="5581650"/>
          <p14:tracePt t="26792" x="1968500" y="5581650"/>
          <p14:tracePt t="26851" x="1987550" y="5581650"/>
          <p14:tracePt t="26884" x="2051050" y="5581650"/>
          <p14:tracePt t="26908" x="2120900" y="5581650"/>
          <p14:tracePt t="26950" x="2324100" y="5581650"/>
          <p14:tracePt t="27017" x="2609850" y="5575300"/>
          <p14:tracePt t="27035" x="2641600" y="5575300"/>
          <p14:tracePt t="27067" x="2654300" y="5575300"/>
          <p14:tracePt t="27150" x="2641600" y="5562600"/>
          <p14:tracePt t="27183" x="2616200" y="5562600"/>
          <p14:tracePt t="27216" x="2559050" y="5543550"/>
          <p14:tracePt t="27250" x="2457450" y="5511800"/>
          <p14:tracePt t="27283" x="2311400" y="5480050"/>
          <p14:tracePt t="27316" x="2127250" y="5422900"/>
          <p14:tracePt t="27349" x="2019300" y="5410200"/>
          <p14:tracePt t="27383" x="1955800" y="5391150"/>
          <p14:tracePt t="27401" x="1949450" y="5391150"/>
          <p14:tracePt t="27465" x="1955800" y="5397500"/>
          <p14:tracePt t="27499" x="1974850" y="5403850"/>
          <p14:tracePt t="27532" x="1987550" y="5403850"/>
          <p14:tracePt t="27566" x="2000250" y="5403850"/>
          <p14:tracePt t="27615" x="2012950" y="5410200"/>
          <p14:tracePt t="27665" x="2032000" y="5422900"/>
          <p14:tracePt t="27698" x="2057400" y="5441950"/>
          <p14:tracePt t="27731" x="2159000" y="5537200"/>
          <p14:tracePt t="27750" x="2241550" y="5632450"/>
          <p14:tracePt t="27787" x="2355850" y="5778500"/>
          <p14:tracePt t="27814" x="2444750" y="5949950"/>
          <p14:tracePt t="27850" x="2489200" y="6153150"/>
          <p14:tracePt t="27881" x="2508250" y="6223000"/>
          <p14:tracePt t="27914" x="2508250" y="6261100"/>
          <p14:tracePt t="27950" x="2508250" y="6273800"/>
          <p14:tracePt t="28030" x="2489200" y="6273800"/>
          <p14:tracePt t="28413" x="2463800" y="6273800"/>
          <p14:tracePt t="28434" x="2444750" y="6280150"/>
          <p14:tracePt t="28466" x="2406650" y="6280150"/>
          <p14:tracePt t="28495" x="2381250" y="6280150"/>
          <p14:tracePt t="28528" x="2349500" y="6280150"/>
          <p14:tracePt t="28565" x="2298700" y="6299200"/>
          <p14:tracePt t="28598" x="2266950" y="6305550"/>
          <p14:tracePt t="28628" x="2228850" y="6318250"/>
          <p14:tracePt t="28665" x="2178050" y="6350000"/>
          <p14:tracePt t="28697" x="2133600" y="6375400"/>
          <p14:tracePt t="28728" x="2114550" y="6400800"/>
          <p14:tracePt t="28752" x="2101850" y="6413500"/>
          <p14:tracePt t="28797" x="2095500" y="6419850"/>
          <p14:tracePt t="28883" x="2095500" y="6426200"/>
          <p14:tracePt t="28930" x="2101850" y="6426200"/>
          <p14:tracePt t="28951" x="2108200" y="6426200"/>
          <p14:tracePt t="29013" x="2114550" y="6426200"/>
          <p14:tracePt t="29060" x="2127250" y="6426200"/>
          <p14:tracePt t="29081" x="2133600" y="6419850"/>
          <p14:tracePt t="29129" x="2146300" y="6419850"/>
          <p14:tracePt t="29182" x="2152650" y="6413500"/>
          <p14:tracePt t="29259" x="2171700" y="6407150"/>
          <p14:tracePt t="29298" x="2190750" y="6400800"/>
          <p14:tracePt t="29314" x="2203450" y="6394450"/>
          <p14:tracePt t="29359" x="2260600" y="6375400"/>
          <p14:tracePt t="29383" x="2330450" y="6362700"/>
          <p14:tracePt t="29413" x="2381250" y="6356350"/>
          <p14:tracePt t="29443" x="2451100" y="6350000"/>
          <p14:tracePt t="29475" x="2514600" y="6350000"/>
          <p14:tracePt t="29514" x="2546350" y="6350000"/>
          <p14:tracePt t="29558" x="2565400" y="6356350"/>
          <p14:tracePt t="29591" x="2578100" y="6362700"/>
          <p14:tracePt t="29632" x="2584450" y="6362700"/>
          <p14:tracePt t="29674" x="2590800" y="6362700"/>
          <p14:tracePt t="29699" x="2597150" y="6362700"/>
          <p14:tracePt t="29730" x="2597150" y="6356350"/>
          <p14:tracePt t="30189" x="2628900" y="6375400"/>
          <p14:tracePt t="30223" x="2698750" y="6407150"/>
          <p14:tracePt t="30256" x="2736850" y="6438900"/>
          <p14:tracePt t="30289" x="2768600" y="6451600"/>
          <p14:tracePt t="30322" x="2800350" y="6470650"/>
          <p14:tracePt t="30356" x="2819400" y="6477000"/>
          <p14:tracePt t="30389" x="2825750" y="6489700"/>
          <p14:tracePt t="30438" x="2832100" y="6489700"/>
          <p14:tracePt t="30473" x="2838450" y="6489700"/>
          <p14:tracePt t="30788" x="2787650" y="6489700"/>
          <p14:tracePt t="30820" x="2692400" y="6483350"/>
          <p14:tracePt t="30854" x="2540000" y="6470650"/>
          <p14:tracePt t="30887" x="2413000" y="6464300"/>
          <p14:tracePt t="30920" x="2247900" y="6464300"/>
          <p14:tracePt t="30954" x="2203450" y="6464300"/>
          <p14:tracePt t="30978" x="2165350" y="6477000"/>
          <p14:tracePt t="31020" x="2133600" y="6477000"/>
          <p14:tracePt t="31056" x="2120900" y="6477000"/>
          <p14:tracePt t="31086" x="2114550" y="6477000"/>
          <p14:tracePt t="31139" x="2114550" y="6470650"/>
          <p14:tracePt t="31219" x="2120900" y="6470650"/>
          <p14:tracePt t="31256" x="2133600" y="6457950"/>
          <p14:tracePt t="31286" x="2152650" y="6457950"/>
          <p14:tracePt t="31335" x="2171700" y="6451600"/>
          <p14:tracePt t="31371" x="2216150" y="6445250"/>
          <p14:tracePt t="31402" x="2305050" y="6426200"/>
          <p14:tracePt t="31435" x="2489200" y="6413500"/>
          <p14:tracePt t="31472" x="2609850" y="6413500"/>
          <p14:tracePt t="31504" x="2711450" y="6419850"/>
          <p14:tracePt t="31535" x="2749550" y="6419850"/>
          <p14:tracePt t="31571" x="2755900" y="6419850"/>
          <p14:tracePt t="31607" x="2768600" y="6413500"/>
          <p14:tracePt t="31639" x="2774950" y="6407150"/>
          <p14:tracePt t="32135" x="2901950" y="6407150"/>
          <p14:tracePt t="32156" x="3067050" y="6407150"/>
          <p14:tracePt t="32187" x="3397250" y="6419850"/>
          <p14:tracePt t="32218" x="3492500" y="6438900"/>
          <p14:tracePt t="32265" x="3600450" y="6464300"/>
          <p14:tracePt t="32286" x="3606800" y="6464300"/>
          <p14:tracePt t="32365" x="3613150" y="6464300"/>
          <p14:tracePt t="32481" x="3619500" y="6470650"/>
          <p14:tracePt t="32490" x="3625850" y="6470650"/>
          <p14:tracePt t="32520" x="3644900" y="6477000"/>
          <p14:tracePt t="32548" x="3657600" y="6477000"/>
          <p14:tracePt t="32572" x="3714750" y="6477000"/>
          <p14:tracePt t="32589" x="3784600" y="6464300"/>
          <p14:tracePt t="32619" x="3898900" y="6445250"/>
          <p14:tracePt t="32665" x="4362450" y="6381750"/>
          <p14:tracePt t="32689" x="4591050" y="6362700"/>
          <p14:tracePt t="32721" x="4902200" y="6318250"/>
          <p14:tracePt t="32764" x="4984750" y="6311900"/>
          <p14:tracePt t="32788" x="5003800" y="6305550"/>
          <p14:tracePt t="32822" x="5016500" y="6305550"/>
          <p14:tracePt t="32849" x="5054600" y="6305550"/>
          <p14:tracePt t="32896" x="5099050" y="6305550"/>
          <p14:tracePt t="32921" x="5156200" y="6305550"/>
          <p14:tracePt t="32964" x="5283200" y="6305550"/>
          <p14:tracePt t="32989" x="5429250" y="6286500"/>
          <p14:tracePt t="33020" x="5486400" y="6280150"/>
          <p14:tracePt t="33048" x="5543550" y="6267450"/>
          <p14:tracePt t="33079" x="5626100" y="6261100"/>
          <p14:tracePt t="33105" x="5676900" y="6261100"/>
          <p14:tracePt t="33138" x="5740400" y="6261100"/>
          <p14:tracePt t="33627" x="5797550" y="6267450"/>
          <p14:tracePt t="33661" x="5842000" y="6267450"/>
          <p14:tracePt t="33694" x="5899150" y="6273800"/>
          <p14:tracePt t="33727" x="5937250" y="6273800"/>
          <p14:tracePt t="33760" x="6013450" y="6280150"/>
          <p14:tracePt t="33794" x="6089650" y="6280150"/>
          <p14:tracePt t="33827" x="6235700" y="6273800"/>
          <p14:tracePt t="33860" x="6356350" y="6254750"/>
          <p14:tracePt t="33894" x="6470650" y="6235700"/>
          <p14:tracePt t="33927" x="6591300" y="6216650"/>
          <p14:tracePt t="33960" x="6661150" y="6216650"/>
          <p14:tracePt t="33993" x="6724650" y="6229350"/>
          <p14:tracePt t="34026" x="6756400" y="6229350"/>
          <p14:tracePt t="34641" x="6654800" y="6223000"/>
          <p14:tracePt t="34677" x="6502400" y="6197600"/>
          <p14:tracePt t="34707" x="6299200" y="6159500"/>
          <p14:tracePt t="34740" x="6076950" y="6140450"/>
          <p14:tracePt t="34777" x="5981700" y="6134100"/>
          <p14:tracePt t="34807" x="5930900" y="6134100"/>
          <p14:tracePt t="34840" x="5861050" y="6172200"/>
          <p14:tracePt t="34876" x="5835650" y="6203950"/>
          <p14:tracePt t="37697" x="5835650" y="6235700"/>
          <p14:tracePt t="37730" x="5835650" y="6292850"/>
          <p14:tracePt t="37763" x="5829300" y="6369050"/>
          <p14:tracePt t="37781" x="5822950" y="6394450"/>
          <p14:tracePt t="37813" x="5797550" y="6483350"/>
          <p14:tracePt t="37837" x="5791200" y="6515100"/>
          <p14:tracePt t="37868" x="5784850" y="6553200"/>
          <p14:tracePt t="37899" x="5784850" y="6591300"/>
          <p14:tracePt t="37933" x="5784850" y="6635750"/>
          <p14:tracePt t="37979" x="5791200" y="6661150"/>
          <p14:tracePt t="38013" x="5791200" y="6667500"/>
          <p14:tracePt t="38079" x="5797550" y="6667500"/>
          <p14:tracePt t="38151" x="5810250" y="6667500"/>
          <p14:tracePt t="38198" x="5810250" y="6661150"/>
          <p14:tracePt t="38228" x="5810250" y="6654800"/>
          <p14:tracePt t="38261" x="5810250" y="6648450"/>
          <p14:tracePt t="38328" x="5810250" y="6642100"/>
          <p14:tracePt t="38361" x="5810250" y="6635750"/>
          <p14:tracePt t="38400" x="5810250" y="6623050"/>
          <p14:tracePt t="38432" x="5797550" y="6610350"/>
          <p14:tracePt t="38464" x="5778500" y="6604000"/>
          <p14:tracePt t="38494" x="5734050" y="6572250"/>
          <p14:tracePt t="38527" x="5588000" y="6489700"/>
          <p14:tracePt t="38562" x="5461000" y="6419850"/>
          <p14:tracePt t="38594" x="5276850" y="6356350"/>
          <p14:tracePt t="38627" x="5194300" y="6350000"/>
          <p14:tracePt t="38651" x="5060950" y="6324600"/>
          <p14:tracePt t="38681" x="4953000" y="6318250"/>
          <p14:tracePt t="38713" x="4832350" y="6311900"/>
          <p14:tracePt t="38743" x="4794250" y="6311900"/>
          <p14:tracePt t="38777" x="4730750" y="6318250"/>
          <p14:tracePt t="38809" x="4692650" y="6318250"/>
          <p14:tracePt t="38843" x="4660900" y="6318250"/>
          <p14:tracePt t="38876" x="4635500" y="6324600"/>
          <p14:tracePt t="38926" x="4629150" y="6330950"/>
          <p14:tracePt t="38947" x="4629150" y="6337300"/>
          <p14:tracePt t="38978" x="4629150" y="6343650"/>
          <p14:tracePt t="39275" x="4584700" y="6343650"/>
          <p14:tracePt t="39308" x="4476750" y="6337300"/>
          <p14:tracePt t="39341" x="4394200" y="6330950"/>
          <p14:tracePt t="39374" x="4210050" y="6330950"/>
          <p14:tracePt t="39408" x="3994150" y="6350000"/>
          <p14:tracePt t="39431" x="3848100" y="6369050"/>
          <p14:tracePt t="39462" x="3663950" y="6400800"/>
          <p14:tracePt t="39493" x="3473450" y="6426200"/>
          <p14:tracePt t="39527" x="3365500" y="6438900"/>
          <p14:tracePt t="39557" x="3302000" y="6451600"/>
          <p14:tracePt t="39592" x="3232150" y="6464300"/>
          <p14:tracePt t="39624" x="3206750" y="6464300"/>
          <p14:tracePt t="39650" x="3162300" y="6464300"/>
          <p14:tracePt t="39681" x="3098800" y="6457950"/>
          <p14:tracePt t="39713" x="3054350" y="6445250"/>
          <p14:tracePt t="39744" x="3022600" y="6438900"/>
          <p14:tracePt t="39777" x="3003550" y="6432550"/>
          <p14:tracePt t="39806" x="2984500" y="6426200"/>
          <p14:tracePt t="39839" x="2965450" y="6419850"/>
          <p14:tracePt t="39872" x="2940050" y="6394450"/>
          <p14:tracePt t="39906" x="2908300" y="6388100"/>
          <p14:tracePt t="39938" x="2882900" y="6375400"/>
          <p14:tracePt t="39963" x="2863850" y="6369050"/>
          <p14:tracePt t="40008" x="2857500" y="6369050"/>
          <p14:tracePt t="40072" x="2851150" y="6369050"/>
          <p14:tracePt t="40105" x="2844800" y="6369050"/>
          <p14:tracePt t="40138" x="2838450" y="6369050"/>
          <p14:tracePt t="40171" x="2832100" y="6369050"/>
          <p14:tracePt t="40323" x="2832100" y="6375400"/>
          <p14:tracePt t="40370" x="2832100" y="6381750"/>
          <p14:tracePt t="40437" x="2844800" y="6381750"/>
          <p14:tracePt t="40470" x="2851150" y="6381750"/>
          <p14:tracePt t="40526" x="2857500" y="6381750"/>
          <p14:tracePt t="40555" x="2870200" y="6381750"/>
          <p14:tracePt t="40572" x="2876550" y="6381750"/>
          <p14:tracePt t="40604" x="2889250" y="6381750"/>
          <p14:tracePt t="40637" x="2921000" y="6375400"/>
          <p14:tracePt t="40655" x="2952750" y="6369050"/>
          <p14:tracePt t="40686" x="3124200" y="6299200"/>
          <p14:tracePt t="40719" x="3314700" y="6235700"/>
          <p14:tracePt t="40758" x="3556000" y="6140450"/>
          <p14:tracePt t="40790" x="3714750" y="6076950"/>
          <p14:tracePt t="40822" x="3803650" y="6019800"/>
          <p14:tracePt t="47964" x="3714750" y="6115050"/>
          <p14:tracePt t="47994" x="3625850" y="6191250"/>
          <p14:tracePt t="48028" x="3403600" y="6337300"/>
          <p14:tracePt t="48061" x="3213100" y="6445250"/>
          <p14:tracePt t="48094" x="3041650" y="6540500"/>
          <p14:tracePt t="48119" x="2927350" y="6597650"/>
          <p14:tracePt t="48152" x="2832100" y="6629400"/>
          <p14:tracePt t="48182" x="2794000" y="6635750"/>
          <p14:tracePt t="48214" x="2755900" y="6635750"/>
          <p14:tracePt t="48243" x="2717800" y="6623050"/>
          <p14:tracePt t="48277" x="2654300" y="6572250"/>
          <p14:tracePt t="48310" x="2609850" y="6534150"/>
          <p14:tracePt t="48343" x="2565400" y="6477000"/>
          <p14:tracePt t="48368" x="2501900" y="6400800"/>
          <p14:tracePt t="48401" x="2457450" y="6337300"/>
          <p14:tracePt t="48433" x="2438400" y="6280150"/>
          <p14:tracePt t="48462" x="2419350" y="6242050"/>
          <p14:tracePt t="48493" x="2406650" y="6223000"/>
          <p14:tracePt t="48542" x="2393950" y="6216650"/>
          <p14:tracePt t="48576" x="2387600" y="6203950"/>
          <p14:tracePt t="48609" x="2374900" y="6191250"/>
          <p14:tracePt t="48634" x="2362200" y="6178550"/>
          <p14:tracePt t="48666" x="2343150" y="6172200"/>
          <p14:tracePt t="48697" x="2336800" y="6159500"/>
          <p14:tracePt t="48730" x="2324100" y="6140450"/>
          <p14:tracePt t="48760" x="2311400" y="6134100"/>
          <p14:tracePt t="48791" x="2305050" y="6127750"/>
          <p14:tracePt t="49245" x="2286000" y="6165850"/>
          <p14:tracePt t="49275" x="2247900" y="6229350"/>
          <p14:tracePt t="49306" x="2203450" y="6286500"/>
          <p14:tracePt t="49339" x="2178050" y="6318250"/>
          <p14:tracePt t="49373" x="2165350" y="6330950"/>
          <p14:tracePt t="49406" x="2152650" y="6337300"/>
          <p14:tracePt t="49430" x="2146300" y="6337300"/>
          <p14:tracePt t="49495" x="2146300" y="6343650"/>
          <p14:tracePt t="49528" x="2139950" y="6343650"/>
          <p14:tracePt t="49556" x="2133600" y="6343650"/>
          <p14:tracePt t="49589" x="2133600" y="6337300"/>
          <p14:tracePt t="49639" x="2133600" y="6324600"/>
          <p14:tracePt t="49689" x="2133600" y="6318250"/>
          <p14:tracePt t="49712" x="2133600" y="6305550"/>
          <p14:tracePt t="49730" x="2133600" y="6299200"/>
          <p14:tracePt t="49807" x="2146300" y="6299200"/>
          <p14:tracePt t="49838" x="2152650" y="6299200"/>
          <p14:tracePt t="49871" x="2165350" y="6286500"/>
          <p14:tracePt t="49921" x="2190750" y="6280150"/>
          <p14:tracePt t="49954" x="2228850" y="6273800"/>
          <p14:tracePt t="49978" x="2279650" y="6267450"/>
          <p14:tracePt t="50009" x="2374900" y="6261100"/>
          <p14:tracePt t="50040" x="2508250" y="6261100"/>
          <p14:tracePt t="50074" x="2667000" y="6261100"/>
          <p14:tracePt t="50104" x="2755900" y="6273800"/>
          <p14:tracePt t="50137" x="2800350" y="6280150"/>
          <p14:tracePt t="50170" x="2838450" y="6286500"/>
          <p14:tracePt t="50203" x="2863850" y="6286500"/>
          <p14:tracePt t="50228" x="2882900" y="6286500"/>
          <p14:tracePt t="50261" x="2901950" y="6292850"/>
          <p14:tracePt t="50291" x="2914650" y="6305550"/>
          <p14:tracePt t="50323" x="2933700" y="6311900"/>
          <p14:tracePt t="50353" x="2946400" y="6311900"/>
          <p14:tracePt t="50386" x="2965450" y="6318250"/>
          <p14:tracePt t="50420" x="2978150" y="6324600"/>
          <p14:tracePt t="50453" x="2984500" y="6324600"/>
          <p14:tracePt t="50486" x="3009900" y="6330950"/>
          <p14:tracePt t="50525" x="3028950" y="6337300"/>
          <p14:tracePt t="50558" x="3054350" y="6343650"/>
          <p14:tracePt t="50590" x="3092450" y="6362700"/>
          <p14:tracePt t="50619" x="3155950" y="6375400"/>
          <p14:tracePt t="50652" x="3219450" y="6394450"/>
          <p14:tracePt t="50686" x="3308350" y="6432550"/>
          <p14:tracePt t="50703" x="3327400" y="6432550"/>
          <p14:tracePt t="50735" x="3422650" y="6464300"/>
          <p14:tracePt t="50776" x="3467100" y="6496050"/>
          <p14:tracePt t="50806" x="3517900" y="6534150"/>
          <p14:tracePt t="51167" x="3651250" y="6496050"/>
          <p14:tracePt t="51200" x="4013200" y="6438900"/>
          <p14:tracePt t="51233" x="4254500" y="6407150"/>
          <p14:tracePt t="51252" x="4387850" y="6407150"/>
          <p14:tracePt t="51283" x="4540250" y="6407150"/>
          <p14:tracePt t="51307" x="4616450" y="6407150"/>
          <p14:tracePt t="51338" x="4768850" y="6413500"/>
          <p14:tracePt t="51369" x="4806950" y="6413500"/>
          <p14:tracePt t="51400" x="4876800" y="6413500"/>
          <p14:tracePt t="51418" x="4889500" y="6419850"/>
          <p14:tracePt t="51449" x="4927600" y="6419850"/>
          <p14:tracePt t="51482" x="4965700" y="6426200"/>
          <p14:tracePt t="51516" x="5016500" y="6426200"/>
          <p14:tracePt t="51540" x="5086350" y="6426200"/>
          <p14:tracePt t="51556" x="5118100" y="6426200"/>
          <p14:tracePt t="51587" x="5226050" y="6419850"/>
          <p14:tracePt t="51619" x="5314950" y="6407150"/>
          <p14:tracePt t="51651" x="5346700" y="6407150"/>
          <p14:tracePt t="51682" x="5391150" y="6413500"/>
          <p14:tracePt t="51715" x="5429250" y="6419850"/>
          <p14:tracePt t="51748" x="5499100" y="6426200"/>
          <p14:tracePt t="53376" x="5397500" y="6426200"/>
          <p14:tracePt t="53401" x="5289550" y="6413500"/>
          <p14:tracePt t="53431" x="5162550" y="6388100"/>
          <p14:tracePt t="53463" x="5054600" y="6375400"/>
          <p14:tracePt t="53495" x="4927600" y="6350000"/>
          <p14:tracePt t="53525" x="4787900" y="6299200"/>
          <p14:tracePt t="53558" x="4641850" y="6216650"/>
          <p14:tracePt t="53591" x="4489450" y="6108700"/>
          <p14:tracePt t="53625" x="4381500" y="6051550"/>
          <p14:tracePt t="53658" x="4311650" y="6026150"/>
          <p14:tracePt t="53682" x="4254500" y="6007100"/>
          <p14:tracePt t="53714" x="4210050" y="6000750"/>
          <p14:tracePt t="53744" x="4171950" y="6007100"/>
          <p14:tracePt t="53760" x="4152900" y="6013450"/>
          <p14:tracePt t="53793" x="4133850" y="6019800"/>
          <p14:tracePt t="53809" x="4070350" y="6057900"/>
          <p14:tracePt t="53841" x="4013200" y="6076950"/>
          <p14:tracePt t="53874" x="3816350" y="6153150"/>
          <p14:tracePt t="53907" x="3625850" y="6210300"/>
          <p14:tracePt t="53931" x="3429000" y="6267450"/>
          <p14:tracePt t="53962" x="3308350" y="6292850"/>
          <p14:tracePt t="53993" x="3175000" y="6311900"/>
          <p14:tracePt t="54026" x="3105150" y="6318250"/>
          <p14:tracePt t="54057" x="3067050" y="6318250"/>
          <p14:tracePt t="54090" x="3048000" y="6305550"/>
          <p14:tracePt t="54140" x="3041650" y="6299200"/>
          <p14:tracePt t="54173" x="3028950" y="6286500"/>
          <p14:tracePt t="54197" x="3016250" y="6273800"/>
          <p14:tracePt t="54227" x="3016250" y="6261100"/>
          <p14:tracePt t="54259" x="3016250" y="6254750"/>
          <p14:tracePt t="54292" x="3016250" y="6242050"/>
          <p14:tracePt t="54339" x="3022600" y="6242050"/>
          <p14:tracePt t="54372" x="3054350" y="6229350"/>
          <p14:tracePt t="54406" x="3181350" y="6216650"/>
          <p14:tracePt t="54439" x="3448050" y="6184900"/>
          <p14:tracePt t="54463" x="3803650" y="6140450"/>
          <p14:tracePt t="54493" x="4235450" y="6096000"/>
          <p14:tracePt t="54525" x="4686300" y="6038850"/>
          <p14:tracePt t="54558" x="5130800" y="5988050"/>
          <p14:tracePt t="54588" x="5422900" y="5975350"/>
          <p14:tracePt t="54622" x="5638800" y="5975350"/>
          <p14:tracePt t="54655" x="5765800" y="6013450"/>
          <p14:tracePt t="54688" x="5803900" y="6019800"/>
          <p14:tracePt t="54712" x="5816600" y="6026150"/>
          <p14:tracePt t="54745" x="5835650" y="6038850"/>
          <p14:tracePt t="54761" x="5842000" y="6038850"/>
          <p14:tracePt t="54824" x="5848350" y="6038850"/>
          <p14:tracePt t="54854" x="5854700" y="6045200"/>
          <p14:tracePt t="54920" x="5867400" y="6051550"/>
          <p14:tracePt t="54954" x="5873750" y="6064250"/>
          <p14:tracePt t="55010" x="5880100" y="6076950"/>
          <p14:tracePt t="55041" x="5886450" y="6083300"/>
          <p14:tracePt t="55090" x="5886450" y="6096000"/>
          <p14:tracePt t="55120" x="5886450" y="6102350"/>
          <p14:tracePt t="55485" x="5892800" y="6127750"/>
          <p14:tracePt t="55509" x="5899150" y="6153150"/>
          <p14:tracePt t="55542" x="5905500" y="6184900"/>
          <p14:tracePt t="55573" x="5918200" y="6223000"/>
          <p14:tracePt t="55605" x="5918200" y="6248400"/>
          <p14:tracePt t="55634" x="5924550" y="6248400"/>
          <p14:tracePt t="55668" x="5930900" y="6261100"/>
          <p14:tracePt t="55701" x="5930900" y="6267450"/>
          <p14:tracePt t="55735" x="5937250" y="6280150"/>
          <p14:tracePt t="55790" x="5943600" y="6286500"/>
          <p14:tracePt t="55823" x="5943600" y="6292850"/>
          <p14:tracePt t="55853" x="5943600" y="6305550"/>
          <p14:tracePt t="55884" x="5949950" y="6318250"/>
          <p14:tracePt t="55917" x="5949950" y="6337300"/>
          <p14:tracePt t="56432" x="5543550" y="6223000"/>
          <p14:tracePt t="56465" x="5130800" y="6134100"/>
          <p14:tracePt t="56498" x="4743450" y="6057900"/>
          <p14:tracePt t="56532" x="4318000" y="5975350"/>
          <p14:tracePt t="56556" x="4140200" y="5962650"/>
          <p14:tracePt t="56589" x="3873500" y="5962650"/>
          <p14:tracePt t="56619" x="3676650" y="5975350"/>
          <p14:tracePt t="56651" x="3549650" y="5981700"/>
          <p14:tracePt t="56681" x="3486150" y="5981700"/>
          <p14:tracePt t="56714" x="3321050" y="5975350"/>
          <p14:tracePt t="56747" x="3175000" y="5956300"/>
          <p14:tracePt t="56780" x="3041650" y="5937250"/>
          <p14:tracePt t="56814" x="2933700" y="5930900"/>
          <p14:tracePt t="56847" x="2895600" y="5949950"/>
          <p14:tracePt t="56873" x="2832100" y="5969000"/>
          <p14:tracePt t="56914" x="2736850" y="6013450"/>
          <p14:tracePt t="56947" x="2654300" y="6057900"/>
          <p14:tracePt t="56971" x="2609850" y="6083300"/>
          <p14:tracePt t="57013" x="2514600" y="6134100"/>
          <p14:tracePt t="57047" x="2457450" y="6153150"/>
          <p14:tracePt t="57071" x="2438400" y="6165850"/>
          <p14:tracePt t="57098" x="2413000" y="6172200"/>
          <p14:tracePt t="57129" x="2393950" y="6172200"/>
          <p14:tracePt t="57163" x="2381250" y="6178550"/>
          <p14:tracePt t="57187" x="2374900" y="6184900"/>
          <p14:tracePt t="57278" x="2381250" y="6184900"/>
          <p14:tracePt t="57312" x="2400300" y="6184900"/>
          <p14:tracePt t="57347" x="2451100" y="6165850"/>
          <p14:tracePt t="57378" x="2635250" y="6121400"/>
          <p14:tracePt t="57428" x="3371850" y="5962650"/>
          <p14:tracePt t="57461" x="3962400" y="5867400"/>
          <p14:tracePt t="57495" x="4591050" y="5848350"/>
          <p14:tracePt t="57528" x="4819650" y="5880100"/>
          <p14:tracePt t="57561" x="5181600" y="5962650"/>
          <p14:tracePt t="57594" x="5359400" y="6019800"/>
          <p14:tracePt t="57628" x="5486400" y="6070600"/>
          <p14:tracePt t="57660" x="5568950" y="6127750"/>
          <p14:tracePt t="57694" x="5638800" y="6153150"/>
          <p14:tracePt t="57727" x="5759450" y="6197600"/>
          <p14:tracePt t="57760" x="5867400" y="6242050"/>
          <p14:tracePt t="57794" x="5994400" y="6292850"/>
          <p14:tracePt t="57813" x="6045200" y="6318250"/>
          <p14:tracePt t="57843" x="6102350" y="6343650"/>
          <p14:tracePt t="57877" x="6121400" y="6362700"/>
          <p14:tracePt t="57911" x="6134100" y="6362700"/>
          <p14:tracePt t="57944" x="6134100" y="6375400"/>
          <p14:tracePt t="57976" x="6134100" y="6388100"/>
          <p14:tracePt t="58010" x="6134100" y="6400800"/>
          <p14:tracePt t="58459" x="6121400" y="6407150"/>
          <p14:tracePt t="58491" x="6102350" y="6419850"/>
          <p14:tracePt t="58528" x="6089650" y="6426200"/>
          <p14:tracePt t="58558" x="6083300" y="6432550"/>
          <p14:tracePt t="58591" x="6064250" y="6438900"/>
          <p14:tracePt t="58644" x="6057900" y="6438900"/>
          <p14:tracePt t="58674" x="6051550" y="6451600"/>
          <p14:tracePt t="58727" x="6051550" y="6464300"/>
          <p14:tracePt t="58790" x="6045200" y="6477000"/>
          <p14:tracePt t="58812" x="6038850" y="6483350"/>
          <p14:tracePt t="58873" x="6038850" y="6489700"/>
          <p14:tracePt t="58990" x="6032500" y="6496050"/>
          <p14:tracePt t="59076" x="6026150" y="6496050"/>
          <p14:tracePt t="59128" x="6013450" y="6496050"/>
          <p14:tracePt t="59161" x="6000750" y="6496050"/>
          <p14:tracePt t="59192" x="5943600" y="6489700"/>
          <p14:tracePt t="59213" x="5867400" y="6470650"/>
          <p14:tracePt t="59243" x="5670550" y="6432550"/>
          <p14:tracePt t="59275" x="5492750" y="6394450"/>
          <p14:tracePt t="59322" x="4775200" y="6242050"/>
          <p14:tracePt t="59346" x="4464050" y="6159500"/>
          <p14:tracePt t="59376" x="3943350" y="5994400"/>
          <p14:tracePt t="59421" x="3663950" y="5905500"/>
          <p14:tracePt t="59446" x="3517900" y="5873750"/>
          <p14:tracePt t="59476" x="3416300" y="5873750"/>
          <p14:tracePt t="59505" x="3321050" y="5899150"/>
          <p14:tracePt t="59554" x="3206750" y="5930900"/>
          <p14:tracePt t="59576" x="3136900" y="5962650"/>
          <p14:tracePt t="59621" x="3003550" y="6019800"/>
          <p14:tracePt t="59645" x="2921000" y="6038850"/>
          <p14:tracePt t="59675" x="2882900" y="6045200"/>
          <p14:tracePt t="59704" x="2832100" y="6064250"/>
          <p14:tracePt t="59737" x="2743200" y="6108700"/>
          <p14:tracePt t="59776" x="2635250" y="6178550"/>
          <p14:tracePt t="59820" x="2552700" y="6210300"/>
          <p14:tracePt t="59853" x="2501900" y="6229350"/>
          <p14:tracePt t="59892" x="2470150" y="6235700"/>
          <p14:tracePt t="59936" x="2444750" y="6254750"/>
          <p14:tracePt t="59961" x="2432050" y="6267450"/>
          <p14:tracePt t="59994" x="2413000" y="6280150"/>
          <p14:tracePt t="60036" x="2387600" y="6292850"/>
          <p14:tracePt t="60069" x="2362200" y="6305550"/>
          <p14:tracePt t="60119" x="2336800" y="6318250"/>
          <p14:tracePt t="60152" x="2317750" y="6330950"/>
          <p14:tracePt t="60186" x="2305050" y="6337300"/>
          <p14:tracePt t="60219" x="2298700" y="6343650"/>
          <p14:tracePt t="60268" x="2292350" y="6343650"/>
          <p14:tracePt t="60293" x="2286000" y="6350000"/>
          <p14:tracePt t="60336" x="2273300" y="6356350"/>
          <p14:tracePt t="60350" x="2266950" y="6362700"/>
          <p14:tracePt t="60401" x="2247900" y="6369050"/>
          <p14:tracePt t="60883" x="2381250" y="6362700"/>
          <p14:tracePt t="60917" x="2794000" y="6286500"/>
          <p14:tracePt t="60950" x="3149600" y="6235700"/>
          <p14:tracePt t="60983" x="3606800" y="6184900"/>
          <p14:tracePt t="61017" x="3841750" y="6146800"/>
          <p14:tracePt t="61049" x="4038600" y="6115050"/>
          <p14:tracePt t="61082" x="4349750" y="6057900"/>
          <p14:tracePt t="61116" x="4641850" y="5975350"/>
          <p14:tracePt t="61149" x="5073650" y="5899150"/>
          <p14:tracePt t="61182" x="5321300" y="5892800"/>
          <p14:tracePt t="63065" x="5334000" y="5911850"/>
          <p14:tracePt t="63098" x="5384800" y="5937250"/>
          <p14:tracePt t="63125" x="5429250" y="5962650"/>
          <p14:tracePt t="63151" x="5480050" y="5994400"/>
          <p14:tracePt t="63182" x="5518150" y="6013450"/>
          <p14:tracePt t="63225" x="5619750" y="6057900"/>
          <p14:tracePt t="63258" x="5664200" y="6076950"/>
          <p14:tracePt t="63282" x="5683250" y="6083300"/>
          <p14:tracePt t="63325" x="5708650" y="6096000"/>
          <p14:tracePt t="63343" x="5721350" y="6096000"/>
          <p14:tracePt t="63391" x="5740400" y="6096000"/>
          <p14:tracePt t="63410" x="5746750" y="6102350"/>
          <p14:tracePt t="63457" x="5759450" y="6108700"/>
          <p14:tracePt t="63482" x="5778500" y="6115050"/>
          <p14:tracePt t="63524" x="5816600" y="6121400"/>
          <p14:tracePt t="63972" x="5873750" y="6121400"/>
          <p14:tracePt t="64006" x="6000750" y="6127750"/>
          <p14:tracePt t="64039" x="6070600" y="6140450"/>
          <p14:tracePt t="64072" x="6146800" y="6134100"/>
          <p14:tracePt t="64105" x="6261100" y="6127750"/>
          <p14:tracePt t="64139" x="6337300" y="6115050"/>
          <p14:tracePt t="64172" x="6419850" y="6096000"/>
          <p14:tracePt t="64205" x="6521450" y="6051550"/>
          <p14:tracePt t="64238" x="6724650" y="5956300"/>
          <p14:tracePt t="64272" x="6864350" y="5899150"/>
          <p14:tracePt t="64305" x="6965950" y="5867400"/>
          <p14:tracePt t="64338" x="7048500" y="5854700"/>
          <p14:tracePt t="64371" x="7105650" y="5861050"/>
          <p14:tracePt t="64404" x="7162800" y="5880100"/>
          <p14:tracePt t="64438" x="7232650" y="5886450"/>
          <p14:tracePt t="64472" x="7270750" y="5905500"/>
          <p14:tracePt t="64504" x="7340600" y="5899150"/>
          <p14:tracePt t="64522" x="7385050" y="5892800"/>
          <p14:tracePt t="64554" x="7454900" y="58801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cat.sound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Meow";print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(cat)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Meow!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callable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kern="0" spc="-5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01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Meow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callable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kern="0" spc="-5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accent2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219200" y="4419600"/>
            <a:ext cx="2057400" cy="1066800"/>
          </a:xfrm>
          <a:prstGeom prst="wedgeRoundRectCallout">
            <a:avLst>
              <a:gd name="adj1" fmla="val -82786"/>
              <a:gd name="adj2" fmla="val 119643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Finally!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My bat can fly.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505200" y="6324600"/>
            <a:ext cx="3886200" cy="533400"/>
          </a:xfrm>
          <a:prstGeom prst="wedgeRoundRectCallout">
            <a:avLst>
              <a:gd name="adj1" fmla="val -68420"/>
              <a:gd name="adj2" fmla="val 9687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But there is a problem…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943600" y="4419600"/>
            <a:ext cx="2209800" cy="1066800"/>
          </a:xfrm>
          <a:prstGeom prst="wedgeRoundRectCallout">
            <a:avLst>
              <a:gd name="adj1" fmla="val 76028"/>
              <a:gd name="adj2" fmla="val 103193"/>
              <a:gd name="adj3" fmla="val 16667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And I didn't put 'bat'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rPr>
              <a:t> here!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62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458"/>
    </mc:Choice>
    <mc:Fallback>
      <p:transition spd="slow" advTm="26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6" grpId="0" animBg="1"/>
      <p:bldP spid="7" grpId="0" animBg="1"/>
    </p:bldLst>
  </p:timing>
  <p:extLst>
    <p:ext uri="{3A86A75C-4F4B-4683-9AE1-C65F6400EC91}">
      <p14:laserTraceLst xmlns:p14="http://schemas.microsoft.com/office/powerpoint/2010/main">
        <p14:tracePtLst>
          <p14:tracePt t="4036" x="7423150" y="5880100"/>
          <p14:tracePt t="4072" x="7359650" y="5880100"/>
          <p14:tracePt t="4106" x="7251700" y="5892800"/>
          <p14:tracePt t="4121" x="7194550" y="5899150"/>
          <p14:tracePt t="4143" x="7131050" y="5905500"/>
          <p14:tracePt t="4174" x="6991350" y="5924550"/>
          <p14:tracePt t="4205" x="6788150" y="5949950"/>
          <p14:tracePt t="4235" x="6667500" y="5949950"/>
          <p14:tracePt t="4275" x="6546850" y="5949950"/>
          <p14:tracePt t="4307" x="6496050" y="5930900"/>
          <p14:tracePt t="4335" x="6470650" y="5918200"/>
          <p14:tracePt t="4374" x="6432550" y="5892800"/>
          <p14:tracePt t="4407" x="6419850" y="5880100"/>
          <p14:tracePt t="4438" x="6375400" y="5835650"/>
          <p14:tracePt t="4459" x="6362700" y="5816600"/>
          <p14:tracePt t="4489" x="6343650" y="5797550"/>
          <p14:tracePt t="4573" x="6350000" y="5797550"/>
          <p14:tracePt t="8271" x="6648450" y="5791200"/>
          <p14:tracePt t="8294" x="6800850" y="5791200"/>
          <p14:tracePt t="8326" x="7061200" y="5816600"/>
          <p14:tracePt t="8355" x="7296150" y="5854700"/>
          <p14:tracePt t="8378" x="7397750" y="5873750"/>
          <p14:tracePt t="8409" x="7562850" y="5892800"/>
          <p14:tracePt t="8440" x="7670800" y="5892800"/>
          <p14:tracePt t="8487" x="7918450" y="5880100"/>
          <p14:tracePt t="8526" x="8039100" y="5861050"/>
          <p14:tracePt t="8555" x="8128000" y="5854700"/>
          <p14:tracePt t="8587" x="8197850" y="5854700"/>
          <p14:tracePt t="8611" x="8223250" y="5854700"/>
          <p14:tracePt t="8642" x="8280400" y="5880100"/>
          <p14:tracePt t="8687" x="8337550" y="5892800"/>
          <p14:tracePt t="8711" x="8375650" y="5911850"/>
          <p14:tracePt t="8727" x="8382000" y="5911850"/>
          <p14:tracePt t="8770" x="8458200" y="5924550"/>
          <p14:tracePt t="8803" x="8534400" y="5943600"/>
          <p14:tracePt t="8827" x="8572500" y="5956300"/>
          <p14:tracePt t="8854" x="8616950" y="5969000"/>
          <p14:tracePt t="8886" x="8629650" y="5981700"/>
          <p14:tracePt t="8919" x="8636000" y="5981700"/>
          <p14:tracePt t="8943" x="8642350" y="5988050"/>
          <p14:tracePt t="9035" x="8648700" y="5988050"/>
          <p14:tracePt t="9783" x="8623300" y="5981700"/>
          <p14:tracePt t="9816" x="8540750" y="5956300"/>
          <p14:tracePt t="9849" x="8413750" y="5905500"/>
          <p14:tracePt t="9884" x="8185150" y="5822950"/>
          <p14:tracePt t="9916" x="7759700" y="5676900"/>
          <p14:tracePt t="9949" x="7391400" y="5537200"/>
          <p14:tracePt t="9982" x="6991350" y="5365750"/>
          <p14:tracePt t="10016" x="6616700" y="5162550"/>
          <p14:tracePt t="10049" x="6203950" y="4914900"/>
          <p14:tracePt t="10082" x="5930900" y="4749800"/>
          <p14:tracePt t="10115" x="5708650" y="4597400"/>
          <p14:tracePt t="10148" x="5480050" y="4438650"/>
          <p14:tracePt t="10184" x="5321300" y="4324350"/>
          <p14:tracePt t="10215" x="5226050" y="4286250"/>
          <p14:tracePt t="10248" x="5124450" y="4241800"/>
          <p14:tracePt t="10284" x="5060950" y="4216400"/>
          <p14:tracePt t="10315" x="4984750" y="4197350"/>
          <p14:tracePt t="10347" x="4940300" y="4191000"/>
          <p14:tracePt t="10383" x="4864100" y="4184650"/>
          <p14:tracePt t="10414" x="4813300" y="4178300"/>
          <p14:tracePt t="10447" x="4787900" y="4171950"/>
          <p14:tracePt t="10469" x="4781550" y="4171950"/>
          <p14:tracePt t="10514" x="4775200" y="4178300"/>
          <p14:tracePt t="10546" x="4775200" y="4191000"/>
          <p14:tracePt t="11194" x="4870450" y="4171950"/>
          <p14:tracePt t="11233" x="4978400" y="4146550"/>
          <p14:tracePt t="11263" x="5054600" y="4127500"/>
          <p14:tracePt t="11311" x="5162550" y="4114800"/>
          <p14:tracePt t="11347" x="5238750" y="4095750"/>
          <p14:tracePt t="11378" x="5308600" y="4089400"/>
          <p14:tracePt t="11401" x="5359400" y="4083050"/>
          <p14:tracePt t="11431" x="5365750" y="4083050"/>
          <p14:tracePt t="11460" x="5378450" y="4083050"/>
          <p14:tracePt t="11527" x="5365750" y="4076700"/>
          <p14:tracePt t="11548" x="5340350" y="4076700"/>
          <p14:tracePt t="11593" x="5080000" y="4070350"/>
          <p14:tracePt t="11643" x="4622800" y="4095750"/>
          <p14:tracePt t="11662" x="4159250" y="4178300"/>
          <p14:tracePt t="11693" x="3860800" y="4222750"/>
          <p14:tracePt t="11718" x="3473450" y="4267200"/>
          <p14:tracePt t="11751" x="3181350" y="4279900"/>
          <p14:tracePt t="11792" x="2889250" y="4286250"/>
          <p14:tracePt t="11826" x="2654300" y="4273550"/>
          <p14:tracePt t="11875" x="2520950" y="4260850"/>
          <p14:tracePt t="11910" x="2451100" y="4260850"/>
          <p14:tracePt t="11942" x="2400300" y="4267200"/>
          <p14:tracePt t="11960" x="2381250" y="4267200"/>
          <p14:tracePt t="11992" x="2368550" y="4267200"/>
          <p14:tracePt t="12141" x="2362200" y="4267200"/>
          <p14:tracePt t="12208" x="2355850" y="4260850"/>
          <p14:tracePt t="12241" x="2349500" y="4260850"/>
          <p14:tracePt t="12606" x="2279650" y="4260850"/>
          <p14:tracePt t="12640" x="2070100" y="4254500"/>
          <p14:tracePt t="12673" x="1835150" y="4241800"/>
          <p14:tracePt t="12706" x="1631950" y="4248150"/>
          <p14:tracePt t="12739" x="1371600" y="4267200"/>
          <p14:tracePt t="12773" x="1282700" y="4286250"/>
          <p14:tracePt t="12806" x="1225550" y="4311650"/>
          <p14:tracePt t="12839" x="1181100" y="4330700"/>
          <p14:tracePt t="12875" x="1123950" y="4362450"/>
          <p14:tracePt t="12907" x="1104900" y="4387850"/>
          <p14:tracePt t="12939" x="1092200" y="4394200"/>
          <p14:tracePt t="12976" x="1073150" y="4400550"/>
          <p14:tracePt t="13005" x="1060450" y="4400550"/>
          <p14:tracePt t="13055" x="1047750" y="4400550"/>
          <p14:tracePt t="13088" x="1028700" y="4400550"/>
          <p14:tracePt t="13139" x="1016000" y="4400550"/>
          <p14:tracePt t="13175" x="990600" y="4400550"/>
          <p14:tracePt t="13204" x="952500" y="4419600"/>
          <p14:tracePt t="13238" x="889000" y="4438650"/>
          <p14:tracePt t="13274" x="806450" y="4470400"/>
          <p14:tracePt t="13304" x="774700" y="4489450"/>
          <p14:tracePt t="13337" x="723900" y="4508500"/>
          <p14:tracePt t="13358" x="704850" y="4514850"/>
          <p14:tracePt t="13377" x="692150" y="4521200"/>
          <p14:tracePt t="13420" x="679450" y="4527550"/>
          <p14:tracePt t="13506" x="673100" y="4521200"/>
          <p14:tracePt t="13589" x="673100" y="4508500"/>
          <p14:tracePt t="13636" x="685800" y="4502150"/>
          <p14:tracePt t="13658" x="723900" y="4495800"/>
          <p14:tracePt t="13689" x="869950" y="4457700"/>
          <p14:tracePt t="13722" x="1416050" y="4318000"/>
          <p14:tracePt t="13753" x="1847850" y="4222750"/>
          <p14:tracePt t="13791" x="2997200" y="4025900"/>
          <p14:tracePt t="13824" x="3390900" y="3968750"/>
          <p14:tracePt t="13852" x="3778250" y="3962400"/>
          <p14:tracePt t="13876" x="4057650" y="3962400"/>
          <p14:tracePt t="13891" x="4133850" y="3962400"/>
          <p14:tracePt t="13923" x="4343400" y="3981450"/>
          <p14:tracePt t="13955" x="4546600" y="4038600"/>
          <p14:tracePt t="13991" x="4756150" y="4076700"/>
          <p14:tracePt t="14023" x="5099050" y="4184650"/>
          <p14:tracePt t="14054" x="5321300" y="4222750"/>
          <p14:tracePt t="14090" x="5556250" y="4273550"/>
          <p14:tracePt t="14123" x="5822950" y="4311650"/>
          <p14:tracePt t="14154" x="5956300" y="4343400"/>
          <p14:tracePt t="14176" x="6096000" y="4368800"/>
          <p14:tracePt t="14207" x="6267450" y="4368800"/>
          <p14:tracePt t="14240" x="6337300" y="4368800"/>
          <p14:tracePt t="14284" x="6375400" y="4368800"/>
          <p14:tracePt t="14322" x="6381750" y="4368800"/>
          <p14:tracePt t="14401" x="6381750" y="4362450"/>
          <p14:tracePt t="14483" x="6375400" y="4349750"/>
          <p14:tracePt t="16144" x="6286500" y="4387850"/>
          <p14:tracePt t="16180" x="6134100" y="4470400"/>
          <p14:tracePt t="16211" x="5861050" y="4660900"/>
          <p14:tracePt t="16244" x="5708650" y="4768850"/>
          <p14:tracePt t="16281" x="5314950" y="5048250"/>
          <p14:tracePt t="16311" x="5162550" y="5124450"/>
          <p14:tracePt t="16344" x="4991100" y="5213350"/>
          <p14:tracePt t="16381" x="4883150" y="5283200"/>
          <p14:tracePt t="16410" x="4845050" y="5340350"/>
          <p14:tracePt t="16443" x="4819650" y="5372100"/>
          <p14:tracePt t="16480" x="4813300" y="5397500"/>
          <p14:tracePt t="16510" x="4806950" y="5461000"/>
          <p14:tracePt t="16543" x="4768850" y="54927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kern="0" spc="-6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bat=Mammal();</a:t>
            </a:r>
            <a:r>
              <a:rPr lang="en-US" kern="0" spc="-6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bat.sound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="</a:t>
            </a:r>
            <a:r>
              <a:rPr lang="en-US" kern="0" spc="-6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Squeak";print</a:t>
            </a:r>
            <a:r>
              <a:rPr lang="en-US" kern="0" spc="-6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Squeak!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callable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kern="0" spc="-5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626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Squeak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classmethod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object is not callable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kern="0" spc="-5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Win</a:t>
            </a:r>
            <a:r>
              <a:rPr lang="en-US" kern="0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g.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#Wait! Cats don't fly. What happened?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075990"/>
            <a:ext cx="838200" cy="2772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69685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765"/>
    </mc:Choice>
    <mc:Fallback>
      <p:transition spd="slow" advTm="237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2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2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200"/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200"/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200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200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200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2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2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2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" grpId="0"/>
    </p:bldLst>
  </p:timing>
  <p:extLst>
    <p:ext uri="{3A86A75C-4F4B-4683-9AE1-C65F6400EC91}">
      <p14:laserTraceLst xmlns:p14="http://schemas.microsoft.com/office/powerpoint/2010/main">
        <p14:tracePtLst>
          <p14:tracePt t="7325" x="4692650" y="5492750"/>
          <p14:tracePt t="7358" x="4578350" y="5492750"/>
          <p14:tracePt t="7388" x="4368800" y="5480050"/>
          <p14:tracePt t="7422" x="4076700" y="5454650"/>
          <p14:tracePt t="7455" x="3644900" y="5429250"/>
          <p14:tracePt t="7488" x="3225800" y="5435600"/>
          <p14:tracePt t="7538" x="2794000" y="5448300"/>
          <p14:tracePt t="7559" x="2540000" y="5448300"/>
          <p14:tracePt t="7590" x="2387600" y="5448300"/>
          <p14:tracePt t="7624" x="2165350" y="5435600"/>
          <p14:tracePt t="7654" x="2063750" y="5422900"/>
          <p14:tracePt t="7687" x="2006600" y="5416550"/>
          <p14:tracePt t="7721" x="1955800" y="5416550"/>
          <p14:tracePt t="7753" x="1936750" y="5422900"/>
          <p14:tracePt t="7778" x="1924050" y="5422900"/>
          <p14:tracePt t="7811" x="1917700" y="5422900"/>
          <p14:tracePt t="7952" x="1924050" y="5422900"/>
          <p14:tracePt t="7986" x="1930400" y="5422900"/>
          <p14:tracePt t="8036" x="1936750" y="5422900"/>
          <p14:tracePt t="8045" x="1943100" y="5416550"/>
          <p14:tracePt t="8139" x="1962150" y="5416550"/>
          <p14:tracePt t="8169" x="1981200" y="5416550"/>
          <p14:tracePt t="8202" x="2019300" y="5416550"/>
          <p14:tracePt t="8235" x="2114550" y="5410200"/>
          <p14:tracePt t="8268" x="2222500" y="5397500"/>
          <p14:tracePt t="8301" x="2343150" y="5391150"/>
          <p14:tracePt t="8324" x="2419350" y="5391150"/>
          <p14:tracePt t="8357" x="2590800" y="5397500"/>
          <p14:tracePt t="8387" x="2673350" y="5403850"/>
          <p14:tracePt t="8418" x="2787650" y="5403850"/>
          <p14:tracePt t="8452" x="2876550" y="5403850"/>
          <p14:tracePt t="8485" x="2927350" y="5410200"/>
          <p14:tracePt t="8518" x="2965450" y="5422900"/>
          <p14:tracePt t="8551" x="2978150" y="5429250"/>
          <p14:tracePt t="8575" x="2984500" y="5429250"/>
          <p14:tracePt t="8608" x="2997200" y="5429250"/>
          <p14:tracePt t="8684" x="2984500" y="5429250"/>
          <p14:tracePt t="8717" x="2971800" y="5429250"/>
          <p14:tracePt t="8750" x="2921000" y="5416550"/>
          <p14:tracePt t="8784" x="2787650" y="5397500"/>
          <p14:tracePt t="8817" x="2565400" y="5359400"/>
          <p14:tracePt t="8825" x="2381250" y="5321300"/>
          <p14:tracePt t="8857" x="2216150" y="5289550"/>
          <p14:tracePt t="8888" x="1962150" y="5245100"/>
          <p14:tracePt t="8919" x="1828800" y="5226050"/>
          <p14:tracePt t="8949" x="1790700" y="5219700"/>
          <p14:tracePt t="8983" x="1758950" y="5219700"/>
          <p14:tracePt t="9032" x="1752600" y="5219700"/>
          <p14:tracePt t="9052" x="1752600" y="5226050"/>
          <p14:tracePt t="9099" x="1758950" y="5226050"/>
          <p14:tracePt t="9123" x="1765300" y="5226050"/>
          <p14:tracePt t="9153" x="1778000" y="5226050"/>
          <p14:tracePt t="9185" x="1784350" y="5232400"/>
          <p14:tracePt t="9215" x="1790700" y="5232400"/>
          <p14:tracePt t="9265" x="1816100" y="5232400"/>
          <p14:tracePt t="9298" x="1854200" y="5232400"/>
          <p14:tracePt t="9331" x="2019300" y="5232400"/>
          <p14:tracePt t="9356" x="2184400" y="5232400"/>
          <p14:tracePt t="9388" x="2578100" y="5232400"/>
          <p14:tracePt t="9419" x="2768600" y="5232400"/>
          <p14:tracePt t="9451" x="3067050" y="5245100"/>
          <p14:tracePt t="9481" x="3200400" y="5257800"/>
          <p14:tracePt t="9515" x="3270250" y="5257800"/>
          <p14:tracePt t="9547" x="3333750" y="5245100"/>
          <p14:tracePt t="9567" x="3371850" y="5238750"/>
          <p14:tracePt t="9598" x="3460750" y="5232400"/>
          <p14:tracePt t="9647" x="3600450" y="5213350"/>
          <p14:tracePt t="9668" x="3746500" y="5219700"/>
          <p14:tracePt t="9700" x="3848100" y="5219700"/>
          <p14:tracePt t="9733" x="4095750" y="5245100"/>
          <p14:tracePt t="9763" x="4216400" y="52578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Squeak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075990"/>
            <a:ext cx="838200" cy="2772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3743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423"/>
    </mc:Choice>
    <mc:Fallback>
      <p:transition spd="slow" advTm="654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859" x="4375150" y="5232400"/>
          <p14:tracePt t="12889" x="4514850" y="5181600"/>
          <p14:tracePt t="12928" x="4597400" y="5143500"/>
          <p14:tracePt t="12958" x="4686300" y="5118100"/>
          <p14:tracePt t="13005" x="4775200" y="5073650"/>
          <p14:tracePt t="13042" x="4927600" y="4991100"/>
          <p14:tracePt t="13075" x="5048250" y="4889500"/>
          <p14:tracePt t="13105" x="5162550" y="4813300"/>
          <p14:tracePt t="13127" x="5213350" y="4781550"/>
          <p14:tracePt t="13158" x="5257800" y="4756150"/>
          <p14:tracePt t="13192" x="5276850" y="4749800"/>
          <p14:tracePt t="13304" x="5295900" y="4749800"/>
          <p14:tracePt t="13330" x="5327650" y="4730750"/>
          <p14:tracePt t="13343" x="5346700" y="4711700"/>
          <p14:tracePt t="21010" x="5314950" y="4762500"/>
          <p14:tracePt t="21044" x="5283200" y="4813300"/>
          <p14:tracePt t="21077" x="5270500" y="4838700"/>
          <p14:tracePt t="21110" x="5264150" y="4864100"/>
          <p14:tracePt t="21143" x="5264150" y="4870450"/>
          <p14:tracePt t="21193" x="5251450" y="4876800"/>
          <p14:tracePt t="21243" x="5238750" y="4883150"/>
          <p14:tracePt t="21276" x="5207000" y="4902200"/>
          <p14:tracePt t="21296" x="5181600" y="4927600"/>
          <p14:tracePt t="21328" x="5118100" y="4959350"/>
          <p14:tracePt t="21360" x="4959350" y="5016500"/>
          <p14:tracePt t="21392" x="4794250" y="5060950"/>
          <p14:tracePt t="21426" x="4667250" y="5073650"/>
          <p14:tracePt t="21459" x="4495800" y="5080000"/>
          <p14:tracePt t="21492" x="4413250" y="5080000"/>
          <p14:tracePt t="21525" x="4362450" y="5086350"/>
          <p14:tracePt t="21558" x="4305300" y="5086350"/>
          <p14:tracePt t="21592" x="4286250" y="5086350"/>
          <p14:tracePt t="21744" x="4267200" y="5086350"/>
          <p14:tracePt t="22625" x="4279900" y="5099050"/>
          <p14:tracePt t="22662" x="4292600" y="5111750"/>
          <p14:tracePt t="22693" x="4318000" y="5130800"/>
          <p14:tracePt t="22724" x="4337050" y="5143500"/>
          <p14:tracePt t="22771" x="4362450" y="5156200"/>
          <p14:tracePt t="22792" x="4381500" y="5156200"/>
          <p14:tracePt t="22810" x="4387850" y="5156200"/>
          <p14:tracePt t="22837" x="4413250" y="5162550"/>
          <p14:tracePt t="22862" x="4432300" y="5175250"/>
          <p14:tracePt t="22895" x="4451350" y="5181600"/>
          <p14:tracePt t="22925" x="4483100" y="5194300"/>
          <p14:tracePt t="22970" x="4514850" y="5200650"/>
          <p14:tracePt t="22994" x="4521200" y="5207000"/>
          <p14:tracePt t="23025" x="4546600" y="5219700"/>
          <p14:tracePt t="23053" x="4559300" y="5226050"/>
          <p14:tracePt t="24066" x="4597400" y="5238750"/>
          <p14:tracePt t="24100" x="4654550" y="5257800"/>
          <p14:tracePt t="24133" x="4699000" y="5276850"/>
          <p14:tracePt t="24166" x="4743450" y="5295900"/>
          <p14:tracePt t="24199" x="4768850" y="5308600"/>
          <p14:tracePt t="24233" x="4819650" y="5321300"/>
          <p14:tracePt t="24266" x="4876800" y="5327650"/>
          <p14:tracePt t="24299" x="4927600" y="5334000"/>
          <p14:tracePt t="24332" x="4991100" y="5334000"/>
          <p14:tracePt t="24352" x="5016500" y="5340350"/>
          <p14:tracePt t="24384" x="5035550" y="5346700"/>
          <p14:tracePt t="24415" x="5060950" y="5353050"/>
          <p14:tracePt t="24449" x="5073650" y="5365750"/>
          <p14:tracePt t="24499" x="5080000" y="5365750"/>
          <p14:tracePt t="24532" x="5086350" y="5372100"/>
          <p14:tracePt t="25379" x="5187950" y="5372100"/>
          <p14:tracePt t="25414" x="5314950" y="5372100"/>
          <p14:tracePt t="25448" x="5372100" y="5372100"/>
          <p14:tracePt t="25463" x="5403850" y="5372100"/>
          <p14:tracePt t="25495" x="5473700" y="5353050"/>
          <p14:tracePt t="25529" x="5556250" y="5321300"/>
          <p14:tracePt t="25564" x="5638800" y="5289550"/>
          <p14:tracePt t="25598" x="5759450" y="5245100"/>
          <p14:tracePt t="25628" x="5842000" y="5226050"/>
          <p14:tracePt t="25664" x="5918200" y="5226050"/>
          <p14:tracePt t="25698" x="6045200" y="5232400"/>
          <p14:tracePt t="25727" x="6108700" y="5232400"/>
          <p14:tracePt t="25749" x="6178550" y="5238750"/>
          <p14:tracePt t="25780" x="6324600" y="5238750"/>
          <p14:tracePt t="25814" x="6445250" y="5232400"/>
          <p14:tracePt t="25849" x="6610350" y="5194300"/>
          <p14:tracePt t="25881" x="6642100" y="5181600"/>
          <p14:tracePt t="26973" x="6591300" y="5168900"/>
          <p14:tracePt t="27006" x="6489700" y="5143500"/>
          <p14:tracePt t="27030" x="6381750" y="5111750"/>
          <p14:tracePt t="27073" x="6045200" y="5054600"/>
          <p14:tracePt t="27106" x="5537200" y="5048250"/>
          <p14:tracePt t="27124" x="5251450" y="5092700"/>
          <p14:tracePt t="27156" x="4845050" y="5118100"/>
          <p14:tracePt t="27189" x="4425950" y="5124450"/>
          <p14:tracePt t="27222" x="4006850" y="5099050"/>
          <p14:tracePt t="27256" x="3619500" y="5060950"/>
          <p14:tracePt t="27289" x="3460750" y="5029200"/>
          <p14:tracePt t="27322" x="3352800" y="5022850"/>
          <p14:tracePt t="27355" x="3263900" y="5016500"/>
          <p14:tracePt t="27388" x="3213100" y="5016500"/>
          <p14:tracePt t="27408" x="3194050" y="5029200"/>
          <p14:tracePt t="27439" x="3187700" y="5041900"/>
          <p14:tracePt t="28003" x="3219450" y="5016500"/>
          <p14:tracePt t="28036" x="3282950" y="4972050"/>
          <p14:tracePt t="28072" x="3390900" y="4883150"/>
          <p14:tracePt t="28103" x="3486150" y="4787900"/>
          <p14:tracePt t="28136" x="3568700" y="4673600"/>
          <p14:tracePt t="28157" x="3632200" y="4597400"/>
          <p14:tracePt t="28189" x="3714750" y="4457700"/>
          <p14:tracePt t="28219" x="3740150" y="4406900"/>
          <p14:tracePt t="28255" x="3752850" y="4381500"/>
          <p14:tracePt t="28288" x="3759200" y="4368800"/>
          <p14:tracePt t="28335" x="3759200" y="4356100"/>
          <p14:tracePt t="28534" x="3752850" y="4356100"/>
          <p14:tracePt t="28620" x="3740150" y="4356100"/>
          <p14:tracePt t="28642" x="3727450" y="4362450"/>
          <p14:tracePt t="28673" x="3714750" y="4368800"/>
          <p14:tracePt t="28703" x="3695700" y="4375150"/>
          <p14:tracePt t="28733" x="3644900" y="4400550"/>
          <p14:tracePt t="28773" x="3498850" y="4451350"/>
          <p14:tracePt t="28805" x="3359150" y="4502150"/>
          <p14:tracePt t="28836" x="3232150" y="4533900"/>
          <p14:tracePt t="28857" x="3175000" y="4540250"/>
          <p14:tracePt t="28888" x="3086100" y="4552950"/>
          <p14:tracePt t="28919" x="3028950" y="4552950"/>
          <p14:tracePt t="28966" x="2990850" y="4540250"/>
          <p14:tracePt t="28987" x="2978150" y="4540250"/>
          <p14:tracePt t="29182" x="2984500" y="4540250"/>
          <p14:tracePt t="29896" x="3022600" y="4540250"/>
          <p14:tracePt t="29930" x="3092450" y="4546600"/>
          <p14:tracePt t="29963" x="3168650" y="4546600"/>
          <p14:tracePt t="29996" x="3295650" y="4546600"/>
          <p14:tracePt t="30029" x="3378200" y="4546600"/>
          <p14:tracePt t="30038" x="3409950" y="4546600"/>
          <p14:tracePt t="30065" x="3460750" y="4546600"/>
          <p14:tracePt t="30095" x="3486150" y="4546600"/>
          <p14:tracePt t="30129" x="3517900" y="4552950"/>
          <p14:tracePt t="30179" x="3530600" y="4578350"/>
          <p14:tracePt t="30212" x="3556000" y="4591050"/>
          <p14:tracePt t="31209" x="3562350" y="4635500"/>
          <p14:tracePt t="31242" x="3568700" y="4705350"/>
          <p14:tracePt t="31275" x="3556000" y="4775200"/>
          <p14:tracePt t="31308" x="3524250" y="4838700"/>
          <p14:tracePt t="31341" x="3498850" y="4895850"/>
          <p14:tracePt t="31360" x="3473450" y="4940300"/>
          <p14:tracePt t="31391" x="3460750" y="4953000"/>
          <p14:tracePt t="31424" x="3435350" y="4991100"/>
          <p14:tracePt t="31461" x="3403600" y="5029200"/>
          <p14:tracePt t="31477" x="3365500" y="5060950"/>
          <p14:tracePt t="31509" x="3321050" y="5105400"/>
          <p14:tracePt t="31542" x="3251200" y="5156200"/>
          <p14:tracePt t="31577" x="3206750" y="5175250"/>
          <p14:tracePt t="31607" x="3175000" y="5194300"/>
          <p14:tracePt t="31641" x="3155950" y="5213350"/>
          <p14:tracePt t="31677" x="3149600" y="5213350"/>
          <p14:tracePt t="31710" x="3143250" y="5219700"/>
          <p14:tracePt t="31779" x="3130550" y="5219700"/>
          <p14:tracePt t="35250" x="3111500" y="5219700"/>
          <p14:tracePt t="35283" x="3048000" y="5213350"/>
          <p14:tracePt t="35314" x="2971800" y="5187950"/>
          <p14:tracePt t="35344" x="2882900" y="5168900"/>
          <p14:tracePt t="35383" x="2755900" y="5149850"/>
          <p14:tracePt t="35412" x="2667000" y="5124450"/>
          <p14:tracePt t="35444" x="2571750" y="5092700"/>
          <p14:tracePt t="35468" x="2533650" y="5086350"/>
          <p14:tracePt t="35498" x="2476500" y="5060950"/>
          <p14:tracePt t="35528" x="2432050" y="5022850"/>
          <p14:tracePt t="35566" x="2425700" y="5010150"/>
          <p14:tracePt t="35598" x="2400300" y="4978400"/>
          <p14:tracePt t="35615" x="2400300" y="4972050"/>
          <p14:tracePt t="35646" x="2387600" y="4953000"/>
          <p14:tracePt t="35682" x="2381250" y="4921250"/>
          <p14:tracePt t="35714" x="2381250" y="4864100"/>
          <p14:tracePt t="35759" x="2381250" y="4845050"/>
          <p14:tracePt t="35815" x="2381250" y="4838700"/>
          <p14:tracePt t="35844" x="2381250" y="4832350"/>
          <p14:tracePt t="35893" x="2393950" y="4819650"/>
          <p14:tracePt t="35913" x="2400300" y="4806950"/>
          <p14:tracePt t="35945" x="2432050" y="4762500"/>
          <p14:tracePt t="35976" x="2463800" y="4705350"/>
          <p14:tracePt t="36001" x="2501900" y="4660900"/>
          <p14:tracePt t="36014" x="2514600" y="4635500"/>
          <p14:tracePt t="36046" x="2533650" y="4616450"/>
          <p14:tracePt t="36092" x="2533650" y="4610100"/>
          <p14:tracePt t="36209" x="2546350" y="4610100"/>
          <p14:tracePt t="36246" x="2565400" y="4610100"/>
          <p14:tracePt t="36276" x="2590800" y="4610100"/>
          <p14:tracePt t="36307" x="2679700" y="4610100"/>
          <p14:tracePt t="36332" x="2787650" y="4603750"/>
          <p14:tracePt t="36374" x="3168650" y="4584700"/>
          <p14:tracePt t="36407" x="3390900" y="4572000"/>
          <p14:tracePt t="36431" x="3543300" y="4572000"/>
          <p14:tracePt t="36459" x="3733800" y="4578350"/>
          <p14:tracePt t="36490" x="3854450" y="4578350"/>
          <p14:tracePt t="36523" x="3924300" y="4591050"/>
          <p14:tracePt t="36543" x="3962400" y="4597400"/>
          <p14:tracePt t="36576" x="3994150" y="4610100"/>
          <p14:tracePt t="36606" x="4019550" y="4622800"/>
          <p14:tracePt t="36640" x="4038600" y="4635500"/>
          <p14:tracePt t="36673" x="4070350" y="4654550"/>
          <p14:tracePt t="36706" x="4076700" y="4667250"/>
          <p14:tracePt t="37686" x="4064000" y="4705350"/>
          <p14:tracePt t="37719" x="4032250" y="4781550"/>
          <p14:tracePt t="37753" x="3975100" y="4864100"/>
          <p14:tracePt t="37786" x="3917950" y="4914900"/>
          <p14:tracePt t="37810" x="3841750" y="4959350"/>
          <p14:tracePt t="37840" x="3759200" y="4984750"/>
          <p14:tracePt t="37872" x="3600450" y="5054600"/>
          <p14:tracePt t="37905" x="3517900" y="5092700"/>
          <p14:tracePt t="37935" x="3448050" y="5099050"/>
          <p14:tracePt t="37969" x="3333750" y="5130800"/>
          <p14:tracePt t="37987" x="3308350" y="5130800"/>
          <p14:tracePt t="38018" x="3232150" y="5149850"/>
          <p14:tracePt t="38038" x="3213100" y="5149850"/>
          <p14:tracePt t="38059" x="3181350" y="5149850"/>
          <p14:tracePt t="38093" x="3130550" y="5149850"/>
          <p14:tracePt t="38122" x="3111500" y="5149850"/>
          <p14:tracePt t="38153" x="3092450" y="5143500"/>
          <p14:tracePt t="38187" x="3079750" y="5143500"/>
          <p14:tracePt t="38218" x="3067050" y="5143500"/>
          <p14:tracePt t="38251" x="3048000" y="5149850"/>
          <p14:tracePt t="38284" x="3035300" y="5156200"/>
          <p14:tracePt t="38317" x="2990850" y="5168900"/>
          <p14:tracePt t="38341" x="2946400" y="5181600"/>
          <p14:tracePt t="38358" x="2927350" y="5187950"/>
          <p14:tracePt t="38388" x="2889250" y="5207000"/>
          <p14:tracePt t="38420" x="2851150" y="5264150"/>
          <p14:tracePt t="38921" x="2933700" y="5264150"/>
          <p14:tracePt t="38950" x="3003550" y="5264150"/>
          <p14:tracePt t="38982" x="3079750" y="5264150"/>
          <p14:tracePt t="39015" x="3194050" y="5264150"/>
          <p14:tracePt t="39048" x="3257550" y="5283200"/>
          <p14:tracePt t="39081" x="3302000" y="5283200"/>
          <p14:tracePt t="39107" x="3333750" y="5289550"/>
          <p14:tracePt t="39140" x="3371850" y="5289550"/>
          <p14:tracePt t="39169" x="3422650" y="5289550"/>
          <p14:tracePt t="39200" x="3479800" y="5289550"/>
          <p14:tracePt t="39234" x="3556000" y="5289550"/>
          <p14:tracePt t="39264" x="3581400" y="5289550"/>
          <p14:tracePt t="39297" x="3606800" y="5289550"/>
          <p14:tracePt t="39330" x="3632200" y="5289550"/>
          <p14:tracePt t="39363" x="3676650" y="5289550"/>
          <p14:tracePt t="39388" x="3752850" y="5289550"/>
          <p14:tracePt t="39421" x="3879850" y="5289550"/>
          <p14:tracePt t="39451" x="4013200" y="5289550"/>
          <p14:tracePt t="39483" x="4140200" y="5289550"/>
          <p14:tracePt t="39513" x="4305300" y="5289550"/>
          <p14:tracePt t="39546" x="4464050" y="5302250"/>
          <p14:tracePt t="39581" x="4603750" y="5302250"/>
          <p14:tracePt t="39613" x="4794250" y="5327650"/>
          <p14:tracePt t="39637" x="4978400" y="5384800"/>
          <p14:tracePt t="40748" x="4953000" y="5384800"/>
          <p14:tracePt t="40781" x="4883150" y="5378450"/>
          <p14:tracePt t="40812" x="4768850" y="5365750"/>
          <p14:tracePt t="40842" x="4641850" y="5346700"/>
          <p14:tracePt t="40875" x="4483100" y="5340350"/>
          <p14:tracePt t="40908" x="4318000" y="5334000"/>
          <p14:tracePt t="40942" x="4006850" y="5308600"/>
          <p14:tracePt t="40991" x="3752850" y="5264150"/>
          <p14:tracePt t="41013" x="3613150" y="5264150"/>
          <p14:tracePt t="41044" x="3556000" y="5257800"/>
          <p14:tracePt t="41078" x="3467100" y="5257800"/>
          <p14:tracePt t="41108" x="3409950" y="5264150"/>
          <p14:tracePt t="41141" x="3359150" y="5276850"/>
          <p14:tracePt t="41174" x="3276600" y="5283200"/>
          <p14:tracePt t="41200" x="3232150" y="5295900"/>
          <p14:tracePt t="41232" x="3162300" y="5295900"/>
          <p14:tracePt t="41265" x="3092450" y="5302250"/>
          <p14:tracePt t="41279" x="3067050" y="5289550"/>
          <p14:tracePt t="41294" x="3041650" y="5276850"/>
          <p14:tracePt t="41325" x="3035300" y="5276850"/>
          <p14:tracePt t="41357" x="3003550" y="5257800"/>
          <p14:tracePt t="41390" x="2984500" y="5251450"/>
          <p14:tracePt t="41423" x="2971800" y="5245100"/>
          <p14:tracePt t="41456" x="2965450" y="5238750"/>
          <p14:tracePt t="41656" x="2978150" y="5238750"/>
          <p14:tracePt t="41689" x="3054350" y="5238750"/>
          <p14:tracePt t="41722" x="3200400" y="5232400"/>
          <p14:tracePt t="41747" x="3352800" y="5226050"/>
          <p14:tracePt t="41780" x="3644900" y="5213350"/>
          <p14:tracePt t="41810" x="3829050" y="5213350"/>
          <p14:tracePt t="41842" x="3949700" y="5226050"/>
          <p14:tracePt t="41857" x="4006850" y="5238750"/>
          <p14:tracePt t="41888" x="4102100" y="5238750"/>
          <p14:tracePt t="41921" x="4178300" y="5194300"/>
          <p14:tracePt t="49694" x="4127500" y="5257800"/>
          <p14:tracePt t="49703" x="4089400" y="5302250"/>
          <p14:tracePt t="49732" x="4019550" y="5372100"/>
          <p14:tracePt t="49764" x="3886200" y="5492750"/>
          <p14:tracePt t="49794" x="3746500" y="5588000"/>
          <p14:tracePt t="49828" x="3600450" y="5689600"/>
          <p14:tracePt t="49860" x="3498850" y="5765800"/>
          <p14:tracePt t="49894" x="3435350" y="5810250"/>
          <p14:tracePt t="49927" x="3390900" y="5835650"/>
          <p14:tracePt t="49951" x="3378200" y="5842000"/>
          <p14:tracePt t="49982" x="3365500" y="5842000"/>
          <p14:tracePt t="50110" x="3378200" y="5842000"/>
          <p14:tracePt t="50209" x="3390900" y="5835650"/>
          <p14:tracePt t="50266" x="3409950" y="5835650"/>
          <p14:tracePt t="50294" x="3422650" y="5835650"/>
          <p14:tracePt t="50326" x="3479800" y="5829300"/>
          <p14:tracePt t="50359" x="3575050" y="5835650"/>
          <p14:tracePt t="50392" x="3695700" y="5835650"/>
          <p14:tracePt t="50425" x="3867150" y="5842000"/>
          <p14:tracePt t="50450" x="3930650" y="5842000"/>
          <p14:tracePt t="50483" x="4019550" y="5835650"/>
          <p14:tracePt t="50513" x="4083050" y="5829300"/>
          <p14:tracePt t="50545" x="4127500" y="5829300"/>
          <p14:tracePt t="50576" x="4146550" y="5829300"/>
          <p14:tracePt t="50609" x="4165600" y="5803900"/>
          <p14:tracePt t="51754" x="4241800" y="5778500"/>
          <p14:tracePt t="51804" x="4330700" y="5753100"/>
          <p14:tracePt t="51843" x="4419600" y="5734050"/>
          <p14:tracePt t="51872" x="4495800" y="5727700"/>
          <p14:tracePt t="51903" x="4540250" y="5721350"/>
          <p14:tracePt t="51937" x="4610100" y="5715000"/>
          <p14:tracePt t="51970" x="4673600" y="5715000"/>
          <p14:tracePt t="52003" x="4749800" y="5695950"/>
          <p14:tracePt t="52028" x="4781550" y="5695950"/>
          <p14:tracePt t="52060" x="4838700" y="5695950"/>
          <p14:tracePt t="52091" x="4889500" y="5695950"/>
          <p14:tracePt t="52123" x="4921250" y="5695950"/>
          <p14:tracePt t="52138" x="4927600" y="5695950"/>
          <p14:tracePt t="52169" x="4940300" y="5695950"/>
          <p14:tracePt t="52202" x="4940300" y="5689600"/>
          <p14:tracePt t="52872" x="4978400" y="5689600"/>
          <p14:tracePt t="52905" x="5048250" y="5695950"/>
          <p14:tracePt t="52936" x="5105400" y="5708650"/>
          <p14:tracePt t="52967" x="5200650" y="5740400"/>
          <p14:tracePt t="53000" x="5251450" y="5759450"/>
          <p14:tracePt t="53033" x="5302250" y="5778500"/>
          <p14:tracePt t="53066" x="5346700" y="5791200"/>
          <p14:tracePt t="53100" x="5397500" y="5797550"/>
          <p14:tracePt t="53108" x="5416550" y="5803900"/>
          <p14:tracePt t="53138" x="5480050" y="5816600"/>
          <p14:tracePt t="53169" x="5518150" y="5829300"/>
          <p14:tracePt t="53202" x="5594350" y="5835650"/>
          <p14:tracePt t="53233" x="5619750" y="5842000"/>
          <p14:tracePt t="53266" x="5651500" y="5842000"/>
          <p14:tracePt t="53285" x="5676900" y="5842000"/>
          <p14:tracePt t="53317" x="5689600" y="5842000"/>
          <p14:tracePt t="53349" x="5727700" y="5842000"/>
          <p14:tracePt t="53387" x="5740400" y="58483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Squeak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!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4075990"/>
            <a:ext cx="838200" cy="2772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05085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  <p:extLst>
    <p:ext uri="{3A86A75C-4F4B-4683-9AE1-C65F6400EC91}">
      <p14:laserTraceLst xmlns:p14="http://schemas.microsoft.com/office/powerpoint/2010/main">
        <p14:tracePtLst>
          <p14:tracePt t="2143" x="5740400" y="58356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950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73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one was overridden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880" y="6392679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702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33"/>
    </mc:Choice>
    <mc:Fallback>
      <p:transition spd="slow" advTm="182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796" x="5721350" y="5803900"/>
          <p14:tracePt t="9833" x="5689600" y="5784850"/>
          <p14:tracePt t="9863" x="5651500" y="5765800"/>
          <p14:tracePt t="9896" x="5613400" y="5753100"/>
          <p14:tracePt t="9917" x="5575300" y="5740400"/>
          <p14:tracePt t="9949" x="5492750" y="5715000"/>
          <p14:tracePt t="9964" x="5454650" y="5702300"/>
          <p14:tracePt t="9996" x="5340350" y="5664200"/>
          <p14:tracePt t="10017" x="5270500" y="5638800"/>
          <p14:tracePt t="10048" x="5175250" y="5607050"/>
          <p14:tracePt t="10079" x="5073650" y="5575300"/>
          <p14:tracePt t="10118" x="4908550" y="5499100"/>
          <p14:tracePt t="10147" x="4787900" y="5461000"/>
          <p14:tracePt t="10181" x="4660900" y="5416550"/>
          <p14:tracePt t="10203" x="4546600" y="5397500"/>
          <p14:tracePt t="10233" x="4413250" y="5346700"/>
          <p14:tracePt t="10264" x="4318000" y="5314950"/>
          <p14:tracePt t="10294" x="4279900" y="5302250"/>
          <p14:tracePt t="10333" x="4216400" y="5302250"/>
          <p14:tracePt t="12952" x="4146550" y="5226050"/>
          <p14:tracePt t="12985" x="4025900" y="5067300"/>
          <p14:tracePt t="13021" x="3835400" y="4851400"/>
          <p14:tracePt t="13051" x="3676650" y="4667250"/>
          <p14:tracePt t="13085" x="3549650" y="4514850"/>
          <p14:tracePt t="13103" x="3479800" y="4445000"/>
          <p14:tracePt t="13135" x="3359150" y="4305300"/>
          <p14:tracePt t="13168" x="3257550" y="4203700"/>
          <p14:tracePt t="13202" x="3149600" y="4070350"/>
          <p14:tracePt t="13237" x="3067050" y="3962400"/>
          <p14:tracePt t="13268" x="2978150" y="3886200"/>
          <p14:tracePt t="13286" x="2959100" y="3867150"/>
          <p14:tracePt t="13320" x="2901950" y="3816350"/>
          <p14:tracePt t="13354" x="2857500" y="3803650"/>
          <p14:tracePt t="13384" x="2838450" y="3784600"/>
          <p14:tracePt t="13405" x="2832100" y="3784600"/>
          <p14:tracePt t="13453" x="2825750" y="3784600"/>
          <p14:tracePt t="13484" x="2825750" y="3797300"/>
          <p14:tracePt t="13502" x="2825750" y="3803650"/>
          <p14:tracePt t="13538" x="2825750" y="3822700"/>
          <p14:tracePt t="13569" x="2832100" y="3835400"/>
          <p14:tracePt t="13600" x="2832100" y="3848100"/>
          <p14:tracePt t="13621" x="2838450" y="3867150"/>
          <p14:tracePt t="13652" x="2838450" y="3892550"/>
          <p14:tracePt t="13685" x="2838450" y="3949700"/>
          <p14:tracePt t="13721" x="2838450" y="4051300"/>
          <p14:tracePt t="13753" x="2832100" y="4140200"/>
          <p14:tracePt t="13785" x="2832100" y="4171950"/>
          <p14:tracePt t="13937" x="2838450" y="4178300"/>
          <p14:tracePt t="13969" x="2851150" y="4184650"/>
          <p14:tracePt t="14001" x="2863850" y="4197350"/>
          <p14:tracePt t="14053" x="2870200" y="4210050"/>
          <p14:tracePt t="14086" x="2895600" y="4222750"/>
          <p14:tracePt t="14114" x="2908300" y="4229100"/>
          <p14:tracePt t="14138" x="2914650" y="4241800"/>
          <p14:tracePt t="14231" x="2946400" y="4248150"/>
          <p14:tracePt t="14239" x="2952750" y="4248150"/>
          <p14:tracePt t="14269" x="2997200" y="4254500"/>
          <p14:tracePt t="14300" x="3054350" y="4254500"/>
          <p14:tracePt t="14331" x="3130550" y="4267200"/>
          <p14:tracePt t="14356" x="3168650" y="4267200"/>
          <p14:tracePt t="14385" x="3225800" y="4267200"/>
          <p14:tracePt t="14430" x="3327400" y="4279900"/>
          <p14:tracePt t="14454" x="3378200" y="4279900"/>
          <p14:tracePt t="14487" x="3435350" y="4279900"/>
          <p14:tracePt t="14530" x="3575050" y="4292600"/>
          <p14:tracePt t="14554" x="3625850" y="4292600"/>
          <p14:tracePt t="14587" x="3695700" y="4292600"/>
          <p14:tracePt t="14614" x="3746500" y="4292600"/>
          <p14:tracePt t="14646" x="3822700" y="4286250"/>
          <p14:tracePt t="14696" x="3930650" y="4279900"/>
          <p14:tracePt t="14729" x="4038600" y="4273550"/>
          <p14:tracePt t="14763" x="4184650" y="4273550"/>
          <p14:tracePt t="14802" x="4330700" y="4292600"/>
          <p14:tracePt t="14830" x="4445000" y="4305300"/>
          <p14:tracePt t="14862" x="4578350" y="4330700"/>
          <p14:tracePt t="14895" x="4686300" y="4349750"/>
          <p14:tracePt t="14929" x="4876800" y="4394200"/>
          <p14:tracePt t="14961" x="5010150" y="4413250"/>
          <p14:tracePt t="14995" x="5295900" y="4419600"/>
          <p14:tracePt t="15013" x="5422900" y="4419600"/>
          <p14:tracePt t="15031" x="5473700" y="4406900"/>
          <p14:tracePt t="15061" x="5613400" y="4406900"/>
          <p14:tracePt t="15094" x="5664200" y="4400550"/>
          <p14:tracePt t="15127" x="5746750" y="4387850"/>
          <p14:tracePt t="15161" x="5835650" y="4387850"/>
          <p14:tracePt t="15194" x="5892800" y="4387850"/>
          <p14:tracePt t="15227" x="5988050" y="4381500"/>
          <p14:tracePt t="15260" x="6096000" y="4381500"/>
          <p14:tracePt t="15294" x="6108700" y="4381500"/>
          <p14:tracePt t="15812" x="6153150" y="4381500"/>
          <p14:tracePt t="15842" x="6413500" y="4368800"/>
          <p14:tracePt t="15875" x="6553200" y="4368800"/>
          <p14:tracePt t="15908" x="6826250" y="4368800"/>
          <p14:tracePt t="15942" x="7016750" y="4375150"/>
          <p14:tracePt t="15975" x="7150100" y="4375150"/>
          <p14:tracePt t="15993" x="7162800" y="4375150"/>
          <p14:tracePt t="16027" x="7213600" y="4381500"/>
          <p14:tracePt t="16058" x="7239000" y="4381500"/>
          <p14:tracePt t="16091" x="7296150" y="4381500"/>
          <p14:tracePt t="16127" x="7391400" y="4387850"/>
          <p14:tracePt t="16158" x="7537450" y="4387850"/>
          <p14:tracePt t="16176" x="7575550" y="4387850"/>
          <p14:tracePt t="16207" x="7683500" y="4387850"/>
          <p14:tracePt t="16241" x="7715250" y="43878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one was overridden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1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Traceback</a:t>
            </a:r>
            <a:r>
              <a:rPr lang="en-US" kern="0" dirty="0">
                <a:solidFill>
                  <a:srgbClr val="FF9797"/>
                </a:solidFill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one was overridden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kern="0" dirty="0">
              <a:solidFill>
                <a:srgbClr val="FF97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092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 smtClean="0">
                <a:solidFill>
                  <a:srgbClr val="FF9797"/>
                </a:solidFill>
              </a:rPr>
              <a:t>Traceback</a:t>
            </a:r>
            <a:r>
              <a:rPr lang="en-US" kern="0" dirty="0" smtClean="0">
                <a:solidFill>
                  <a:srgbClr val="FF9797"/>
                </a:solidFill>
              </a:rPr>
              <a:t> </a:t>
            </a:r>
            <a:r>
              <a:rPr lang="en-US" kern="0" dirty="0">
                <a:solidFill>
                  <a:srgbClr val="FF9797"/>
                </a:solidFill>
              </a:rPr>
              <a:t>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one was overridden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kern="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BatMammalSub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has no attribute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'run'</a:t>
            </a:r>
          </a:p>
        </p:txBody>
      </p:sp>
    </p:spTree>
    <p:extLst>
      <p:ext uri="{BB962C8B-B14F-4D97-AF65-F5344CB8AC3E}">
        <p14:creationId xmlns:p14="http://schemas.microsoft.com/office/powerpoint/2010/main" val="3934475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"/>
    </mc:Choice>
    <mc:Fallback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>
            <a:spLocks/>
          </p:cNvSpPr>
          <p:nvPr/>
        </p:nvSpPr>
        <p:spPr bwMode="auto">
          <a:xfrm>
            <a:off x="0" y="762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sz="4400" dirty="0">
                <a:latin typeface="Elephant" panose="02020904090505020303" pitchFamily="18" charset="0"/>
              </a:rPr>
              <a:t>The </a:t>
            </a:r>
            <a:r>
              <a:rPr 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has-a</a:t>
            </a:r>
            <a:r>
              <a:rPr lang="en-US" sz="4000" dirty="0">
                <a:latin typeface="Elephant" panose="02020904090505020303" pitchFamily="18" charset="0"/>
              </a:rPr>
              <a:t> </a:t>
            </a:r>
            <a:r>
              <a:rPr lang="en-US" sz="4400" dirty="0">
                <a:latin typeface="Elephant" panose="02020904090505020303" pitchFamily="18" charset="0"/>
              </a:rPr>
              <a:t>relationship</a:t>
            </a:r>
            <a:endParaRPr lang="en-US" altLang="en-US" sz="4400" kern="0" spc="-2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52400" y="762000"/>
            <a:ext cx="8991600" cy="60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rgbClr val="FF9797"/>
                </a:solidFill>
              </a:rPr>
              <a:t>File </a:t>
            </a:r>
            <a:r>
              <a:rPr lang="en-US" kern="0" dirty="0">
                <a:solidFill>
                  <a:srgbClr val="FF9797"/>
                </a:solidFill>
              </a:rPr>
              <a:t>"&lt;</a:t>
            </a:r>
            <a:r>
              <a:rPr lang="en-US" kern="0" dirty="0" err="1">
                <a:solidFill>
                  <a:srgbClr val="FF9797"/>
                </a:solidFill>
              </a:rPr>
              <a:t>stdin</a:t>
            </a:r>
            <a:r>
              <a:rPr lang="en-US" kern="0" dirty="0">
                <a:solidFill>
                  <a:srgbClr val="FF9797"/>
                </a:solidFill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</a:rPr>
              <a:t>TypeError</a:t>
            </a:r>
            <a:r>
              <a:rPr lang="en-US" kern="0" dirty="0">
                <a:solidFill>
                  <a:srgbClr val="FF9797"/>
                </a:solidFill>
              </a:rPr>
              <a:t>: fly() missing 1 required positional argument: 'self'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Wing.fly;bat.fly</a:t>
            </a: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(bat)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Mammal.fly</a:t>
            </a:r>
            <a:endParaRPr 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(Mammal):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fly(self):print("OK")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  </a:t>
            </a:r>
            <a:r>
              <a:rPr lang="en-US" kern="0" dirty="0" err="1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def</a:t>
            </a:r>
            <a:r>
              <a:rPr lang="en-US" kern="0" dirty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run(self):raise(</a:t>
            </a:r>
            <a:r>
              <a:rPr lang="en-US" kern="0" dirty="0" err="1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AttributeError</a:t>
            </a:r>
            <a:r>
              <a:rPr lang="en-US" kern="0" dirty="0" smtClean="0">
                <a:solidFill>
                  <a:srgbClr val="FF9797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endParaRPr lang="en-US" kern="0" dirty="0">
              <a:solidFill>
                <a:srgbClr val="FF9797"/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bat=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BatMammalSub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();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</a:t>
            </a:r>
            <a:r>
              <a:rPr lang="en-US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t.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#local method 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OK</a:t>
            </a:r>
            <a:endParaRPr 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cat.fly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time Mammal did</a:t>
            </a:r>
            <a:r>
              <a:rPr lang="en-US" kern="0" spc="-3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n'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 break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'Mammal' object has no attribute 'fly'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bat.run</a:t>
            </a:r>
            <a:r>
              <a:rPr lang="en-US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  <a:r>
              <a:rPr lang="en-US" sz="16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sz="16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This one was overridden</a:t>
            </a:r>
            <a:endParaRPr lang="en-US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Traceback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(most recent call last):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File "&lt;</a:t>
            </a: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stdin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&gt;", line 1, in &lt;module&gt;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err="1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AttributeError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kern="0" dirty="0" err="1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BatMammalSub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en-US" kern="0" dirty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has no attribute </a:t>
            </a:r>
            <a:r>
              <a:rPr lang="en-US" kern="0" dirty="0" smtClean="0">
                <a:solidFill>
                  <a:srgbClr val="FF97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'run'</a:t>
            </a:r>
          </a:p>
          <a:p>
            <a:pPr marL="0" indent="0">
              <a:lnSpc>
                <a:spcPct val="76000"/>
              </a:lnSpc>
              <a:spcBef>
                <a:spcPts val="0"/>
              </a:spcBef>
              <a:buNone/>
            </a:pPr>
            <a:r>
              <a:rPr lang="en-US" kern="0" dirty="0" smtClean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&gt;&gt;&gt;</a:t>
            </a:r>
            <a:endParaRPr lang="en-US" kern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23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07"/>
    </mc:Choice>
    <mc:Fallback>
      <p:transition spd="slow" advTm="27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91" x="7461250" y="4394200"/>
          <p14:tracePt t="824" x="7035800" y="4343400"/>
          <p14:tracePt t="849" x="6832600" y="4330700"/>
          <p14:tracePt t="882" x="6470650" y="4330700"/>
          <p14:tracePt t="924" x="5619750" y="4438650"/>
          <p14:tracePt t="948" x="4787900" y="4591050"/>
          <p14:tracePt t="981" x="3898900" y="4781550"/>
          <p14:tracePt t="1009" x="3035300" y="5067300"/>
          <p14:tracePt t="1041" x="2317750" y="5340350"/>
          <p14:tracePt t="1073" x="1847850" y="5524500"/>
          <p14:tracePt t="1107" x="1428750" y="5702300"/>
          <p14:tracePt t="1140" x="1168400" y="5848350"/>
          <p14:tracePt t="1173" x="927100" y="6013450"/>
          <p14:tracePt t="1206" x="749300" y="6178550"/>
          <p14:tracePt t="1240" x="527050" y="6343650"/>
          <p14:tracePt t="1273" x="457200" y="6388100"/>
          <p14:tracePt t="1291" x="444500" y="6394450"/>
          <p14:tracePt t="1323" x="438150" y="6394450"/>
          <p14:tracePt t="1373" x="457200" y="6381750"/>
          <p14:tracePt t="1406" x="482600" y="6369050"/>
          <p14:tracePt t="1424" x="495300" y="6369050"/>
          <p14:tracePt t="1456" x="584200" y="6362700"/>
          <p14:tracePt t="1489" x="628650" y="6356350"/>
          <p14:tracePt t="1523" x="736600" y="6324600"/>
          <p14:tracePt t="1557" x="863600" y="6292850"/>
          <p14:tracePt t="1588" x="1054100" y="6235700"/>
          <p14:tracePt t="1622" x="1333500" y="6165850"/>
          <p14:tracePt t="1655" x="1517650" y="6108700"/>
          <p14:tracePt t="1688" x="1689100" y="6070600"/>
          <p14:tracePt t="1721" x="1758950" y="6051550"/>
          <p14:tracePt t="1754" x="1784350" y="6051550"/>
          <p14:tracePt t="1788" x="1816100" y="6051550"/>
          <p14:tracePt t="1821" x="1866900" y="6064250"/>
          <p14:tracePt t="1854" x="1879600" y="606425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sz="4400" spc="-100" dirty="0">
                <a:latin typeface="Elephant" panose="02020904090505020303" pitchFamily="18" charset="0"/>
              </a:rPr>
              <a:t>Derived Classes are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300" dirty="0">
                <a:latin typeface="Elephant" panose="02020904090505020303" pitchFamily="18" charset="0"/>
              </a:rPr>
              <a:t>Ne</a:t>
            </a:r>
            <a:r>
              <a:rPr lang="en-US" altLang="en-US" sz="4400" spc="-100" dirty="0">
                <a:latin typeface="Elephant" panose="02020904090505020303" pitchFamily="18" charset="0"/>
              </a:rPr>
              <a:t>w</a:t>
            </a:r>
            <a:r>
              <a:rPr lang="en-US" altLang="en-US" sz="4000" spc="-100" dirty="0">
                <a:latin typeface="Elephant" panose="02020904090505020303" pitchFamily="18" charset="0"/>
              </a:rPr>
              <a:t> </a:t>
            </a:r>
            <a:r>
              <a:rPr lang="en-US" altLang="en-US" sz="4400" spc="-100" dirty="0">
                <a:latin typeface="Elephant" panose="02020904090505020303" pitchFamily="18" charset="0"/>
              </a:rPr>
              <a:t>Classes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152400" y="884238"/>
            <a:ext cx="8839200" cy="5973762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006600"/>
                </a:solidFill>
              </a:rPr>
              <a:t>Specialization</a:t>
            </a:r>
            <a:r>
              <a:rPr lang="en-US" altLang="en-US" dirty="0" smtClean="0"/>
              <a:t> is achieved by </a:t>
            </a:r>
            <a:r>
              <a:rPr lang="en-US" altLang="en-US" dirty="0"/>
              <a:t>adding new attributes and </a:t>
            </a:r>
            <a:r>
              <a:rPr lang="en-US" altLang="en-US" dirty="0" smtClean="0"/>
              <a:t>methods to a base </a:t>
            </a:r>
            <a:r>
              <a:rPr lang="en-US" altLang="en-US" dirty="0"/>
              <a:t>class. Think of it as </a:t>
            </a:r>
            <a:r>
              <a:rPr lang="en-US" altLang="en-US" i="1" dirty="0">
                <a:solidFill>
                  <a:srgbClr val="7030A0"/>
                </a:solidFill>
              </a:rPr>
              <a:t>subtyping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 err="1" smtClean="0"/>
              <a:t>Eg</a:t>
            </a:r>
            <a:r>
              <a:rPr lang="en-US" altLang="en-US" dirty="0" smtClean="0"/>
              <a:t>, you can take the absolute value of </a:t>
            </a:r>
            <a:r>
              <a:rPr lang="en-US" altLang="en-US" dirty="0" smtClean="0">
                <a:solidFill>
                  <a:srgbClr val="FFA300"/>
                </a:solidFill>
              </a:rPr>
              <a:t>any number</a:t>
            </a:r>
            <a:r>
              <a:rPr lang="en-US" altLang="en-US" dirty="0" smtClean="0"/>
              <a:t>. </a:t>
            </a:r>
          </a:p>
          <a:p>
            <a:pPr lvl="2"/>
            <a:r>
              <a:rPr lang="en-US" altLang="en-US" dirty="0" smtClean="0"/>
              <a:t>But you can only take the factorial of </a:t>
            </a:r>
            <a:r>
              <a:rPr lang="en-US" altLang="en-US" dirty="0" smtClean="0">
                <a:solidFill>
                  <a:srgbClr val="FF0000"/>
                </a:solidFill>
              </a:rPr>
              <a:t>integers</a:t>
            </a:r>
            <a:r>
              <a:rPr lang="en-US" altLang="en-US" dirty="0" smtClean="0"/>
              <a:t>. </a:t>
            </a:r>
          </a:p>
          <a:p>
            <a:pPr lvl="3"/>
            <a:r>
              <a:rPr lang="en-US" altLang="en-US" dirty="0" smtClean="0"/>
              <a:t>So the factorial is a specialized method that applied to just a </a:t>
            </a:r>
            <a:r>
              <a:rPr lang="en-US" altLang="en-US" dirty="0" smtClean="0">
                <a:solidFill>
                  <a:srgbClr val="7030A0"/>
                </a:solidFill>
              </a:rPr>
              <a:t>subset</a:t>
            </a:r>
            <a:r>
              <a:rPr lang="en-US" altLang="en-US" dirty="0" smtClean="0"/>
              <a:t> of all numbers. </a:t>
            </a:r>
          </a:p>
          <a:p>
            <a:pPr lvl="3"/>
            <a:r>
              <a:rPr lang="en-US" altLang="en-US" dirty="0" smtClean="0"/>
              <a:t>And so </a:t>
            </a:r>
            <a:r>
              <a:rPr lang="en-US" altLang="en-US" dirty="0" smtClean="0">
                <a:solidFill>
                  <a:srgbClr val="FF0000"/>
                </a:solidFill>
              </a:rPr>
              <a:t>integers</a:t>
            </a:r>
            <a:r>
              <a:rPr lang="en-US" altLang="en-US" dirty="0" smtClean="0"/>
              <a:t> are a specialized </a:t>
            </a:r>
            <a:r>
              <a:rPr lang="en-US" altLang="en-US" dirty="0" smtClean="0">
                <a:solidFill>
                  <a:srgbClr val="7030A0"/>
                </a:solidFill>
              </a:rPr>
              <a:t>subtype</a:t>
            </a:r>
            <a:r>
              <a:rPr lang="en-US" altLang="en-US" dirty="0" smtClean="0"/>
              <a:t> of the more generic </a:t>
            </a:r>
            <a:r>
              <a:rPr lang="en-US" altLang="en-US" dirty="0" smtClean="0">
                <a:solidFill>
                  <a:srgbClr val="FFA300"/>
                </a:solidFill>
              </a:rPr>
              <a:t>number type</a:t>
            </a:r>
            <a:r>
              <a:rPr lang="en-US" altLang="en-US" dirty="0" smtClean="0"/>
              <a:t>.</a:t>
            </a:r>
          </a:p>
          <a:p>
            <a:pPr lvl="4"/>
            <a:r>
              <a:rPr lang="en-US" altLang="en-US" dirty="0" smtClean="0"/>
              <a:t>Although Python does not treat </a:t>
            </a:r>
            <a:r>
              <a:rPr lang="en-US" altLang="en-US" b="1" dirty="0" err="1" smtClean="0">
                <a:solidFill>
                  <a:srgbClr val="FF0000"/>
                </a:solidFill>
              </a:rPr>
              <a:t>int</a:t>
            </a:r>
            <a:r>
              <a:rPr lang="en-US" altLang="en-US" dirty="0" smtClean="0"/>
              <a:t> as a subclass of </a:t>
            </a:r>
            <a:r>
              <a:rPr lang="en-US" altLang="en-US" b="1" dirty="0" smtClean="0">
                <a:solidFill>
                  <a:srgbClr val="FFA300"/>
                </a:solidFill>
              </a:rPr>
              <a:t>float</a:t>
            </a:r>
            <a:r>
              <a:rPr lang="en-US" altLang="en-US" dirty="0" smtClean="0"/>
              <a:t>, the popular Numbers.py module has some of this idea. </a:t>
            </a:r>
            <a:endParaRPr lang="en-US" altLang="en-US" dirty="0"/>
          </a:p>
          <a:p>
            <a:r>
              <a:rPr lang="en-US" altLang="en-US" b="1" dirty="0" smtClean="0">
                <a:solidFill>
                  <a:srgbClr val="006600"/>
                </a:solidFill>
              </a:rPr>
              <a:t>Generalization</a:t>
            </a:r>
            <a:r>
              <a:rPr lang="en-US" altLang="en-US" sz="2000" dirty="0" smtClean="0"/>
              <a:t> </a:t>
            </a:r>
            <a:r>
              <a:rPr lang="en-US" altLang="en-US" dirty="0" smtClean="0"/>
              <a:t>removes</a:t>
            </a:r>
            <a:r>
              <a:rPr lang="en-US" altLang="en-US" sz="2000" dirty="0" smtClean="0"/>
              <a:t> </a:t>
            </a:r>
            <a:r>
              <a:rPr lang="en-US" altLang="en-US" dirty="0"/>
              <a:t>attributes </a:t>
            </a:r>
            <a:r>
              <a:rPr lang="en-US" altLang="en-US" dirty="0" smtClean="0"/>
              <a:t>or </a:t>
            </a:r>
            <a:r>
              <a:rPr lang="en-US" altLang="en-US" dirty="0"/>
              <a:t>methods </a:t>
            </a:r>
            <a:r>
              <a:rPr lang="en-US" altLang="en-US" dirty="0" smtClean="0"/>
              <a:t>from </a:t>
            </a:r>
            <a:r>
              <a:rPr lang="en-US" altLang="en-US" dirty="0"/>
              <a:t>a base class</a:t>
            </a:r>
            <a:r>
              <a:rPr lang="en-US" altLang="en-US" dirty="0" smtClean="0"/>
              <a:t>. (This is less common, but classes allow it.)</a:t>
            </a:r>
            <a:endParaRPr lang="en-US" altLang="en-US" dirty="0"/>
          </a:p>
          <a:p>
            <a:r>
              <a:rPr lang="en-US" altLang="en-US" b="1" dirty="0" smtClean="0">
                <a:solidFill>
                  <a:srgbClr val="006600"/>
                </a:solidFill>
              </a:rPr>
              <a:t>Overriding</a:t>
            </a:r>
            <a:r>
              <a:rPr lang="en-US" altLang="en-US" sz="2400" dirty="0" smtClean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changes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implementation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from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the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base</a:t>
            </a:r>
            <a:r>
              <a:rPr lang="en-US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class</a:t>
            </a:r>
            <a:r>
              <a:rPr lang="en-US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eg</a:t>
            </a:r>
            <a:r>
              <a:rPr lang="en-US" altLang="en-US" dirty="0" smtClean="0">
                <a:solidFill>
                  <a:srgbClr val="FF0000"/>
                </a:solidFill>
              </a:rPr>
              <a:t>, + has a different meaning for numbers than strings).</a:t>
            </a:r>
          </a:p>
          <a:p>
            <a:pPr lvl="1">
              <a:spcBef>
                <a:spcPts val="0"/>
              </a:spcBef>
            </a:pPr>
            <a:r>
              <a:rPr lang="en-US" altLang="en-US" dirty="0" smtClean="0"/>
              <a:t>You can also add onto the base method using </a:t>
            </a:r>
            <a:r>
              <a:rPr lang="en-US" altLang="en-US" dirty="0" smtClean="0">
                <a:latin typeface="Lucida Console" panose="020B0609040504020204" pitchFamily="49" charset="0"/>
              </a:rPr>
              <a:t>super()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78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76"/>
    </mc:Choice>
    <mc:Fallback>
      <p:transition spd="slow" advTm="244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070" x="1879600" y="5956300"/>
          <p14:tracePt t="2104" x="1905000" y="5835650"/>
          <p14:tracePt t="2137" x="1936750" y="5562600"/>
          <p14:tracePt t="2170" x="1962150" y="5219700"/>
          <p14:tracePt t="2203" x="1987550" y="4762500"/>
          <p14:tracePt t="2237" x="2006600" y="4292600"/>
          <p14:tracePt t="2270" x="2019300" y="4000500"/>
          <p14:tracePt t="2303" x="2019300" y="3797300"/>
          <p14:tracePt t="2336" x="2019300" y="3651250"/>
          <p14:tracePt t="2369" x="2019300" y="3530600"/>
          <p14:tracePt t="2389" x="2025650" y="3492500"/>
          <p14:tracePt t="2419" x="2057400" y="3327400"/>
          <p14:tracePt t="2453" x="2076450" y="3225800"/>
          <p14:tracePt t="2488" x="2127250" y="3060700"/>
          <p14:tracePt t="2519" x="2159000" y="2946400"/>
          <p14:tracePt t="2552" x="2203450" y="2819400"/>
          <p14:tracePt t="2585" x="2241550" y="2698750"/>
          <p14:tracePt t="2618" x="2336800" y="2489200"/>
          <p14:tracePt t="2652" x="2413000" y="2343150"/>
          <p14:tracePt t="2685" x="2584450" y="2159000"/>
          <p14:tracePt t="2718" x="2654300" y="2101850"/>
          <p14:tracePt t="3388" x="2647950" y="2095500"/>
          <p14:tracePt t="3405" x="2609850" y="2044700"/>
          <p14:tracePt t="3437" x="2527300" y="1949450"/>
          <p14:tracePt t="3468" x="2425700" y="1822450"/>
          <p14:tracePt t="3505" x="2311400" y="1663700"/>
          <p14:tracePt t="3537" x="2241550" y="1574800"/>
          <p14:tracePt t="3568" x="2184400" y="1498600"/>
          <p14:tracePt t="3604" x="2159000" y="1460500"/>
          <p14:tracePt t="3636" x="2133600" y="1428750"/>
          <p14:tracePt t="3668" x="2120900" y="1409700"/>
          <p14:tracePt t="3689" x="2114550" y="1403350"/>
          <p14:tracePt t="3723" x="2108200" y="1397000"/>
          <p14:tracePt t="3931" x="2114550" y="1397000"/>
          <p14:tracePt t="4014" x="2127250" y="1409700"/>
          <p14:tracePt t="4052" x="2133600" y="1428750"/>
          <p14:tracePt t="4082" x="2146300" y="1511300"/>
          <p14:tracePt t="4130" x="2197100" y="1835150"/>
          <p14:tracePt t="4154" x="2228850" y="2247900"/>
          <p14:tracePt t="4184" x="2247900" y="2527300"/>
          <p14:tracePt t="4217" x="2279650" y="3060700"/>
          <p14:tracePt t="4249" x="2311400" y="3390900"/>
          <p14:tracePt t="4279" x="2343150" y="3663950"/>
          <p14:tracePt t="4312" x="2381250" y="3886200"/>
          <p14:tracePt t="4346" x="2425700" y="4102100"/>
          <p14:tracePt t="4380" x="2451100" y="4210050"/>
          <p14:tracePt t="4403" x="2457450" y="4260850"/>
          <p14:tracePt t="4434" x="2470150" y="4362450"/>
          <p14:tracePt t="4465" x="2476500" y="4400550"/>
          <p14:tracePt t="4498" x="2489200" y="4495800"/>
          <p14:tracePt t="4528" x="2514600" y="4584700"/>
          <p14:tracePt t="4562" x="2520950" y="4667250"/>
          <p14:tracePt t="4595" x="2527300" y="4781550"/>
          <p14:tracePt t="4628" x="2514600" y="4895850"/>
          <p14:tracePt t="4653" x="2501900" y="4921250"/>
          <p14:tracePt t="5143" x="2495550" y="5016500"/>
          <p14:tracePt t="5177" x="2489200" y="5162550"/>
          <p14:tracePt t="5200" x="2470150" y="5257800"/>
          <p14:tracePt t="5231" x="2457450" y="5340350"/>
          <p14:tracePt t="5263" x="2444750" y="5429250"/>
          <p14:tracePt t="5296" x="2425700" y="5511800"/>
          <p14:tracePt t="5326" x="2419350" y="5600700"/>
          <p14:tracePt t="5359" x="2413000" y="5689600"/>
          <p14:tracePt t="5392" x="2406650" y="5727700"/>
          <p14:tracePt t="5426" x="2400300" y="5746750"/>
          <p14:tracePt t="5445" x="2400300" y="5753100"/>
          <p14:tracePt t="5658" x="2413000" y="5753100"/>
          <p14:tracePt t="5691" x="2432050" y="5753100"/>
          <p14:tracePt t="5731" x="2451100" y="5759450"/>
          <p14:tracePt t="5762" x="2495550" y="5778500"/>
          <p14:tracePt t="5794" x="2590800" y="5803900"/>
          <p14:tracePt t="5827" x="2717800" y="5842000"/>
          <p14:tracePt t="5857" x="2927350" y="5886450"/>
          <p14:tracePt t="5891" x="3187700" y="5930900"/>
          <p14:tracePt t="5924" x="3467100" y="5949950"/>
          <p14:tracePt t="5943" x="3587750" y="5943600"/>
          <p14:tracePt t="5990" x="4000500" y="5892800"/>
          <p14:tracePt t="6029" x="4368800" y="5873750"/>
          <p14:tracePt t="6062" x="4883150" y="5886450"/>
          <p14:tracePt t="6090" x="5111750" y="5911850"/>
          <p14:tracePt t="6123" x="5524500" y="5969000"/>
          <p14:tracePt t="6141" x="5594350" y="5988050"/>
          <p14:tracePt t="6173" x="5842000" y="6083300"/>
          <p14:tracePt t="6206" x="5854700" y="6096000"/>
          <p14:tracePt t="6721" x="5905500" y="6089650"/>
          <p14:tracePt t="6754" x="6000750" y="6057900"/>
          <p14:tracePt t="6778" x="6076950" y="6032500"/>
          <p14:tracePt t="6809" x="6153150" y="6013450"/>
          <p14:tracePt t="6840" x="6203950" y="6000750"/>
          <p14:tracePt t="6873" x="6242050" y="6000750"/>
          <p14:tracePt t="6903" x="6261100" y="5994400"/>
          <p14:tracePt t="6937" x="6280150" y="5994400"/>
          <p14:tracePt t="6970" x="6305550" y="5994400"/>
          <p14:tracePt t="7005" x="6337300" y="5994400"/>
          <p14:tracePt t="7054" x="6413500" y="6007100"/>
          <p14:tracePt t="7092" x="6477000" y="6007100"/>
          <p14:tracePt t="7121" x="6527800" y="6013450"/>
          <p14:tracePt t="7153" x="6610350" y="6026150"/>
          <p14:tracePt t="7186" x="6623050" y="6032500"/>
          <p14:tracePt t="7671" x="6661150" y="6032500"/>
          <p14:tracePt t="7701" x="6686550" y="6038850"/>
          <p14:tracePt t="7734" x="6750050" y="6045200"/>
          <p14:tracePt t="7767" x="6819900" y="6051550"/>
          <p14:tracePt t="7801" x="6934200" y="6070600"/>
          <p14:tracePt t="7809" x="6959600" y="6070600"/>
          <p14:tracePt t="7842" x="7010400" y="6076950"/>
          <p14:tracePt t="7872" x="7112000" y="6096000"/>
          <p14:tracePt t="7903" x="7194550" y="6102350"/>
          <p14:tracePt t="7934" x="7264400" y="6115050"/>
          <p14:tracePt t="7966" x="7315200" y="6121400"/>
          <p14:tracePt t="7986" x="7340600" y="6127750"/>
          <p14:tracePt t="8018" x="7372350" y="6127750"/>
          <p14:tracePt t="8049" x="7391400" y="6127750"/>
          <p14:tracePt t="8083" x="7423150" y="6127750"/>
          <p14:tracePt t="8132" x="7448550" y="6127750"/>
          <p14:tracePt t="8154" x="7467600" y="6127750"/>
          <p14:tracePt t="8186" x="7486650" y="6121400"/>
          <p14:tracePt t="8216" x="7543800" y="6121400"/>
          <p14:tracePt t="8764" x="7569200" y="6121400"/>
          <p14:tracePt t="8797" x="7613650" y="6121400"/>
          <p14:tracePt t="8830" x="7645400" y="6121400"/>
          <p14:tracePt t="8863" x="7677150" y="6121400"/>
          <p14:tracePt t="8887" x="7683500" y="6127750"/>
          <p14:tracePt t="8920" x="7689850" y="6127750"/>
          <p14:tracePt t="8983" x="7677150" y="6127750"/>
          <p14:tracePt t="8999" x="7664450" y="6127750"/>
          <p14:tracePt t="9031" x="7632700" y="6127750"/>
          <p14:tracePt t="9063" x="7486650" y="6102350"/>
          <p14:tracePt t="9096" x="7346950" y="6076950"/>
          <p14:tracePt t="9129" x="6921500" y="5988050"/>
          <p14:tracePt t="9153" x="6673850" y="5937250"/>
          <p14:tracePt t="9184" x="6318250" y="5886450"/>
          <p14:tracePt t="9215" x="6045200" y="5854700"/>
          <p14:tracePt t="9249" x="5892800" y="5848350"/>
          <p14:tracePt t="9279" x="5861050" y="5873750"/>
          <p14:tracePt t="9312" x="5842000" y="5905500"/>
          <p14:tracePt t="10013" x="5797550" y="5905500"/>
          <p14:tracePt t="10045" x="5727700" y="5892800"/>
          <p14:tracePt t="10076" x="5638800" y="5867400"/>
          <p14:tracePt t="10109" x="5499100" y="5822950"/>
          <p14:tracePt t="10143" x="5207000" y="5765800"/>
          <p14:tracePt t="10176" x="4876800" y="5727700"/>
          <p14:tracePt t="10200" x="4648200" y="5708650"/>
          <p14:tracePt t="10233" x="4152900" y="5676900"/>
          <p14:tracePt t="10263" x="3810000" y="5651500"/>
          <p14:tracePt t="10296" x="3594100" y="5657850"/>
          <p14:tracePt t="10325" x="3435350" y="5651500"/>
          <p14:tracePt t="10359" x="3346450" y="5651500"/>
          <p14:tracePt t="10391" x="3289300" y="5645150"/>
          <p14:tracePt t="10425" x="3232150" y="5632450"/>
          <p14:tracePt t="10458" x="3200400" y="5613400"/>
          <p14:tracePt t="10482" x="3187700" y="5613400"/>
          <p14:tracePt t="10513" x="3162300" y="5600700"/>
          <p14:tracePt t="10530" x="3143250" y="5600700"/>
          <p14:tracePt t="10560" x="3130550" y="5607050"/>
          <p14:tracePt t="11006" x="3073400" y="5626100"/>
          <p14:tracePt t="11031" x="3028950" y="5664200"/>
          <p14:tracePt t="11061" x="2921000" y="5715000"/>
          <p14:tracePt t="11092" x="2794000" y="5765800"/>
          <p14:tracePt t="11122" x="2628900" y="5810250"/>
          <p14:tracePt t="11156" x="2451100" y="5886450"/>
          <p14:tracePt t="11189" x="2266950" y="5975350"/>
          <p14:tracePt t="11222" x="2133600" y="6032500"/>
          <p14:tracePt t="11255" x="2032000" y="6076950"/>
          <p14:tracePt t="11279" x="1968500" y="6108700"/>
          <p14:tracePt t="11310" x="1930400" y="6121400"/>
          <p14:tracePt t="11342" x="1905000" y="6127750"/>
          <p14:tracePt t="11372" x="1885950" y="6134100"/>
          <p14:tracePt t="11438" x="1879600" y="6134100"/>
          <p14:tracePt t="11471" x="1873250" y="6134100"/>
          <p14:tracePt t="11504" x="1873250" y="6127750"/>
          <p14:tracePt t="11554" x="1866900" y="6121400"/>
          <p14:tracePt t="11654" x="1860550" y="6121400"/>
          <p14:tracePt t="11720" x="1854200" y="6121400"/>
          <p14:tracePt t="11809" x="1860550" y="6121400"/>
          <p14:tracePt t="11842" x="1879600" y="6121400"/>
          <p14:tracePt t="11890" x="1892300" y="6121400"/>
          <p14:tracePt t="11920" x="1911350" y="6115050"/>
          <p14:tracePt t="11953" x="1936750" y="6096000"/>
          <p14:tracePt t="11986" x="2000250" y="6057900"/>
          <p14:tracePt t="12019" x="2108200" y="5994400"/>
          <p14:tracePt t="12043" x="2159000" y="5956300"/>
          <p14:tracePt t="12061" x="2197100" y="5924550"/>
          <p14:tracePt t="12091" x="2228850" y="5905500"/>
          <p14:tracePt t="12122" x="2241550" y="5899150"/>
          <p14:tracePt t="12155" x="2254250" y="5899150"/>
          <p14:tracePt t="12202" x="2266950" y="5899150"/>
          <p14:tracePt t="12252" x="2279650" y="5899150"/>
          <p14:tracePt t="12302" x="2292350" y="5899150"/>
          <p14:tracePt t="12341" x="2305050" y="5899150"/>
          <p14:tracePt t="12373" x="2317750" y="5899150"/>
          <p14:tracePt t="12405" x="2336800" y="5905500"/>
          <p14:tracePt t="12434" x="2362200" y="5918200"/>
          <p14:tracePt t="12468" x="2400300" y="5930900"/>
          <p14:tracePt t="12501" x="2425700" y="5943600"/>
          <p14:tracePt t="12534" x="2438400" y="5949950"/>
          <p14:tracePt t="12567" x="2444750" y="5956300"/>
          <p14:tracePt t="12591" x="2451100" y="5962650"/>
          <p14:tracePt t="12622" x="2463800" y="5969000"/>
          <p14:tracePt t="12653" x="2470150" y="5981700"/>
          <p14:tracePt t="12700" x="2482850" y="5994400"/>
          <p14:tracePt t="12734" x="2520950" y="6007100"/>
          <p14:tracePt t="12752" x="2533650" y="6013450"/>
          <p14:tracePt t="12784" x="2635250" y="6057900"/>
          <p14:tracePt t="12816" x="2724150" y="6089650"/>
          <p14:tracePt t="12841" x="2806700" y="6108700"/>
          <p14:tracePt t="12873" x="2908300" y="6121400"/>
          <p14:tracePt t="12904" x="3035300" y="6134100"/>
          <p14:tracePt t="12936" x="3098800" y="6153150"/>
          <p14:tracePt t="12966" x="3162300" y="617855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FFFF00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 smtClean="0">
                <a:latin typeface="Elephant" panose="02020904090505020303" pitchFamily="18" charset="0"/>
              </a:rPr>
              <a:t>Remaining </a:t>
            </a:r>
            <a:r>
              <a:rPr lang="en-US" altLang="en-US" sz="4400" dirty="0" err="1" smtClean="0">
                <a:latin typeface="Elephant" panose="02020904090505020303" pitchFamily="18" charset="0"/>
              </a:rPr>
              <a:t>Builtin</a:t>
            </a:r>
            <a:r>
              <a:rPr lang="en-US" altLang="en-US" sz="4400" dirty="0" smtClean="0">
                <a:latin typeface="Elephant" panose="02020904090505020303" pitchFamily="18" charset="0"/>
              </a:rPr>
              <a:t> </a:t>
            </a:r>
            <a:r>
              <a:rPr lang="en-US" altLang="en-US" sz="4400" dirty="0" smtClean="0">
                <a:latin typeface="Elephant" panose="02020904090505020303" pitchFamily="18" charset="0"/>
              </a:rPr>
              <a:t>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7233815" y="257825"/>
            <a:ext cx="2550379" cy="75434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</a:t>
            </a:r>
            <a:r>
              <a:rPr lang="en-US" sz="2800" b="0" dirty="0" smtClean="0">
                <a:latin typeface="Arial" charset="0"/>
                <a:ea typeface="新細明體" charset="-120"/>
              </a:rPr>
              <a:t>rom</a:t>
            </a:r>
            <a:br>
              <a:rPr lang="en-US" sz="2800" b="0" dirty="0" smtClean="0">
                <a:latin typeface="Arial" charset="0"/>
                <a:ea typeface="新細明體" charset="-120"/>
              </a:rPr>
            </a:br>
            <a:r>
              <a:rPr lang="en-US" sz="2800" b="0" dirty="0" smtClean="0">
                <a:latin typeface="Arial" charset="0"/>
                <a:ea typeface="新細明體" charset="-120"/>
              </a:rPr>
              <a:t>earlier today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92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5015"/>
    </mc:Choice>
    <mc:Fallback>
      <p:transition advTm="5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746" x="8051800" y="5740400"/>
          <p14:tracePt t="763" x="8039100" y="5746750"/>
          <p14:tracePt t="780" x="8013700" y="5765800"/>
          <p14:tracePt t="796" x="7975600" y="5778500"/>
          <p14:tracePt t="813" x="7962900" y="5791200"/>
          <p14:tracePt t="830" x="7943850" y="5810250"/>
          <p14:tracePt t="846" x="7918450" y="5842000"/>
          <p14:tracePt t="863" x="7905750" y="5854700"/>
          <p14:tracePt t="879" x="7886700" y="5867400"/>
          <p14:tracePt t="896" x="7874000" y="5873750"/>
          <p14:tracePt t="913" x="7861300" y="5886450"/>
          <p14:tracePt t="929" x="7848600" y="5886450"/>
          <p14:tracePt t="946" x="7842250" y="5892800"/>
          <p14:tracePt t="963" x="7842250" y="5905500"/>
          <p14:tracePt t="995" x="7835900" y="5911850"/>
          <p14:tracePt t="1012" x="7829550" y="5911850"/>
          <p14:tracePt t="1062" x="7823200" y="5918200"/>
          <p14:tracePt t="1078" x="7810500" y="5918200"/>
          <p14:tracePt t="1112" x="7804150" y="5918200"/>
          <p14:tracePt t="1128" x="7797800" y="5918200"/>
          <p14:tracePt t="1161" x="7785100" y="5918200"/>
          <p14:tracePt t="1196" x="7766050" y="5918200"/>
          <p14:tracePt t="1228" x="7753350" y="5924550"/>
          <p14:tracePt t="1245" x="7727950" y="5930900"/>
          <p14:tracePt t="1261" x="7696200" y="5943600"/>
          <p14:tracePt t="1278" x="7683500" y="5943600"/>
          <p14:tracePt t="1294" x="7639050" y="5956300"/>
          <p14:tracePt t="1311" x="7594600" y="5962650"/>
          <p14:tracePt t="1329" x="7562850" y="5969000"/>
          <p14:tracePt t="1344" x="7550150" y="5975350"/>
          <p14:tracePt t="1361" x="7537450" y="5981700"/>
          <p14:tracePt t="1378" x="7524750" y="598805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FFFF00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B6B67C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</a:t>
            </a:r>
            <a:r>
              <a:rPr lang="en-US" altLang="en-US" sz="4400" dirty="0" err="1">
                <a:latin typeface="Elephant" panose="02020904090505020303" pitchFamily="18" charset="0"/>
              </a:rPr>
              <a:t>Builtin</a:t>
            </a:r>
            <a:r>
              <a:rPr lang="en-US" altLang="en-US" sz="4400" dirty="0">
                <a:latin typeface="Elephant" panose="02020904090505020303" pitchFamily="18" charset="0"/>
              </a:rPr>
              <a:t>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85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5132"/>
    </mc:Choice>
    <mc:Fallback>
      <p:transition advTm="5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78" x="7423150" y="5981700"/>
          <p14:tracePt t="1594" x="7315200" y="5943600"/>
          <p14:tracePt t="1612" x="7099300" y="5867400"/>
          <p14:tracePt t="1628" x="6940550" y="5816600"/>
          <p14:tracePt t="1644" x="6731000" y="5765800"/>
          <p14:tracePt t="1661" x="6407150" y="5683250"/>
          <p14:tracePt t="1677" x="6203950" y="5632450"/>
          <p14:tracePt t="1694" x="5918200" y="5537200"/>
          <p14:tracePt t="1711" x="5524500" y="5429250"/>
          <p14:tracePt t="1727" x="5245100" y="5365750"/>
          <p14:tracePt t="1745" x="4870450" y="5276850"/>
          <p14:tracePt t="1760" x="4635500" y="5213350"/>
          <p14:tracePt t="1777" x="4432300" y="5181600"/>
          <p14:tracePt t="1795" x="4184650" y="5130800"/>
          <p14:tracePt t="1810" x="4032250" y="5111750"/>
          <p14:tracePt t="1827" x="3924300" y="5118100"/>
          <p14:tracePt t="1844" x="3816350" y="5124450"/>
          <p14:tracePt t="1860" x="3746500" y="5149850"/>
          <p14:tracePt t="1877" x="3721100" y="5162550"/>
          <p14:tracePt t="1893" x="3708400" y="5200650"/>
          <p14:tracePt t="1910" x="3695700" y="5219700"/>
          <p14:tracePt t="1927" x="3683000" y="5302250"/>
          <p14:tracePt t="1943" x="3670300" y="5384800"/>
          <p14:tracePt t="1959" x="3670300" y="5429250"/>
          <p14:tracePt t="1977" x="3689350" y="5486400"/>
          <p14:tracePt t="1993" x="3721100" y="5549900"/>
          <p14:tracePt t="2009" x="3790950" y="5651500"/>
          <p14:tracePt t="2325" x="3746500" y="5651500"/>
          <p14:tracePt t="2342" x="3530600" y="5670550"/>
          <p14:tracePt t="2358" x="3378200" y="5721350"/>
          <p14:tracePt t="2375" x="3105150" y="5791200"/>
          <p14:tracePt t="2391" x="2933700" y="5854700"/>
          <p14:tracePt t="2408" x="2762250" y="5905500"/>
          <p14:tracePt t="2425" x="2578100" y="5962650"/>
          <p14:tracePt t="2441" x="2489200" y="5994400"/>
          <p14:tracePt t="2459" x="2406650" y="6038850"/>
          <p14:tracePt t="2474" x="2368550" y="6070600"/>
          <p14:tracePt t="2491" x="2336800" y="6096000"/>
          <p14:tracePt t="2509" x="2286000" y="6140450"/>
          <p14:tracePt t="2524" x="2254250" y="6159500"/>
          <p14:tracePt t="2541" x="2228850" y="6165850"/>
          <p14:tracePt t="2558" x="2190750" y="6191250"/>
          <p14:tracePt t="2574" x="2171700" y="6216650"/>
          <p14:tracePt t="2590" x="2127250" y="6261100"/>
          <p14:tracePt t="2607" x="2095500" y="6292850"/>
          <p14:tracePt t="2624" x="2089150" y="6299200"/>
          <p14:tracePt t="2641" x="2082800" y="6305550"/>
          <p14:tracePt t="2692" x="2076450" y="6305550"/>
          <p14:tracePt t="2741" x="2076450" y="6299200"/>
          <p14:tracePt t="2790" x="2076450" y="6292850"/>
          <p14:tracePt t="2875" x="2076450" y="6286500"/>
          <p14:tracePt t="2924" x="2082800" y="6286500"/>
          <p14:tracePt t="2973" x="2095500" y="6280150"/>
          <p14:tracePt t="2989" x="2095500" y="6267450"/>
          <p14:tracePt t="3007" x="2095500" y="6261100"/>
          <p14:tracePt t="3039" x="2095500" y="6254750"/>
          <p14:tracePt t="3057" x="2095500" y="6248400"/>
          <p14:tracePt t="3072" x="2095500" y="6242050"/>
          <p14:tracePt t="3106" x="2095500" y="6229350"/>
          <p14:tracePt t="3155" x="2095500" y="6223000"/>
          <p14:tracePt t="3172" x="2095500" y="6216650"/>
          <p14:tracePt t="3205" x="2095500" y="6210300"/>
          <p14:tracePt t="3255" x="2089150" y="6197600"/>
          <p14:tracePt t="3305" x="2082800" y="6191250"/>
          <p14:tracePt t="3338" x="2076450" y="6184900"/>
          <p14:tracePt t="3405" x="2070100" y="6184900"/>
          <p14:tracePt t="3522" x="2063750" y="6184900"/>
          <p14:tracePt t="3655" x="2070100" y="618490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077200" cy="762000"/>
          </a:xfrm>
        </p:spPr>
        <p:txBody>
          <a:bodyPr/>
          <a:lstStyle/>
          <a:p>
            <a:r>
              <a:rPr lang="en-US" altLang="zh-TW" sz="4400" b="1" dirty="0" err="1" smtClean="0">
                <a:latin typeface="Lucida Console" panose="020B0609040504020204" pitchFamily="49" charset="0"/>
              </a:rPr>
              <a:t>isinstance</a:t>
            </a:r>
            <a:r>
              <a:rPr lang="en-US" altLang="zh-TW" sz="4400" b="1" dirty="0" smtClean="0">
                <a:latin typeface="Lucida Console" panose="020B0609040504020204" pitchFamily="49" charset="0"/>
              </a:rPr>
              <a:t>()</a:t>
            </a:r>
            <a:endParaRPr lang="zh-TW" altLang="en-US" sz="4400" b="1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1743"/>
            <a:ext cx="8610600" cy="5976257"/>
          </a:xfrm>
        </p:spPr>
        <p:txBody>
          <a:bodyPr/>
          <a:lstStyle/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x=4</a:t>
            </a:r>
            <a:r>
              <a:rPr lang="en-US" altLang="zh-TW" dirty="0" smtClean="0">
                <a:latin typeface="Lucida Console" panose="020B0609040504020204" pitchFamily="49" charset="0"/>
              </a:rPr>
              <a:t>; 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y=4.0</a:t>
            </a:r>
            <a:r>
              <a:rPr lang="en-US" altLang="zh-TW" dirty="0" smtClean="0"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CC00FF"/>
                </a:solidFill>
                <a:latin typeface="Lucida Console" panose="020B0609040504020204" pitchFamily="49" charset="0"/>
              </a:rPr>
              <a:t>z=4.0+0j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CC00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b="1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4.0</a:t>
            </a:r>
            <a:r>
              <a:rPr lang="en-US" altLang="zh-TW" b="1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CC00FF"/>
                </a:solidFill>
                <a:latin typeface="Lucida Console" panose="020B0609040504020204" pitchFamily="49" charset="0"/>
              </a:rPr>
              <a:t>(4+0j)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>
                <a:latin typeface="Lucida Console" panose="020B0609040504020204" pitchFamily="49" charset="0"/>
              </a:rPr>
              <a:t>==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>
                <a:latin typeface="Lucida Console" panose="020B0609040504020204" pitchFamily="49" charset="0"/>
              </a:rPr>
              <a:t>==</a:t>
            </a:r>
            <a:r>
              <a:rPr lang="en-US" altLang="zh-TW" b="1" dirty="0">
                <a:solidFill>
                  <a:srgbClr val="CC00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latin typeface="Lucida Console" panose="020B0609040504020204" pitchFamily="49" charset="0"/>
              </a:rPr>
              <a:t>,int</a:t>
            </a:r>
            <a:r>
              <a:rPr lang="en-US" altLang="zh-TW" dirty="0" smtClean="0">
                <a:latin typeface="Lucida Console" panose="020B0609040504020204" pitchFamily="49" charset="0"/>
              </a:rPr>
              <a:t>))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latin typeface="Lucida Console" panose="020B0609040504020204" pitchFamily="49" charset="0"/>
              </a:rPr>
              <a:t>,float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 err="1">
                <a:latin typeface="Lucida Console" panose="020B0609040504020204" pitchFamily="49" charset="0"/>
              </a:rPr>
              <a:t>,float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CC00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 err="1">
                <a:latin typeface="Lucida Console" panose="020B0609040504020204" pitchFamily="49" charset="0"/>
              </a:rPr>
              <a:t>,float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latin typeface="Lucida Console" panose="020B0609040504020204" pitchFamily="49" charset="0"/>
              </a:rPr>
              <a:t>,complex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CC00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 err="1">
                <a:latin typeface="Lucida Console" panose="020B0609040504020204" pitchFamily="49" charset="0"/>
              </a:rPr>
              <a:t>,complex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endParaRPr lang="en-US" altLang="zh-TW" dirty="0">
              <a:solidFill>
                <a:schemeClr val="accent2"/>
              </a:solidFill>
              <a:latin typeface="Lucida Console" panose="020B0609040504020204" pitchFamily="49" charset="0"/>
            </a:endParaRP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22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9440"/>
    </mc:Choice>
    <mc:Fallback>
      <p:transition spd="slow" advTm="199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48" x="3695700" y="1016000"/>
          <p14:tracePt t="568" x="3625850" y="984250"/>
          <p14:tracePt t="599" x="3549650" y="958850"/>
          <p14:tracePt t="631" x="3390900" y="901700"/>
          <p14:tracePt t="663" x="3289300" y="869950"/>
          <p14:tracePt t="700" x="3213100" y="857250"/>
          <p14:tracePt t="732" x="3187700" y="850900"/>
          <p14:tracePt t="777" x="3181350" y="850900"/>
          <p14:tracePt t="893" x="3321050" y="863600"/>
          <p14:tracePt t="932" x="3714750" y="857250"/>
          <p14:tracePt t="964" x="4140200" y="825500"/>
          <p14:tracePt t="994" x="4578350" y="806450"/>
          <p14:tracePt t="1032" x="5041900" y="793750"/>
          <p14:tracePt t="1064" x="5302250" y="806450"/>
          <p14:tracePt t="1093" x="5441950" y="806450"/>
          <p14:tracePt t="1131" x="5549900" y="806450"/>
          <p14:tracePt t="1166" x="5619750" y="806450"/>
          <p14:tracePt t="1209" x="5670550" y="806450"/>
          <p14:tracePt t="1232" x="5702300" y="806450"/>
          <p14:tracePt t="1263" x="5734050" y="806450"/>
          <p14:tracePt t="1292" x="5746750" y="800100"/>
          <p14:tracePt t="1408" x="5746750" y="793750"/>
          <p14:tracePt t="1432" x="5740400" y="793750"/>
          <p14:tracePt t="1465" x="5734050" y="793750"/>
          <p14:tracePt t="1495" x="5721350" y="787400"/>
          <p14:tracePt t="1541" x="5702300" y="787400"/>
          <p14:tracePt t="1565" x="5670550" y="787400"/>
          <p14:tracePt t="1608" x="5600700" y="787400"/>
          <p14:tracePt t="1641" x="5524500" y="787400"/>
          <p14:tracePt t="1665" x="5416550" y="787400"/>
          <p14:tracePt t="1707" x="5092700" y="774700"/>
          <p14:tracePt t="1741" x="4667250" y="774700"/>
          <p14:tracePt t="1764" x="4476750" y="755650"/>
          <p14:tracePt t="1807" x="4178300" y="723900"/>
          <p14:tracePt t="1840" x="4076700" y="717550"/>
          <p14:tracePt t="1874" x="4019550" y="730250"/>
          <p14:tracePt t="1892" x="4006850" y="730250"/>
          <p14:tracePt t="1923" x="3962400" y="736600"/>
          <p14:tracePt t="1956" x="3924300" y="781050"/>
          <p14:tracePt t="1990" x="3917950" y="812800"/>
          <p14:tracePt t="2506" x="3886200" y="812800"/>
          <p14:tracePt t="2540" x="3797300" y="812800"/>
          <p14:tracePt t="2571" x="3695700" y="850900"/>
          <p14:tracePt t="2604" x="3556000" y="889000"/>
          <p14:tracePt t="2638" x="3263900" y="1003300"/>
          <p14:tracePt t="2656" x="3155950" y="1035050"/>
          <p14:tracePt t="2687" x="2679700" y="1174750"/>
          <p14:tracePt t="2720" x="2349500" y="1270000"/>
          <p14:tracePt t="2754" x="2063750" y="1339850"/>
          <p14:tracePt t="2790" x="1816100" y="1371600"/>
          <p14:tracePt t="2821" x="1733550" y="1384300"/>
          <p14:tracePt t="2839" x="1695450" y="1397000"/>
          <p14:tracePt t="2870" x="1638300" y="1397000"/>
          <p14:tracePt t="2903" x="1600200" y="1397000"/>
          <p14:tracePt t="2937" x="1568450" y="1397000"/>
          <p14:tracePt t="2970" x="1498600" y="1377950"/>
          <p14:tracePt t="3003" x="1441450" y="1352550"/>
          <p14:tracePt t="3036" x="1409700" y="1339850"/>
          <p14:tracePt t="3069" x="1390650" y="1320800"/>
          <p14:tracePt t="3103" x="1384300" y="1314450"/>
          <p14:tracePt t="3205" x="1390650" y="1314450"/>
          <p14:tracePt t="3252" x="1403350" y="1314450"/>
          <p14:tracePt t="3305" x="1416050" y="1314450"/>
          <p14:tracePt t="3335" x="1422400" y="1314450"/>
          <p14:tracePt t="3368" x="1435100" y="1314450"/>
          <p14:tracePt t="3405" x="1485900" y="1308100"/>
          <p14:tracePt t="3435" x="1562100" y="1289050"/>
          <p14:tracePt t="3468" x="1790700" y="1257300"/>
          <p14:tracePt t="3504" x="2019300" y="1225550"/>
          <p14:tracePt t="3521" x="2114550" y="1219200"/>
          <p14:tracePt t="3553" x="2432050" y="1187450"/>
          <p14:tracePt t="3589" x="2628900" y="1181100"/>
          <p14:tracePt t="3619" x="2755900" y="1181100"/>
          <p14:tracePt t="3651" x="2832100" y="1181100"/>
          <p14:tracePt t="3689" x="2851150" y="1181100"/>
          <p14:tracePt t="3719" x="2870200" y="1187450"/>
          <p14:tracePt t="3750" x="2882900" y="1187450"/>
          <p14:tracePt t="3820" x="2889250" y="1193800"/>
          <p14:tracePt t="3888" x="2895600" y="1193800"/>
          <p14:tracePt t="3953" x="2876550" y="1200150"/>
          <p14:tracePt t="3968" x="2870200" y="1200150"/>
          <p14:tracePt t="3990" x="2851150" y="1200150"/>
          <p14:tracePt t="4020" x="2813050" y="1200150"/>
          <p14:tracePt t="4035" x="2755900" y="1200150"/>
          <p14:tracePt t="4066" x="2647950" y="1200150"/>
          <p14:tracePt t="4104" x="2463800" y="1212850"/>
          <p14:tracePt t="4137" x="2317750" y="1212850"/>
          <p14:tracePt t="4169" x="2184400" y="1225550"/>
          <p14:tracePt t="4204" x="2095500" y="1238250"/>
          <p14:tracePt t="4236" x="2038350" y="1238250"/>
          <p14:tracePt t="4268" x="2025650" y="1238250"/>
          <p14:tracePt t="4289" x="2019300" y="1238250"/>
          <p14:tracePt t="4337" x="2006600" y="1231900"/>
          <p14:tracePt t="4398" x="1987550" y="1225550"/>
          <p14:tracePt t="4468" x="1974850" y="1225550"/>
          <p14:tracePt t="4514" x="1962150" y="1225550"/>
          <p14:tracePt t="4552" x="1955800" y="1219200"/>
          <p14:tracePt t="4597" x="1943100" y="1219200"/>
          <p14:tracePt t="4636" x="1924050" y="1212850"/>
          <p14:tracePt t="4668" x="1917700" y="1206500"/>
          <p14:tracePt t="4714" x="1898650" y="1206500"/>
          <p14:tracePt t="4752" x="1892300" y="1206500"/>
          <p14:tracePt t="4782" x="1879600" y="1206500"/>
          <p14:tracePt t="4813" x="1873250" y="1200150"/>
          <p14:tracePt t="4869" x="1866900" y="1200150"/>
          <p14:tracePt t="4913" x="1854200" y="1193800"/>
          <p14:tracePt t="4996" x="1860550" y="1193800"/>
          <p14:tracePt t="5029" x="1879600" y="1200150"/>
          <p14:tracePt t="5053" x="1917700" y="1200150"/>
          <p14:tracePt t="5096" x="2165350" y="1206500"/>
          <p14:tracePt t="5129" x="2552700" y="1206500"/>
          <p14:tracePt t="5162" x="2787650" y="1193800"/>
          <p14:tracePt t="5180" x="2876550" y="1181100"/>
          <p14:tracePt t="5212" x="2933700" y="1181100"/>
          <p14:tracePt t="5245" x="2952750" y="1181100"/>
          <p14:tracePt t="5345" x="2952750" y="1174750"/>
          <p14:tracePt t="6092" x="2952750" y="1181100"/>
          <p14:tracePt t="6175" x="2959100" y="1181100"/>
          <p14:tracePt t="6225" x="2997200" y="1181100"/>
          <p14:tracePt t="6258" x="3086100" y="1187450"/>
          <p14:tracePt t="6294" x="3429000" y="1219200"/>
          <p14:tracePt t="6325" x="3771900" y="1238250"/>
          <p14:tracePt t="6358" x="4057650" y="1270000"/>
          <p14:tracePt t="6394" x="4229100" y="1276350"/>
          <p14:tracePt t="6424" x="4260850" y="1276350"/>
          <p14:tracePt t="6458" x="4273550" y="1276350"/>
          <p14:tracePt t="6557" x="4273550" y="1282700"/>
          <p14:tracePt t="6873" x="4330700" y="1289050"/>
          <p14:tracePt t="6894" x="4445000" y="1301750"/>
          <p14:tracePt t="6926" x="4743450" y="1327150"/>
          <p14:tracePt t="6941" x="4800600" y="1339850"/>
          <p14:tracePt t="6972" x="4933950" y="1352550"/>
          <p14:tracePt t="7011" x="4991100" y="1371600"/>
          <p14:tracePt t="7041" x="5003800" y="1371600"/>
          <p14:tracePt t="7072" x="5010150" y="1371600"/>
          <p14:tracePt t="7175" x="5003800" y="1371600"/>
          <p14:tracePt t="7210" x="4997450" y="1371600"/>
          <p14:tracePt t="7242" x="4991100" y="1371600"/>
          <p14:tracePt t="7736" x="4965700" y="1384300"/>
          <p14:tracePt t="7760" x="4914900" y="1397000"/>
          <p14:tracePt t="7803" x="4711700" y="1428750"/>
          <p14:tracePt t="7836" x="4552950" y="1447800"/>
          <p14:tracePt t="7860" x="4311650" y="1466850"/>
          <p14:tracePt t="7888" x="4013200" y="1517650"/>
          <p14:tracePt t="7919" x="3663950" y="1581150"/>
          <p14:tracePt t="7952" x="3295650" y="1644650"/>
          <p14:tracePt t="7976" x="3079750" y="1676400"/>
          <p14:tracePt t="8019" x="2705100" y="1701800"/>
          <p14:tracePt t="8052" x="2546350" y="1695450"/>
          <p14:tracePt t="8076" x="2520950" y="1689100"/>
          <p14:tracePt t="8104" x="2501900" y="1682750"/>
          <p14:tracePt t="8135" x="2495550" y="1676400"/>
          <p14:tracePt t="8169" x="2495550" y="1670050"/>
          <p14:tracePt t="8218" x="2501900" y="1638300"/>
          <p14:tracePt t="8251" x="2508250" y="1631950"/>
          <p14:tracePt t="8285" x="2520950" y="1619250"/>
          <p14:tracePt t="8318" x="2533650" y="1606550"/>
          <p14:tracePt t="8351" x="2552700" y="1600200"/>
          <p14:tracePt t="8369" x="2559050" y="1600200"/>
          <p14:tracePt t="8401" x="2578100" y="1600200"/>
          <p14:tracePt t="8434" x="2597150" y="1606550"/>
          <p14:tracePt t="8467" x="2616200" y="1606550"/>
          <p14:tracePt t="8501" x="2698750" y="1600200"/>
          <p14:tracePt t="8534" x="2806700" y="1581150"/>
          <p14:tracePt t="8552" x="2889250" y="1574800"/>
          <p14:tracePt t="8584" x="3022600" y="1574800"/>
          <p14:tracePt t="8617" x="3124200" y="1568450"/>
          <p14:tracePt t="8651" x="3194050" y="1568450"/>
          <p14:tracePt t="8683" x="3232150" y="1568450"/>
          <p14:tracePt t="8733" x="3238500" y="1568450"/>
          <p14:tracePt t="8783" x="3213100" y="1574800"/>
          <p14:tracePt t="8816" x="3168650" y="1587500"/>
          <p14:tracePt t="8850" x="3067050" y="1612900"/>
          <p14:tracePt t="8883" x="2870200" y="1651000"/>
          <p14:tracePt t="8916" x="2457450" y="1733550"/>
          <p14:tracePt t="8949" x="2108200" y="1809750"/>
          <p14:tracePt t="8982" x="1778000" y="1835150"/>
          <p14:tracePt t="9016" x="1422400" y="1835150"/>
          <p14:tracePt t="9049" x="1206500" y="1835150"/>
          <p14:tracePt t="9082" x="1104900" y="1822450"/>
          <p14:tracePt t="9100" x="1073150" y="1816100"/>
          <p14:tracePt t="9118" x="1054100" y="1809750"/>
          <p14:tracePt t="9149" x="1041400" y="1803400"/>
          <p14:tracePt t="9181" x="1028700" y="1803400"/>
          <p14:tracePt t="9231" x="1028700" y="1797050"/>
          <p14:tracePt t="9434" x="1016000" y="1797050"/>
          <p14:tracePt t="9464" x="990600" y="1803400"/>
          <p14:tracePt t="9502" x="958850" y="1803400"/>
          <p14:tracePt t="9532" x="889000" y="1816100"/>
          <p14:tracePt t="9564" x="831850" y="1828800"/>
          <p14:tracePt t="9587" x="812800" y="1835150"/>
          <p14:tracePt t="9648" x="812800" y="1841500"/>
          <p14:tracePt t="9680" x="825500" y="1841500"/>
          <p14:tracePt t="9718" x="838200" y="1841500"/>
          <p14:tracePt t="9748" x="844550" y="1841500"/>
          <p14:tracePt t="9779" x="869950" y="1841500"/>
          <p14:tracePt t="9818" x="927100" y="1841500"/>
          <p14:tracePt t="9851" x="996950" y="1841500"/>
          <p14:tracePt t="9882" x="1073150" y="1841500"/>
          <p14:tracePt t="9918" x="1143000" y="1841500"/>
          <p14:tracePt t="9950" x="1225550" y="1841500"/>
          <p14:tracePt t="9981" x="1257300" y="1847850"/>
          <p14:tracePt t="10002" x="1276350" y="1847850"/>
          <p14:tracePt t="10035" x="1308100" y="1847850"/>
          <p14:tracePt t="10067" x="1346200" y="1847850"/>
          <p14:tracePt t="10083" x="1365250" y="1847850"/>
          <p14:tracePt t="10128" x="1435100" y="1847850"/>
          <p14:tracePt t="10152" x="1485900" y="1847850"/>
          <p14:tracePt t="10183" x="1524000" y="1847850"/>
          <p14:tracePt t="10228" x="1574800" y="1847850"/>
          <p14:tracePt t="10252" x="1606550" y="1847850"/>
          <p14:tracePt t="10282" x="1651000" y="1854200"/>
          <p14:tracePt t="10311" x="1714500" y="1854200"/>
          <p14:tracePt t="10335" x="1758950" y="1860550"/>
          <p14:tracePt t="10368" x="1816100" y="1860550"/>
          <p14:tracePt t="10411" x="1898650" y="1866900"/>
          <p14:tracePt t="10444" x="1974850" y="1879600"/>
          <p14:tracePt t="10467" x="2006600" y="1879600"/>
          <p14:tracePt t="10495" x="2032000" y="1879600"/>
          <p14:tracePt t="10527" x="2070100" y="1879600"/>
          <p14:tracePt t="10560" x="2114550" y="1885950"/>
          <p14:tracePt t="10610" x="2165350" y="1898650"/>
          <p14:tracePt t="10661" x="2184400" y="1898650"/>
          <p14:tracePt t="10726" x="2190750" y="1898650"/>
          <p14:tracePt t="11158" x="2305050" y="1898650"/>
          <p14:tracePt t="11191" x="2425700" y="1885950"/>
          <p14:tracePt t="11225" x="2540000" y="1885950"/>
          <p14:tracePt t="11243" x="2565400" y="1885950"/>
          <p14:tracePt t="11274" x="2647950" y="1898650"/>
          <p14:tracePt t="11308" x="2679700" y="1905000"/>
          <p14:tracePt t="11341" x="2705100" y="1911350"/>
          <p14:tracePt t="11374" x="2717800" y="1917700"/>
          <p14:tracePt t="11407" x="2743200" y="1930400"/>
          <p14:tracePt t="11426" x="2755900" y="1936750"/>
          <p14:tracePt t="11457" x="2768600" y="1949450"/>
          <p14:tracePt t="11490" x="2794000" y="1955800"/>
          <p14:tracePt t="11524" x="2806700" y="1968500"/>
          <p14:tracePt t="11557" x="2825750" y="1987550"/>
          <p14:tracePt t="11606" x="2825750" y="1993900"/>
          <p14:tracePt t="11991" x="2851150" y="2006600"/>
          <p14:tracePt t="12024" x="2889250" y="2019300"/>
          <p14:tracePt t="12055" x="2933700" y="2038350"/>
          <p14:tracePt t="12107" x="2959100" y="2038350"/>
          <p14:tracePt t="12138" x="2984500" y="2051050"/>
          <p14:tracePt t="12156" x="2997200" y="2057400"/>
          <p14:tracePt t="12188" x="3060700" y="2076450"/>
          <p14:tracePt t="12206" x="3079750" y="2082800"/>
          <p14:tracePt t="12238" x="3181350" y="2120900"/>
          <p14:tracePt t="12271" x="3251200" y="2133600"/>
          <p14:tracePt t="12307" x="3295650" y="2146300"/>
          <p14:tracePt t="12337" x="3352800" y="2165350"/>
          <p14:tracePt t="12371" x="3378200" y="2171700"/>
          <p14:tracePt t="12389" x="3384550" y="2171700"/>
          <p14:tracePt t="12421" x="3403600" y="2178050"/>
          <p14:tracePt t="12454" x="3429000" y="2184400"/>
          <p14:tracePt t="12487" x="3479800" y="2203450"/>
          <p14:tracePt t="12523" x="3606800" y="2247900"/>
          <p14:tracePt t="12554" x="3708400" y="2279650"/>
          <p14:tracePt t="12586" x="3752850" y="2298700"/>
          <p14:tracePt t="12622" x="3778250" y="2311400"/>
          <p14:tracePt t="12653" x="3771900" y="2317750"/>
          <p14:tracePt t="12688" x="3708400" y="2324100"/>
          <p14:tracePt t="12722" x="3625850" y="2305050"/>
          <p14:tracePt t="12738" x="3594100" y="2292350"/>
          <p14:tracePt t="12769" x="3460750" y="2279650"/>
          <p14:tracePt t="12790" x="3384550" y="2266950"/>
          <p14:tracePt t="12822" x="3200400" y="2260600"/>
          <p14:tracePt t="12852" x="3054350" y="2254250"/>
          <p14:tracePt t="12885" x="2965450" y="2241550"/>
          <p14:tracePt t="12922" x="2876550" y="2241550"/>
          <p14:tracePt t="12955" x="2832100" y="2241550"/>
          <p14:tracePt t="12985" x="2794000" y="2241550"/>
          <p14:tracePt t="13006" x="2749550" y="2254250"/>
          <p14:tracePt t="13038" x="2641600" y="2247900"/>
          <p14:tracePt t="13071" x="2470150" y="2260600"/>
          <p14:tracePt t="13106" x="2241550" y="2273300"/>
          <p14:tracePt t="13139" x="2044700" y="2273300"/>
          <p14:tracePt t="13156" x="1943100" y="2273300"/>
          <p14:tracePt t="13187" x="1828800" y="2305050"/>
          <p14:tracePt t="13208" x="1778000" y="2311400"/>
          <p14:tracePt t="13240" x="1727200" y="2324100"/>
          <p14:tracePt t="13269" x="1701800" y="2336800"/>
          <p14:tracePt t="13317" x="1670050" y="2362200"/>
          <p14:tracePt t="13338" x="1651000" y="2368550"/>
          <p14:tracePt t="13417" x="1651000" y="2374900"/>
          <p14:tracePt t="13440" x="1651000" y="2381250"/>
          <p14:tracePt t="13471" x="1651000" y="2387600"/>
          <p14:tracePt t="13555" x="1651000" y="2393950"/>
          <p14:tracePt t="13616" x="1651000" y="2400300"/>
          <p14:tracePt t="13640" x="1651000" y="2406650"/>
          <p14:tracePt t="13672" x="1644650" y="2406650"/>
          <p14:tracePt t="13716" x="1638300" y="2413000"/>
          <p14:tracePt t="13739" x="1638300" y="2419350"/>
          <p14:tracePt t="13773" x="1638300" y="2425700"/>
          <p14:tracePt t="13832" x="1631950" y="2432050"/>
          <p14:tracePt t="13856" x="1631950" y="2438400"/>
          <p14:tracePt t="13886" x="1625600" y="2438400"/>
          <p14:tracePt t="13965" x="1625600" y="2425700"/>
          <p14:tracePt t="14928" x="1676400" y="2413000"/>
          <p14:tracePt t="14962" x="1765300" y="2374900"/>
          <p14:tracePt t="14995" x="1854200" y="2362200"/>
          <p14:tracePt t="15028" x="1981200" y="2343150"/>
          <p14:tracePt t="15061" x="2089150" y="2330450"/>
          <p14:tracePt t="15094" x="2146300" y="2330450"/>
          <p14:tracePt t="15128" x="2190750" y="2324100"/>
          <p14:tracePt t="15161" x="2216150" y="2317750"/>
          <p14:tracePt t="15180" x="2241550" y="2311400"/>
          <p14:tracePt t="15211" x="2254250" y="2305050"/>
          <p14:tracePt t="15244" x="2266950" y="2292350"/>
          <p14:tracePt t="15294" x="2266950" y="2260600"/>
          <p14:tracePt t="15327" x="2266950" y="2216150"/>
          <p14:tracePt t="15360" x="2254250" y="2133600"/>
          <p14:tracePt t="15393" x="2235200" y="1955800"/>
          <p14:tracePt t="15427" x="2209800" y="1797050"/>
          <p14:tracePt t="15460" x="2152650" y="1593850"/>
          <p14:tracePt t="15493" x="2120900" y="1504950"/>
          <p14:tracePt t="15526" x="2051050" y="1390650"/>
          <p14:tracePt t="15559" x="2000250" y="1339850"/>
          <p14:tracePt t="15593" x="1968500" y="1301750"/>
          <p14:tracePt t="15626" x="1911350" y="1250950"/>
          <p14:tracePt t="15659" x="1898650" y="1225550"/>
          <p14:tracePt t="15679" x="1892300" y="1212850"/>
          <p14:tracePt t="15711" x="1885950" y="1200150"/>
          <p14:tracePt t="15742" x="1885950" y="1193800"/>
          <p14:tracePt t="15975" x="1898650" y="1193800"/>
          <p14:tracePt t="16011" x="1943100" y="1200150"/>
          <p14:tracePt t="16044" x="2120900" y="1206500"/>
          <p14:tracePt t="16075" x="2273300" y="1206500"/>
          <p14:tracePt t="16113" x="2628900" y="1206500"/>
          <p14:tracePt t="16142" x="2882900" y="1206500"/>
          <p14:tracePt t="16174" x="3041650" y="1193800"/>
          <p14:tracePt t="16195" x="3092450" y="1193800"/>
          <p14:tracePt t="16227" x="3117850" y="1200150"/>
          <p14:tracePt t="16260" x="3124200" y="1206500"/>
          <p14:tracePt t="16290" x="3130550" y="1212850"/>
          <p14:tracePt t="17038" x="3136900" y="1212850"/>
          <p14:tracePt t="17076" x="3149600" y="1212850"/>
          <p14:tracePt t="17106" x="3175000" y="1212850"/>
          <p14:tracePt t="17137" x="3219450" y="1212850"/>
          <p14:tracePt t="17161" x="3340100" y="1212850"/>
          <p14:tracePt t="17178" x="3390900" y="1212850"/>
          <p14:tracePt t="17220" x="3676650" y="1244600"/>
          <p14:tracePt t="17254" x="3873500" y="1270000"/>
          <p14:tracePt t="17278" x="3994150" y="1289050"/>
          <p14:tracePt t="17320" x="4216400" y="1314450"/>
          <p14:tracePt t="17353" x="4406900" y="1333500"/>
          <p14:tracePt t="17377" x="4495800" y="1339850"/>
          <p14:tracePt t="17405" x="4629150" y="1358900"/>
          <p14:tracePt t="17437" x="4743450" y="1365250"/>
          <p14:tracePt t="17470" x="4794250" y="1365250"/>
          <p14:tracePt t="17493" x="4826000" y="1365250"/>
          <p14:tracePt t="17536" x="4838700" y="1365250"/>
          <p14:tracePt t="17569" x="4851400" y="1365250"/>
          <p14:tracePt t="17753" x="4845050" y="1358900"/>
          <p14:tracePt t="17935" x="4864100" y="1352550"/>
          <p14:tracePt t="17985" x="4876800" y="1352550"/>
          <p14:tracePt t="18018" x="4921250" y="1339850"/>
          <p14:tracePt t="18051" x="5003800" y="1327150"/>
          <p14:tracePt t="18084" x="5118100" y="1314450"/>
          <p14:tracePt t="18118" x="5181600" y="1314450"/>
          <p14:tracePt t="18151" x="5219700" y="1314450"/>
          <p14:tracePt t="18202" x="5226050" y="1314450"/>
          <p14:tracePt t="18717" x="5219700" y="1327150"/>
          <p14:tracePt t="18750" x="5080000" y="1435100"/>
          <p14:tracePt t="18782" x="4933950" y="1549400"/>
          <p14:tracePt t="18818" x="4635500" y="1720850"/>
          <p14:tracePt t="18848" x="4375150" y="1873250"/>
          <p14:tracePt t="18882" x="4121150" y="2025650"/>
          <p14:tracePt t="18918" x="3816350" y="2209800"/>
          <p14:tracePt t="18948" x="3695700" y="2266950"/>
          <p14:tracePt t="18982" x="3498850" y="2311400"/>
          <p14:tracePt t="19018" x="3422650" y="2311400"/>
          <p14:tracePt t="19048" x="3327400" y="2311400"/>
          <p14:tracePt t="19081" x="3232150" y="2317750"/>
          <p14:tracePt t="19102" x="3175000" y="2317750"/>
          <p14:tracePt t="19134" x="3105150" y="2317750"/>
          <p14:tracePt t="19164" x="3035300" y="2317750"/>
          <p14:tracePt t="19198" x="2933700" y="2311400"/>
          <p14:tracePt t="19219" x="2857500" y="2311400"/>
          <p14:tracePt t="19264" x="2686050" y="2311400"/>
          <p14:tracePt t="19297" x="2559050" y="2298700"/>
          <p14:tracePt t="19319" x="2362200" y="2311400"/>
          <p14:tracePt t="19350" x="2228850" y="2330450"/>
          <p14:tracePt t="19380" x="2070100" y="2349500"/>
          <p14:tracePt t="19419" x="1987550" y="2362200"/>
          <p14:tracePt t="19448" x="1936750" y="2368550"/>
          <p14:tracePt t="19480" x="1847850" y="2393950"/>
          <p14:tracePt t="19518" x="1727200" y="2432050"/>
          <p14:tracePt t="19551" x="1663700" y="2444750"/>
          <p14:tracePt t="19580" x="1651000" y="2451100"/>
          <p14:tracePt t="19603" x="1638300" y="2457450"/>
          <p14:tracePt t="19634" x="1625600" y="2457450"/>
          <p14:tracePt t="19665" x="1619250" y="2457450"/>
          <p14:tracePt t="19719" x="1606550" y="2457450"/>
          <p14:tracePt t="20426" x="1841500" y="2489200"/>
          <p14:tracePt t="20460" x="2393950" y="2584450"/>
          <p14:tracePt t="20484" x="2686050" y="2679700"/>
          <p14:tracePt t="20511" x="3054350" y="2800350"/>
          <p14:tracePt t="20543" x="3390900" y="2901950"/>
          <p14:tracePt t="20567" x="3568700" y="2927350"/>
          <p14:tracePt t="20600" x="3854450" y="2946400"/>
          <p14:tracePt t="20642" x="4025900" y="2933700"/>
          <p14:tracePt t="20676" x="4184650" y="2927350"/>
          <p14:tracePt t="20725" x="4470400" y="2940050"/>
          <p14:tracePt t="20760" x="4679950" y="2965450"/>
          <p14:tracePt t="20792" x="4845050" y="3003550"/>
          <p14:tracePt t="20810" x="4889500" y="3022600"/>
          <p14:tracePt t="20841" x="4914900" y="3035300"/>
          <p14:tracePt t="20875" x="4921250" y="3035300"/>
          <p14:tracePt t="20908" x="4933950" y="3048000"/>
          <p14:tracePt t="20958" x="4940300" y="3048000"/>
          <p14:tracePt t="21041" x="4940300" y="3041650"/>
          <p14:tracePt t="21074" x="4940300" y="3035300"/>
          <p14:tracePt t="21273" x="4953000" y="3028950"/>
          <p14:tracePt t="21307" x="5029200" y="3022600"/>
          <p14:tracePt t="21325" x="5118100" y="3022600"/>
          <p14:tracePt t="21357" x="5391150" y="3009900"/>
          <p14:tracePt t="21390" x="5492750" y="3009900"/>
          <p14:tracePt t="21423" x="5575300" y="3016250"/>
          <p14:tracePt t="21456" x="5613400" y="3016250"/>
          <p14:tracePt t="21489" x="5626100" y="3016250"/>
          <p14:tracePt t="21522" x="5632450" y="3016250"/>
          <p14:tracePt t="21556" x="5638800" y="3016250"/>
          <p14:tracePt t="21672" x="5632450" y="3016250"/>
          <p14:tracePt t="21722" x="5626100" y="3016250"/>
          <p14:tracePt t="21772" x="5607050" y="3016250"/>
          <p14:tracePt t="21839" x="5575300" y="3016250"/>
          <p14:tracePt t="21871" x="5486400" y="3016250"/>
          <p14:tracePt t="21905" x="5353050" y="3016250"/>
          <p14:tracePt t="21938" x="5251450" y="3009900"/>
          <p14:tracePt t="21971" x="5092700" y="2990850"/>
          <p14:tracePt t="22004" x="4914900" y="2965450"/>
          <p14:tracePt t="22037" x="4845050" y="2952750"/>
          <p14:tracePt t="22071" x="4800600" y="2946400"/>
          <p14:tracePt t="22104" x="4781550" y="2946400"/>
          <p14:tracePt t="22154" x="4775200" y="2946400"/>
          <p14:tracePt t="22625" x="4718050" y="2908300"/>
          <p14:tracePt t="22657" x="4641850" y="2863850"/>
          <p14:tracePt t="22670" x="4502150" y="2774950"/>
          <p14:tracePt t="22702" x="4178300" y="2578100"/>
          <p14:tracePt t="22725" x="3867150" y="2425700"/>
          <p14:tracePt t="22757" x="3003550" y="2019300"/>
          <p14:tracePt t="22788" x="2387600" y="1720850"/>
          <p14:tracePt t="22824" x="1962150" y="1479550"/>
          <p14:tracePt t="22856" x="1631950" y="1263650"/>
          <p14:tracePt t="22888" x="1555750" y="1200150"/>
          <p14:tracePt t="22934" x="1479550" y="1123950"/>
          <p14:tracePt t="22956" x="1466850" y="1104900"/>
          <p14:tracePt t="22988" x="1447800" y="1092200"/>
          <p14:tracePt t="23008" x="1447800" y="1085850"/>
          <p14:tracePt t="23056" x="1441450" y="1073150"/>
          <p14:tracePt t="23089" x="1435100" y="1060450"/>
          <p14:tracePt t="23150" x="1435100" y="1054100"/>
          <p14:tracePt t="23204" x="1441450" y="1054100"/>
          <p14:tracePt t="23224" x="1441450" y="1060450"/>
          <p14:tracePt t="23257" x="1454150" y="1079500"/>
          <p14:tracePt t="23303" x="1466850" y="1085850"/>
          <p14:tracePt t="23350" x="1473200" y="1098550"/>
          <p14:tracePt t="23389" x="1479550" y="1111250"/>
          <p14:tracePt t="23433" x="1485900" y="1117600"/>
          <p14:tracePt t="23456" x="1485900" y="1123950"/>
          <p14:tracePt t="23487" x="1492250" y="1130300"/>
          <p14:tracePt t="23549" x="1492250" y="1149350"/>
          <p14:tracePt t="23573" x="1479550" y="1162050"/>
          <p14:tracePt t="23632" x="1403350" y="1219200"/>
          <p14:tracePt t="23665" x="1282700" y="1289050"/>
          <p14:tracePt t="23689" x="1168400" y="1346200"/>
          <p14:tracePt t="23717" x="1079500" y="1397000"/>
          <p14:tracePt t="23734" x="990600" y="1441450"/>
          <p14:tracePt t="23766" x="882650" y="1492250"/>
          <p14:tracePt t="23790" x="838200" y="1524000"/>
          <p14:tracePt t="23806" x="825500" y="1530350"/>
          <p14:tracePt t="23848" x="812800" y="1549400"/>
          <p14:tracePt t="23898" x="812800" y="1555750"/>
          <p14:tracePt t="24097" x="819150" y="1562100"/>
          <p14:tracePt t="24163" x="844550" y="1562100"/>
          <p14:tracePt t="24213" x="1162050" y="1739900"/>
          <p14:tracePt t="24233" x="1301750" y="1860550"/>
          <p14:tracePt t="24263" x="1498600" y="2063750"/>
          <p14:tracePt t="24296" x="1612900" y="2273300"/>
          <p14:tracePt t="24331" x="1651000" y="2432050"/>
          <p14:tracePt t="24348" x="1657350" y="2482850"/>
          <p14:tracePt t="24379" x="1651000" y="2609850"/>
          <p14:tracePt t="24412" x="1619250" y="2673350"/>
          <p14:tracePt t="24446" x="1600200" y="2705100"/>
          <p14:tracePt t="24479" x="1581150" y="2717800"/>
          <p14:tracePt t="24512" x="1568450" y="2730500"/>
          <p14:tracePt t="24545" x="1543050" y="2749550"/>
          <p14:tracePt t="24578" x="1530350" y="2762250"/>
          <p14:tracePt t="24611" x="1511300" y="2787650"/>
          <p14:tracePt t="24630" x="1492250" y="2806700"/>
          <p14:tracePt t="24662" x="1435100" y="2870200"/>
          <p14:tracePt t="24695" x="1409700" y="2901950"/>
          <p14:tracePt t="24731" x="1371600" y="2959100"/>
          <p14:tracePt t="24763" x="1352550" y="3022600"/>
          <p14:tracePt t="24794" x="1327150" y="3060700"/>
          <p14:tracePt t="24830" x="1314450" y="3086100"/>
          <p14:tracePt t="24861" x="1308100" y="3098800"/>
          <p14:tracePt t="24913" x="1308100" y="3105150"/>
          <p14:tracePt t="25046" x="1301750" y="3105150"/>
          <p14:tracePt t="25445" x="1581150" y="3105150"/>
          <p14:tracePt t="25476" x="1993900" y="3124200"/>
          <p14:tracePt t="25509" x="2514600" y="3175000"/>
          <p14:tracePt t="25545" x="3181350" y="3346450"/>
          <p14:tracePt t="25578" x="3467100" y="3454400"/>
          <p14:tracePt t="25609" x="3606800" y="3517900"/>
          <p14:tracePt t="25645" x="3638550" y="3530600"/>
          <p14:tracePt t="25678" x="3651250" y="3536950"/>
          <p14:tracePt t="25708" x="3695700" y="3549650"/>
          <p14:tracePt t="25747" x="3721100" y="3556000"/>
          <p14:tracePt t="25776" x="3765550" y="3562350"/>
          <p14:tracePt t="25808" x="3829050" y="3587750"/>
          <p14:tracePt t="25847" x="3924300" y="3606800"/>
          <p14:tracePt t="25879" x="4038600" y="3632200"/>
          <p14:tracePt t="25910" x="4171950" y="3638550"/>
          <p14:tracePt t="25931" x="4267200" y="3644900"/>
          <p14:tracePt t="25962" x="4451350" y="3638550"/>
          <p14:tracePt t="25994" x="4559300" y="3632200"/>
          <p14:tracePt t="26040" x="4629150" y="3632200"/>
          <p14:tracePt t="26079" x="4641850" y="3632200"/>
          <p14:tracePt t="26146" x="4635500" y="3625850"/>
          <p14:tracePt t="26178" x="4616450" y="3619500"/>
          <p14:tracePt t="26489" x="4883150" y="3619500"/>
          <p14:tracePt t="26510" x="5105400" y="3619500"/>
          <p14:tracePt t="26555" x="5568950" y="3670300"/>
          <p14:tracePt t="26594" x="5702300" y="3702050"/>
          <p14:tracePt t="26610" x="5715000" y="3708400"/>
          <p14:tracePt t="26640" x="5727700" y="3708400"/>
          <p14:tracePt t="26671" x="5734050" y="3708400"/>
          <p14:tracePt t="26755" x="5753100" y="3702050"/>
          <p14:tracePt t="26837" x="5759450" y="3702050"/>
          <p14:tracePt t="26937" x="5740400" y="3702050"/>
          <p14:tracePt t="26970" x="5727700" y="3702050"/>
          <p14:tracePt t="27004" x="5708650" y="3702050"/>
          <p14:tracePt t="27037" x="5670550" y="3695700"/>
          <p14:tracePt t="27055" x="5657850" y="3695700"/>
          <p14:tracePt t="27082" x="5575300" y="3695700"/>
          <p14:tracePt t="27120" x="5397500" y="3702050"/>
          <p14:tracePt t="27159" x="5156200" y="3733800"/>
          <p14:tracePt t="27191" x="5003800" y="3740150"/>
          <p14:tracePt t="27222" x="4908550" y="3746500"/>
          <p14:tracePt t="27254" x="4876800" y="3746500"/>
          <p14:tracePt t="27286" x="4857750" y="3746500"/>
          <p14:tracePt t="27319" x="4838700" y="3746500"/>
          <p14:tracePt t="27369" x="4832350" y="3746500"/>
          <p14:tracePt t="27635" x="4832350" y="3740150"/>
          <p14:tracePt t="27691" x="4826000" y="3733800"/>
          <p14:tracePt t="27737" x="4819650" y="3733800"/>
          <p14:tracePt t="27755" x="4819650" y="3727450"/>
          <p14:tracePt t="27786" x="4813300" y="3721100"/>
          <p14:tracePt t="27817" x="4806950" y="3721100"/>
          <p14:tracePt t="27851" x="4800600" y="3714750"/>
          <p14:tracePt t="27940" x="4800600" y="3708400"/>
          <p14:tracePt t="28067" x="4794250" y="3702050"/>
          <p14:tracePt t="28150" x="4787900" y="3695700"/>
          <p14:tracePt t="28183" x="4781550" y="3689350"/>
          <p14:tracePt t="28207" x="4775200" y="3689350"/>
          <p14:tracePt t="28237" x="4768850" y="3683000"/>
          <p14:tracePt t="28269" x="4762500" y="3676650"/>
          <p14:tracePt t="28302" x="4756150" y="3676650"/>
          <p14:tracePt t="28333" x="4686300" y="3632200"/>
          <p14:tracePt t="28365" x="4533900" y="3498850"/>
          <p14:tracePt t="28399" x="4292600" y="3282950"/>
          <p14:tracePt t="28425" x="4019550" y="2997200"/>
          <p14:tracePt t="28456" x="3746500" y="2692400"/>
          <p14:tracePt t="28486" x="3536950" y="2419350"/>
          <p14:tracePt t="28518" x="3397250" y="2184400"/>
          <p14:tracePt t="28551" x="3289300" y="2012950"/>
          <p14:tracePt t="28581" x="3244850" y="1924050"/>
          <p14:tracePt t="28615" x="3175000" y="1803400"/>
          <p14:tracePt t="28648" x="3130550" y="1701800"/>
          <p14:tracePt t="28681" x="3105150" y="1644650"/>
          <p14:tracePt t="28714" x="3086100" y="1606550"/>
          <p14:tracePt t="28738" x="3073400" y="1574800"/>
          <p14:tracePt t="28769" x="3054350" y="1536700"/>
          <p14:tracePt t="28802" x="3041650" y="1498600"/>
          <p14:tracePt t="28831" x="3022600" y="1441450"/>
          <p14:tracePt t="28864" x="3003550" y="1371600"/>
          <p14:tracePt t="28897" x="2984500" y="1282700"/>
          <p14:tracePt t="28930" x="2965450" y="1250950"/>
          <p14:tracePt t="28964" x="2946400" y="1225550"/>
          <p14:tracePt t="29014" x="2940050" y="1212850"/>
          <p14:tracePt t="29050" x="2933700" y="1206500"/>
          <p14:tracePt t="29130" x="2921000" y="1200150"/>
          <p14:tracePt t="29196" x="2914650" y="1200150"/>
          <p14:tracePt t="29229" x="2908300" y="1212850"/>
          <p14:tracePt t="29268" x="2901950" y="1238250"/>
          <p14:tracePt t="29300" x="2901950" y="1250950"/>
          <p14:tracePt t="29332" x="2895600" y="1308100"/>
          <p14:tracePt t="29362" x="2863850" y="1403350"/>
          <p14:tracePt t="29395" x="2781300" y="1625600"/>
          <p14:tracePt t="29429" x="2692400" y="1841500"/>
          <p14:tracePt t="29463" x="2559050" y="2133600"/>
          <p14:tracePt t="29488" x="2432050" y="2425700"/>
          <p14:tracePt t="29519" x="2343150" y="2667000"/>
          <p14:tracePt t="29550" x="2286000" y="2832100"/>
          <p14:tracePt t="29581" x="2254250" y="2895600"/>
          <p14:tracePt t="29614" x="2222500" y="2946400"/>
          <p14:tracePt t="29644" x="2197100" y="2984500"/>
          <p14:tracePt t="29678" x="2178050" y="3016250"/>
          <p14:tracePt t="29711" x="2152650" y="3060700"/>
          <p14:tracePt t="29744" x="2139950" y="3086100"/>
          <p14:tracePt t="29768" x="2127250" y="3105150"/>
          <p14:tracePt t="29786" x="2120900" y="3124200"/>
          <p14:tracePt t="29815" x="2101850" y="3149600"/>
          <p14:tracePt t="29847" x="2076450" y="3194050"/>
          <p14:tracePt t="29880" x="2044700" y="3238500"/>
          <p14:tracePt t="29910" x="2032000" y="3251200"/>
          <p14:tracePt t="29944" x="2019300" y="3263900"/>
          <p14:tracePt t="29977" x="2012950" y="3282950"/>
          <p14:tracePt t="30027" x="2006600" y="3308350"/>
          <p14:tracePt t="30050" x="2000250" y="3321050"/>
          <p14:tracePt t="30081" x="1987550" y="3352800"/>
          <p14:tracePt t="30112" x="1974850" y="3416300"/>
          <p14:tracePt t="30146" x="1955800" y="3479800"/>
          <p14:tracePt t="30176" x="1924050" y="3543300"/>
          <p14:tracePt t="30209" x="1911350" y="3575050"/>
          <p14:tracePt t="30242" x="1898650" y="3594100"/>
          <p14:tracePt t="30276" x="1898650" y="3606800"/>
          <p14:tracePt t="30295" x="1892300" y="3613150"/>
          <p14:tracePt t="30331" x="1885950" y="3619500"/>
          <p14:tracePt t="30364" x="1879600" y="3625850"/>
          <p14:tracePt t="30395" x="1873250" y="3644900"/>
          <p14:tracePt t="30442" x="1866900" y="3657600"/>
          <p14:tracePt t="30492" x="1847850" y="3695700"/>
          <p14:tracePt t="30525" x="1803400" y="3803650"/>
          <p14:tracePt t="30535" x="1784350" y="3841750"/>
          <p14:tracePt t="34566" x="1949450" y="3778250"/>
          <p14:tracePt t="34599" x="2311400" y="3663950"/>
          <p14:tracePt t="34630" x="2673350" y="3575050"/>
          <p14:tracePt t="34660" x="3181350" y="3536950"/>
          <p14:tracePt t="34694" x="3556000" y="3435350"/>
          <p14:tracePt t="34727" x="4000500" y="3282950"/>
          <p14:tracePt t="34760" x="4425950" y="3187700"/>
          <p14:tracePt t="34784" x="4559300" y="3149600"/>
          <p14:tracePt t="34817" x="4679950" y="3111500"/>
          <p14:tracePt t="34832" x="4730750" y="3092450"/>
          <p14:tracePt t="34862" x="4806950" y="3035300"/>
          <p14:tracePt t="34896" x="4965700" y="2959100"/>
          <p14:tracePt t="34926" x="5086350" y="2946400"/>
          <p14:tracePt t="34959" x="5168900" y="2940050"/>
          <p14:tracePt t="34993" x="5238750" y="2940050"/>
          <p14:tracePt t="35026" x="5321300" y="2921000"/>
          <p14:tracePt t="35050" x="5378450" y="2914650"/>
          <p14:tracePt t="35081" x="5480050" y="2895600"/>
          <p14:tracePt t="35097" x="5505450" y="2895600"/>
          <p14:tracePt t="35128" x="5568950" y="2895600"/>
          <p14:tracePt t="35159" x="5607050" y="2895600"/>
          <p14:tracePt t="35192" x="5613400" y="2895600"/>
          <p14:tracePt t="35225" x="5613400" y="2940050"/>
          <p14:tracePt t="35258" x="5607050" y="2952750"/>
          <p14:tracePt t="35757" x="5689600" y="3016250"/>
          <p14:tracePt t="35790" x="5810250" y="3143250"/>
          <p14:tracePt t="35823" x="5943600" y="3302000"/>
          <p14:tracePt t="35832" x="5981700" y="3371850"/>
          <p14:tracePt t="35864" x="6057900" y="3530600"/>
          <p14:tracePt t="35894" x="6089650" y="3676650"/>
          <p14:tracePt t="35926" x="6096000" y="3816350"/>
          <p14:tracePt t="35956" x="6102350" y="3860800"/>
          <p14:tracePt t="35989" x="6102350" y="3873500"/>
          <p14:tracePt t="36122" x="6083300" y="3879850"/>
          <p14:tracePt t="36869" x="6076950" y="3879850"/>
          <p14:tracePt t="36919" x="6076950" y="3873500"/>
          <p14:tracePt t="36958" x="6076950" y="3867150"/>
          <p14:tracePt t="36987" x="6083300" y="3860800"/>
          <p14:tracePt t="37035" x="6083300" y="3854450"/>
          <p14:tracePt t="37070" x="6089650" y="3841750"/>
          <p14:tracePt t="37102" x="6089650" y="3829050"/>
          <p14:tracePt t="37174" x="6096000" y="3816350"/>
          <p14:tracePt t="37221" x="6108700" y="3797300"/>
          <p14:tracePt t="37255" x="6121400" y="3765550"/>
          <p14:tracePt t="37285" x="6121400" y="3759200"/>
          <p14:tracePt t="38206" x="6115050" y="3727450"/>
          <p14:tracePt t="38221" x="6115050" y="3721100"/>
          <p14:tracePt t="38253" x="6102350" y="3702050"/>
          <p14:tracePt t="38301" x="6102350" y="3689350"/>
          <p14:tracePt t="38331" x="6102350" y="3676650"/>
          <p14:tracePt t="38398" x="6102350" y="3670300"/>
          <p14:tracePt t="38447" x="6115050" y="3657600"/>
          <p14:tracePt t="38503" x="6121400" y="3644900"/>
          <p14:tracePt t="38535" x="6121400" y="3638550"/>
          <p14:tracePt t="38566" x="6121400" y="3632200"/>
          <p14:tracePt t="39792" x="6108700" y="3625850"/>
          <p14:tracePt t="39816" x="6064250" y="3613150"/>
          <p14:tracePt t="39848" x="5994400" y="3587750"/>
          <p14:tracePt t="39878" x="5854700" y="3556000"/>
          <p14:tracePt t="39909" x="5645150" y="3498850"/>
          <p14:tracePt t="39942" x="5359400" y="3416300"/>
          <p14:tracePt t="39975" x="5010150" y="3263900"/>
          <p14:tracePt t="40009" x="4768850" y="3143250"/>
          <p14:tracePt t="40042" x="4559300" y="3035300"/>
          <p14:tracePt t="40066" x="4305300" y="2933700"/>
          <p14:tracePt t="40097" x="4006850" y="2819400"/>
          <p14:tracePt t="40128" x="3663950" y="2679700"/>
          <p14:tracePt t="40161" x="3143250" y="2495550"/>
          <p14:tracePt t="40191" x="2540000" y="2324100"/>
          <p14:tracePt t="40225" x="2000250" y="2178050"/>
          <p14:tracePt t="40258" x="1555750" y="2089150"/>
          <p14:tracePt t="40291" x="1276350" y="2012950"/>
          <p14:tracePt t="40325" x="1187450" y="1974850"/>
          <p14:tracePt t="40363" x="1162050" y="1955800"/>
          <p14:tracePt t="40396" x="1130300" y="1943100"/>
          <p14:tracePt t="40427" x="1098550" y="1917700"/>
          <p14:tracePt t="40459" x="1092200" y="1898650"/>
          <p14:tracePt t="40490" x="1079500" y="1892300"/>
          <p14:tracePt t="40523" x="1066800" y="1885950"/>
          <p14:tracePt t="40573" x="1066800" y="1879600"/>
          <p14:tracePt t="40925" x="1073150" y="1879600"/>
          <p14:tracePt t="40959" x="1085850" y="1892300"/>
          <p14:tracePt t="40989" x="1098550" y="1898650"/>
          <p14:tracePt t="41022" x="1117600" y="1898650"/>
          <p14:tracePt t="41055" x="1181100" y="1898650"/>
          <p14:tracePt t="41088" x="1231900" y="1892300"/>
          <p14:tracePt t="41112" x="1320800" y="1873250"/>
          <p14:tracePt t="41145" x="1377950" y="1873250"/>
          <p14:tracePt t="41176" x="1416050" y="1866900"/>
          <p14:tracePt t="41207" x="1428750" y="1866900"/>
          <p14:tracePt t="41254" x="1441450" y="1866900"/>
          <p14:tracePt t="41338" x="1447800" y="1873250"/>
          <p14:tracePt t="41786" x="1397000" y="1873250"/>
          <p14:tracePt t="41824" x="1270000" y="1866900"/>
          <p14:tracePt t="41868" x="1117600" y="1835150"/>
          <p14:tracePt t="41893" x="996950" y="1816100"/>
          <p14:tracePt t="41926" x="876300" y="1809750"/>
          <p14:tracePt t="41956" x="800100" y="1803400"/>
          <p14:tracePt t="41988" x="742950" y="1803400"/>
          <p14:tracePt t="42022" x="698500" y="1803400"/>
          <p14:tracePt t="42051" x="673100" y="1803400"/>
          <p14:tracePt t="42084" x="647700" y="1797050"/>
          <p14:tracePt t="42118" x="641350" y="1797050"/>
          <p14:tracePt t="42151" x="628650" y="1797050"/>
          <p14:tracePt t="42223" x="622300" y="1797050"/>
          <p14:tracePt t="42367" x="628650" y="1797050"/>
          <p14:tracePt t="42417" x="635000" y="1797050"/>
          <p14:tracePt t="42457" x="641350" y="1797050"/>
          <p14:tracePt t="42503" x="654050" y="1797050"/>
          <p14:tracePt t="42536" x="660400" y="1797050"/>
          <p14:tracePt t="42566" x="679450" y="1797050"/>
          <p14:tracePt t="42600" x="717550" y="1797050"/>
          <p14:tracePt t="42633" x="812800" y="1797050"/>
          <p14:tracePt t="42666" x="977900" y="1797050"/>
          <p14:tracePt t="42716" x="1181100" y="1797050"/>
          <p14:tracePt t="42752" x="1257300" y="1797050"/>
          <p14:tracePt t="42785" x="1308100" y="1797050"/>
          <p14:tracePt t="42849" x="1314450" y="1797050"/>
          <p14:tracePt t="42932" x="1314450" y="1790700"/>
          <p14:tracePt t="43004" x="1314450" y="1784350"/>
          <p14:tracePt t="43115" x="1346200" y="1790700"/>
          <p14:tracePt t="43148" x="1371600" y="1790700"/>
          <p14:tracePt t="43181" x="1466850" y="1809750"/>
          <p14:tracePt t="43214" x="1555750" y="1816100"/>
          <p14:tracePt t="43238" x="1606550" y="1822450"/>
          <p14:tracePt t="43269" x="1644650" y="1828800"/>
          <p14:tracePt t="43300" x="1651000" y="1828800"/>
          <p14:tracePt t="43413" x="1638300" y="1835150"/>
          <p14:tracePt t="43862" x="1606550" y="1835150"/>
          <p14:tracePt t="43895" x="1574800" y="1841500"/>
          <p14:tracePt t="43928" x="1543050" y="1847850"/>
          <p14:tracePt t="43962" x="1492250" y="1860550"/>
          <p14:tracePt t="43995" x="1454150" y="1866900"/>
          <p14:tracePt t="44018" x="1441450" y="1873250"/>
          <p14:tracePt t="44049" x="1390650" y="1879600"/>
          <p14:tracePt t="44081" x="1327150" y="1885950"/>
          <p14:tracePt t="44115" x="1301750" y="1892300"/>
          <p14:tracePt t="44194" x="1301750" y="1898650"/>
          <p14:tracePt t="44228" x="1314450" y="1898650"/>
          <p14:tracePt t="44260" x="1320800" y="1898650"/>
          <p14:tracePt t="44284" x="1333500" y="1898650"/>
          <p14:tracePt t="44315" x="1352550" y="1905000"/>
          <p14:tracePt t="44347" x="1441450" y="1905000"/>
          <p14:tracePt t="44380" x="1670050" y="1924050"/>
          <p14:tracePt t="44410" x="2038350" y="1943100"/>
          <p14:tracePt t="44443" x="2501900" y="1974850"/>
          <p14:tracePt t="44477" x="3289300" y="2082800"/>
          <p14:tracePt t="44496" x="3784600" y="2139950"/>
          <p14:tracePt t="44529" x="4540250" y="2298700"/>
          <p14:tracePt t="44550" x="5035550" y="2432050"/>
          <p14:tracePt t="44583" x="5511800" y="2609850"/>
          <p14:tracePt t="44616" x="5753100" y="2806700"/>
          <p14:tracePt t="44645" x="5778500" y="2857500"/>
          <p14:tracePt t="45091" x="5778500" y="2889250"/>
          <p14:tracePt t="45113" x="5778500" y="2946400"/>
          <p14:tracePt t="45145" x="5765800" y="3073400"/>
          <p14:tracePt t="45160" x="5759450" y="3105150"/>
          <p14:tracePt t="45191" x="5759450" y="3175000"/>
          <p14:tracePt t="45224" x="5759450" y="3232150"/>
          <p14:tracePt t="45257" x="5753100" y="3289300"/>
          <p14:tracePt t="45290" x="5753100" y="3327400"/>
          <p14:tracePt t="45323" x="5746750" y="3359150"/>
          <p14:tracePt t="45347" x="5740400" y="3384550"/>
          <p14:tracePt t="45378" x="5727700" y="3448050"/>
          <p14:tracePt t="45410" x="5721350" y="3498850"/>
          <p14:tracePt t="45440" x="5715000" y="3524250"/>
          <p14:tracePt t="45473" x="5715000" y="3543300"/>
          <p14:tracePt t="45507" x="5708650" y="3543300"/>
          <p14:tracePt t="45645" x="5695950" y="3556000"/>
          <p14:tracePt t="46121" x="5676900" y="3524250"/>
          <p14:tracePt t="46145" x="5670550" y="3505200"/>
          <p14:tracePt t="46175" x="5651500" y="3467100"/>
          <p14:tracePt t="46208" x="5645150" y="3454400"/>
          <p14:tracePt t="46237" x="5619750" y="3435350"/>
          <p14:tracePt t="46270" x="5588000" y="3403600"/>
          <p14:tracePt t="46304" x="5549900" y="3390900"/>
          <p14:tracePt t="46337" x="5486400" y="3390900"/>
          <p14:tracePt t="46370" x="5441950" y="3390900"/>
          <p14:tracePt t="46394" x="5365750" y="3403600"/>
          <p14:tracePt t="46424" x="5283200" y="3435350"/>
          <p14:tracePt t="46456" x="5181600" y="3498850"/>
          <p14:tracePt t="46489" x="5124450" y="3530600"/>
          <p14:tracePt t="46520" x="5029200" y="3594100"/>
          <p14:tracePt t="46539" x="4991100" y="3613150"/>
          <p14:tracePt t="46555" x="4978400" y="3625850"/>
          <p14:tracePt t="46586" x="4940300" y="3638550"/>
          <p14:tracePt t="46619" x="4908550" y="3657600"/>
          <p14:tracePt t="46643" x="4902200" y="3657600"/>
          <p14:tracePt t="46755" x="4908550" y="3657600"/>
          <p14:tracePt t="46802" x="4927600" y="3657600"/>
          <p14:tracePt t="46852" x="4940300" y="3657600"/>
          <p14:tracePt t="46885" x="4978400" y="3657600"/>
          <p14:tracePt t="46918" x="5073650" y="3638550"/>
          <p14:tracePt t="46942" x="5283200" y="3613150"/>
          <p14:tracePt t="46972" x="5568950" y="3581400"/>
          <p14:tracePt t="47004" x="5810250" y="3549650"/>
          <p14:tracePt t="47034" x="5956300" y="3543300"/>
          <p14:tracePt t="47054" x="6007100" y="3543300"/>
          <p14:tracePt t="47084" x="6045200" y="3543300"/>
          <p14:tracePt t="47117" x="6057900" y="3543300"/>
          <p14:tracePt t="47184" x="6057900" y="3562350"/>
          <p14:tracePt t="47981" x="6013450" y="3568700"/>
          <p14:tracePt t="48002" x="5969000" y="3568700"/>
          <p14:tracePt t="48034" x="5835650" y="3575050"/>
          <p14:tracePt t="48067" x="5740400" y="3594100"/>
          <p14:tracePt t="48097" x="5524500" y="3619500"/>
          <p14:tracePt t="48130" x="5353050" y="3644900"/>
          <p14:tracePt t="48167" x="5105400" y="3702050"/>
          <p14:tracePt t="48182" x="5035550" y="3714750"/>
          <p14:tracePt t="48213" x="4889500" y="3746500"/>
          <p14:tracePt t="48247" x="4743450" y="3797300"/>
          <p14:tracePt t="48283" x="4660900" y="3810000"/>
          <p14:tracePt t="48314" x="4591050" y="3822700"/>
          <p14:tracePt t="48347" x="4527550" y="3841750"/>
          <p14:tracePt t="48383" x="4470400" y="3841750"/>
          <p14:tracePt t="48413" x="4451350" y="3829050"/>
          <p14:tracePt t="48446" x="4419600" y="3829050"/>
          <p14:tracePt t="50024" x="4552950" y="3771900"/>
          <p14:tracePt t="50063" x="4705350" y="3695700"/>
          <p14:tracePt t="50107" x="4826000" y="3657600"/>
          <p14:tracePt t="50126" x="4895850" y="3632200"/>
          <p14:tracePt t="50148" x="5003800" y="3625850"/>
          <p14:tracePt t="50190" x="5238750" y="3581400"/>
          <p14:tracePt t="50223" x="5416550" y="3524250"/>
          <p14:tracePt t="50248" x="5499100" y="3492500"/>
          <p14:tracePt t="50274" x="5549900" y="3467100"/>
          <p14:tracePt t="50306" x="5568950" y="3454400"/>
          <p14:tracePt t="50339" x="5594350" y="3441700"/>
          <p14:tracePt t="50406" x="5594350" y="3435350"/>
          <p14:tracePt t="50439" x="5600700" y="3435350"/>
          <p14:tracePt t="50838" x="5600700" y="3403600"/>
          <p14:tracePt t="50856" x="5600700" y="3390900"/>
          <p14:tracePt t="50888" x="5600700" y="3308350"/>
          <p14:tracePt t="50921" x="5600700" y="3213100"/>
          <p14:tracePt t="50954" x="5600700" y="3117850"/>
          <p14:tracePt t="50987" x="5588000" y="2901950"/>
          <p14:tracePt t="51021" x="5588000" y="2755900"/>
          <p14:tracePt t="51039" x="5588000" y="2717800"/>
          <p14:tracePt t="51070" x="5588000" y="2705100"/>
          <p14:tracePt t="51170" x="5581650" y="2717800"/>
          <p14:tracePt t="51220" x="5575300" y="2730500"/>
          <p14:tracePt t="51270" x="5568950" y="2743200"/>
          <p14:tracePt t="51319" x="5562600" y="2755900"/>
          <p14:tracePt t="51386" x="5556250" y="2774950"/>
          <p14:tracePt t="51436" x="5543550" y="2787650"/>
          <p14:tracePt t="51469" x="5524500" y="2806700"/>
          <p14:tracePt t="52535" x="5581650" y="2832100"/>
          <p14:tracePt t="52565" x="5651500" y="2857500"/>
          <p14:tracePt t="52604" x="5842000" y="2895600"/>
          <p14:tracePt t="52636" x="6038850" y="2933700"/>
          <p14:tracePt t="52668" x="6203950" y="2965450"/>
          <p14:tracePt t="52690" x="6273800" y="2984500"/>
          <p14:tracePt t="52719" x="6311900" y="3003550"/>
          <p14:tracePt t="52751" x="6311900" y="3009900"/>
          <p14:tracePt t="52772" x="6305550" y="3028950"/>
          <p14:tracePt t="52820" x="6305550" y="3035300"/>
          <p14:tracePt t="53279" x="6280150" y="3035300"/>
          <p14:tracePt t="53313" x="6223000" y="3028950"/>
          <p14:tracePt t="53337" x="6191250" y="3028950"/>
          <p14:tracePt t="53370" x="6102350" y="3060700"/>
          <p14:tracePt t="53412" x="5905500" y="3130550"/>
          <p14:tracePt t="53437" x="5772150" y="3168650"/>
          <p14:tracePt t="53470" x="5537200" y="3232150"/>
          <p14:tracePt t="53512" x="5384800" y="3251200"/>
          <p14:tracePt t="53538" x="5308600" y="3251200"/>
          <p14:tracePt t="53570" x="5264150" y="3225800"/>
          <p14:tracePt t="53611" x="5232400" y="3200400"/>
          <p14:tracePt t="53645" x="5213350" y="3194050"/>
          <p14:tracePt t="53678" x="5207000" y="3187700"/>
          <p14:tracePt t="53729" x="5219700" y="3187700"/>
          <p14:tracePt t="53778" x="5245100" y="3187700"/>
          <p14:tracePt t="53811" x="5251450" y="3194050"/>
          <p14:tracePt t="53844" x="5314950" y="3200400"/>
          <p14:tracePt t="53877" x="5435600" y="3187700"/>
          <p14:tracePt t="53911" x="5708650" y="3168650"/>
          <p14:tracePt t="53944" x="5886450" y="3168650"/>
          <p14:tracePt t="53977" x="6019800" y="3168650"/>
          <p14:tracePt t="54010" x="6089650" y="3162300"/>
          <p14:tracePt t="54043" x="6115050" y="3162300"/>
          <p14:tracePt t="54076" x="6153150" y="3181350"/>
          <p14:tracePt t="54110" x="6172200" y="3181350"/>
          <p14:tracePt t="54674" x="6172200" y="3168650"/>
          <p14:tracePt t="54708" x="6159500" y="3162300"/>
          <p14:tracePt t="54742" x="6146800" y="3155950"/>
          <p14:tracePt t="54774" x="6127750" y="3143250"/>
          <p14:tracePt t="54808" x="6108700" y="3136900"/>
          <p14:tracePt t="54841" x="6083300" y="3130550"/>
          <p14:tracePt t="54874" x="6019800" y="3117850"/>
          <p14:tracePt t="54907" x="5905500" y="3105150"/>
          <p14:tracePt t="54941" x="5835650" y="3105150"/>
          <p14:tracePt t="54973" x="5772150" y="3105150"/>
          <p14:tracePt t="54992" x="5740400" y="3105150"/>
          <p14:tracePt t="55023" x="5702300" y="3111500"/>
          <p14:tracePt t="55057" x="5689600" y="3130550"/>
          <p14:tracePt t="55093" x="5689600" y="3162300"/>
          <p14:tracePt t="55123" x="5689600" y="3181350"/>
          <p14:tracePt t="55156" x="5702300" y="3238500"/>
          <p14:tracePt t="55178" x="5708650" y="3321050"/>
          <p14:tracePt t="55209" x="5708650" y="3416300"/>
          <p14:tracePt t="55239" x="5708650" y="3492500"/>
          <p14:tracePt t="55273" x="5689600" y="3549650"/>
          <p14:tracePt t="55309" x="5676900" y="3613150"/>
          <p14:tracePt t="55342" x="5670550" y="3632200"/>
          <p14:tracePt t="55372" x="5664200" y="3644900"/>
          <p14:tracePt t="55408" x="5657850" y="3651250"/>
          <p14:tracePt t="55494" x="5657850" y="3644900"/>
          <p14:tracePt t="55526" x="5664200" y="3632200"/>
          <p14:tracePt t="55571" x="5670550" y="3625850"/>
          <p14:tracePt t="55611" x="5689600" y="3619500"/>
          <p14:tracePt t="55640" x="5727700" y="3619500"/>
          <p14:tracePt t="55674" x="5848350" y="3625850"/>
          <p14:tracePt t="55695" x="5975350" y="3625850"/>
          <p14:tracePt t="55726" x="6197600" y="3644900"/>
          <p14:tracePt t="55759" x="6356350" y="3651250"/>
          <p14:tracePt t="55804" x="6388100" y="3651250"/>
          <p14:tracePt t="55843" x="6388100" y="3644900"/>
          <p14:tracePt t="56302" x="6337300" y="3644900"/>
          <p14:tracePt t="56327" x="6305550" y="3632200"/>
          <p14:tracePt t="56360" x="6210300" y="3613150"/>
          <p14:tracePt t="56387" x="6108700" y="3568700"/>
          <p14:tracePt t="56419" x="6007100" y="3536950"/>
          <p14:tracePt t="56443" x="5924550" y="3505200"/>
          <p14:tracePt t="56476" x="5854700" y="3486150"/>
          <p14:tracePt t="56518" x="5803900" y="3473450"/>
          <p14:tracePt t="56551" x="5753100" y="3467100"/>
          <p14:tracePt t="56585" x="5715000" y="3479800"/>
          <p14:tracePt t="56618" x="5670550" y="3498850"/>
          <p14:tracePt t="56651" x="5581650" y="3556000"/>
          <p14:tracePt t="56701" x="5454650" y="3638550"/>
          <p14:tracePt t="56734" x="5372100" y="3714750"/>
          <p14:tracePt t="56769" x="5334000" y="3752850"/>
          <p14:tracePt t="56817" x="5308600" y="3778250"/>
          <p14:tracePt t="56850" x="5308600" y="3790950"/>
          <p14:tracePt t="56883" x="5334000" y="3784600"/>
          <p14:tracePt t="56917" x="5365750" y="3778250"/>
          <p14:tracePt t="56950" x="5391150" y="3771900"/>
          <p14:tracePt t="56983" x="5435600" y="3771900"/>
          <p14:tracePt t="57017" x="5530850" y="3765550"/>
          <p14:tracePt t="57050" x="5651500" y="3759200"/>
          <p14:tracePt t="57083" x="5772150" y="3746500"/>
          <p14:tracePt t="57116" x="5899150" y="3727450"/>
          <p14:tracePt t="57149" x="5962650" y="3721100"/>
          <p14:tracePt t="57182" x="6013450" y="3702050"/>
          <p14:tracePt t="57216" x="6032500" y="3689350"/>
          <p14:tracePt t="57235" x="6038850" y="3689350"/>
          <p14:tracePt t="57365" x="6026150" y="3683000"/>
          <p14:tracePt t="57399" x="5994400" y="3676650"/>
          <p14:tracePt t="57432" x="5924550" y="3663950"/>
          <p14:tracePt t="57465" x="5746750" y="3625850"/>
          <p14:tracePt t="57501" x="5549900" y="3587750"/>
          <p14:tracePt t="57531" x="5359400" y="3581400"/>
          <p14:tracePt t="57565" x="5207000" y="3581400"/>
          <p14:tracePt t="57601" x="5181600" y="3581400"/>
          <p14:tracePt t="57681" x="5207000" y="3575050"/>
          <p14:tracePt t="57715" x="5213350" y="3568700"/>
          <p14:tracePt t="57734" x="5219700" y="3556000"/>
          <p14:tracePt t="57766" x="5232400" y="3549650"/>
          <p14:tracePt t="57800" x="5245100" y="3524250"/>
          <p14:tracePt t="57831" x="5257800" y="3479800"/>
          <p14:tracePt t="57849" x="5270500" y="3429000"/>
          <p14:tracePt t="57880" x="5308600" y="3270250"/>
          <p14:tracePt t="57917" x="5353050" y="3054350"/>
          <p14:tracePt t="57946" x="5365750" y="2984500"/>
          <p14:tracePt t="57980" x="5378450" y="2889250"/>
          <p14:tracePt t="58016" x="5384800" y="2870200"/>
          <p14:tracePt t="58046" x="5391150" y="2857500"/>
          <p14:tracePt t="58080" x="5391150" y="2851150"/>
          <p14:tracePt t="58132" x="5397500" y="2857500"/>
          <p14:tracePt t="58163" x="5397500" y="2876550"/>
          <p14:tracePt t="58201" x="5391150" y="2914650"/>
          <p14:tracePt t="58234" x="5384800" y="2978150"/>
          <p14:tracePt t="58262" x="5378450" y="3079750"/>
          <p14:tracePt t="58286" x="5378450" y="3136900"/>
          <p14:tracePt t="58317" x="5397500" y="3238500"/>
          <p14:tracePt t="58348" x="5416550" y="3308350"/>
          <p14:tracePt t="58378" x="5435600" y="3340100"/>
          <p14:tracePt t="58417" x="5435600" y="3352800"/>
          <p14:tracePt t="58500" x="5441950" y="3359150"/>
          <p14:tracePt t="58564" x="5448300" y="3359150"/>
          <p14:tracePt t="58585" x="5448300" y="3352800"/>
          <p14:tracePt t="58628" x="5448300" y="3340100"/>
          <p14:tracePt t="58648" x="5448300" y="3327400"/>
          <p14:tracePt t="58680" x="5441950" y="3295650"/>
          <p14:tracePt t="58727" x="5422900" y="3200400"/>
          <p14:tracePt t="58748" x="5416550" y="3168650"/>
          <p14:tracePt t="58782" x="5403850" y="3124200"/>
          <p14:tracePt t="58826" x="5397500" y="3117850"/>
          <p14:tracePt t="58866" x="5391150" y="3124200"/>
          <p14:tracePt t="58926" x="5378450" y="3143250"/>
          <p14:tracePt t="58965" x="5359400" y="3162300"/>
          <p14:tracePt t="59009" x="5321300" y="3225800"/>
          <p14:tracePt t="59033" x="5257800" y="3295650"/>
          <p14:tracePt t="59050" x="5226050" y="3333750"/>
          <p14:tracePt t="59080" x="5162550" y="3409950"/>
          <p14:tracePt t="59109" x="5124450" y="3435350"/>
          <p14:tracePt t="59133" x="5060950" y="3479800"/>
          <p14:tracePt t="59166" x="5010150" y="3492500"/>
          <p14:tracePt t="59208" x="4845050" y="3536950"/>
          <p14:tracePt t="59242" x="4749800" y="3549650"/>
          <p14:tracePt t="59250" x="4718050" y="3549650"/>
          <p14:tracePt t="59280" x="4635500" y="3549650"/>
          <p14:tracePt t="59309" x="4565650" y="3562350"/>
          <p14:tracePt t="59342" x="4502150" y="3568700"/>
          <p14:tracePt t="59366" x="4432300" y="3581400"/>
          <p14:tracePt t="59408" x="4343400" y="3581400"/>
          <p14:tracePt t="59441" x="4279900" y="3587750"/>
          <p14:tracePt t="59466" x="4222750" y="3594100"/>
          <p14:tracePt t="59493" x="4171950" y="3594100"/>
          <p14:tracePt t="59524" x="4108450" y="3600450"/>
          <p14:tracePt t="59558" x="4051300" y="3606800"/>
          <p14:tracePt t="59607" x="4025900" y="3606800"/>
          <p14:tracePt t="59640" x="4013200" y="3600450"/>
          <p14:tracePt t="60039" x="3987800" y="3600450"/>
          <p14:tracePt t="60073" x="3956050" y="3600450"/>
          <p14:tracePt t="60106" x="3873500" y="3613150"/>
          <p14:tracePt t="60139" x="3810000" y="3625850"/>
          <p14:tracePt t="60172" x="3625850" y="3651250"/>
          <p14:tracePt t="60206" x="3460750" y="3651250"/>
          <p14:tracePt t="60239" x="3238500" y="3676650"/>
          <p14:tracePt t="60258" x="3162300" y="3689350"/>
          <p14:tracePt t="60289" x="2927350" y="3727450"/>
          <p14:tracePt t="60322" x="2762250" y="3771900"/>
          <p14:tracePt t="60355" x="2622550" y="3810000"/>
          <p14:tracePt t="60388" x="2540000" y="3810000"/>
          <p14:tracePt t="60422" x="2419350" y="3816350"/>
          <p14:tracePt t="60454" x="2330450" y="3822700"/>
          <p14:tracePt t="60488" x="2222500" y="3841750"/>
          <p14:tracePt t="60521" x="2070100" y="3867150"/>
          <p14:tracePt t="60554" x="1962150" y="3879850"/>
          <p14:tracePt t="60587" x="1873250" y="3879850"/>
          <p14:tracePt t="60621" x="1797050" y="3879850"/>
          <p14:tracePt t="60654" x="1739900" y="3867150"/>
          <p14:tracePt t="60687" x="1708150" y="3867150"/>
          <p14:tracePt t="60721" x="1689100" y="3860800"/>
          <p14:tracePt t="60754" x="1657350" y="3854450"/>
          <p14:tracePt t="60789" x="1638300" y="3848100"/>
          <p14:tracePt t="60820" x="1631950" y="3848100"/>
          <p14:tracePt t="61421" x="2070100" y="3848100"/>
          <p14:tracePt t="61451" x="2901950" y="3860800"/>
          <p14:tracePt t="61484" x="4171950" y="3937000"/>
          <p14:tracePt t="61506" x="4610100" y="3994150"/>
          <p14:tracePt t="61538" x="5041900" y="4025900"/>
          <p14:tracePt t="61568" x="5245100" y="4038600"/>
          <p14:tracePt t="61606" x="5391150" y="4006850"/>
          <p14:tracePt t="61639" x="5448300" y="3956050"/>
          <p14:tracePt t="61667" x="5505450" y="3905250"/>
          <p14:tracePt t="61706" x="5537200" y="3803650"/>
          <p14:tracePt t="62215" x="5518150" y="3797300"/>
          <p14:tracePt t="62239" x="5486400" y="3797300"/>
          <p14:tracePt t="62254" x="5480050" y="3797300"/>
          <p14:tracePt t="62286" x="5441950" y="3797300"/>
          <p14:tracePt t="62331" x="5353050" y="3771900"/>
          <p14:tracePt t="62355" x="5308600" y="3759200"/>
          <p14:tracePt t="62386" x="5181600" y="3733800"/>
          <p14:tracePt t="62431" x="5060950" y="3683000"/>
          <p14:tracePt t="62470" x="4978400" y="3619500"/>
          <p14:tracePt t="62499" x="4953000" y="3556000"/>
          <p14:tracePt t="62547" x="4946650" y="3422650"/>
          <p14:tracePt t="62586" x="4959350" y="3340100"/>
          <p14:tracePt t="62630" x="4965700" y="3225800"/>
          <p14:tracePt t="62654" x="4965700" y="3175000"/>
          <p14:tracePt t="62688" x="4959350" y="3155950"/>
          <p14:tracePt t="62730" x="4940300" y="3155950"/>
          <p14:tracePt t="62780" x="4921250" y="3155950"/>
          <p14:tracePt t="62830" x="4902200" y="3155950"/>
          <p14:tracePt t="62896" x="4902200" y="3143250"/>
          <p14:tracePt t="62947" x="4902200" y="3130550"/>
          <p14:tracePt t="62979" x="4914900" y="3117850"/>
          <p14:tracePt t="62997" x="4946650" y="3098800"/>
          <p14:tracePt t="63029" x="5086350" y="3041650"/>
          <p14:tracePt t="63062" x="5384800" y="2908300"/>
          <p14:tracePt t="63086" x="5511800" y="2851150"/>
          <p14:tracePt t="63128" x="5626100" y="2806700"/>
          <p14:tracePt t="63162" x="5657850" y="2781300"/>
          <p14:tracePt t="63195" x="5664200" y="2774950"/>
          <p14:tracePt t="63229" x="5664200" y="2768600"/>
          <p14:tracePt t="63344" x="5651500" y="2781300"/>
          <p14:tracePt t="63378" x="5638800" y="2787650"/>
          <p14:tracePt t="63444" x="5619750" y="2800350"/>
          <p14:tracePt t="63477" x="5613400" y="2806700"/>
          <p14:tracePt t="63511" x="5594350" y="2819400"/>
          <p14:tracePt t="63544" x="5568950" y="2832100"/>
          <p14:tracePt t="63577" x="5492750" y="2876550"/>
          <p14:tracePt t="63611" x="5384800" y="2933700"/>
          <p14:tracePt t="63644" x="5270500" y="2984500"/>
          <p14:tracePt t="63676" x="5181600" y="3009900"/>
          <p14:tracePt t="63710" x="5168900" y="3009900"/>
          <p14:tracePt t="63859" x="5181600" y="3009900"/>
          <p14:tracePt t="63893" x="5194300" y="3009900"/>
          <p14:tracePt t="63926" x="5207000" y="3003550"/>
          <p14:tracePt t="63992" x="5213350" y="3003550"/>
          <p14:tracePt t="64026" x="5232400" y="3003550"/>
          <p14:tracePt t="64076" x="5251450" y="3003550"/>
          <p14:tracePt t="64128" x="5264150" y="3016250"/>
          <p14:tracePt t="64158" x="5289550" y="3028950"/>
          <p14:tracePt t="64192" x="5327650" y="3073400"/>
          <p14:tracePt t="64228" x="5422900" y="3213100"/>
          <p14:tracePt t="64258" x="5486400" y="3352800"/>
          <p14:tracePt t="64291" x="5530850" y="3460750"/>
          <p14:tracePt t="64311" x="5556250" y="3511550"/>
          <p14:tracePt t="64343" x="5575300" y="3568700"/>
          <p14:tracePt t="64374" x="5594350" y="3587750"/>
          <p14:tracePt t="64396" x="5594350" y="3600450"/>
          <p14:tracePt t="64444" x="5600700" y="3606800"/>
          <p14:tracePt t="64544" x="5600700" y="3600450"/>
          <p14:tracePt t="64590" x="5594350" y="3600450"/>
          <p14:tracePt t="65091" x="5568950" y="3600450"/>
          <p14:tracePt t="65113" x="5543550" y="3606800"/>
          <p14:tracePt t="65146" x="5524500" y="3619500"/>
          <p14:tracePt t="65176" x="5499100" y="3632200"/>
          <p14:tracePt t="65222" x="5441950" y="3651250"/>
          <p14:tracePt t="65245" x="5372100" y="3663950"/>
          <p14:tracePt t="65276" x="5289550" y="3683000"/>
          <p14:tracePt t="65321" x="5111750" y="3714750"/>
          <p14:tracePt t="65361" x="5054600" y="3721100"/>
          <p14:tracePt t="65392" x="5022850" y="3727450"/>
          <p14:tracePt t="65420" x="4940300" y="3733800"/>
          <p14:tracePt t="65445" x="4851400" y="3740150"/>
          <p14:tracePt t="65475" x="4565650" y="3778250"/>
          <p14:tracePt t="65520" x="4229100" y="3829050"/>
          <p14:tracePt t="65545" x="3917950" y="3860800"/>
          <p14:tracePt t="65578" x="3613150" y="3905250"/>
          <p14:tracePt t="65605" x="3327400" y="3943350"/>
          <p14:tracePt t="65637" x="3098800" y="3956050"/>
          <p14:tracePt t="65661" x="2984500" y="3956050"/>
          <p14:tracePt t="65694" x="2857500" y="3968750"/>
          <p14:tracePt t="65736" x="2698750" y="3975100"/>
          <p14:tracePt t="65761" x="2679700" y="3975100"/>
          <p14:tracePt t="65794" x="2571750" y="3975100"/>
          <p14:tracePt t="65822" x="2514600" y="3975100"/>
          <p14:tracePt t="65869" x="2444750" y="3962400"/>
          <p14:tracePt t="65893" x="2406650" y="3949700"/>
          <p14:tracePt t="65921" x="2355850" y="3924300"/>
          <p14:tracePt t="65952" x="2311400" y="3905250"/>
          <p14:tracePt t="66400" x="2222500" y="3905250"/>
          <p14:tracePt t="66434" x="2152650" y="3898900"/>
          <p14:tracePt t="66467" x="2025650" y="3886200"/>
          <p14:tracePt t="66501" x="1905000" y="3879850"/>
          <p14:tracePt t="66534" x="1784350" y="3867150"/>
          <p14:tracePt t="66567" x="1651000" y="3873500"/>
          <p14:tracePt t="66600" x="1581150" y="3873500"/>
          <p14:tracePt t="66618" x="1549400" y="3873500"/>
          <p14:tracePt t="66650" x="1517650" y="3879850"/>
          <p14:tracePt t="66683" x="1504950" y="3879850"/>
          <p14:tracePt t="66799" x="1517650" y="3879850"/>
          <p14:tracePt t="66833" x="1530350" y="3879850"/>
          <p14:tracePt t="66882" x="1530350" y="3873500"/>
          <p14:tracePt t="68609" x="1587500" y="3879850"/>
          <p14:tracePt t="68634" x="1657350" y="3892550"/>
          <p14:tracePt t="68667" x="1708150" y="3905250"/>
          <p14:tracePt t="68698" x="1822450" y="3905250"/>
          <p14:tracePt t="68742" x="1917700" y="3911600"/>
          <p14:tracePt t="68767" x="1968500" y="3911600"/>
          <p14:tracePt t="68797" x="2006600" y="3911600"/>
          <p14:tracePt t="68826" x="2019300" y="3911600"/>
          <p14:tracePt t="68850" x="2032000" y="3911600"/>
          <p14:tracePt t="68997" x="2032000" y="3917950"/>
          <p14:tracePt t="69027" x="2051050" y="3917950"/>
          <p14:tracePt t="69075" x="2063750" y="3917950"/>
          <p14:tracePt t="69098" x="2076450" y="3917950"/>
          <p14:tracePt t="69141" x="2133600" y="3937000"/>
          <p14:tracePt t="69174" x="2222500" y="3949700"/>
          <p14:tracePt t="69200" x="2387600" y="3975100"/>
          <p14:tracePt t="69241" x="2743200" y="4025900"/>
          <p14:tracePt t="69274" x="3079750" y="4089400"/>
          <p14:tracePt t="69298" x="3327400" y="4140200"/>
          <p14:tracePt t="69326" x="3625850" y="4222750"/>
          <p14:tracePt t="69357" x="3905250" y="4292600"/>
          <p14:tracePt t="69390" x="3962400" y="4324350"/>
          <p14:tracePt t="69425" x="4032250" y="4356100"/>
          <p14:tracePt t="69457" x="4064000" y="4375150"/>
          <p14:tracePt t="69490" x="4102100" y="4394200"/>
          <p14:tracePt t="69508" x="4133850" y="4413250"/>
          <p14:tracePt t="69540" x="4235450" y="4432300"/>
          <p14:tracePt t="69573" x="4330700" y="4445000"/>
          <p14:tracePt t="69606" x="4432300" y="4457700"/>
          <p14:tracePt t="69640" x="4533900" y="4457700"/>
          <p14:tracePt t="69673" x="4565650" y="4457700"/>
          <p14:tracePt t="69706" x="4572000" y="4451350"/>
          <p14:tracePt t="69739" x="4572000" y="4438650"/>
          <p14:tracePt t="70453" x="4572000" y="4432300"/>
          <p14:tracePt t="70487" x="4578350" y="4425950"/>
          <p14:tracePt t="70508" x="4584700" y="4425950"/>
          <p14:tracePt t="70586" x="4591050" y="4425950"/>
          <p14:tracePt t="70702" x="4578350" y="4406900"/>
          <p14:tracePt t="70739" x="4572000" y="4394200"/>
          <p14:tracePt t="70769" x="4457700" y="4286250"/>
          <p14:tracePt t="70802" x="4254500" y="4095750"/>
          <p14:tracePt t="70839" x="3867150" y="3689350"/>
          <p14:tracePt t="70871" x="3416300" y="3162300"/>
          <p14:tracePt t="70902" x="2952750" y="2616200"/>
          <p14:tracePt t="70941" x="2476500" y="1930400"/>
          <p14:tracePt t="70970" x="2273300" y="1593850"/>
          <p14:tracePt t="71001" x="2190750" y="1460500"/>
          <p14:tracePt t="71026" x="2178050" y="1428750"/>
          <p14:tracePt t="71056" x="2178050" y="1416050"/>
          <p14:tracePt t="71101" x="2184400" y="1416050"/>
          <p14:tracePt t="71141" x="2203450" y="1416050"/>
          <p14:tracePt t="71187" x="2209800" y="1403350"/>
          <p14:tracePt t="71208" x="2241550" y="1339850"/>
          <p14:tracePt t="71242" x="2292350" y="1244600"/>
          <p14:tracePt t="71273" x="2381250" y="1143000"/>
          <p14:tracePt t="71303" x="2444750" y="1098550"/>
          <p14:tracePt t="71350" x="2540000" y="1079500"/>
          <p14:tracePt t="71387" x="2609850" y="1079500"/>
          <p14:tracePt t="71418" x="2654300" y="1079500"/>
          <p14:tracePt t="71457" x="2686050" y="1079500"/>
          <p14:tracePt t="71672" x="2679700" y="1085850"/>
          <p14:tracePt t="71704" x="2647950" y="1098550"/>
          <p14:tracePt t="71732" x="2527300" y="1130300"/>
          <p14:tracePt t="71757" x="2387600" y="1181100"/>
          <p14:tracePt t="71790" x="1993900" y="1327150"/>
          <p14:tracePt t="71832" x="1574800" y="1517650"/>
          <p14:tracePt t="71865" x="1333500" y="1625600"/>
          <p14:tracePt t="71889" x="1231900" y="1670050"/>
          <p14:tracePt t="71917" x="1168400" y="1714500"/>
          <p14:tracePt t="71934" x="1136650" y="1739900"/>
          <p14:tracePt t="71981" x="1117600" y="1746250"/>
          <p14:tracePt t="72147" x="1123950" y="1739900"/>
          <p14:tracePt t="72180" x="1136650" y="1733550"/>
          <p14:tracePt t="72205" x="1168400" y="1720850"/>
          <p14:tracePt t="72232" x="1282700" y="1682750"/>
          <p14:tracePt t="72264" x="1536700" y="1587500"/>
          <p14:tracePt t="72297" x="1885950" y="1473200"/>
          <p14:tracePt t="72331" x="2355850" y="1320800"/>
          <p14:tracePt t="72363" x="2565400" y="1257300"/>
          <p14:tracePt t="72396" x="2844800" y="1181100"/>
          <p14:tracePt t="72430" x="2933700" y="1143000"/>
          <p14:tracePt t="72465" x="2971800" y="1117600"/>
          <p14:tracePt t="72496" x="2984500" y="1117600"/>
          <p14:tracePt t="72696" x="2984500" y="1123950"/>
          <p14:tracePt t="72745" x="2984500" y="1136650"/>
          <p14:tracePt t="72795" x="2984500" y="1155700"/>
          <p14:tracePt t="72829" x="2971800" y="1231900"/>
          <p14:tracePt t="72861" x="2908300" y="1479550"/>
          <p14:tracePt t="72895" x="2794000" y="2101850"/>
          <p14:tracePt t="72928" x="2768600" y="2565400"/>
          <p14:tracePt t="72947" x="2787650" y="2698750"/>
          <p14:tracePt t="72978" x="2959100" y="3162300"/>
          <p14:tracePt t="73011" x="3155950" y="3473450"/>
          <p14:tracePt t="73045" x="3346450" y="3746500"/>
          <p14:tracePt t="73078" x="3505200" y="4019550"/>
          <p14:tracePt t="73111" x="3575050" y="4165600"/>
          <p14:tracePt t="73145" x="3638550" y="4292600"/>
          <p14:tracePt t="73162" x="3644900" y="4311650"/>
          <p14:tracePt t="73194" x="3670300" y="4356100"/>
          <p14:tracePt t="73230" x="3676650" y="4362450"/>
          <p14:tracePt t="73260" x="3670300" y="4375150"/>
          <p14:tracePt t="73294" x="3651250" y="4381500"/>
          <p14:tracePt t="73330" x="3575050" y="4400550"/>
          <p14:tracePt t="73360" x="3492500" y="4438650"/>
          <p14:tracePt t="73394" x="3352800" y="4514850"/>
          <p14:tracePt t="73429" x="3181350" y="4584700"/>
          <p14:tracePt t="73460" x="2984500" y="4635500"/>
          <p14:tracePt t="73494" x="2711450" y="4660900"/>
          <p14:tracePt t="73529" x="2438400" y="4660900"/>
          <p14:tracePt t="73560" x="2216150" y="4622800"/>
          <p14:tracePt t="73578" x="2152650" y="4622800"/>
          <p14:tracePt t="73609" x="1981200" y="4616450"/>
          <p14:tracePt t="73645" x="1898650" y="4629150"/>
          <p14:tracePt t="73675" x="1803400" y="4635500"/>
          <p14:tracePt t="73709" x="1689100" y="4648200"/>
          <p14:tracePt t="73745" x="1625600" y="4654550"/>
          <p14:tracePt t="73775" x="1587500" y="4654550"/>
          <p14:tracePt t="73808" x="1574800" y="4654550"/>
          <p14:tracePt t="74545" x="1866900" y="4629150"/>
          <p14:tracePt t="74577" x="2374900" y="4597400"/>
          <p14:tracePt t="74609" x="3048000" y="4597400"/>
          <p14:tracePt t="74630" x="3498850" y="4603750"/>
          <p14:tracePt t="74663" x="4241800" y="4730750"/>
          <p14:tracePt t="74694" x="4552950" y="4826000"/>
          <p14:tracePt t="74739" x="4768850" y="4914900"/>
          <p14:tracePt t="74763" x="4819650" y="4940300"/>
          <p14:tracePt t="74793" x="4838700" y="4946650"/>
          <p14:tracePt t="74838" x="4857750" y="4959350"/>
          <p14:tracePt t="74862" x="4864100" y="4965700"/>
          <p14:tracePt t="74910" x="4864100" y="4972050"/>
          <p14:tracePt t="74954" x="4889500" y="4997450"/>
          <p14:tracePt t="74993" x="4921250" y="5016500"/>
          <p14:tracePt t="75037" x="4927600" y="5022850"/>
          <p14:tracePt t="75070" x="4933950" y="5022850"/>
          <p14:tracePt t="75110" x="4946650" y="5022850"/>
          <p14:tracePt t="75503" x="4991100" y="5022850"/>
          <p14:tracePt t="75537" x="5181600" y="5022850"/>
          <p14:tracePt t="75569" x="5238750" y="5022850"/>
          <p14:tracePt t="75602" x="5314950" y="5022850"/>
          <p14:tracePt t="75636" x="5346700" y="5022850"/>
          <p14:tracePt t="75668" x="5353050" y="5022850"/>
          <p14:tracePt t="75701" x="5372100" y="5016500"/>
          <p14:tracePt t="75735" x="5378450" y="5016500"/>
          <p14:tracePt t="75768" x="5397500" y="5010150"/>
          <p14:tracePt t="76698" x="5397500" y="5003800"/>
          <p14:tracePt t="76735" x="5397500" y="4984750"/>
          <p14:tracePt t="76768" x="5391150" y="4959350"/>
          <p14:tracePt t="76798" x="5365750" y="4864100"/>
          <p14:tracePt t="76820" x="5283200" y="4533900"/>
          <p14:tracePt t="76836" x="5238750" y="4311650"/>
          <p14:tracePt t="76867" x="5067300" y="3454400"/>
          <p14:tracePt t="76898" x="4864100" y="2368550"/>
          <p14:tracePt t="76937" x="4546600" y="1009650"/>
          <p14:tracePt t="76966" x="4375150" y="412750"/>
          <p14:tracePt t="76998" x="4292600" y="146050"/>
          <p14:tracePt t="77021" x="4279900" y="88900"/>
          <p14:tracePt t="77036" x="4273550" y="57150"/>
          <p14:tracePt t="77069" x="4273550" y="44450"/>
          <p14:tracePt t="77216" x="4267200" y="57150"/>
          <p14:tracePt t="77252" x="4254500" y="63500"/>
          <p14:tracePt t="77284" x="4248150" y="95250"/>
          <p14:tracePt t="77316" x="4241800" y="139700"/>
          <p14:tracePt t="77337" x="4235450" y="190500"/>
          <p14:tracePt t="77367" x="4210050" y="323850"/>
          <p14:tracePt t="77399" x="4171950" y="469900"/>
          <p14:tracePt t="77446" x="4114800" y="679450"/>
          <p14:tracePt t="77454" x="4108450" y="704850"/>
          <p14:tracePt t="77484" x="4095750" y="762000"/>
          <p14:tracePt t="77515" x="4070350" y="889000"/>
          <p14:tracePt t="77536" x="4051300" y="977900"/>
          <p14:tracePt t="77555" x="4038600" y="1054100"/>
          <p14:tracePt t="77584" x="4019550" y="1130300"/>
          <p14:tracePt t="77615" x="4013200" y="1168400"/>
          <p14:tracePt t="77661" x="4013200" y="1174750"/>
          <p14:tracePt t="77761" x="4013200" y="1162050"/>
          <p14:tracePt t="77800" x="4013200" y="1155700"/>
          <p14:tracePt t="77844" x="4019550" y="1143000"/>
          <p14:tracePt t="77868" x="4025900" y="1143000"/>
          <p14:tracePt t="77917" x="4038600" y="1130300"/>
          <p14:tracePt t="77961" x="4057650" y="1130300"/>
          <p14:tracePt t="77985" x="4083050" y="1123950"/>
          <p14:tracePt t="78018" x="4235450" y="1098550"/>
          <p14:tracePt t="78060" x="4489450" y="1092200"/>
          <p14:tracePt t="78094" x="4692650" y="1092200"/>
          <p14:tracePt t="78118" x="4813300" y="1092200"/>
          <p14:tracePt t="78160" x="4953000" y="1104900"/>
          <p14:tracePt t="78193" x="4972050" y="1104900"/>
          <p14:tracePt t="78376" x="4965700" y="1104900"/>
          <p14:tracePt t="78409" x="4946650" y="1104900"/>
          <p14:tracePt t="78443" x="4914900" y="1104900"/>
          <p14:tracePt t="78476" x="4845050" y="1111250"/>
          <p14:tracePt t="78509" x="4686300" y="1111250"/>
          <p14:tracePt t="78543" x="4533900" y="1111250"/>
          <p14:tracePt t="78561" x="4432300" y="1085850"/>
          <p14:tracePt t="78594" x="4324350" y="1060450"/>
          <p14:tracePt t="78618" x="4273550" y="1047750"/>
          <p14:tracePt t="78658" x="4171950" y="1016000"/>
          <p14:tracePt t="78692" x="4114800" y="1003300"/>
          <p14:tracePt t="78725" x="4095750" y="996950"/>
          <p14:tracePt t="78841" x="4102100" y="1009650"/>
          <p14:tracePt t="78907" x="4108450" y="1016000"/>
          <p14:tracePt t="78941" x="4114800" y="1016000"/>
          <p14:tracePt t="79040" x="4121150" y="1022350"/>
          <p14:tracePt t="79140" x="4133850" y="1028700"/>
          <p14:tracePt t="79158" x="4140200" y="1028700"/>
          <p14:tracePt t="79607" x="4279900" y="1073150"/>
          <p14:tracePt t="79641" x="4451350" y="1098550"/>
          <p14:tracePt t="79672" x="4610100" y="1117600"/>
          <p14:tracePt t="79705" x="4775200" y="1130300"/>
          <p14:tracePt t="79726" x="4826000" y="1143000"/>
          <p14:tracePt t="79758" x="4864100" y="1143000"/>
          <p14:tracePt t="79788" x="4908550" y="1149350"/>
          <p14:tracePt t="79821" x="4927600" y="1149350"/>
          <p14:tracePt t="79857" x="4959350" y="1149350"/>
          <p14:tracePt t="79888" x="4972050" y="1155700"/>
          <p14:tracePt t="79925" x="4991100" y="1155700"/>
          <p14:tracePt t="79957" x="5010150" y="1162050"/>
          <p14:tracePt t="79990" x="5022850" y="1168400"/>
          <p14:tracePt t="80020" x="5054600" y="1181100"/>
          <p14:tracePt t="81117" x="5041900" y="1181100"/>
          <p14:tracePt t="81135" x="4997450" y="1181100"/>
          <p14:tracePt t="81166" x="4895850" y="1155700"/>
          <p14:tracePt t="81200" x="4775200" y="1136650"/>
          <p14:tracePt t="81223" x="4629150" y="1104900"/>
          <p14:tracePt t="81266" x="4495800" y="1073150"/>
          <p14:tracePt t="81299" x="4445000" y="1073150"/>
          <p14:tracePt t="81323" x="4425950" y="1073150"/>
          <p14:tracePt t="81365" x="4400550" y="1079500"/>
          <p14:tracePt t="81415" x="4394200" y="1079500"/>
          <p14:tracePt t="81434" x="4381500" y="1085850"/>
          <p14:tracePt t="81482" x="4368800" y="1085850"/>
          <p14:tracePt t="81515" x="4362450" y="1092200"/>
          <p14:tracePt t="81548" x="4349750" y="1098550"/>
          <p14:tracePt t="81581" x="4324350" y="1111250"/>
          <p14:tracePt t="81615" x="4171950" y="1174750"/>
          <p14:tracePt t="81634" x="4013200" y="1270000"/>
          <p14:tracePt t="81666" x="3733800" y="1416050"/>
          <p14:tracePt t="81698" x="3479800" y="1524000"/>
          <p14:tracePt t="81732" x="3194050" y="1625600"/>
          <p14:tracePt t="81750" x="3130550" y="1644650"/>
          <p14:tracePt t="81781" x="2978150" y="1670050"/>
          <p14:tracePt t="81814" x="2870200" y="1676400"/>
          <p14:tracePt t="81847" x="2787650" y="1670050"/>
          <p14:tracePt t="81881" x="2743200" y="1670050"/>
          <p14:tracePt t="81914" x="2717800" y="1670050"/>
          <p14:tracePt t="81947" x="2686050" y="1676400"/>
          <p14:tracePt t="81980" x="2673350" y="1682750"/>
          <p14:tracePt t="82013" x="2660650" y="1701800"/>
          <p14:tracePt t="82063" x="2647950" y="1714500"/>
          <p14:tracePt t="82130" x="2641600" y="1727200"/>
          <p14:tracePt t="82163" x="2641600" y="1739900"/>
          <p14:tracePt t="82196" x="2641600" y="1758950"/>
          <p14:tracePt t="82246" x="2641600" y="1828800"/>
          <p14:tracePt t="82279" x="2641600" y="2006600"/>
          <p14:tracePt t="82312" x="2622550" y="2374900"/>
          <p14:tracePt t="82348" x="2590800" y="2724150"/>
          <p14:tracePt t="82379" x="2546350" y="2921000"/>
          <p14:tracePt t="82397" x="2533650" y="2965450"/>
          <p14:tracePt t="82429" x="2482850" y="3194050"/>
          <p14:tracePt t="82462" x="2419350" y="3403600"/>
          <p14:tracePt t="82495" x="2387600" y="3581400"/>
          <p14:tracePt t="82528" x="2343150" y="3721100"/>
          <p14:tracePt t="82562" x="2311400" y="3873500"/>
          <p14:tracePt t="82595" x="2273300" y="4032250"/>
          <p14:tracePt t="82628" x="2254250" y="4146550"/>
          <p14:tracePt t="82663" x="2247900" y="4178300"/>
          <p14:tracePt t="82694" x="2235200" y="4197350"/>
          <p14:tracePt t="82727" x="2209800" y="4267200"/>
          <p14:tracePt t="82764" x="2190750" y="4292600"/>
          <p14:tracePt t="83079" x="2451100" y="4330700"/>
          <p14:tracePt t="83110" x="2705100" y="4368800"/>
          <p14:tracePt t="83131" x="2971800" y="4457700"/>
          <p14:tracePt t="83148" x="3365500" y="4635500"/>
          <p14:tracePt t="83179" x="3549650" y="4749800"/>
          <p14:tracePt t="83209" x="3714750" y="4883150"/>
          <p14:tracePt t="83248" x="3746500" y="4946650"/>
          <p14:tracePt t="83280" x="3746500" y="4953000"/>
          <p14:tracePt t="83309" x="3727450" y="4972050"/>
          <p14:tracePt t="83333" x="3714750" y="4972050"/>
          <p14:tracePt t="83363" x="3689350" y="4984750"/>
          <p14:tracePt t="83395" x="3676650" y="4984750"/>
          <p14:tracePt t="83425" x="3670300" y="4991100"/>
          <p14:tracePt t="83480" x="3670300" y="5003800"/>
          <p14:tracePt t="83510" x="3663950" y="5010150"/>
          <p14:tracePt t="83564" x="3702050" y="5010150"/>
          <p14:tracePt t="83596" x="3752850" y="4997450"/>
          <p14:tracePt t="83628" x="4076700" y="4946650"/>
          <p14:tracePt t="83649" x="4305300" y="4914900"/>
          <p14:tracePt t="83667" x="4419600" y="4908550"/>
          <p14:tracePt t="83696" x="4762500" y="4908550"/>
          <p14:tracePt t="83727" x="4895850" y="4908550"/>
          <p14:tracePt t="83774" x="4984750" y="4914900"/>
          <p14:tracePt t="83810" x="5003800" y="4914900"/>
          <p14:tracePt t="83896" x="5003800" y="4921250"/>
          <p14:tracePt t="83973" x="4991100" y="4927600"/>
          <p14:tracePt t="84056" x="4984750" y="4927600"/>
          <p14:tracePt t="84112" x="4972050" y="4927600"/>
          <p14:tracePt t="84156" x="4965700" y="4933950"/>
          <p14:tracePt t="84175" x="4965700" y="4940300"/>
          <p14:tracePt t="84272" x="4959350" y="4940300"/>
          <p14:tracePt t="84327" x="4959350" y="4946650"/>
          <p14:tracePt t="84487" x="4959350" y="4940300"/>
          <p14:tracePt t="84521" x="4984750" y="4933950"/>
          <p14:tracePt t="84539" x="5016500" y="4933950"/>
          <p14:tracePt t="84571" x="5149850" y="4921250"/>
          <p14:tracePt t="84604" x="5359400" y="4902200"/>
          <p14:tracePt t="84628" x="5448300" y="4895850"/>
          <p14:tracePt t="84670" x="5568950" y="4889500"/>
          <p14:tracePt t="84690" x="5594350" y="4889500"/>
          <p14:tracePt t="84722" x="5626100" y="4889500"/>
          <p14:tracePt t="84770" x="5638800" y="4889500"/>
          <p14:tracePt t="84887" x="5632450" y="4883150"/>
          <p14:tracePt t="85368" x="5530850" y="4927600"/>
          <p14:tracePt t="85402" x="5245100" y="5060950"/>
          <p14:tracePt t="85435" x="4991100" y="5156200"/>
          <p14:tracePt t="85469" x="4718050" y="5245100"/>
          <p14:tracePt t="85501" x="4406900" y="5295900"/>
          <p14:tracePt t="85534" x="4133850" y="5334000"/>
          <p14:tracePt t="85568" x="3454400" y="5391150"/>
          <p14:tracePt t="85601" x="2984500" y="5416550"/>
          <p14:tracePt t="85634" x="2622550" y="5410200"/>
          <p14:tracePt t="85667" x="2368550" y="5397500"/>
          <p14:tracePt t="85687" x="2165350" y="5391150"/>
          <p14:tracePt t="85719" x="1987550" y="5391150"/>
          <p14:tracePt t="85750" x="1739900" y="5391150"/>
          <p14:tracePt t="85784" x="1619250" y="5403850"/>
          <p14:tracePt t="85817" x="1536700" y="5403850"/>
          <p14:tracePt t="85850" x="1479550" y="5397500"/>
          <p14:tracePt t="85883" x="1466850" y="5397500"/>
          <p14:tracePt t="85917" x="1460500" y="5391150"/>
          <p14:tracePt t="85954" x="1460500" y="5384800"/>
          <p14:tracePt t="85983" x="1460500" y="5378450"/>
          <p14:tracePt t="86016" x="1466850" y="5378450"/>
          <p14:tracePt t="86052" x="1473200" y="5378450"/>
          <p14:tracePt t="86968" x="1555750" y="5384800"/>
          <p14:tracePt t="87003" x="1631950" y="5403850"/>
          <p14:tracePt t="87031" x="1714500" y="5416550"/>
          <p14:tracePt t="87053" x="1752600" y="5416550"/>
          <p14:tracePt t="87083" x="1803400" y="5416550"/>
          <p14:tracePt t="87113" x="1841500" y="5416550"/>
          <p14:tracePt t="87145" x="1860550" y="5429250"/>
          <p14:tracePt t="87178" x="1866900" y="5429250"/>
          <p14:tracePt t="87760" x="1885950" y="5467350"/>
          <p14:tracePt t="87784" x="1905000" y="5511800"/>
          <p14:tracePt t="87818" x="1949450" y="5594350"/>
          <p14:tracePt t="87848" x="1987550" y="5664200"/>
          <p14:tracePt t="87879" x="2012950" y="5740400"/>
          <p14:tracePt t="87910" x="2025650" y="5778500"/>
          <p14:tracePt t="87943" x="2038350" y="5803900"/>
          <p14:tracePt t="87976" x="2044700" y="5822950"/>
          <p14:tracePt t="88009" x="2051050" y="5822950"/>
          <p14:tracePt t="88049" x="2057400" y="5829300"/>
          <p14:tracePt t="88098" x="2063750" y="5835650"/>
          <p14:tracePt t="88130" x="2070100" y="5835650"/>
          <p14:tracePt t="88175" x="2076450" y="5835650"/>
          <p14:tracePt t="88208" x="2082800" y="5835650"/>
          <p14:tracePt t="88676" x="2222500" y="5835650"/>
          <p14:tracePt t="88707" x="2368550" y="5835650"/>
          <p14:tracePt t="88726" x="2457450" y="5835650"/>
          <p14:tracePt t="88758" x="2628900" y="5816600"/>
          <p14:tracePt t="88790" x="2863850" y="5797550"/>
          <p14:tracePt t="88823" x="3067050" y="5810250"/>
          <p14:tracePt t="88848" x="3251200" y="5810250"/>
          <p14:tracePt t="88864" x="3327400" y="5816600"/>
          <p14:tracePt t="88894" x="3397250" y="5816600"/>
          <p14:tracePt t="88926" x="3473450" y="5816600"/>
          <p14:tracePt t="88956" x="3517900" y="5822950"/>
          <p14:tracePt t="88989" x="3562350" y="5829300"/>
          <p14:tracePt t="89022" x="3619500" y="5829300"/>
          <p14:tracePt t="89056" x="3676650" y="5835650"/>
          <p14:tracePt t="89081" x="3759200" y="5842000"/>
          <p14:tracePt t="89113" x="3810000" y="5842000"/>
          <p14:tracePt t="89571" x="4038600" y="5861050"/>
          <p14:tracePt t="89604" x="4235450" y="5854700"/>
          <p14:tracePt t="89628" x="4425950" y="5848350"/>
          <p14:tracePt t="89661" x="4540250" y="5848350"/>
          <p14:tracePt t="89692" x="4603750" y="5848350"/>
          <p14:tracePt t="89723" x="4629150" y="5848350"/>
          <p14:tracePt t="89740" x="4641850" y="5848350"/>
          <p14:tracePt t="89772" x="4654550" y="5848350"/>
          <p14:tracePt t="89803" x="4673600" y="5848350"/>
          <p14:tracePt t="89837" x="4737100" y="5848350"/>
          <p14:tracePt t="89869" x="4768850" y="5848350"/>
          <p14:tracePt t="89893" x="4826000" y="5848350"/>
          <p14:tracePt t="89927" x="4876800" y="5848350"/>
          <p14:tracePt t="89958" x="4908550" y="5848350"/>
          <p14:tracePt t="90005" x="4914900" y="5848350"/>
          <p14:tracePt t="90238" x="4914900" y="5842000"/>
          <p14:tracePt t="90254" x="4927600" y="5842000"/>
          <p14:tracePt t="90284" x="4953000" y="5835650"/>
          <p14:tracePt t="90318" x="5003800" y="5829300"/>
          <p14:tracePt t="90351" x="5149850" y="5822950"/>
          <p14:tracePt t="90385" x="5321300" y="5810250"/>
          <p14:tracePt t="90418" x="5473700" y="5816600"/>
          <p14:tracePt t="90442" x="5607050" y="5816600"/>
          <p14:tracePt t="90473" x="5734050" y="5791200"/>
          <p14:tracePt t="90504" x="5797550" y="5791200"/>
          <p14:tracePt t="90519" x="5816600" y="5784850"/>
          <p14:tracePt t="90552" x="5842000" y="5778500"/>
          <p14:tracePt t="90600" x="5848350" y="5778500"/>
          <p14:tracePt t="91215" x="5784850" y="5778500"/>
          <p14:tracePt t="91239" x="5721350" y="5778500"/>
          <p14:tracePt t="91269" x="5619750" y="5778500"/>
          <p14:tracePt t="91301" x="5435600" y="5778500"/>
          <p14:tracePt t="91331" x="5168900" y="5778500"/>
          <p14:tracePt t="91364" x="4864100" y="5797550"/>
          <p14:tracePt t="91398" x="4432300" y="5829300"/>
          <p14:tracePt t="91431" x="4127500" y="5842000"/>
          <p14:tracePt t="91464" x="3784600" y="5848350"/>
          <p14:tracePt t="91503" x="3524250" y="5842000"/>
          <p14:tracePt t="91536" x="3276600" y="5797550"/>
          <p14:tracePt t="91567" x="3194050" y="5784850"/>
          <p14:tracePt t="91597" x="3105150" y="5765800"/>
          <p14:tracePt t="91630" x="3016250" y="5765800"/>
          <p14:tracePt t="91663" x="2984500" y="5765800"/>
          <p14:tracePt t="91697" x="2971800" y="5765800"/>
          <p14:tracePt t="91722" x="2971800" y="5753100"/>
          <p14:tracePt t="91754" x="3003550" y="5734050"/>
          <p14:tracePt t="91769" x="3048000" y="5715000"/>
          <p14:tracePt t="91801" x="3232150" y="5524500"/>
          <p14:tracePt t="91833" x="3854450" y="4978400"/>
          <p14:tracePt t="91863" x="4711700" y="4222750"/>
          <p14:tracePt t="91896" x="5365750" y="3663950"/>
          <p14:tracePt t="91929" x="5664200" y="3429000"/>
          <p14:tracePt t="91962" x="5702300" y="3371850"/>
          <p14:tracePt t="91987" x="5702300" y="3359150"/>
          <p14:tracePt t="92021" x="5702300" y="3346450"/>
          <p14:tracePt t="92050" x="5689600" y="3340100"/>
          <p14:tracePt t="92082" x="5676900" y="3340100"/>
          <p14:tracePt t="92128" x="5670550" y="3340100"/>
          <p14:tracePt t="92162" x="5638800" y="3346450"/>
          <p14:tracePt t="92196" x="5594350" y="3371850"/>
          <p14:tracePt t="92228" x="5486400" y="3409950"/>
          <p14:tracePt t="92261" x="5238750" y="3505200"/>
          <p14:tracePt t="92300" x="5048250" y="3581400"/>
          <p14:tracePt t="92332" x="4883150" y="3632200"/>
          <p14:tracePt t="92364" x="4813300" y="3638550"/>
          <p14:tracePt t="92394" x="4762500" y="3644900"/>
          <p14:tracePt t="92428" x="4737100" y="3644900"/>
          <p14:tracePt t="92494" x="4737100" y="3638550"/>
          <p14:tracePt t="92550" x="4743450" y="3638550"/>
          <p14:tracePt t="92582" x="4749800" y="3632200"/>
          <p14:tracePt t="92598" x="4762500" y="3632200"/>
          <p14:tracePt t="92660" x="4781550" y="3632200"/>
          <p14:tracePt t="92693" x="4800600" y="3625850"/>
          <p14:tracePt t="92726" x="4921250" y="3619500"/>
          <p14:tracePt t="92759" x="5111750" y="3600450"/>
          <p14:tracePt t="92793" x="5346700" y="3587750"/>
          <p14:tracePt t="92794" x="5422900" y="3587750"/>
          <p14:tracePt t="92817" x="5549900" y="3587750"/>
          <p14:tracePt t="92847" x="5664200" y="3581400"/>
          <p14:tracePt t="92878" x="5708650" y="3575050"/>
          <p14:tracePt t="92909" x="5715000" y="3575050"/>
          <p14:tracePt t="92959" x="5695950" y="3581400"/>
          <p14:tracePt t="92992" x="5638800" y="3581400"/>
          <p14:tracePt t="93026" x="5422900" y="3606800"/>
          <p14:tracePt t="93035" x="5334000" y="3638550"/>
          <p14:tracePt t="93066" x="5124450" y="3676650"/>
          <p14:tracePt t="93096" x="4667250" y="3765550"/>
          <p14:tracePt t="93127" x="4318000" y="3829050"/>
          <p14:tracePt t="93161" x="4006850" y="3886200"/>
          <p14:tracePt t="93191" x="3765550" y="3917950"/>
          <p14:tracePt t="93224" x="3524250" y="3956050"/>
          <p14:tracePt t="93258" x="3403600" y="3968750"/>
          <p14:tracePt t="93291" x="3282950" y="3981450"/>
          <p14:tracePt t="93310" x="3225800" y="3981450"/>
          <p14:tracePt t="93331" x="3181350" y="3981450"/>
          <p14:tracePt t="93362" x="3143250" y="3975100"/>
          <p14:tracePt t="93393" x="3105150" y="3956050"/>
          <p14:tracePt t="93427" x="3073400" y="3956050"/>
          <p14:tracePt t="93457" x="3035300" y="3943350"/>
          <p14:tracePt t="93491" x="3009900" y="3943350"/>
          <p14:tracePt t="93523" x="3003550" y="3949700"/>
          <p14:tracePt t="93557" x="2997200" y="3949700"/>
          <p14:tracePt t="93581" x="3009900" y="3962400"/>
          <p14:tracePt t="93614" x="3048000" y="4000500"/>
          <p14:tracePt t="93644" x="3143250" y="4152900"/>
          <p14:tracePt t="93676" x="3200400" y="4279900"/>
          <p14:tracePt t="93706" x="3238500" y="4476750"/>
          <p14:tracePt t="93740" x="3219450" y="4679950"/>
          <p14:tracePt t="93773" x="3175000" y="4794250"/>
          <p14:tracePt t="93806" x="3111500" y="5010150"/>
          <p14:tracePt t="93825" x="3105150" y="5086350"/>
          <p14:tracePt t="93856" x="3073400" y="5308600"/>
          <p14:tracePt t="93880" x="3086100" y="5441950"/>
          <p14:tracePt t="93911" x="3175000" y="5556250"/>
          <p14:tracePt t="93942" x="3352800" y="5619750"/>
          <p14:tracePt t="93972" x="3644900" y="5651500"/>
          <p14:tracePt t="94005" x="3987800" y="5683250"/>
          <p14:tracePt t="94039" x="4451350" y="5734050"/>
          <p14:tracePt t="94072" x="4635500" y="5772150"/>
          <p14:tracePt t="94105" x="4724400" y="5784850"/>
          <p14:tracePt t="94129" x="4781550" y="5791200"/>
          <p14:tracePt t="94143" x="4787900" y="5791200"/>
          <p14:tracePt t="94176" x="4813300" y="5797550"/>
          <p14:tracePt t="94208" x="4826000" y="5797550"/>
          <p14:tracePt t="94254" x="4826000" y="5803900"/>
          <p14:tracePt t="94372" x="4819650" y="5791200"/>
          <p14:tracePt t="94706" x="4679950" y="5810250"/>
          <p14:tracePt t="94739" x="4286250" y="5854700"/>
          <p14:tracePt t="94769" x="4038600" y="5886450"/>
          <p14:tracePt t="94803" x="3524250" y="5949950"/>
          <p14:tracePt t="94822" x="3384550" y="5962650"/>
          <p14:tracePt t="94852" x="2997200" y="6013450"/>
          <p14:tracePt t="94885" x="2730500" y="6032500"/>
          <p14:tracePt t="94910" x="2609850" y="6038850"/>
          <p14:tracePt t="94940" x="2508250" y="6038850"/>
          <p14:tracePt t="94972" x="2444750" y="6038850"/>
          <p14:tracePt t="95018" x="2438400" y="6038850"/>
          <p14:tracePt t="95051" x="2425700" y="6038850"/>
          <p14:tracePt t="95085" x="2413000" y="6038850"/>
          <p14:tracePt t="95119" x="2393950" y="6038850"/>
          <p14:tracePt t="95151" x="2355850" y="6026150"/>
          <p14:tracePt t="95175" x="2317750" y="6013450"/>
          <p14:tracePt t="95206" x="2292350" y="6013450"/>
          <p14:tracePt t="95237" x="2286000" y="6007100"/>
          <p14:tracePt t="95284" x="2279650" y="6007100"/>
          <p14:tracePt t="95317" x="2279650" y="5994400"/>
          <p14:tracePt t="96222" x="2305050" y="5975350"/>
          <p14:tracePt t="96255" x="2381250" y="5930900"/>
          <p14:tracePt t="96285" x="2413000" y="5911850"/>
          <p14:tracePt t="96317" x="2482850" y="5880100"/>
          <p14:tracePt t="96347" x="2584450" y="5854700"/>
          <p14:tracePt t="96367" x="2660650" y="5848350"/>
          <p14:tracePt t="96384" x="2705100" y="5835650"/>
          <p14:tracePt t="96414" x="2825750" y="5822950"/>
          <p14:tracePt t="96447" x="2971800" y="5822950"/>
          <p14:tracePt t="96480" x="3244850" y="5791200"/>
          <p14:tracePt t="96504" x="3397250" y="5791200"/>
          <p14:tracePt t="96535" x="3619500" y="5765800"/>
          <p14:tracePt t="96566" x="3822700" y="5765800"/>
          <p14:tracePt t="96599" x="4019550" y="5765800"/>
          <p14:tracePt t="96629" x="4070350" y="5765800"/>
          <p14:tracePt t="96663" x="4089400" y="5759450"/>
          <p14:tracePt t="96696" x="4114800" y="5753100"/>
          <p14:tracePt t="97127" x="4292600" y="5803900"/>
          <p14:tracePt t="97162" x="4584700" y="5924550"/>
          <p14:tracePt t="97194" x="4781550" y="6007100"/>
          <p14:tracePt t="97227" x="4902200" y="6089650"/>
          <p14:tracePt t="97261" x="4953000" y="6127750"/>
          <p14:tracePt t="97284" x="4965700" y="6146800"/>
          <p14:tracePt t="97315" x="4972050" y="6159500"/>
          <p14:tracePt t="97363" x="4972050" y="6165850"/>
          <p14:tracePt t="97412" x="4972050" y="6172200"/>
          <p14:tracePt t="97510" x="4978400" y="6172200"/>
          <p14:tracePt t="97598" x="4972050" y="6184900"/>
          <p14:tracePt t="97878" x="5080000" y="6203950"/>
          <p14:tracePt t="97912" x="5295900" y="6210300"/>
          <p14:tracePt t="97942" x="5410200" y="6210300"/>
          <p14:tracePt t="97975" x="5626100" y="6235700"/>
          <p14:tracePt t="97993" x="5651500" y="6248400"/>
          <p14:tracePt t="98025" x="5708650" y="6254750"/>
          <p14:tracePt t="98081" x="5708650" y="6261100"/>
          <p14:tracePt t="98112" x="5689600" y="6261100"/>
          <p14:tracePt t="98144" x="5626100" y="6261100"/>
          <p14:tracePt t="98177" x="5581650" y="6261100"/>
          <p14:tracePt t="98207" x="5416550" y="6292850"/>
          <p14:tracePt t="98241" x="5181600" y="6343650"/>
          <p14:tracePt t="98274" x="4921250" y="6407150"/>
          <p14:tracePt t="98307" x="4495800" y="6464300"/>
          <p14:tracePt t="98346" x="4292600" y="6477000"/>
          <p14:tracePt t="98379" x="4083050" y="6496050"/>
          <p14:tracePt t="98395" x="4051300" y="6496050"/>
          <p14:tracePt t="98425" x="3987800" y="6502400"/>
          <p14:tracePt t="98456" x="3981450" y="6502400"/>
          <p14:tracePt t="98490" x="3975100" y="6508750"/>
          <p14:tracePt t="98556" x="3975100" y="6515100"/>
          <p14:tracePt t="98606" x="3968750" y="6521450"/>
          <p14:tracePt t="98627" x="3962400" y="6521450"/>
          <p14:tracePt t="98675" x="3956050" y="6527800"/>
          <p14:tracePt t="98739" x="3943350" y="6534150"/>
          <p14:tracePt t="98805" x="3924300" y="6534150"/>
          <p14:tracePt t="98838" x="3917950" y="6534150"/>
          <p14:tracePt t="98862" x="3905250" y="6534150"/>
          <p14:tracePt t="98893" x="3873500" y="6540500"/>
          <p14:tracePt t="98927" x="3841750" y="6540500"/>
          <p14:tracePt t="98956" x="3810000" y="6546850"/>
          <p14:tracePt t="98988" x="3790950" y="6553200"/>
          <p14:tracePt t="99038" x="3784600" y="6553200"/>
          <p14:tracePt t="99127" x="3784600" y="6546850"/>
          <p14:tracePt t="99159" x="3803650" y="6540500"/>
          <p14:tracePt t="99190" x="3816350" y="6534150"/>
          <p14:tracePt t="99224" x="3829050" y="6521450"/>
          <p14:tracePt t="99254" x="3892550" y="6489700"/>
          <p14:tracePt t="99287" x="4064000" y="6381750"/>
          <p14:tracePt t="99320" x="4445000" y="6134100"/>
          <p14:tracePt t="99353" x="4718050" y="5930900"/>
          <p14:tracePt t="99377" x="4895850" y="5810250"/>
          <p14:tracePt t="99395" x="5060950" y="5670550"/>
          <p14:tracePt t="99425" x="5308600" y="5467350"/>
          <p14:tracePt t="99456" x="5505450" y="5238750"/>
          <p14:tracePt t="99489" x="5651500" y="5041900"/>
          <p14:tracePt t="99519" x="5676900" y="4984750"/>
          <p14:tracePt t="114291" x="5651500" y="4953000"/>
          <p14:tracePt t="114323" x="5600700" y="4902200"/>
          <p14:tracePt t="114355" x="5473700" y="4775200"/>
          <p14:tracePt t="114385" x="5340350" y="4616450"/>
          <p14:tracePt t="114421" x="5187950" y="4451350"/>
          <p14:tracePt t="114454" x="5010150" y="4203700"/>
          <p14:tracePt t="114485" x="4895850" y="4025900"/>
          <p14:tracePt t="114506" x="4819650" y="3879850"/>
          <p14:tracePt t="114537" x="4718050" y="3575050"/>
          <p14:tracePt t="114570" x="4667250" y="3409950"/>
          <p14:tracePt t="114606" x="4629150" y="3282950"/>
          <p14:tracePt t="114638" x="4591050" y="3232150"/>
          <p14:tracePt t="114669" x="4559300" y="3181350"/>
          <p14:tracePt t="114691" x="4514850" y="3124200"/>
          <p14:tracePt t="114724" x="4464050" y="3067050"/>
          <p14:tracePt t="114755" x="4432300" y="3041650"/>
          <p14:tracePt t="114786" x="4413250" y="3028950"/>
          <p14:tracePt t="114822" x="4400550" y="3028950"/>
          <p14:tracePt t="114856" x="4394200" y="3028950"/>
          <p14:tracePt t="114886" x="4375150" y="3035300"/>
          <p14:tracePt t="114933" x="4362450" y="30353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14400"/>
            <a:ext cx="8610600" cy="49530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 smtClean="0">
                <a:solidFill>
                  <a:srgbClr val="CC00F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pass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smtClean="0">
                <a:solidFill>
                  <a:srgbClr val="CC00F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pass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g()</a:t>
            </a:r>
            <a:endParaRPr lang="en-US" altLang="zh-TW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is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 </a:t>
            </a:r>
            <a:r>
              <a:rPr lang="en-US" altLang="zh-TW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endParaRPr lang="en-US" altLang="zh-TW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996633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f()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()</a:t>
            </a:r>
            <a:endParaRPr lang="en-US" altLang="zh-TW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996633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f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  <a:endParaRPr lang="en-US" altLang="zh-TW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 </a:t>
            </a:r>
            <a:r>
              <a:rPr lang="en-US" altLang="zh-TW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endParaRPr lang="en-US" altLang="zh-TW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996633"/>
                </a:solidFill>
                <a:latin typeface="Lucida Console" panose="020B0609040504020204" pitchFamily="49" charset="0"/>
              </a:rPr>
              <a:t>R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Q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g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  <a:endParaRPr lang="en-US" altLang="zh-TW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 bwMode="auto">
          <a:xfrm>
            <a:off x="381000" y="762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b="1" kern="0" smtClean="0">
                <a:latin typeface="Lucida Console" panose="020B0609040504020204" pitchFamily="49" charset="0"/>
              </a:rPr>
              <a:t>isinstance()</a:t>
            </a:r>
            <a:endParaRPr lang="zh-TW" altLang="en-US" sz="4400" b="1" kern="0" dirty="0"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01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783"/>
    </mc:Choice>
    <mc:Fallback>
      <p:transition spd="slow" advTm="927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779" x="4260850" y="2908300"/>
          <p14:tracePt t="1814" x="4171950" y="2813050"/>
          <p14:tracePt t="1845" x="4102100" y="2743200"/>
          <p14:tracePt t="1878" x="4006850" y="2660650"/>
          <p14:tracePt t="1914" x="3924300" y="2571750"/>
          <p14:tracePt t="1945" x="3822700" y="2470150"/>
          <p14:tracePt t="1963" x="3778250" y="2432050"/>
          <p14:tracePt t="1998" x="3695700" y="2355850"/>
          <p14:tracePt t="2033" x="3625850" y="2254250"/>
          <p14:tracePt t="2063" x="3562350" y="2171700"/>
          <p14:tracePt t="2083" x="3517900" y="2114550"/>
          <p14:tracePt t="2116" x="3435350" y="1974850"/>
          <p14:tracePt t="2147" x="3371850" y="1860550"/>
          <p14:tracePt t="2177" x="3308350" y="1765300"/>
          <p14:tracePt t="2199" x="3289300" y="1739900"/>
          <p14:tracePt t="2230" x="3276600" y="1714500"/>
          <p14:tracePt t="2263" x="3257550" y="1695450"/>
          <p14:tracePt t="2286" x="3251200" y="1689100"/>
          <p14:tracePt t="2315" x="3232150" y="1676400"/>
          <p14:tracePt t="2346" x="3225800" y="1670050"/>
          <p14:tracePt t="2362" x="3219450" y="1663700"/>
          <p14:tracePt t="2401" x="3213100" y="1644650"/>
          <p14:tracePt t="2431" x="3181350" y="1612900"/>
          <p14:tracePt t="2462" x="3143250" y="1555750"/>
          <p14:tracePt t="2500" x="3041650" y="1447800"/>
          <p14:tracePt t="2514" x="3016250" y="1416050"/>
          <p14:tracePt t="2548" x="2965450" y="1371600"/>
          <p14:tracePt t="2578" x="2901950" y="1352550"/>
          <p14:tracePt t="2615" x="2838450" y="1346200"/>
          <p14:tracePt t="2648" x="2781300" y="1339850"/>
          <p14:tracePt t="2679" x="2743200" y="1333500"/>
          <p14:tracePt t="2716" x="2717800" y="1333500"/>
          <p14:tracePt t="2761" x="2705100" y="1333500"/>
          <p14:tracePt t="2807" x="2698750" y="1333500"/>
          <p14:tracePt t="3439" x="2711450" y="1339850"/>
          <p14:tracePt t="3464" x="2736850" y="1352550"/>
          <p14:tracePt t="3490" x="2774950" y="1365250"/>
          <p14:tracePt t="3522" x="2806700" y="1377950"/>
          <p14:tracePt t="3555" x="2838450" y="1390650"/>
          <p14:tracePt t="3605" x="2870200" y="1403350"/>
          <p14:tracePt t="3638" x="2882900" y="1409700"/>
          <p14:tracePt t="3664" x="2882900" y="1416050"/>
          <p14:tracePt t="3705" x="2895600" y="1416050"/>
          <p14:tracePt t="4203" x="2914650" y="1416050"/>
          <p14:tracePt t="4236" x="2959100" y="1409700"/>
          <p14:tracePt t="4270" x="3041650" y="1390650"/>
          <p14:tracePt t="4288" x="3060700" y="1384300"/>
          <p14:tracePt t="4319" x="3162300" y="1371600"/>
          <p14:tracePt t="4353" x="3219450" y="1358900"/>
          <p14:tracePt t="4386" x="3257550" y="1358900"/>
          <p14:tracePt t="4405" x="3270250" y="1358900"/>
          <p14:tracePt t="4435" x="3276600" y="1358900"/>
          <p14:tracePt t="4489" x="3276600" y="1352550"/>
          <p14:tracePt t="4535" x="3263900" y="1352550"/>
          <p14:tracePt t="4908" x="3213100" y="1485900"/>
          <p14:tracePt t="4936" x="3149600" y="1676400"/>
          <p14:tracePt t="4967" x="3054350" y="1873250"/>
          <p14:tracePt t="4989" x="3003550" y="1968500"/>
          <p14:tracePt t="5020" x="2971800" y="2032000"/>
          <p14:tracePt t="5054" x="2952750" y="2051050"/>
          <p14:tracePt t="5107" x="2946400" y="2057400"/>
          <p14:tracePt t="5170" x="2946400" y="2063750"/>
          <p14:tracePt t="5323" x="2933700" y="2063750"/>
          <p14:tracePt t="5355" x="2901950" y="2057400"/>
          <p14:tracePt t="5384" x="2857500" y="2044700"/>
          <p14:tracePt t="5409" x="2800350" y="2032000"/>
          <p14:tracePt t="5438" x="2711450" y="2012950"/>
          <p14:tracePt t="5468" x="2635250" y="1993900"/>
          <p14:tracePt t="5491" x="2597150" y="1987550"/>
          <p14:tracePt t="5524" x="2578100" y="1981200"/>
          <p14:tracePt t="5655" x="2590800" y="1981200"/>
          <p14:tracePt t="5687" x="2603500" y="1981200"/>
          <p14:tracePt t="5731" x="2635250" y="1981200"/>
          <p14:tracePt t="5753" x="2698750" y="1987550"/>
          <p14:tracePt t="5784" x="2794000" y="1993900"/>
          <p14:tracePt t="5830" x="2921000" y="1993900"/>
          <p14:tracePt t="5857" x="2997200" y="2000250"/>
          <p14:tracePt t="5887" x="3054350" y="2006600"/>
          <p14:tracePt t="5917" x="3086100" y="2012950"/>
          <p14:tracePt t="5956" x="3105150" y="2012950"/>
          <p14:tracePt t="5986" x="3111500" y="2032000"/>
          <p14:tracePt t="6379" x="3155950" y="2044700"/>
          <p14:tracePt t="6397" x="3181350" y="2044700"/>
          <p14:tracePt t="6428" x="3263900" y="2051050"/>
          <p14:tracePt t="6455" x="3314700" y="2082800"/>
          <p14:tracePt t="6487" x="3333750" y="2095500"/>
          <p14:tracePt t="6528" x="3359150" y="2114550"/>
          <p14:tracePt t="6561" x="3359150" y="2133600"/>
          <p14:tracePt t="6594" x="3352800" y="2146300"/>
          <p14:tracePt t="7359" x="3340100" y="2127250"/>
          <p14:tracePt t="7392" x="3321050" y="2095500"/>
          <p14:tracePt t="7429" x="3289300" y="2025650"/>
          <p14:tracePt t="7459" x="3263900" y="1974850"/>
          <p14:tracePt t="7491" x="3232150" y="1898650"/>
          <p14:tracePt t="7528" x="3219450" y="1866900"/>
          <p14:tracePt t="7558" x="3206750" y="1847850"/>
          <p14:tracePt t="7591" x="3194050" y="1816100"/>
          <p14:tracePt t="7629" x="3194050" y="1803400"/>
          <p14:tracePt t="7674" x="3194050" y="1797050"/>
          <p14:tracePt t="7724" x="3187700" y="1784350"/>
          <p14:tracePt t="7757" x="3175000" y="1771650"/>
          <p14:tracePt t="7797" x="3168650" y="1771650"/>
          <p14:tracePt t="7831" x="3149600" y="1752600"/>
          <p14:tracePt t="7863" x="3098800" y="1727200"/>
          <p14:tracePt t="7892" x="3035300" y="1682750"/>
          <p14:tracePt t="7923" x="2965450" y="1638300"/>
          <p14:tracePt t="7957" x="2889250" y="1600200"/>
          <p14:tracePt t="7976" x="2863850" y="1581150"/>
          <p14:tracePt t="8008" x="2832100" y="1562100"/>
          <p14:tracePt t="8033" x="2813050" y="1543050"/>
          <p14:tracePt t="8065" x="2806700" y="1530350"/>
          <p14:tracePt t="8095" x="2794000" y="1524000"/>
          <p14:tracePt t="8126" x="2774950" y="1498600"/>
          <p14:tracePt t="8156" x="2743200" y="1473200"/>
          <p14:tracePt t="8189" x="2692400" y="1435100"/>
          <p14:tracePt t="8223" x="2635250" y="1377950"/>
          <p14:tracePt t="8255" x="2616200" y="1358900"/>
          <p14:tracePt t="8289" x="2609850" y="1352550"/>
          <p14:tracePt t="8329" x="2609850" y="1346200"/>
          <p14:tracePt t="8472" x="2609850" y="1339850"/>
          <p14:tracePt t="8538" x="2609850" y="1327150"/>
          <p14:tracePt t="8594" x="2609850" y="1314450"/>
          <p14:tracePt t="8641" x="2609850" y="1308100"/>
          <p14:tracePt t="8738" x="2609850" y="1301750"/>
          <p14:tracePt t="8804" x="2622550" y="1295400"/>
          <p14:tracePt t="8830" x="2622550" y="1282700"/>
          <p14:tracePt t="9551" x="2647950" y="1282700"/>
          <p14:tracePt t="9584" x="2667000" y="1282700"/>
          <p14:tracePt t="9610" x="2698750" y="1282700"/>
          <p14:tracePt t="9643" x="2711450" y="1282700"/>
          <p14:tracePt t="9673" x="2717800" y="1282700"/>
          <p14:tracePt t="9704" x="2717800" y="1289050"/>
          <p14:tracePt t="9767" x="2724150" y="1289050"/>
          <p14:tracePt t="9883" x="2724150" y="1295400"/>
          <p14:tracePt t="9924" x="2730500" y="1301750"/>
          <p14:tracePt t="9970" x="2730500" y="1308100"/>
          <p14:tracePt t="10001" x="2736850" y="1308100"/>
          <p14:tracePt t="10050" x="2743200" y="1320800"/>
          <p14:tracePt t="10099" x="2749550" y="1333500"/>
          <p14:tracePt t="10125" x="2749550" y="1339850"/>
          <p14:tracePt t="10157" x="2749550" y="1346200"/>
          <p14:tracePt t="10188" x="2762250" y="1377950"/>
          <p14:tracePt t="10219" x="2774950" y="1409700"/>
          <p14:tracePt t="10252" x="2813050" y="1504950"/>
          <p14:tracePt t="10282" x="2844800" y="1587500"/>
          <p14:tracePt t="10315" x="2863850" y="1657350"/>
          <p14:tracePt t="10348" x="2882900" y="1701800"/>
          <p14:tracePt t="10382" x="2889250" y="1727200"/>
          <p14:tracePt t="10407" x="2889250" y="1739900"/>
          <p14:tracePt t="10440" x="2889250" y="1758950"/>
          <p14:tracePt t="10471" x="2889250" y="1778000"/>
          <p14:tracePt t="10501" x="2889250" y="1784350"/>
          <p14:tracePt t="10535" x="2889250" y="1797050"/>
          <p14:tracePt t="10581" x="2895600" y="1822450"/>
          <p14:tracePt t="10614" x="2901950" y="1860550"/>
          <p14:tracePt t="10647" x="2914650" y="1905000"/>
          <p14:tracePt t="10681" x="2927350" y="1981200"/>
          <p14:tracePt t="10720" x="2927350" y="2012950"/>
          <p14:tracePt t="10767" x="2927350" y="2019300"/>
          <p14:tracePt t="10814" x="2927350" y="2025650"/>
          <p14:tracePt t="10863" x="2914650" y="2038350"/>
          <p14:tracePt t="10913" x="2901950" y="2044700"/>
          <p14:tracePt t="10963" x="2870200" y="2076450"/>
          <p14:tracePt t="11002" x="2825750" y="2152650"/>
          <p14:tracePt t="11033" x="2787650" y="2216150"/>
          <p14:tracePt t="11062" x="2768600" y="2254250"/>
          <p14:tracePt t="11096" x="2743200" y="2273300"/>
          <p14:tracePt t="11145" x="2736850" y="2273300"/>
          <p14:tracePt t="11179" x="2736850" y="2266950"/>
          <p14:tracePt t="11219" x="2736850" y="2254250"/>
          <p14:tracePt t="11269" x="2736850" y="2241550"/>
          <p14:tracePt t="11297" x="2736850" y="2235200"/>
          <p14:tracePt t="11332" x="2730500" y="2216150"/>
          <p14:tracePt t="11361" x="2730500" y="2184400"/>
          <p14:tracePt t="11395" x="2724150" y="2133600"/>
          <p14:tracePt t="11413" x="2724150" y="2114550"/>
          <p14:tracePt t="11437" x="2724150" y="2044700"/>
          <p14:tracePt t="11470" x="2730500" y="1974850"/>
          <p14:tracePt t="11503" x="2743200" y="1911350"/>
          <p14:tracePt t="11533" x="2749550" y="1905000"/>
          <p14:tracePt t="11594" x="2755900" y="1905000"/>
          <p14:tracePt t="11627" x="2762250" y="1905000"/>
          <p14:tracePt t="11659" x="2768600" y="1905000"/>
          <p14:tracePt t="11694" x="2781300" y="1905000"/>
          <p14:tracePt t="11720" x="2787650" y="1905000"/>
          <p14:tracePt t="11767" x="2794000" y="1905000"/>
          <p14:tracePt t="11799" x="2806700" y="1905000"/>
          <p14:tracePt t="11830" x="2813050" y="1905000"/>
          <p14:tracePt t="11860" x="2819400" y="1905000"/>
          <p14:tracePt t="11926" x="2832100" y="1905000"/>
          <p14:tracePt t="11976" x="2838450" y="1911350"/>
          <p14:tracePt t="12002" x="2844800" y="1917700"/>
          <p14:tracePt t="12032" x="2851150" y="1924050"/>
          <p14:tracePt t="12079" x="2857500" y="1924050"/>
          <p14:tracePt t="12113" x="2870200" y="1930400"/>
          <p14:tracePt t="12142" x="2882900" y="1930400"/>
          <p14:tracePt t="12192" x="2889250" y="1924050"/>
          <p14:tracePt t="12225" x="2889250" y="1898650"/>
          <p14:tracePt t="12275" x="2870200" y="1752600"/>
          <p14:tracePt t="12315" x="2825750" y="1549400"/>
          <p14:tracePt t="12347" x="2800350" y="1416050"/>
          <p14:tracePt t="12378" x="2774950" y="1301750"/>
          <p14:tracePt t="12393" x="2774950" y="1282700"/>
          <p14:tracePt t="12425" x="2755900" y="1238250"/>
          <p14:tracePt t="12458" x="2743200" y="1212850"/>
          <p14:tracePt t="12477" x="2736850" y="1206500"/>
          <p14:tracePt t="12500" x="2730500" y="1206500"/>
          <p14:tracePt t="12533" x="2730500" y="1200150"/>
          <p14:tracePt t="12562" x="2724150" y="1206500"/>
          <p14:tracePt t="12595" x="2724150" y="1219200"/>
          <p14:tracePt t="12625" x="2724150" y="1231900"/>
          <p14:tracePt t="12656" x="2724150" y="1250950"/>
          <p14:tracePt t="12690" x="2730500" y="1358900"/>
          <p14:tracePt t="12724" x="2749550" y="1555750"/>
          <p14:tracePt t="12757" x="2755900" y="1797050"/>
          <p14:tracePt t="12783" x="2768600" y="1968500"/>
          <p14:tracePt t="12815" x="2768600" y="2032000"/>
          <p14:tracePt t="12845" x="2768600" y="2044700"/>
          <p14:tracePt t="13126" x="2774950" y="2038350"/>
          <p14:tracePt t="13159" x="2800350" y="2032000"/>
          <p14:tracePt t="13189" x="2844800" y="2019300"/>
          <p14:tracePt t="13222" x="2927350" y="1987550"/>
          <p14:tracePt t="13255" x="3016250" y="1968500"/>
          <p14:tracePt t="13288" x="3067050" y="1949450"/>
          <p14:tracePt t="13313" x="3098800" y="1943100"/>
          <p14:tracePt t="13348" x="3105150" y="1936750"/>
          <p14:tracePt t="13393" x="3111500" y="1924050"/>
          <p14:tracePt t="13422" x="3092450" y="1898650"/>
          <p14:tracePt t="13454" x="3067050" y="1854200"/>
          <p14:tracePt t="13487" x="3009900" y="1758950"/>
          <p14:tracePt t="13520" x="2927350" y="1625600"/>
          <p14:tracePt t="13553" x="2813050" y="1435100"/>
          <p14:tracePt t="13587" x="2736850" y="1314450"/>
          <p14:tracePt t="13611" x="2673350" y="1231900"/>
          <p14:tracePt t="13641" x="2641600" y="1200150"/>
          <p14:tracePt t="13674" x="2609850" y="1155700"/>
          <p14:tracePt t="13703" x="2603500" y="1136650"/>
          <p14:tracePt t="13736" x="2597150" y="1136650"/>
          <p14:tracePt t="13886" x="2597150" y="1143000"/>
          <p14:tracePt t="13939" x="2603500" y="1149350"/>
          <p14:tracePt t="13971" x="2616200" y="1174750"/>
          <p14:tracePt t="14002" x="2686050" y="1358900"/>
          <p14:tracePt t="14037" x="2768600" y="1670050"/>
          <p14:tracePt t="14068" x="2819400" y="2038350"/>
          <p14:tracePt t="14102" x="2857500" y="2413000"/>
          <p14:tracePt t="14151" x="2901950" y="2603500"/>
          <p14:tracePt t="14173" x="2921000" y="2660650"/>
          <p14:tracePt t="14204" x="2933700" y="2673350"/>
          <p14:tracePt t="14650" x="2914650" y="2609850"/>
          <p14:tracePt t="14674" x="2876550" y="2457450"/>
          <p14:tracePt t="14688" x="2870200" y="2406650"/>
          <p14:tracePt t="14722" x="2813050" y="2254250"/>
          <p14:tracePt t="14750" x="2768600" y="2165350"/>
          <p14:tracePt t="14783" x="2736850" y="2120900"/>
          <p14:tracePt t="14816" x="2717800" y="2089150"/>
          <p14:tracePt t="14849" x="2711450" y="2082800"/>
          <p14:tracePt t="14882" x="2705100" y="2082800"/>
          <p14:tracePt t="15251" x="2698750" y="2082800"/>
          <p14:tracePt t="15281" x="2698750" y="2076450"/>
          <p14:tracePt t="15331" x="2698750" y="2070100"/>
          <p14:tracePt t="15364" x="2692400" y="2070100"/>
          <p14:tracePt t="15414" x="2686050" y="2063750"/>
          <p14:tracePt t="15517" x="2698750" y="2063750"/>
          <p14:tracePt t="15533" x="2711450" y="2063750"/>
          <p14:tracePt t="15563" x="2762250" y="2063750"/>
          <p14:tracePt t="15597" x="2895600" y="2051050"/>
          <p14:tracePt t="15630" x="2984500" y="2044700"/>
          <p14:tracePt t="15663" x="3035300" y="2032000"/>
          <p14:tracePt t="15687" x="3054350" y="2032000"/>
          <p14:tracePt t="15765" x="3060700" y="2025650"/>
          <p14:tracePt t="15879" x="3060700" y="2012950"/>
          <p14:tracePt t="15912" x="3054350" y="1993900"/>
          <p14:tracePt t="15946" x="3003550" y="1898650"/>
          <p14:tracePt t="15984" x="2901950" y="1682750"/>
          <p14:tracePt t="16017" x="2762250" y="1346200"/>
          <p14:tracePt t="16048" x="2647950" y="1041400"/>
          <p14:tracePt t="16080" x="2559050" y="863600"/>
          <p14:tracePt t="16111" x="2552700" y="831850"/>
          <p14:tracePt t="16178" x="2552700" y="850900"/>
          <p14:tracePt t="16228" x="2578100" y="882650"/>
          <p14:tracePt t="16267" x="2628900" y="946150"/>
          <p14:tracePt t="16299" x="2787650" y="1225550"/>
          <p14:tracePt t="16330" x="2870200" y="1422400"/>
          <p14:tracePt t="16361" x="3035300" y="1924050"/>
          <p14:tracePt t="16394" x="3073400" y="2190750"/>
          <p14:tracePt t="16427" x="3092450" y="2330450"/>
          <p14:tracePt t="16460" x="3054350" y="2508250"/>
          <p14:tracePt t="16992" x="2978150" y="2533650"/>
          <p14:tracePt t="17042" x="2819400" y="2616200"/>
          <p14:tracePt t="17080" x="2717800" y="2654300"/>
          <p14:tracePt t="17111" x="2559050" y="2692400"/>
          <p14:tracePt t="17141" x="2476500" y="2717800"/>
          <p14:tracePt t="17175" x="2324100" y="2743200"/>
          <p14:tracePt t="17208" x="2197100" y="2743200"/>
          <p14:tracePt t="17241" x="2063750" y="2730500"/>
          <p14:tracePt t="17274" x="1930400" y="2698750"/>
          <p14:tracePt t="17313" x="1847850" y="2692400"/>
          <p14:tracePt t="17345" x="1784350" y="2673350"/>
          <p14:tracePt t="17377" x="1746250" y="2667000"/>
          <p14:tracePt t="17407" x="1727200" y="2654300"/>
          <p14:tracePt t="17457" x="1720850" y="2647950"/>
          <p14:tracePt t="17507" x="1714500" y="2641600"/>
          <p14:tracePt t="17557" x="1708150" y="2635250"/>
          <p14:tracePt t="17706" x="1708150" y="2641600"/>
          <p14:tracePt t="17739" x="1708150" y="2647950"/>
          <p14:tracePt t="17772" x="1714500" y="2647950"/>
          <p14:tracePt t="17806" x="1720850" y="2647950"/>
          <p14:tracePt t="17830" x="1720850" y="2654300"/>
          <p14:tracePt t="17876" x="1727200" y="2660650"/>
          <p14:tracePt t="17908" x="1733550" y="2660650"/>
          <p14:tracePt t="17938" x="1739900" y="2667000"/>
          <p14:tracePt t="17971" x="1746250" y="2667000"/>
          <p14:tracePt t="18005" x="1758950" y="2673350"/>
          <p14:tracePt t="18055" x="1765300" y="2673350"/>
          <p14:tracePt t="18079" x="1784350" y="2679700"/>
          <p14:tracePt t="18109" x="1809750" y="2679700"/>
          <p14:tracePt t="18141" x="1847850" y="2692400"/>
          <p14:tracePt t="18174" x="1892300" y="2692400"/>
          <p14:tracePt t="18204" x="1924050" y="2705100"/>
          <p14:tracePt t="18237" x="1936750" y="2705100"/>
          <p14:tracePt t="18287" x="1943100" y="2705100"/>
          <p14:tracePt t="18360" x="1949450" y="2705100"/>
          <p14:tracePt t="18391" x="1955800" y="2705100"/>
          <p14:tracePt t="18440" x="1962150" y="2705100"/>
          <p14:tracePt t="18470" x="1981200" y="2705100"/>
          <p14:tracePt t="18503" x="1993900" y="2705100"/>
          <p14:tracePt t="18537" x="2051050" y="2698750"/>
          <p14:tracePt t="18556" x="2070100" y="2698750"/>
          <p14:tracePt t="18586" x="2197100" y="2692400"/>
          <p14:tracePt t="18625" x="2292350" y="2692400"/>
          <p14:tracePt t="18657" x="2381250" y="2692400"/>
          <p14:tracePt t="18689" x="2413000" y="2692400"/>
          <p14:tracePt t="18719" x="2463800" y="2692400"/>
          <p14:tracePt t="18769" x="2489200" y="2698750"/>
          <p14:tracePt t="18802" x="2508250" y="2698750"/>
          <p14:tracePt t="18828" x="2514600" y="2698750"/>
          <p14:tracePt t="18891" x="2520950" y="2711450"/>
          <p14:tracePt t="20116" x="2501900" y="2711450"/>
          <p14:tracePt t="20148" x="2438400" y="2711450"/>
          <p14:tracePt t="20172" x="2400300" y="2698750"/>
          <p14:tracePt t="20205" x="2235200" y="2692400"/>
          <p14:tracePt t="20235" x="2095500" y="2698750"/>
          <p14:tracePt t="20267" x="2000250" y="2705100"/>
          <p14:tracePt t="20297" x="1898650" y="2705100"/>
          <p14:tracePt t="20330" x="1803400" y="2698750"/>
          <p14:tracePt t="20364" x="1708150" y="2698750"/>
          <p14:tracePt t="20397" x="1651000" y="2692400"/>
          <p14:tracePt t="20430" x="1606550" y="2679700"/>
          <p14:tracePt t="20454" x="1581150" y="2673350"/>
          <p14:tracePt t="20484" x="1555750" y="2667000"/>
          <p14:tracePt t="20516" x="1543050" y="2667000"/>
          <p14:tracePt t="20549" x="1530350" y="2660650"/>
          <p14:tracePt t="20580" x="1524000" y="2660650"/>
          <p14:tracePt t="20646" x="1517650" y="2660650"/>
          <p14:tracePt t="20781" x="1524000" y="2660650"/>
          <p14:tracePt t="20862" x="1543050" y="2660650"/>
          <p14:tracePt t="20895" x="1581150" y="2667000"/>
          <p14:tracePt t="20928" x="1765300" y="2667000"/>
          <p14:tracePt t="20961" x="1993900" y="2667000"/>
          <p14:tracePt t="20986" x="2159000" y="2667000"/>
          <p14:tracePt t="21017" x="2362200" y="2667000"/>
          <p14:tracePt t="21047" x="2432050" y="2673350"/>
          <p14:tracePt t="21080" x="2463800" y="2679700"/>
          <p14:tracePt t="21112" x="2476500" y="2679700"/>
          <p14:tracePt t="21227" x="2482850" y="2692400"/>
          <p14:tracePt t="21861" x="2463800" y="2705100"/>
          <p14:tracePt t="21892" x="2451100" y="2711450"/>
          <p14:tracePt t="21910" x="2432050" y="2724150"/>
          <p14:tracePt t="21941" x="2400300" y="2736850"/>
          <p14:tracePt t="21960" x="2393950" y="2743200"/>
          <p14:tracePt t="21988" x="2349500" y="2762250"/>
          <p14:tracePt t="22016" x="2273300" y="2794000"/>
          <p14:tracePt t="22050" x="2165350" y="2851150"/>
          <p14:tracePt t="22080" x="2101850" y="2882900"/>
          <p14:tracePt t="22111" x="1993900" y="2933700"/>
          <p14:tracePt t="22144" x="1924050" y="2965450"/>
          <p14:tracePt t="22173" x="1860550" y="2984500"/>
          <p14:tracePt t="22207" x="1822450" y="2997200"/>
          <p14:tracePt t="22240" x="1784350" y="2997200"/>
          <p14:tracePt t="22273" x="1746250" y="2997200"/>
          <p14:tracePt t="22323" x="1720850" y="2997200"/>
          <p14:tracePt t="22345" x="1714500" y="2990850"/>
          <p14:tracePt t="22393" x="1708150" y="2990850"/>
          <p14:tracePt t="22440" x="1695450" y="2984500"/>
          <p14:tracePt t="22490" x="1689100" y="2978150"/>
          <p14:tracePt t="22522" x="1676400" y="2978150"/>
          <p14:tracePt t="22548" x="1663700" y="2978150"/>
          <p14:tracePt t="22580" x="1657350" y="2971800"/>
          <p14:tracePt t="22595" x="1644650" y="2971800"/>
          <p14:tracePt t="22627" x="1631950" y="2971800"/>
          <p14:tracePt t="22658" x="1612900" y="2971800"/>
          <p14:tracePt t="22689" x="1574800" y="2971800"/>
          <p14:tracePt t="22722" x="1524000" y="2965450"/>
          <p14:tracePt t="22755" x="1504950" y="2965450"/>
          <p14:tracePt t="22838" x="1498600" y="2965450"/>
          <p14:tracePt t="22908" x="1498600" y="2959100"/>
          <p14:tracePt t="22971" x="1492250" y="2952750"/>
          <p14:tracePt t="23037" x="1492250" y="2946400"/>
          <p14:tracePt t="23141" x="1498600" y="2946400"/>
          <p14:tracePt t="23254" x="1498600" y="2940050"/>
          <p14:tracePt t="23303" x="1504950" y="2940050"/>
          <p14:tracePt t="23336" x="1511300" y="2940050"/>
          <p14:tracePt t="23386" x="1530350" y="2940050"/>
          <p14:tracePt t="23422" x="1543050" y="2946400"/>
          <p14:tracePt t="23456" x="1593850" y="2952750"/>
          <p14:tracePt t="23486" x="1638300" y="2952750"/>
          <p14:tracePt t="23519" x="1771650" y="2952750"/>
          <p14:tracePt t="23552" x="1885950" y="2933700"/>
          <p14:tracePt t="23586" x="2025650" y="2908300"/>
          <p14:tracePt t="23610" x="2082800" y="2895600"/>
          <p14:tracePt t="23643" x="2146300" y="2889250"/>
          <p14:tracePt t="23674" x="2216150" y="2889250"/>
          <p14:tracePt t="23705" x="2286000" y="2895600"/>
          <p14:tracePt t="23752" x="2324100" y="2901950"/>
          <p14:tracePt t="23785" x="2349500" y="2901950"/>
          <p14:tracePt t="23818" x="2400300" y="2901950"/>
          <p14:tracePt t="23851" x="2438400" y="2901950"/>
          <p14:tracePt t="23875" x="2489200" y="2914650"/>
          <p14:tracePt t="23907" x="2514600" y="2927350"/>
          <p14:tracePt t="23938" x="2552700" y="2940050"/>
          <p14:tracePt t="23971" x="2565400" y="2952750"/>
          <p14:tracePt t="24001" x="2578100" y="2959100"/>
          <p14:tracePt t="24035" x="2584450" y="2959100"/>
          <p14:tracePt t="24084" x="2597150" y="2965450"/>
          <p14:tracePt t="24118" x="2603500" y="2971800"/>
          <p14:tracePt t="24142" x="2603500" y="2978150"/>
          <p14:tracePt t="24632" x="2603500" y="3003550"/>
          <p14:tracePt t="24657" x="2597150" y="3028950"/>
          <p14:tracePt t="24689" x="2571750" y="3092450"/>
          <p14:tracePt t="24719" x="2571750" y="3111500"/>
          <p14:tracePt t="24751" x="2559050" y="3136900"/>
          <p14:tracePt t="24781" x="2552700" y="3155950"/>
          <p14:tracePt t="24815" x="2540000" y="3168650"/>
          <p14:tracePt t="24848" x="2527300" y="3194050"/>
          <p14:tracePt t="24881" x="2514600" y="3206750"/>
          <p14:tracePt t="24915" x="2476500" y="3244850"/>
          <p14:tracePt t="24939" x="2451100" y="3270250"/>
          <p14:tracePt t="24969" x="2425700" y="3308350"/>
          <p14:tracePt t="25000" x="2406650" y="3327400"/>
          <p14:tracePt t="25033" x="2393950" y="3352800"/>
          <p14:tracePt t="25064" x="2381250" y="3365500"/>
          <p14:tracePt t="25166" x="2374900" y="3371850"/>
          <p14:tracePt t="25267" x="2368550" y="3378200"/>
          <p14:tracePt t="25300" x="2362200" y="3384550"/>
          <p14:tracePt t="26791" x="2374900" y="3384550"/>
          <p14:tracePt t="26812" x="2381250" y="3378200"/>
          <p14:tracePt t="26844" x="2400300" y="3321050"/>
          <p14:tracePt t="26877" x="2451100" y="3206750"/>
          <p14:tracePt t="26907" x="2527300" y="2965450"/>
          <p14:tracePt t="26941" x="2660650" y="2622550"/>
          <p14:tracePt t="26974" x="2736850" y="2406650"/>
          <p14:tracePt t="27007" x="2781300" y="2203450"/>
          <p14:tracePt t="27032" x="2806700" y="2127250"/>
          <p14:tracePt t="27064" x="2819400" y="2051050"/>
          <p14:tracePt t="27096" x="2832100" y="2012950"/>
          <p14:tracePt t="27125" x="2838450" y="1987550"/>
          <p14:tracePt t="27206" x="2838450" y="1981200"/>
          <p14:tracePt t="27240" x="2844800" y="1968500"/>
          <p14:tracePt t="27273" x="2844800" y="1962150"/>
          <p14:tracePt t="27505" x="2832100" y="1974850"/>
          <p14:tracePt t="27539" x="2806700" y="1993900"/>
          <p14:tracePt t="27563" x="2736850" y="2025650"/>
          <p14:tracePt t="27593" x="2603500" y="2127250"/>
          <p14:tracePt t="27627" x="2393950" y="2279650"/>
          <p14:tracePt t="27657" x="2165350" y="2463800"/>
          <p14:tracePt t="27688" x="1898650" y="2705100"/>
          <p14:tracePt t="27721" x="1778000" y="2819400"/>
          <p14:tracePt t="27755" x="1568450" y="3022600"/>
          <p14:tracePt t="27788" x="1454150" y="3117850"/>
          <p14:tracePt t="27821" x="1403350" y="3155950"/>
          <p14:tracePt t="27954" x="1416050" y="3155950"/>
          <p14:tracePt t="27987" x="1416050" y="3149600"/>
          <p14:tracePt t="28020" x="1422400" y="3143250"/>
          <p14:tracePt t="28070" x="1428750" y="3136900"/>
          <p14:tracePt t="28094" x="1435100" y="3136900"/>
          <p14:tracePt t="28156" x="1435100" y="3130550"/>
          <p14:tracePt t="28253" x="1441450" y="3124200"/>
          <p14:tracePt t="28303" x="1460500" y="3124200"/>
          <p14:tracePt t="28336" x="1473200" y="3124200"/>
          <p14:tracePt t="29023" x="1485900" y="3200400"/>
          <p14:tracePt t="29055" x="1511300" y="3359150"/>
          <p14:tracePt t="29100" x="1511300" y="3397250"/>
          <p14:tracePt t="29124" x="1511300" y="3403600"/>
          <p14:tracePt t="29154" x="1511300" y="3409950"/>
          <p14:tracePt t="29223" x="1511300" y="3416300"/>
          <p14:tracePt t="29255" x="1511300" y="3429000"/>
          <p14:tracePt t="29299" x="1517650" y="3441700"/>
          <p14:tracePt t="29323" x="1524000" y="3448050"/>
          <p14:tracePt t="29354" x="1524000" y="3454400"/>
          <p14:tracePt t="29383" x="1530350" y="3467100"/>
          <p14:tracePt t="29449" x="1543050" y="3473450"/>
          <p14:tracePt t="29980" x="1555750" y="3467100"/>
          <p14:tracePt t="30013" x="1562100" y="3448050"/>
          <p14:tracePt t="30046" x="1574800" y="3429000"/>
          <p14:tracePt t="30080" x="1587500" y="3403600"/>
          <p14:tracePt t="30130" x="1593850" y="3390900"/>
          <p14:tracePt t="30179" x="1593850" y="3384550"/>
          <p14:tracePt t="30279" x="1600200" y="3378200"/>
          <p14:tracePt t="30329" x="1606550" y="3365500"/>
          <p14:tracePt t="30379" x="1619250" y="3346450"/>
          <p14:tracePt t="30397" x="1625600" y="3340100"/>
          <p14:tracePt t="30429" x="1657350" y="3295650"/>
          <p14:tracePt t="30462" x="1695450" y="3257550"/>
          <p14:tracePt t="30496" x="1746250" y="3213100"/>
          <p14:tracePt t="30528" x="1790700" y="3187700"/>
          <p14:tracePt t="30561" x="1797050" y="3181350"/>
          <p14:tracePt t="30595" x="1809750" y="3181350"/>
          <p14:tracePt t="30645" x="1816100" y="3181350"/>
          <p14:tracePt t="30678" x="1822450" y="3181350"/>
          <p14:tracePt t="31079" x="1809750" y="3181350"/>
          <p14:tracePt t="31110" x="1778000" y="3206750"/>
          <p14:tracePt t="31128" x="1765300" y="3206750"/>
          <p14:tracePt t="31160" x="1727200" y="3219450"/>
          <p14:tracePt t="31209" x="1695450" y="3219450"/>
          <p14:tracePt t="31242" x="1657350" y="3225800"/>
          <p14:tracePt t="31261" x="1631950" y="3238500"/>
          <p14:tracePt t="31295" x="1562100" y="3257550"/>
          <p14:tracePt t="31325" x="1504950" y="3276600"/>
          <p14:tracePt t="31359" x="1447800" y="3289300"/>
          <p14:tracePt t="31380" x="1428750" y="3289300"/>
          <p14:tracePt t="31411" x="1422400" y="3295650"/>
          <p14:tracePt t="31494" x="1435100" y="3295650"/>
          <p14:tracePt t="31525" x="1441450" y="3302000"/>
          <p14:tracePt t="31558" x="1447800" y="3302000"/>
          <p14:tracePt t="31594" x="1454150" y="3302000"/>
          <p14:tracePt t="31627" x="1466850" y="3302000"/>
          <p14:tracePt t="31658" x="1485900" y="3302000"/>
          <p14:tracePt t="31696" x="1562100" y="3308350"/>
          <p14:tracePt t="31726" x="1733550" y="3333750"/>
          <p14:tracePt t="31758" x="1943100" y="3365500"/>
          <p14:tracePt t="31796" x="2209800" y="3422650"/>
          <p14:tracePt t="31826" x="2324100" y="3429000"/>
          <p14:tracePt t="31857" x="2489200" y="3454400"/>
          <p14:tracePt t="31881" x="2540000" y="3454400"/>
          <p14:tracePt t="31912" x="2571750" y="3441700"/>
          <p14:tracePt t="32422" x="2673350" y="3441700"/>
          <p14:tracePt t="32461" x="2755900" y="3448050"/>
          <p14:tracePt t="32505" x="2882900" y="3448050"/>
          <p14:tracePt t="32530" x="2959100" y="3467100"/>
          <p14:tracePt t="32560" x="3054350" y="3473450"/>
          <p14:tracePt t="32588" x="3143250" y="3479800"/>
          <p14:tracePt t="32612" x="3225800" y="3479800"/>
          <p14:tracePt t="32645" x="3282950" y="3486150"/>
          <p14:tracePt t="32676" x="3384550" y="3498850"/>
          <p14:tracePt t="32721" x="3479800" y="3498850"/>
          <p14:tracePt t="32745" x="3575050" y="3498850"/>
          <p14:tracePt t="32761" x="3606800" y="3498850"/>
          <p14:tracePt t="32789" x="3702050" y="3498850"/>
          <p14:tracePt t="32820" x="3778250" y="3498850"/>
          <p14:tracePt t="32844" x="3822700" y="3511550"/>
          <p14:tracePt t="32878" x="3829050" y="3530600"/>
          <p14:tracePt t="33235" x="4006850" y="3549650"/>
          <p14:tracePt t="33269" x="4298950" y="3587750"/>
          <p14:tracePt t="33304" x="4495800" y="3632200"/>
          <p14:tracePt t="33335" x="4724400" y="3683000"/>
          <p14:tracePt t="33368" x="4826000" y="3702050"/>
          <p14:tracePt t="33402" x="4883150" y="3714750"/>
          <p14:tracePt t="33435" x="4902200" y="3721100"/>
          <p14:tracePt t="33468" x="4908550" y="3721100"/>
          <p14:tracePt t="33883" x="4927600" y="3721100"/>
          <p14:tracePt t="33917" x="4946650" y="3727450"/>
          <p14:tracePt t="33950" x="5022850" y="3740150"/>
          <p14:tracePt t="33983" x="5118100" y="3752850"/>
          <p14:tracePt t="34017" x="5226050" y="3765550"/>
          <p14:tracePt t="34035" x="5245100" y="3765550"/>
          <p14:tracePt t="34066" x="5295900" y="3771900"/>
          <p14:tracePt t="34102" x="5308600" y="3771900"/>
          <p14:tracePt t="35644" x="5353050" y="3759200"/>
          <p14:tracePt t="35669" x="5486400" y="3721100"/>
          <p14:tracePt t="35695" x="5645150" y="3695700"/>
          <p14:tracePt t="35727" x="5880100" y="3657600"/>
          <p14:tracePt t="35751" x="6076950" y="3638550"/>
          <p14:tracePt t="35784" x="6432550" y="3606800"/>
          <p14:tracePt t="35827" x="6908800" y="3594100"/>
          <p14:tracePt t="35860" x="7308850" y="3619500"/>
          <p14:tracePt t="35884" x="7493000" y="3638550"/>
          <p14:tracePt t="35911" x="7550150" y="3644900"/>
          <p14:tracePt t="35943" x="7632700" y="3670300"/>
          <p14:tracePt t="35976" x="7708900" y="3689350"/>
          <p14:tracePt t="35994" x="7727950" y="3695700"/>
          <p14:tracePt t="36026" x="7772400" y="3702050"/>
          <p14:tracePt t="36059" x="7785100" y="3708400"/>
          <p14:tracePt t="36083" x="7797800" y="3708400"/>
          <p14:tracePt t="36126" x="7816850" y="3714750"/>
          <p14:tracePt t="36175" x="7823200" y="3714750"/>
          <p14:tracePt t="36194" x="7829550" y="3714750"/>
          <p14:tracePt t="36293" x="7835900" y="3714750"/>
          <p14:tracePt t="36358" x="7848600" y="3714750"/>
          <p14:tracePt t="36392" x="7854950" y="3721100"/>
          <p14:tracePt t="36424" x="7880350" y="3727450"/>
          <p14:tracePt t="36457" x="7931150" y="3727450"/>
          <p14:tracePt t="36491" x="8089900" y="3727450"/>
          <p14:tracePt t="36524" x="8248650" y="3727450"/>
          <p14:tracePt t="36557" x="8369300" y="3721100"/>
          <p14:tracePt t="36591" x="8439150" y="3695700"/>
          <p14:tracePt t="36624" x="8470900" y="3695700"/>
          <p14:tracePt t="36690" x="8489950" y="3695700"/>
          <p14:tracePt t="36724" x="8502650" y="3702050"/>
          <p14:tracePt t="36757" x="8534400" y="3702050"/>
          <p14:tracePt t="36790" x="8540750" y="3708400"/>
          <p14:tracePt t="36809" x="8553450" y="3708400"/>
          <p14:tracePt t="36840" x="8566150" y="3714750"/>
          <p14:tracePt t="36873" x="8578850" y="3721100"/>
          <p14:tracePt t="36906" x="8597900" y="3721100"/>
          <p14:tracePt t="36939" x="8616950" y="3721100"/>
          <p14:tracePt t="36989" x="8636000" y="3727450"/>
          <p14:tracePt t="37039" x="8642350" y="3727450"/>
          <p14:tracePt t="37072" x="8648700" y="3733800"/>
          <p14:tracePt t="37109" x="8655050" y="3740150"/>
          <p14:tracePt t="37139" x="8661400" y="3746500"/>
          <p14:tracePt t="37172" x="8667750" y="3746500"/>
          <p14:tracePt t="37208" x="8674100" y="3752850"/>
          <p14:tracePt t="37391" x="8667750" y="3752850"/>
          <p14:tracePt t="37424" x="8636000" y="3752850"/>
          <p14:tracePt t="37454" x="8578850" y="3752850"/>
          <p14:tracePt t="37488" x="8521700" y="3752850"/>
          <p14:tracePt t="37524" x="8445500" y="3733800"/>
          <p14:tracePt t="37554" x="8401050" y="3727450"/>
          <p14:tracePt t="37588" x="8362950" y="3727450"/>
          <p14:tracePt t="37624" x="8337550" y="3721100"/>
          <p14:tracePt t="37654" x="8324850" y="3721100"/>
          <p14:tracePt t="37687" x="8299450" y="3721100"/>
          <p14:tracePt t="37708" x="8286750" y="3721100"/>
          <p14:tracePt t="37740" x="8255000" y="3721100"/>
          <p14:tracePt t="37770" x="8248650" y="3714750"/>
          <p14:tracePt t="37809" x="8223250" y="3708400"/>
          <p14:tracePt t="37839" x="8216900" y="3708400"/>
          <p14:tracePt t="37923" x="8204200" y="3708400"/>
          <p14:tracePt t="37969" x="8197850" y="3702050"/>
          <p14:tracePt t="38008" x="8185150" y="3702050"/>
          <p14:tracePt t="38040" x="8178800" y="3702050"/>
          <p14:tracePt t="38085" x="8153400" y="3702050"/>
          <p14:tracePt t="38124" x="8108950" y="3702050"/>
          <p14:tracePt t="38157" x="7842250" y="3708400"/>
          <p14:tracePt t="38188" x="7448550" y="3683000"/>
          <p14:tracePt t="38224" x="6540500" y="3498850"/>
          <p14:tracePt t="38257" x="5981700" y="3289300"/>
          <p14:tracePt t="38288" x="4679950" y="2768600"/>
          <p14:tracePt t="38324" x="3790950" y="2419350"/>
          <p14:tracePt t="38341" x="3676650" y="2374900"/>
          <p14:tracePt t="38373" x="3282950" y="2247900"/>
          <p14:tracePt t="38401" x="3124200" y="2203450"/>
          <p14:tracePt t="38425" x="3028950" y="2165350"/>
          <p14:tracePt t="38456" x="2901950" y="2139950"/>
          <p14:tracePt t="38487" x="2844800" y="2146300"/>
          <p14:tracePt t="38534" x="2781300" y="2165350"/>
          <p14:tracePt t="38573" x="2743200" y="2184400"/>
          <p14:tracePt t="38617" x="2635250" y="2241550"/>
          <p14:tracePt t="38625" x="2609850" y="2254250"/>
          <p14:tracePt t="38658" x="2508250" y="2324100"/>
          <p14:tracePt t="38688" x="2425700" y="2374900"/>
          <p14:tracePt t="38717" x="2374900" y="2400300"/>
          <p14:tracePt t="38741" x="2311400" y="2413000"/>
          <p14:tracePt t="38771" x="2273300" y="2425700"/>
          <p14:tracePt t="38817" x="2127250" y="2463800"/>
          <p14:tracePt t="38866" x="2000250" y="2501900"/>
          <p14:tracePt t="38899" x="1898650" y="2527300"/>
          <p14:tracePt t="38932" x="1784350" y="2565400"/>
          <p14:tracePt t="38956" x="1657350" y="2584450"/>
          <p14:tracePt t="38990" x="1581150" y="2603500"/>
          <p14:tracePt t="39017" x="1536700" y="2616200"/>
          <p14:tracePt t="39049" x="1517650" y="2628900"/>
          <p14:tracePt t="39231" x="1524000" y="2628900"/>
          <p14:tracePt t="39298" x="1530350" y="2628900"/>
          <p14:tracePt t="39348" x="1555750" y="2628900"/>
          <p14:tracePt t="39366" x="1568450" y="2628900"/>
          <p14:tracePt t="39399" x="1708150" y="2635250"/>
          <p14:tracePt t="39431" x="1835150" y="2635250"/>
          <p14:tracePt t="39464" x="2063750" y="2641600"/>
          <p14:tracePt t="39497" x="2286000" y="2628900"/>
          <p14:tracePt t="39531" x="2387600" y="2628900"/>
          <p14:tracePt t="39564" x="2406650" y="2628900"/>
          <p14:tracePt t="39597" x="2413000" y="2628900"/>
          <p14:tracePt t="39730" x="2393950" y="2628900"/>
          <p14:tracePt t="39763" x="2374900" y="2628900"/>
          <p14:tracePt t="39796" x="2324100" y="2616200"/>
          <p14:tracePt t="39830" x="2254250" y="2603500"/>
          <p14:tracePt t="39863" x="2133600" y="2603500"/>
          <p14:tracePt t="39896" x="2044700" y="2622550"/>
          <p14:tracePt t="39929" x="1949450" y="2635250"/>
          <p14:tracePt t="39963" x="1841500" y="2635250"/>
          <p14:tracePt t="39995" x="1797050" y="2635250"/>
          <p14:tracePt t="40029" x="1771650" y="2635250"/>
          <p14:tracePt t="40145" x="1778000" y="2635250"/>
          <p14:tracePt t="40178" x="1790700" y="2635250"/>
          <p14:tracePt t="40211" x="1809750" y="2635250"/>
          <p14:tracePt t="40245" x="1866900" y="2635250"/>
          <p14:tracePt t="40278" x="1974850" y="2609850"/>
          <p14:tracePt t="40314" x="2108200" y="2590800"/>
          <p14:tracePt t="40344" x="2254250" y="2584450"/>
          <p14:tracePt t="40364" x="2279650" y="2584450"/>
          <p14:tracePt t="40396" x="2368550" y="2578100"/>
          <p14:tracePt t="40427" x="2432050" y="2565400"/>
          <p14:tracePt t="40461" x="2463800" y="2565400"/>
          <p14:tracePt t="40494" x="2470150" y="2565400"/>
          <p14:tracePt t="40597" x="2476500" y="2565400"/>
          <p14:tracePt t="40860" x="2476500" y="2571750"/>
          <p14:tracePt t="40899" x="2476500" y="2578100"/>
          <p14:tracePt t="42221" x="2520950" y="2514600"/>
          <p14:tracePt t="42255" x="2552700" y="2463800"/>
          <p14:tracePt t="42287" x="2590800" y="2381250"/>
          <p14:tracePt t="42306" x="2616200" y="2305050"/>
          <p14:tracePt t="42337" x="2641600" y="2216150"/>
          <p14:tracePt t="42370" x="2673350" y="2127250"/>
          <p14:tracePt t="42390" x="2679700" y="2101850"/>
          <p14:tracePt t="42437" x="2711450" y="2032000"/>
          <p14:tracePt t="42455" x="2724150" y="2012950"/>
          <p14:tracePt t="42487" x="2743200" y="1987550"/>
          <p14:tracePt t="42520" x="2743200" y="1981200"/>
          <p14:tracePt t="42553" x="2743200" y="1974850"/>
          <p14:tracePt t="42586" x="2749550" y="1968500"/>
          <p14:tracePt t="42669" x="2749550" y="1962150"/>
          <p14:tracePt t="42752" x="2749550" y="1955800"/>
          <p14:tracePt t="42836" x="2736850" y="1949450"/>
          <p14:tracePt t="42903" x="2730500" y="1949450"/>
          <p14:tracePt t="43321" x="2736850" y="1949450"/>
          <p14:tracePt t="43350" x="2755900" y="1949450"/>
          <p14:tracePt t="43384" x="2774950" y="1949450"/>
          <p14:tracePt t="43403" x="2832100" y="1924050"/>
          <p14:tracePt t="43437" x="2921000" y="1905000"/>
          <p14:tracePt t="43467" x="3009900" y="1892300"/>
          <p14:tracePt t="43500" x="3079750" y="1879600"/>
          <p14:tracePt t="43536" x="3136900" y="1879600"/>
          <p14:tracePt t="43567" x="3149600" y="1879600"/>
          <p14:tracePt t="43652" x="3155950" y="1879600"/>
          <p14:tracePt t="44912" x="3155950" y="1885950"/>
          <p14:tracePt t="44963" x="3155950" y="1898650"/>
          <p14:tracePt t="44986" x="3155950" y="1911350"/>
          <p14:tracePt t="45028" x="3149600" y="1974850"/>
          <p14:tracePt t="45062" x="3111500" y="2216150"/>
          <p14:tracePt t="45111" x="3009900" y="2679700"/>
          <p14:tracePt t="45144" x="2933700" y="2946400"/>
          <p14:tracePt t="45178" x="2819400" y="3289300"/>
          <p14:tracePt t="45211" x="2768600" y="3435350"/>
          <p14:tracePt t="45244" x="2698750" y="3575050"/>
          <p14:tracePt t="45277" x="2673350" y="3613150"/>
          <p14:tracePt t="45301" x="2660650" y="3625850"/>
          <p14:tracePt t="45344" x="2628900" y="3657600"/>
          <p14:tracePt t="45377" x="2590800" y="3689350"/>
          <p14:tracePt t="45410" x="2501900" y="3759200"/>
          <p14:tracePt t="45429" x="2482850" y="3771900"/>
          <p14:tracePt t="45460" x="2419350" y="3829050"/>
          <p14:tracePt t="45493" x="2406650" y="3835400"/>
          <p14:tracePt t="45526" x="2406650" y="3841750"/>
          <p14:tracePt t="45560" x="2400300" y="3841750"/>
          <p14:tracePt t="45593" x="2400300" y="3835400"/>
          <p14:tracePt t="45643" x="2400300" y="3822700"/>
          <p14:tracePt t="45676" x="2413000" y="3816350"/>
          <p14:tracePt t="45742" x="2419350" y="3816350"/>
          <p14:tracePt t="45792" x="2425700" y="3816350"/>
          <p14:tracePt t="45826" x="2413000" y="3822700"/>
          <p14:tracePt t="45859" x="2406650" y="3822700"/>
          <p14:tracePt t="45891" x="2362200" y="3829050"/>
          <p14:tracePt t="45925" x="2203450" y="3848100"/>
          <p14:tracePt t="45945" x="2101850" y="3854450"/>
          <p14:tracePt t="45977" x="1968500" y="3873500"/>
          <p14:tracePt t="46008" x="1847850" y="3879850"/>
          <p14:tracePt t="46041" x="1758950" y="3892550"/>
          <p14:tracePt t="46074" x="1701800" y="3898900"/>
          <p14:tracePt t="46109" x="1670050" y="3905250"/>
          <p14:tracePt t="46141" x="1625600" y="3905250"/>
          <p14:tracePt t="46174" x="1587500" y="3898900"/>
          <p14:tracePt t="46207" x="1543050" y="3898900"/>
          <p14:tracePt t="46241" x="1536700" y="3898900"/>
          <p14:tracePt t="46274" x="1530350" y="3898900"/>
          <p14:tracePt t="46307" x="1524000" y="3911600"/>
          <p14:tracePt t="46706" x="1504950" y="3911600"/>
          <p14:tracePt t="46742" x="1466850" y="3917950"/>
          <p14:tracePt t="46772" x="1422400" y="3917950"/>
          <p14:tracePt t="46805" x="1377950" y="3917950"/>
          <p14:tracePt t="46842" x="1320800" y="3917950"/>
          <p14:tracePt t="46888" x="1295400" y="3924300"/>
          <p14:tracePt t="47027" x="1314450" y="3924300"/>
          <p14:tracePt t="47059" x="1371600" y="3924300"/>
          <p14:tracePt t="47091" x="1479550" y="3924300"/>
          <p14:tracePt t="47112" x="1568450" y="3917950"/>
          <p14:tracePt t="47143" x="1765300" y="3911600"/>
          <p14:tracePt t="47175" x="1968500" y="3892550"/>
          <p14:tracePt t="47207" x="2108200" y="3892550"/>
          <p14:tracePt t="47243" x="2146300" y="3892550"/>
          <p14:tracePt t="47275" x="2159000" y="3892550"/>
          <p14:tracePt t="47307" x="2165350" y="3892550"/>
          <p14:tracePt t="47373" x="2171700" y="3892550"/>
          <p14:tracePt t="47459" x="2178050" y="3892550"/>
          <p14:tracePt t="47553" x="2190750" y="3892550"/>
          <p14:tracePt t="47584" x="2197100" y="3892550"/>
          <p14:tracePt t="47608" x="2209800" y="3898900"/>
          <p14:tracePt t="47652" x="2216150" y="3898900"/>
          <p14:tracePt t="47735" x="2235200" y="3898900"/>
          <p14:tracePt t="47759" x="2235200" y="3905250"/>
          <p14:tracePt t="47793" x="2247900" y="3905250"/>
          <p14:tracePt t="47820" x="2254250" y="3905250"/>
          <p14:tracePt t="48632" x="2292350" y="3917950"/>
          <p14:tracePt t="48666" x="2330450" y="3943350"/>
          <p14:tracePt t="48699" x="2387600" y="3968750"/>
          <p14:tracePt t="48732" x="2463800" y="4013200"/>
          <p14:tracePt t="48765" x="2578100" y="4083050"/>
          <p14:tracePt t="48799" x="2673350" y="4127500"/>
          <p14:tracePt t="48832" x="2781300" y="4197350"/>
          <p14:tracePt t="48865" x="2870200" y="4235450"/>
          <p14:tracePt t="48898" x="2914650" y="4254500"/>
          <p14:tracePt t="48932" x="2933700" y="4267200"/>
          <p14:tracePt t="48964" x="2940050" y="4267200"/>
          <p14:tracePt t="51340" x="2914650" y="4254500"/>
          <p14:tracePt t="51373" x="2857500" y="4248150"/>
          <p14:tracePt t="51397" x="2806700" y="4235450"/>
          <p14:tracePt t="51439" x="2711450" y="4235450"/>
          <p14:tracePt t="51472" x="2622550" y="4235450"/>
          <p14:tracePt t="51506" x="2514600" y="4260850"/>
          <p14:tracePt t="51539" x="2451100" y="4267200"/>
          <p14:tracePt t="51572" x="2387600" y="4273550"/>
          <p14:tracePt t="51605" x="2298700" y="4298950"/>
          <p14:tracePt t="51639" x="2235200" y="4318000"/>
          <p14:tracePt t="51672" x="2159000" y="4337050"/>
          <p14:tracePt t="51705" x="2063750" y="4387850"/>
          <p14:tracePt t="51738" x="1949450" y="4432300"/>
          <p14:tracePt t="51771" x="1905000" y="4451350"/>
          <p14:tracePt t="51805" x="1898650" y="4451350"/>
          <p14:tracePt t="51854" x="1898650" y="4457700"/>
          <p14:tracePt t="51904" x="1911350" y="4457700"/>
          <p14:tracePt t="51954" x="1924050" y="4457700"/>
          <p14:tracePt t="52021" x="1930400" y="4451350"/>
          <p14:tracePt t="52088" x="1936750" y="4445000"/>
          <p14:tracePt t="52685" x="1936750" y="4425950"/>
          <p14:tracePt t="52718" x="1936750" y="4368800"/>
          <p14:tracePt t="52754" x="1936750" y="4318000"/>
          <p14:tracePt t="52785" x="1924050" y="4248150"/>
          <p14:tracePt t="52818" x="1924050" y="4133850"/>
          <p14:tracePt t="52854" x="1924050" y="4013200"/>
          <p14:tracePt t="52884" x="1924050" y="3816350"/>
          <p14:tracePt t="52918" x="1936750" y="3638550"/>
          <p14:tracePt t="52954" x="1936750" y="3378200"/>
          <p14:tracePt t="52984" x="1936750" y="3244850"/>
          <p14:tracePt t="53019" x="1936750" y="3111500"/>
          <p14:tracePt t="53053" x="1943100" y="3048000"/>
          <p14:tracePt t="53084" x="1955800" y="2921000"/>
          <p14:tracePt t="53117" x="1955800" y="2832100"/>
          <p14:tracePt t="53153" x="1968500" y="2717800"/>
          <p14:tracePt t="53186" x="1981200" y="2647950"/>
          <p14:tracePt t="53217" x="1987550" y="2603500"/>
          <p14:tracePt t="53238" x="1987550" y="2584450"/>
          <p14:tracePt t="53269" x="1987550" y="2552700"/>
          <p14:tracePt t="53316" x="1987550" y="2546350"/>
          <p14:tracePt t="53355" x="1987550" y="2540000"/>
          <p14:tracePt t="53384" x="1993900" y="2533650"/>
          <p14:tracePt t="53416" x="1993900" y="2527300"/>
          <p14:tracePt t="53440" x="1993900" y="2520950"/>
          <p14:tracePt t="53485" x="1993900" y="2501900"/>
          <p14:tracePt t="53516" x="1993900" y="2451100"/>
          <p14:tracePt t="53554" x="2019300" y="2298700"/>
          <p14:tracePt t="53587" x="2051050" y="2120900"/>
          <p14:tracePt t="53618" x="2101850" y="1936750"/>
          <p14:tracePt t="53654" x="2146300" y="1784350"/>
          <p14:tracePt t="53686" x="2184400" y="1689100"/>
          <p14:tracePt t="53718" x="2235200" y="1587500"/>
          <p14:tracePt t="53739" x="2266950" y="1517650"/>
          <p14:tracePt t="53769" x="2305050" y="1454150"/>
          <p14:tracePt t="53801" x="2330450" y="1403350"/>
          <p14:tracePt t="53848" x="2336800" y="1365250"/>
          <p14:tracePt t="53903" x="2336800" y="1358900"/>
          <p14:tracePt t="53986" x="2330450" y="1352550"/>
          <p14:tracePt t="54003" x="2324100" y="1352550"/>
          <p14:tracePt t="54119" x="2336800" y="1352550"/>
          <p14:tracePt t="54163" x="2349500" y="1352550"/>
          <p14:tracePt t="54188" x="2362200" y="1352550"/>
          <p14:tracePt t="54218" x="2387600" y="1346200"/>
          <p14:tracePt t="54246" x="2413000" y="1339850"/>
          <p14:tracePt t="54279" x="2476500" y="1320800"/>
          <p14:tracePt t="54303" x="2514600" y="1301750"/>
          <p14:tracePt t="54346" x="2590800" y="1276350"/>
          <p14:tracePt t="54379" x="2641600" y="1263650"/>
          <p14:tracePt t="54418" x="2660650" y="1263650"/>
          <p14:tracePt t="54463" x="2667000" y="1263650"/>
          <p14:tracePt t="54528" x="2673350" y="1263650"/>
          <p14:tracePt t="54646" x="2667000" y="1263650"/>
          <p14:tracePt t="54745" x="2660650" y="1263650"/>
          <p14:tracePt t="54844" x="2654300" y="1263650"/>
          <p14:tracePt t="54877" x="2647950" y="1270000"/>
          <p14:tracePt t="54911" x="2635250" y="1282700"/>
          <p14:tracePt t="54944" x="2609850" y="1301750"/>
          <p14:tracePt t="54977" x="2571750" y="1333500"/>
          <p14:tracePt t="55010" x="2457450" y="1416050"/>
          <p14:tracePt t="55030" x="2413000" y="1428750"/>
          <p14:tracePt t="55062" x="2241550" y="1498600"/>
          <p14:tracePt t="55094" x="2089150" y="1543050"/>
          <p14:tracePt t="55112" x="1993900" y="1574800"/>
          <p14:tracePt t="55143" x="1866900" y="1593850"/>
          <p14:tracePt t="55176" x="1816100" y="1606550"/>
          <p14:tracePt t="55210" x="1784350" y="1612900"/>
          <p14:tracePt t="55243" x="1771650" y="1612900"/>
          <p14:tracePt t="55625" x="1752600" y="1682750"/>
          <p14:tracePt t="55643" x="1739900" y="1803400"/>
          <p14:tracePt t="55675" x="1663700" y="2120900"/>
          <p14:tracePt t="55708" x="1574800" y="2705100"/>
          <p14:tracePt t="55744" x="1511300" y="3187700"/>
          <p14:tracePt t="55774" x="1498600" y="3378200"/>
          <p14:tracePt t="55808" x="1492250" y="3689350"/>
          <p14:tracePt t="55843" x="1504950" y="3867150"/>
          <p14:tracePt t="55877" x="1555750" y="4089400"/>
          <p14:tracePt t="55924" x="1593850" y="4254500"/>
          <p14:tracePt t="55960" x="1606550" y="4292600"/>
          <p14:tracePt t="55990" x="1619250" y="4311650"/>
          <p14:tracePt t="56023" x="1619250" y="4330700"/>
          <p14:tracePt t="56046" x="1619250" y="4337050"/>
          <p14:tracePt t="57169" x="1651000" y="4337050"/>
          <p14:tracePt t="57194" x="1701800" y="4337050"/>
          <p14:tracePt t="57227" x="1790700" y="4337050"/>
          <p14:tracePt t="57269" x="1917700" y="4337050"/>
          <p14:tracePt t="57288" x="1943100" y="4337050"/>
          <p14:tracePt t="57319" x="2076450" y="4311650"/>
          <p14:tracePt t="57352" x="2171700" y="4286250"/>
          <p14:tracePt t="57385" x="2476500" y="4210050"/>
          <p14:tracePt t="57419" x="2724150" y="4159250"/>
          <p14:tracePt t="57452" x="2971800" y="4146550"/>
          <p14:tracePt t="57485" x="3124200" y="4152900"/>
          <p14:tracePt t="57518" x="3270250" y="4171950"/>
          <p14:tracePt t="57537" x="3365500" y="4178300"/>
          <p14:tracePt t="57554" x="3435350" y="4191000"/>
          <p14:tracePt t="57585" x="3562350" y="4235450"/>
          <p14:tracePt t="57611" x="3632200" y="4254500"/>
          <p14:tracePt t="57651" x="3765550" y="4286250"/>
          <p14:tracePt t="57684" x="3829050" y="4311650"/>
          <p14:tracePt t="57717" x="3886200" y="4324350"/>
          <p14:tracePt t="57751" x="3943350" y="4330700"/>
          <p14:tracePt t="57784" x="3994150" y="4343400"/>
          <p14:tracePt t="57818" x="4013200" y="4343400"/>
          <p14:tracePt t="57838" x="4025900" y="4349750"/>
          <p14:tracePt t="57867" x="4038600" y="4349750"/>
          <p14:tracePt t="57917" x="4044950" y="4349750"/>
          <p14:tracePt t="57967" x="4044950" y="4356100"/>
          <p14:tracePt t="58451" x="4057650" y="4356100"/>
          <p14:tracePt t="58615" x="4070350" y="4362450"/>
          <p14:tracePt t="58652" x="4089400" y="4368800"/>
          <p14:tracePt t="58684" x="4121150" y="4381500"/>
          <p14:tracePt t="58714" x="4152900" y="4387850"/>
          <p14:tracePt t="58735" x="4184650" y="4394200"/>
          <p14:tracePt t="58767" x="4305300" y="4425950"/>
          <p14:tracePt t="58782" x="4330700" y="4432300"/>
          <p14:tracePt t="58814" x="4406900" y="4451350"/>
          <p14:tracePt t="58853" x="4457700" y="4457700"/>
          <p14:tracePt t="58884" x="4470400" y="4464050"/>
          <p14:tracePt t="58913" x="4476750" y="4464050"/>
          <p14:tracePt t="58953" x="4483100" y="4464050"/>
          <p14:tracePt t="59284" x="4483100" y="4457700"/>
          <p14:tracePt t="59314" x="4470400" y="4445000"/>
          <p14:tracePt t="59362" x="4419600" y="4406900"/>
          <p14:tracePt t="59401" x="4286250" y="4305300"/>
          <p14:tracePt t="59430" x="4121150" y="4152900"/>
          <p14:tracePt t="59478" x="3854450" y="3835400"/>
          <p14:tracePt t="59514" x="3702050" y="3670300"/>
          <p14:tracePt t="59545" x="3587750" y="3511550"/>
          <p14:tracePt t="59569" x="3511550" y="3409950"/>
          <p14:tracePt t="59586" x="3479800" y="3378200"/>
          <p14:tracePt t="59616" x="3397250" y="3295650"/>
          <p14:tracePt t="59661" x="3175000" y="3130550"/>
          <p14:tracePt t="59701" x="2997200" y="3009900"/>
          <p14:tracePt t="59732" x="2857500" y="2889250"/>
          <p14:tracePt t="59761" x="2730500" y="2768600"/>
          <p14:tracePt t="59799" x="2686050" y="2711450"/>
          <p14:tracePt t="59832" x="2667000" y="2692400"/>
          <p14:tracePt t="59893" x="2654300" y="2686050"/>
          <p14:tracePt t="59917" x="2647950" y="2686050"/>
          <p14:tracePt t="59945" x="2635250" y="2673350"/>
          <p14:tracePt t="59977" x="2628900" y="2660650"/>
          <p14:tracePt t="60026" x="2622550" y="2654300"/>
          <p14:tracePt t="60059" x="2616200" y="2647950"/>
          <p14:tracePt t="60093" x="2609850" y="2647950"/>
          <p14:tracePt t="60134" x="2603500" y="2641600"/>
          <p14:tracePt t="60176" x="2597150" y="2641600"/>
          <p14:tracePt t="60309" x="2590800" y="2647950"/>
          <p14:tracePt t="60591" x="2590800" y="2698750"/>
          <p14:tracePt t="60624" x="2609850" y="2984500"/>
          <p14:tracePt t="60658" x="2609850" y="3162300"/>
          <p14:tracePt t="60676" x="2622550" y="3467100"/>
          <p14:tracePt t="60708" x="2616200" y="3797300"/>
          <p14:tracePt t="60725" x="2616200" y="3898900"/>
          <p14:tracePt t="60743" x="2622550" y="4165600"/>
          <p14:tracePt t="60774" x="2641600" y="4394200"/>
          <p14:tracePt t="60807" x="2660650" y="4730750"/>
          <p14:tracePt t="60840" x="2692400" y="4940300"/>
          <p14:tracePt t="60873" x="2698750" y="5080000"/>
          <p14:tracePt t="60907" x="2711450" y="5232400"/>
          <p14:tracePt t="60940" x="2730500" y="5295900"/>
          <p14:tracePt t="60973" x="2743200" y="5314950"/>
          <p14:tracePt t="61006" x="2717800" y="5314950"/>
          <p14:tracePt t="61471" x="2705100" y="5264150"/>
          <p14:tracePt t="61504" x="2686050" y="5238750"/>
          <p14:tracePt t="61538" x="2667000" y="5200650"/>
          <p14:tracePt t="61571" x="2590800" y="5092700"/>
          <p14:tracePt t="61604" x="2476500" y="4953000"/>
          <p14:tracePt t="61638" x="2292350" y="4775200"/>
          <p14:tracePt t="61656" x="2247900" y="4730750"/>
          <p14:tracePt t="61687" x="2146300" y="4654550"/>
          <p14:tracePt t="61720" x="2089150" y="4610100"/>
          <p14:tracePt t="61742" x="2057400" y="4597400"/>
          <p14:tracePt t="61787" x="2044700" y="4597400"/>
          <p14:tracePt t="61920" x="2051050" y="4610100"/>
          <p14:tracePt t="61956" x="2057400" y="4622800"/>
          <p14:tracePt t="62003" x="2057400" y="4629150"/>
          <p14:tracePt t="62388" x="2089150" y="4641850"/>
          <p14:tracePt t="62421" x="2152650" y="4660900"/>
          <p14:tracePt t="62442" x="2184400" y="4667250"/>
          <p14:tracePt t="62473" x="2254250" y="4686300"/>
          <p14:tracePt t="62504" x="2286000" y="4692650"/>
          <p14:tracePt t="62537" x="2349500" y="4711700"/>
          <p14:tracePt t="62573" x="2387600" y="4724400"/>
          <p14:tracePt t="62606" x="2425700" y="4730750"/>
          <p14:tracePt t="62637" x="2451100" y="4749800"/>
          <p14:tracePt t="62658" x="2451100" y="4756150"/>
          <p14:tracePt t="63221" x="2476500" y="4762500"/>
          <p14:tracePt t="63265" x="2508250" y="4768850"/>
          <p14:tracePt t="63298" x="2552700" y="4768850"/>
          <p14:tracePt t="63337" x="2590800" y="4781550"/>
          <p14:tracePt t="63381" x="2635250" y="4787900"/>
          <p14:tracePt t="63415" x="2692400" y="4800600"/>
          <p14:tracePt t="63439" x="2749550" y="4813300"/>
          <p14:tracePt t="63481" x="2800350" y="4819650"/>
          <p14:tracePt t="63514" x="2819400" y="4826000"/>
          <p14:tracePt t="63538" x="2832100" y="4832350"/>
          <p14:tracePt t="63580" x="2832100" y="4845050"/>
          <p14:tracePt t="64113" x="2851150" y="4845050"/>
          <p14:tracePt t="64147" x="2927350" y="4851400"/>
          <p14:tracePt t="64179" x="3016250" y="4864100"/>
          <p14:tracePt t="64211" x="3086100" y="4864100"/>
          <p14:tracePt t="64245" x="3175000" y="4864100"/>
          <p14:tracePt t="64278" x="3282950" y="4870450"/>
          <p14:tracePt t="64311" x="3352800" y="4876800"/>
          <p14:tracePt t="64345" x="3416300" y="4889500"/>
          <p14:tracePt t="64378" x="3467100" y="4895850"/>
          <p14:tracePt t="64411" x="3473450" y="4895850"/>
          <p14:tracePt t="64444" x="3479800" y="4914900"/>
          <p14:tracePt t="64943" x="3543300" y="4914900"/>
          <p14:tracePt t="64979" x="3638550" y="4908550"/>
          <p14:tracePt t="65009" x="3721100" y="4908550"/>
          <p14:tracePt t="65042" x="3848100" y="4908550"/>
          <p14:tracePt t="65078" x="3943350" y="4895850"/>
          <p14:tracePt t="65109" x="4051300" y="4889500"/>
          <p14:tracePt t="65128" x="4070350" y="4876800"/>
          <p14:tracePt t="65147" x="4121150" y="4876800"/>
          <p14:tracePt t="65178" x="4191000" y="4876800"/>
          <p14:tracePt t="65208" x="4248150" y="4876800"/>
          <p14:tracePt t="65241" x="4311650" y="4876800"/>
          <p14:tracePt t="65278" x="4400550" y="4876800"/>
          <p14:tracePt t="65308" x="4464050" y="4876800"/>
          <p14:tracePt t="65341" x="4533900" y="4876800"/>
          <p14:tracePt t="65377" x="4591050" y="4876800"/>
          <p14:tracePt t="65408" x="4635500" y="4876800"/>
          <p14:tracePt t="65441" x="4667250" y="4876800"/>
          <p14:tracePt t="65477" x="4686300" y="4876800"/>
          <p14:tracePt t="65511" x="4705350" y="4883150"/>
          <p14:tracePt t="65541" x="4711700" y="4883150"/>
          <p14:tracePt t="65577" x="4724400" y="4883150"/>
          <p14:tracePt t="65624" x="4730750" y="4889500"/>
          <p14:tracePt t="65679" x="4743450" y="4889500"/>
          <p14:tracePt t="65726" x="4749800" y="4889500"/>
          <p14:tracePt t="65762" x="4756150" y="4889500"/>
          <p14:tracePt t="66010" x="4762500" y="4895850"/>
          <p14:tracePt t="66041" x="4775200" y="4895850"/>
          <p14:tracePt t="66063" x="4787900" y="4895850"/>
          <p14:tracePt t="66096" x="4845050" y="4889500"/>
          <p14:tracePt t="66126" x="4895850" y="4889500"/>
          <p14:tracePt t="66172" x="5060950" y="4876800"/>
          <p14:tracePt t="66195" x="5105400" y="4876800"/>
          <p14:tracePt t="66226" x="5175250" y="4876800"/>
          <p14:tracePt t="66271" x="5219700" y="4870450"/>
          <p14:tracePt t="66343" x="5226050" y="4870450"/>
          <p14:tracePt t="66786" x="5226050" y="4864100"/>
          <p14:tracePt t="67036" x="5187950" y="4857750"/>
          <p14:tracePt t="67053" x="5073650" y="4870450"/>
          <p14:tracePt t="67085" x="4756150" y="4889500"/>
          <p14:tracePt t="67118" x="4343400" y="4895850"/>
          <p14:tracePt t="67151" x="3892550" y="4883150"/>
          <p14:tracePt t="67187" x="3397250" y="4800600"/>
          <p14:tracePt t="67218" x="3117850" y="4730750"/>
          <p14:tracePt t="67251" x="3048000" y="4718050"/>
          <p14:tracePt t="67284" x="2965450" y="4679950"/>
          <p14:tracePt t="67318" x="2940050" y="4667250"/>
          <p14:tracePt t="67351" x="2908300" y="4654550"/>
          <p14:tracePt t="67369" x="2895600" y="4654550"/>
          <p14:tracePt t="67401" x="2844800" y="4635500"/>
          <p14:tracePt t="67434" x="2794000" y="4616450"/>
          <p14:tracePt t="67467" x="2724150" y="4584700"/>
          <p14:tracePt t="67500" x="2628900" y="4552950"/>
          <p14:tracePt t="67533" x="2603500" y="4540250"/>
          <p14:tracePt t="67567" x="2578100" y="4527550"/>
          <p14:tracePt t="67600" x="2565400" y="4521200"/>
          <p14:tracePt t="67635" x="2552700" y="4521200"/>
          <p14:tracePt t="67645" x="2546350" y="4514850"/>
          <p14:tracePt t="67689" x="2533650" y="4514850"/>
          <p14:tracePt t="67753" x="2520950" y="4502150"/>
          <p14:tracePt t="67799" x="2514600" y="4502150"/>
          <p14:tracePt t="67833" x="2501900" y="4495800"/>
          <p14:tracePt t="67866" x="2495550" y="4489450"/>
          <p14:tracePt t="67899" x="2482850" y="4483100"/>
          <p14:tracePt t="67954" x="2476500" y="4483100"/>
          <p14:tracePt t="67987" x="2470150" y="4476750"/>
          <p14:tracePt t="68018" x="2457450" y="4470400"/>
          <p14:tracePt t="68049" x="2451100" y="4464050"/>
          <p14:tracePt t="68115" x="2444750" y="4457700"/>
          <p14:tracePt t="68148" x="2438400" y="4457700"/>
          <p14:tracePt t="68189" x="2432050" y="4457700"/>
          <p14:tracePt t="68486" x="2438400" y="4457700"/>
          <p14:tracePt t="68580" x="2444750" y="4457700"/>
          <p14:tracePt t="68613" x="2451100" y="4464050"/>
          <p14:tracePt t="68663" x="2457450" y="4464050"/>
          <p14:tracePt t="68682" x="2463800" y="4464050"/>
          <p14:tracePt t="68735" x="2470150" y="4464050"/>
          <p14:tracePt t="68767" x="2476500" y="4464050"/>
          <p14:tracePt t="68829" x="2482850" y="4464050"/>
          <p14:tracePt t="68879" x="2495550" y="4464050"/>
          <p14:tracePt t="68929" x="2508250" y="4470400"/>
          <p14:tracePt t="68953" x="2520950" y="4470400"/>
          <p14:tracePt t="68986" x="2533650" y="4470400"/>
          <p14:tracePt t="69016" x="2597150" y="4476750"/>
          <p14:tracePt t="69048" x="2813050" y="4483100"/>
          <p14:tracePt t="69078" x="2965450" y="4483100"/>
          <p14:tracePt t="69112" x="3333750" y="4495800"/>
          <p14:tracePt t="69145" x="3575050" y="4489450"/>
          <p14:tracePt t="69164" x="3721100" y="4489450"/>
          <p14:tracePt t="69196" x="3841750" y="4495800"/>
          <p14:tracePt t="69219" x="3892550" y="4502150"/>
          <p14:tracePt t="69251" x="3917950" y="4502150"/>
          <p14:tracePt t="69282" x="3930650" y="4502150"/>
          <p14:tracePt t="69314" x="3937000" y="4502150"/>
          <p14:tracePt t="69477" x="3937000" y="4508500"/>
          <p14:tracePt t="69532" x="3943350" y="4508500"/>
          <p14:tracePt t="69610" x="3943350" y="4514850"/>
          <p14:tracePt t="69845" x="3937000" y="4514850"/>
          <p14:tracePt t="69892" x="3930650" y="4514850"/>
          <p14:tracePt t="69925" x="3917950" y="4514850"/>
          <p14:tracePt t="69975" x="3905250" y="4514850"/>
          <p14:tracePt t="70009" x="3886200" y="4514850"/>
          <p14:tracePt t="70032" x="3860800" y="4514850"/>
          <p14:tracePt t="70063" x="3803650" y="4508500"/>
          <p14:tracePt t="70094" x="3676650" y="4495800"/>
          <p14:tracePt t="70127" x="3587750" y="4483100"/>
          <p14:tracePt t="70158" x="3517900" y="4464050"/>
          <p14:tracePt t="70192" x="3473450" y="4451350"/>
          <p14:tracePt t="70226" x="3467100" y="4445000"/>
          <p14:tracePt t="70307" x="3473450" y="4445000"/>
          <p14:tracePt t="70329" x="3479800" y="4451350"/>
          <p14:tracePt t="70361" x="3492500" y="4451350"/>
          <p14:tracePt t="70407" x="3505200" y="4451350"/>
          <p14:tracePt t="70440" x="3543300" y="4457700"/>
          <p14:tracePt t="70473" x="3727450" y="4495800"/>
          <p14:tracePt t="70507" x="3937000" y="4533900"/>
          <p14:tracePt t="70540" x="4133850" y="4559300"/>
          <p14:tracePt t="70564" x="4273550" y="4578350"/>
          <p14:tracePt t="70578" x="4292600" y="4584700"/>
          <p14:tracePt t="70611" x="4349750" y="4584700"/>
          <p14:tracePt t="70643" x="4375150" y="4559300"/>
          <p14:tracePt t="70673" x="4387850" y="4546600"/>
          <p14:tracePt t="70706" x="4400550" y="4514850"/>
          <p14:tracePt t="70739" x="4413250" y="4508500"/>
          <p14:tracePt t="70772" x="4413250" y="4495800"/>
          <p14:tracePt t="70797" x="4425950" y="4489450"/>
          <p14:tracePt t="70830" x="4425950" y="4483100"/>
          <p14:tracePt t="70875" x="4438650" y="4476750"/>
          <p14:tracePt t="71321" x="4724400" y="4476750"/>
          <p14:tracePt t="71359" x="5156200" y="4470400"/>
          <p14:tracePt t="71391" x="5537200" y="4483100"/>
          <p14:tracePt t="71423" x="5905500" y="4527550"/>
          <p14:tracePt t="71453" x="6235700" y="4565650"/>
          <p14:tracePt t="71487" x="6534150" y="4616450"/>
          <p14:tracePt t="71520" x="6870700" y="4679950"/>
          <p14:tracePt t="71553" x="7054850" y="4718050"/>
          <p14:tracePt t="71586" x="7200900" y="4730750"/>
          <p14:tracePt t="71610" x="7308850" y="4743450"/>
          <p14:tracePt t="71641" x="7423150" y="4743450"/>
          <p14:tracePt t="71672" x="7493000" y="4730750"/>
          <p14:tracePt t="71706" x="7575550" y="4737100"/>
          <p14:tracePt t="71736" x="7632700" y="4730750"/>
          <p14:tracePt t="71769" x="7721600" y="4737100"/>
          <p14:tracePt t="71802" x="7816850" y="4724400"/>
          <p14:tracePt t="71836" x="7880350" y="4724400"/>
          <p14:tracePt t="71860" x="7918450" y="4724400"/>
          <p14:tracePt t="71893" x="7943850" y="4724400"/>
          <p14:tracePt t="71923" x="7969250" y="4724400"/>
          <p14:tracePt t="71971" x="7988300" y="4724400"/>
          <p14:tracePt t="72204" x="7969250" y="4718050"/>
          <p14:tracePt t="72252" x="7956550" y="4718050"/>
          <p14:tracePt t="72284" x="7937500" y="4718050"/>
          <p14:tracePt t="72317" x="7886700" y="4699000"/>
          <p14:tracePt t="72350" x="7727950" y="4635500"/>
          <p14:tracePt t="72400" x="7461250" y="4559300"/>
          <p14:tracePt t="72424" x="7245350" y="4514850"/>
          <p14:tracePt t="72455" x="7048500" y="4457700"/>
          <p14:tracePt t="72486" x="6858000" y="4381500"/>
          <p14:tracePt t="72516" x="6654800" y="4292600"/>
          <p14:tracePt t="72550" x="6470650" y="4203700"/>
          <p14:tracePt t="72583" x="6235700" y="4083050"/>
          <p14:tracePt t="72616" x="6064250" y="3987800"/>
          <p14:tracePt t="72634" x="6000750" y="3949700"/>
          <p14:tracePt t="72671" x="5911850" y="3879850"/>
          <p14:tracePt t="72704" x="5816600" y="3784600"/>
          <p14:tracePt t="72735" x="5784850" y="3765550"/>
          <p14:tracePt t="72751" x="5765800" y="3752850"/>
          <p14:tracePt t="72782" x="5740400" y="3746500"/>
          <p14:tracePt t="72815" x="5721350" y="3740150"/>
          <p14:tracePt t="72849" x="5702300" y="3733800"/>
          <p14:tracePt t="72882" x="5683250" y="3733800"/>
          <p14:tracePt t="72907" x="5664200" y="3727450"/>
          <p14:tracePt t="72939" x="5632450" y="3727450"/>
          <p14:tracePt t="72969" x="5562600" y="3714750"/>
          <p14:tracePt t="73002" x="5480050" y="3695700"/>
          <p14:tracePt t="73032" x="5391150" y="3683000"/>
          <p14:tracePt t="73064" x="5321300" y="3670300"/>
          <p14:tracePt t="73098" x="5245100" y="3657600"/>
          <p14:tracePt t="73131" x="5194300" y="3651250"/>
          <p14:tracePt t="73165" x="5156200" y="3644900"/>
          <p14:tracePt t="73173" x="5143500" y="3644900"/>
          <p14:tracePt t="73205" x="5099050" y="3644900"/>
          <p14:tracePt t="73235" x="5003800" y="3644900"/>
          <p14:tracePt t="73268" x="4819650" y="3657600"/>
          <p14:tracePt t="73297" x="4578350" y="3689350"/>
          <p14:tracePt t="73331" x="4191000" y="3727450"/>
          <p14:tracePt t="73363" x="3886200" y="3740150"/>
          <p14:tracePt t="73397" x="3581400" y="3740150"/>
          <p14:tracePt t="73430" x="3238500" y="3727450"/>
          <p14:tracePt t="73454" x="2895600" y="3702050"/>
          <p14:tracePt t="73484" x="2705100" y="3683000"/>
          <p14:tracePt t="73516" x="2451100" y="3676650"/>
          <p14:tracePt t="73532" x="2387600" y="3676650"/>
          <p14:tracePt t="73563" x="2305050" y="3676650"/>
          <p14:tracePt t="73596" x="2279650" y="3676650"/>
          <p14:tracePt t="73629" x="2273300" y="3676650"/>
          <p14:tracePt t="73662" x="2279650" y="3683000"/>
          <p14:tracePt t="73696" x="2279650" y="3695700"/>
          <p14:tracePt t="73734" x="2279650" y="3714750"/>
          <p14:tracePt t="73751" x="2266950" y="3714750"/>
          <p14:tracePt t="73784" x="2241550" y="3733800"/>
          <p14:tracePt t="73815" x="2197100" y="3759200"/>
          <p14:tracePt t="73845" x="2133600" y="3790950"/>
          <p14:tracePt t="73878" x="2032000" y="3835400"/>
          <p14:tracePt t="73911" x="1847850" y="3879850"/>
          <p14:tracePt t="73945" x="1752600" y="3905250"/>
          <p14:tracePt t="73969" x="1695450" y="3911600"/>
          <p14:tracePt t="74003" x="1625600" y="3911600"/>
          <p14:tracePt t="74033" x="1587500" y="3911600"/>
          <p14:tracePt t="74078" x="1568450" y="3911600"/>
          <p14:tracePt t="74111" x="1555750" y="3911600"/>
          <p14:tracePt t="74144" x="1549400" y="3911600"/>
          <p14:tracePt t="74177" x="1536700" y="3911600"/>
          <p14:tracePt t="74244" x="1530350" y="3917950"/>
          <p14:tracePt t="74313" x="1581150" y="3924300"/>
          <p14:tracePt t="74346" x="1797050" y="3937000"/>
          <p14:tracePt t="74377" x="2286000" y="3962400"/>
          <p14:tracePt t="74409" x="3168650" y="3975100"/>
          <p14:tracePt t="74442" x="4298950" y="4044950"/>
          <p14:tracePt t="74476" x="5613400" y="4286250"/>
          <p14:tracePt t="74500" x="6153150" y="4483100"/>
          <p14:tracePt t="74517" x="6273800" y="4546600"/>
          <p14:tracePt t="74547" x="6483350" y="4699000"/>
          <p14:tracePt t="74578" x="6527800" y="4737100"/>
          <p14:tracePt t="74611" x="6534150" y="4768850"/>
          <p14:tracePt t="74642" x="6470650" y="4781550"/>
          <p14:tracePt t="74675" x="6324600" y="4781550"/>
          <p14:tracePt t="74709" x="6146800" y="4800600"/>
          <p14:tracePt t="74742" x="5734050" y="4819650"/>
          <p14:tracePt t="74792" x="5187950" y="4838700"/>
          <p14:tracePt t="74828" x="4679950" y="4845050"/>
          <p14:tracePt t="74861" x="4102100" y="4845050"/>
          <p14:tracePt t="74891" x="3790950" y="4845050"/>
          <p14:tracePt t="74925" x="3594100" y="4851400"/>
          <p14:tracePt t="74958" x="3479800" y="4851400"/>
          <p14:tracePt t="74992" x="3454400" y="4851400"/>
          <p14:tracePt t="75016" x="3441700" y="4857750"/>
          <p14:tracePt t="75047" x="3441700" y="4876800"/>
          <p14:tracePt t="75081" x="3454400" y="4933950"/>
          <p14:tracePt t="75110" x="3473450" y="4959350"/>
          <p14:tracePt t="75539" x="3308350" y="4978400"/>
          <p14:tracePt t="75564" x="3086100" y="5016500"/>
          <p14:tracePt t="75594" x="2946400" y="5041900"/>
          <p14:tracePt t="75626" x="2692400" y="5080000"/>
          <p14:tracePt t="75659" x="2584450" y="5092700"/>
          <p14:tracePt t="75689" x="2533650" y="5099050"/>
          <p14:tracePt t="75722" x="2482850" y="5105400"/>
          <p14:tracePt t="75755" x="2470150" y="5111750"/>
          <p14:tracePt t="75788" x="2457450" y="5118100"/>
          <p14:tracePt t="75845" x="2457450" y="5124450"/>
          <p14:tracePt t="75877" x="2463800" y="5124450"/>
          <p14:tracePt t="75907" x="2495550" y="5137150"/>
          <p14:tracePt t="75923" x="2495550" y="5149850"/>
          <p14:tracePt t="76569" x="2571750" y="5162550"/>
          <p14:tracePt t="76594" x="2603500" y="5168900"/>
          <p14:tracePt t="76627" x="2705100" y="5181600"/>
          <p14:tracePt t="76657" x="2806700" y="5194300"/>
          <p14:tracePt t="76688" x="2965450" y="5194300"/>
          <p14:tracePt t="76719" x="3048000" y="5194300"/>
          <p14:tracePt t="76752" x="3194050" y="5194300"/>
          <p14:tracePt t="76770" x="3225800" y="5194300"/>
          <p14:tracePt t="76802" x="3346450" y="5200650"/>
          <p14:tracePt t="76835" x="3448050" y="5219700"/>
          <p14:tracePt t="76860" x="3511550" y="5245100"/>
          <p14:tracePt t="76892" x="3581400" y="5257800"/>
          <p14:tracePt t="76923" x="3657600" y="5257800"/>
          <p14:tracePt t="76954" x="3771900" y="5257800"/>
          <p14:tracePt t="76987" x="3943350" y="5251450"/>
          <p14:tracePt t="77017" x="4064000" y="5251450"/>
          <p14:tracePt t="77050" x="4184650" y="5251450"/>
          <p14:tracePt t="77084" x="4330700" y="5238750"/>
          <p14:tracePt t="77117" x="4425950" y="5232400"/>
          <p14:tracePt t="77141" x="4476750" y="5232400"/>
          <p14:tracePt t="77172" x="4527550" y="5232400"/>
          <p14:tracePt t="77203" x="4584700" y="5245100"/>
          <p14:tracePt t="77236" x="4610100" y="5257800"/>
          <p14:tracePt t="77267" x="4654550" y="5289550"/>
          <p14:tracePt t="77286" x="4705350" y="5327650"/>
          <p14:tracePt t="77318" x="4813300" y="5441950"/>
          <p14:tracePt t="77350" x="4927600" y="5588000"/>
          <p14:tracePt t="77383" x="5016500" y="5683250"/>
          <p14:tracePt t="77407" x="5073650" y="5727700"/>
          <p14:tracePt t="77437" x="5111750" y="5746750"/>
          <p14:tracePt t="77469" x="5143500" y="5759450"/>
          <p14:tracePt t="77503" x="5175250" y="5772150"/>
          <p14:tracePt t="77532" x="5181600" y="5797550"/>
          <p14:tracePt t="77565" x="5181600" y="5803900"/>
          <p14:tracePt t="78017" x="5149850" y="5797550"/>
          <p14:tracePt t="78047" x="5111750" y="5778500"/>
          <p14:tracePt t="78080" x="5073650" y="5765800"/>
          <p14:tracePt t="78114" x="5041900" y="5746750"/>
          <p14:tracePt t="78147" x="5016500" y="5740400"/>
          <p14:tracePt t="78180" x="4914900" y="5740400"/>
          <p14:tracePt t="78204" x="4787900" y="5746750"/>
          <p14:tracePt t="78235" x="4311650" y="5791200"/>
          <p14:tracePt t="78266" x="3943350" y="5791200"/>
          <p14:tracePt t="78299" x="3009900" y="5791200"/>
          <p14:tracePt t="78316" x="2819400" y="5784850"/>
          <p14:tracePt t="78348" x="2298700" y="5784850"/>
          <p14:tracePt t="78379" x="2127250" y="5784850"/>
          <p14:tracePt t="78413" x="1898650" y="5784850"/>
          <p14:tracePt t="78446" x="1733550" y="5797550"/>
          <p14:tracePt t="78485" x="1631950" y="5803900"/>
          <p14:tracePt t="78517" x="1574800" y="5810250"/>
          <p14:tracePt t="78549" x="1555750" y="5810250"/>
          <p14:tracePt t="78579" x="1536700" y="5810250"/>
          <p14:tracePt t="78629" x="1524000" y="5810250"/>
          <p14:tracePt t="78695" x="1511300" y="5810250"/>
          <p14:tracePt t="78719" x="1504950" y="5810250"/>
          <p14:tracePt t="78750" x="1498600" y="5810250"/>
          <p14:tracePt t="78781" x="1492250" y="5803900"/>
          <p14:tracePt t="78814" x="1492250" y="5797550"/>
          <p14:tracePt t="78911" x="1492250" y="5791200"/>
          <p14:tracePt t="78961" x="1504950" y="5791200"/>
          <p14:tracePt t="78985" x="1504950" y="5784850"/>
          <p14:tracePt t="79525" x="1530350" y="5753100"/>
          <p14:tracePt t="79549" x="1549400" y="5708650"/>
          <p14:tracePt t="79580" x="1600200" y="5626100"/>
          <p14:tracePt t="79612" x="1631950" y="5562600"/>
          <p14:tracePt t="79642" x="1670050" y="5499100"/>
          <p14:tracePt t="79675" x="1714500" y="5403850"/>
          <p14:tracePt t="79708" x="1784350" y="5226050"/>
          <p14:tracePt t="79741" x="1911350" y="4768850"/>
          <p14:tracePt t="79765" x="1993900" y="4457700"/>
          <p14:tracePt t="79799" x="2095500" y="3860800"/>
          <p14:tracePt t="79829" x="2127250" y="3517900"/>
          <p14:tracePt t="79846" x="2127250" y="3314700"/>
          <p14:tracePt t="79877" x="2127250" y="3117850"/>
          <p14:tracePt t="79907" x="2146300" y="2819400"/>
          <p14:tracePt t="79941" x="2190750" y="2451100"/>
          <p14:tracePt t="79974" x="2247900" y="2159000"/>
          <p14:tracePt t="80007" x="2292350" y="1949450"/>
          <p14:tracePt t="80031" x="2343150" y="1803400"/>
          <p14:tracePt t="80065" x="2438400" y="1517650"/>
          <p14:tracePt t="80095" x="2489200" y="1409700"/>
          <p14:tracePt t="80126" x="2533650" y="1327150"/>
          <p14:tracePt t="80157" x="2559050" y="1263650"/>
          <p14:tracePt t="80190" x="2571750" y="1250950"/>
          <p14:tracePt t="80223" x="2578100" y="1231900"/>
          <p14:tracePt t="80256" x="2584450" y="1219200"/>
          <p14:tracePt t="80439" x="2590800" y="1231900"/>
          <p14:tracePt t="80472" x="2603500" y="1238250"/>
          <p14:tracePt t="80505" x="2622550" y="1250950"/>
          <p14:tracePt t="80539" x="2692400" y="1257300"/>
          <p14:tracePt t="80588" x="2819400" y="1263650"/>
          <p14:tracePt t="80610" x="2901950" y="1250950"/>
          <p14:tracePt t="80642" x="2971800" y="1250950"/>
          <p14:tracePt t="80672" x="3009900" y="1250950"/>
          <p14:tracePt t="80705" x="3016250" y="1250950"/>
          <p14:tracePt t="81190" x="2921000" y="1593850"/>
          <p14:tracePt t="81220" x="2800350" y="1917700"/>
          <p14:tracePt t="81253" x="2724150" y="2108200"/>
          <p14:tracePt t="81286" x="2698750" y="2159000"/>
          <p14:tracePt t="81319" x="2686050" y="2159000"/>
          <p14:tracePt t="81352" x="2679700" y="2159000"/>
          <p14:tracePt t="81422" x="2679700" y="2146300"/>
          <p14:tracePt t="81468" x="2679700" y="2139950"/>
          <p14:tracePt t="81502" x="2686050" y="2127250"/>
          <p14:tracePt t="81535" x="2705100" y="2127250"/>
          <p14:tracePt t="81568" x="2736850" y="2108200"/>
          <p14:tracePt t="81601" x="2800350" y="2070100"/>
          <p14:tracePt t="81625" x="2889250" y="2032000"/>
          <p14:tracePt t="81656" x="2971800" y="2006600"/>
          <p14:tracePt t="81688" x="3022600" y="1987550"/>
          <p14:tracePt t="81722" x="3041650" y="1981200"/>
          <p14:tracePt t="81751" x="3054350" y="1981200"/>
          <p14:tracePt t="81834" x="3054350" y="1974850"/>
          <p14:tracePt t="82515" x="3162300" y="2057400"/>
          <p14:tracePt t="82548" x="3244850" y="2127250"/>
          <p14:tracePt t="82581" x="3397250" y="2298700"/>
          <p14:tracePt t="82615" x="3524250" y="2508250"/>
          <p14:tracePt t="82648" x="3695700" y="2800350"/>
          <p14:tracePt t="82681" x="3829050" y="3041650"/>
          <p14:tracePt t="82720" x="3987800" y="3327400"/>
          <p14:tracePt t="82752" x="4083050" y="3486150"/>
          <p14:tracePt t="82785" x="4114800" y="3562350"/>
          <p14:tracePt t="82814" x="4114800" y="3625850"/>
          <p14:tracePt t="82847" x="4083050" y="3702050"/>
          <p14:tracePt t="82881" x="3987800" y="3803650"/>
          <p14:tracePt t="82914" x="3848100" y="3943350"/>
          <p14:tracePt t="82923" x="3778250" y="4006850"/>
          <p14:tracePt t="82954" x="3562350" y="4210050"/>
          <p14:tracePt t="82984" x="3340100" y="4400550"/>
          <p14:tracePt t="83016" x="3098800" y="4597400"/>
          <p14:tracePt t="83050" x="2781300" y="4845050"/>
          <p14:tracePt t="83080" x="2520950" y="5029200"/>
          <p14:tracePt t="83113" x="2374900" y="5130800"/>
          <p14:tracePt t="83146" x="2317750" y="5149850"/>
          <p14:tracePt t="83179" x="2286000" y="5156200"/>
          <p14:tracePt t="83203" x="2279650" y="5156200"/>
          <p14:tracePt t="83237" x="2298700" y="5149850"/>
          <p14:tracePt t="83282" x="2355850" y="5130800"/>
          <p14:tracePt t="83312" x="2457450" y="5086350"/>
          <p14:tracePt t="83346" x="2597150" y="5035550"/>
          <p14:tracePt t="83379" x="2730500" y="4978400"/>
          <p14:tracePt t="83412" x="2787650" y="4959350"/>
          <p14:tracePt t="83431" x="2806700" y="4953000"/>
          <p14:tracePt t="83479" x="2819400" y="4933950"/>
          <p14:tracePt t="83518" x="2832100" y="4927600"/>
          <p14:tracePt t="83550" x="2851150" y="4914900"/>
          <p14:tracePt t="83578" x="2870200" y="4908550"/>
          <p14:tracePt t="83612" x="2946400" y="4876800"/>
          <p14:tracePt t="83644" x="3016250" y="4857750"/>
          <p14:tracePt t="83678" x="3067050" y="4845050"/>
          <p14:tracePt t="83711" x="3079750" y="4845050"/>
          <p14:tracePt t="83750" x="3092450" y="4851400"/>
          <p14:tracePt t="83782" x="3086100" y="4857750"/>
          <p14:tracePt t="84259" x="3035300" y="4857750"/>
          <p14:tracePt t="84283" x="3016250" y="4857750"/>
          <p14:tracePt t="84314" x="2978150" y="4838700"/>
          <p14:tracePt t="84345" x="2959100" y="4838700"/>
          <p14:tracePt t="84375" x="2940050" y="4838700"/>
          <p14:tracePt t="84408" x="2921000" y="4845050"/>
          <p14:tracePt t="84442" x="2901950" y="4851400"/>
          <p14:tracePt t="84461" x="2882900" y="4857750"/>
          <p14:tracePt t="84492" x="2813050" y="4876800"/>
          <p14:tracePt t="84515" x="2755900" y="4883150"/>
          <p14:tracePt t="84549" x="2628900" y="4889500"/>
          <p14:tracePt t="84579" x="2559050" y="4895850"/>
          <p14:tracePt t="84611" x="2495550" y="4895850"/>
          <p14:tracePt t="84641" x="2451100" y="4895850"/>
          <p14:tracePt t="84674" x="2419350" y="4895850"/>
          <p14:tracePt t="84708" x="2381250" y="4895850"/>
          <p14:tracePt t="84740" x="2368550" y="4908550"/>
          <p14:tracePt t="84774" x="2349500" y="4921250"/>
          <p14:tracePt t="84798" x="2330450" y="4940300"/>
          <p14:tracePt t="84815" x="2324100" y="4953000"/>
          <p14:tracePt t="84845" x="2311400" y="4965700"/>
          <p14:tracePt t="84878" x="2286000" y="4984750"/>
          <p14:tracePt t="84907" x="2279650" y="4997450"/>
          <p14:tracePt t="84940" x="2260600" y="5003800"/>
          <p14:tracePt t="84975" x="2247900" y="5010150"/>
          <p14:tracePt t="85007" x="2241550" y="5016500"/>
          <p14:tracePt t="85040" x="2228850" y="5022850"/>
          <p14:tracePt t="85078" x="2216150" y="5029200"/>
          <p14:tracePt t="85111" x="2209800" y="5029200"/>
          <p14:tracePt t="85144" x="2197100" y="5029200"/>
          <p14:tracePt t="85173" x="2190750" y="5029200"/>
          <p14:tracePt t="85206" x="2171700" y="5029200"/>
          <p14:tracePt t="85256" x="2165350" y="5029200"/>
          <p14:tracePt t="85283" x="2159000" y="5029200"/>
          <p14:tracePt t="85315" x="2152650" y="5029200"/>
          <p14:tracePt t="85344" x="2139950" y="5029200"/>
          <p14:tracePt t="85377" x="2133600" y="5029200"/>
          <p14:tracePt t="85406" x="2127250" y="5029200"/>
          <p14:tracePt t="85488" x="2108200" y="5022850"/>
          <p14:tracePt t="85554" x="2101850" y="5029200"/>
          <p14:tracePt t="85578" x="2095500" y="5029200"/>
          <p14:tracePt t="86125" x="2228850" y="5029200"/>
          <p14:tracePt t="86157" x="2533650" y="4997450"/>
          <p14:tracePt t="86189" x="2952750" y="4984750"/>
          <p14:tracePt t="86219" x="3289300" y="4984750"/>
          <p14:tracePt t="86252" x="3613150" y="5010150"/>
          <p14:tracePt t="86285" x="3956050" y="5029200"/>
          <p14:tracePt t="86319" x="4210050" y="5054600"/>
          <p14:tracePt t="86352" x="4495800" y="5067300"/>
          <p14:tracePt t="86392" x="4667250" y="5067300"/>
          <p14:tracePt t="86423" x="4864100" y="5086350"/>
          <p14:tracePt t="86455" x="4940300" y="5099050"/>
          <p14:tracePt t="86486" x="5016500" y="5118100"/>
          <p14:tracePt t="86518" x="5060950" y="5130800"/>
          <p14:tracePt t="86551" x="5086350" y="5143500"/>
          <p14:tracePt t="86584" x="5118100" y="5156200"/>
          <p14:tracePt t="86617" x="5149850" y="5181600"/>
          <p14:tracePt t="86656" x="5168900" y="5194300"/>
          <p14:tracePt t="86689" x="5187950" y="5207000"/>
          <p14:tracePt t="86720" x="5194300" y="5207000"/>
          <p14:tracePt t="86750" x="5200650" y="5207000"/>
          <p14:tracePt t="86783" x="5200650" y="5213350"/>
          <p14:tracePt t="86817" x="5207000" y="5226050"/>
          <p14:tracePt t="86850" x="5219700" y="5232400"/>
          <p14:tracePt t="86883" x="5219700" y="5238750"/>
          <p14:tracePt t="86922" x="5226050" y="5245100"/>
          <p14:tracePt t="86955" x="5232400" y="5251450"/>
          <p14:tracePt t="86986" x="5232400" y="5257800"/>
          <p14:tracePt t="87032" x="5232400" y="5270500"/>
          <p14:tracePt t="87315" x="5327650" y="5257800"/>
          <p14:tracePt t="87349" x="5740400" y="5187950"/>
          <p14:tracePt t="87381" x="6165850" y="5111750"/>
          <p14:tracePt t="87406" x="6470650" y="5086350"/>
          <p14:tracePt t="87439" x="6991350" y="5035550"/>
          <p14:tracePt t="87469" x="7289800" y="5035550"/>
          <p14:tracePt t="87486" x="7385050" y="5035550"/>
          <p14:tracePt t="87517" x="7581900" y="5048250"/>
          <p14:tracePt t="87548" x="7708900" y="5041900"/>
          <p14:tracePt t="87581" x="7842250" y="5029200"/>
          <p14:tracePt t="87614" x="7981950" y="5003800"/>
          <p14:tracePt t="87632" x="8013700" y="4997450"/>
          <p14:tracePt t="87665" x="8089900" y="4984750"/>
          <p14:tracePt t="87703" x="8096250" y="4984750"/>
          <p14:tracePt t="87830" x="8096250" y="4972050"/>
          <p14:tracePt t="87880" x="8108950" y="4959350"/>
          <p14:tracePt t="87913" x="8128000" y="4946650"/>
          <p14:tracePt t="87938" x="8166100" y="4914900"/>
          <p14:tracePt t="87954" x="8191500" y="4902200"/>
          <p14:tracePt t="87988" x="8299450" y="4819650"/>
          <p14:tracePt t="88019" x="8343900" y="4762500"/>
          <p14:tracePt t="88049" x="8356600" y="4743450"/>
          <p14:tracePt t="88079" x="8362950" y="4737100"/>
          <p14:tracePt t="88195" x="8362950" y="4743450"/>
          <p14:tracePt t="88219" x="8362950" y="4749800"/>
          <p14:tracePt t="88250" x="8356600" y="4762500"/>
          <p14:tracePt t="88281" x="8356600" y="4775200"/>
          <p14:tracePt t="88315" x="8343900" y="4857750"/>
          <p14:tracePt t="88345" x="8318500" y="5016500"/>
          <p14:tracePt t="88378" x="8293100" y="5232400"/>
          <p14:tracePt t="88411" x="8255000" y="5511800"/>
          <p14:tracePt t="88445" x="8235950" y="5689600"/>
          <p14:tracePt t="88478" x="8216900" y="5784850"/>
          <p14:tracePt t="88502" x="8210550" y="5816600"/>
          <p14:tracePt t="88549" x="8210550" y="5822950"/>
          <p14:tracePt t="88611" x="8204200" y="5822950"/>
          <p14:tracePt t="88677" x="8191500" y="5816600"/>
          <p14:tracePt t="88710" x="8178800" y="5803900"/>
          <p14:tracePt t="88744" x="8134350" y="5778500"/>
          <p14:tracePt t="88777" x="7937500" y="5708650"/>
          <p14:tracePt t="88810" x="7467600" y="5575300"/>
          <p14:tracePt t="88846" x="6172200" y="5321300"/>
          <p14:tracePt t="88877" x="5086350" y="5219700"/>
          <p14:tracePt t="88910" x="4044950" y="5200650"/>
          <p14:tracePt t="88946" x="3162300" y="5213350"/>
          <p14:tracePt t="88977" x="2400300" y="5200650"/>
          <p14:tracePt t="89009" x="1816100" y="5149850"/>
          <p14:tracePt t="89048" x="1657350" y="5130800"/>
          <p14:tracePt t="89076" x="1606550" y="5124450"/>
          <p14:tracePt t="89109" x="1587500" y="5124450"/>
          <p14:tracePt t="89162" x="1568450" y="5118100"/>
          <p14:tracePt t="89192" x="1549400" y="5111750"/>
          <p14:tracePt t="89230" x="1511300" y="5111750"/>
          <p14:tracePt t="89261" x="1473200" y="5105400"/>
          <p14:tracePt t="89292" x="1422400" y="5105400"/>
          <p14:tracePt t="89313" x="1390650" y="5124450"/>
          <p14:tracePt t="89344" x="1308100" y="5168900"/>
          <p14:tracePt t="89378" x="1263650" y="5200650"/>
          <p14:tracePt t="89408" x="1193800" y="5251450"/>
          <p14:tracePt t="89447" x="1162050" y="5289550"/>
          <p14:tracePt t="89476" x="1149350" y="5314950"/>
          <p14:tracePt t="89508" x="1136650" y="5359400"/>
          <p14:tracePt t="89532" x="1130300" y="5384800"/>
          <p14:tracePt t="89562" x="1123950" y="5397500"/>
          <p14:tracePt t="89680" x="1136650" y="5397500"/>
          <p14:tracePt t="89712" x="1149350" y="5397500"/>
          <p14:tracePt t="89757" x="1187450" y="5391150"/>
          <p14:tracePt t="89778" x="1225550" y="5378450"/>
          <p14:tracePt t="89810" x="1339850" y="5308600"/>
          <p14:tracePt t="89840" x="1460500" y="5187950"/>
          <p14:tracePt t="89879" x="1612900" y="5003800"/>
          <p14:tracePt t="89911" x="1714500" y="4940300"/>
          <p14:tracePt t="89956" x="1828800" y="4895850"/>
          <p14:tracePt t="89996" x="1866900" y="4895850"/>
          <p14:tracePt t="90024" x="1892300" y="4895850"/>
          <p14:tracePt t="90063" x="1911350" y="4895850"/>
          <p14:tracePt t="90097" x="1924050" y="4908550"/>
          <p14:tracePt t="90155" x="1924050" y="4914900"/>
          <p14:tracePt t="90211" x="1917700" y="4927600"/>
          <p14:tracePt t="90255" x="1898650" y="4940300"/>
          <p14:tracePt t="90279" x="1835150" y="4965700"/>
          <p14:tracePt t="90312" x="1701800" y="5016500"/>
          <p14:tracePt t="90340" x="1593850" y="5073650"/>
          <p14:tracePt t="90371" x="1352550" y="5219700"/>
          <p14:tracePt t="90395" x="1263650" y="5283200"/>
          <p14:tracePt t="90437" x="1111250" y="5422900"/>
          <p14:tracePt t="90471" x="1054100" y="5549900"/>
          <p14:tracePt t="90504" x="1041400" y="5581650"/>
          <p14:tracePt t="90537" x="1041400" y="5594350"/>
          <p14:tracePt t="90556" x="1041400" y="5600700"/>
          <p14:tracePt t="90587" x="1054100" y="5600700"/>
          <p14:tracePt t="90611" x="1060450" y="5600700"/>
          <p14:tracePt t="90653" x="1079500" y="5600700"/>
          <p14:tracePt t="90687" x="1092200" y="5600700"/>
          <p14:tracePt t="90720" x="1098550" y="5607050"/>
          <p14:tracePt t="90753" x="1123950" y="5607050"/>
          <p14:tracePt t="90787" x="1174750" y="5619750"/>
          <p14:tracePt t="90820" x="1308100" y="5632450"/>
          <p14:tracePt t="90853" x="1511300" y="5651500"/>
          <p14:tracePt t="90886" x="1822450" y="5676900"/>
          <p14:tracePt t="90920" x="1981200" y="5695950"/>
          <p14:tracePt t="90952" x="2038350" y="5702300"/>
          <p14:tracePt t="90986" x="2070100" y="5708650"/>
          <p14:tracePt t="91019" x="2089150" y="5715000"/>
          <p14:tracePt t="91119" x="2095500" y="5715000"/>
          <p14:tracePt t="91152" x="2127250" y="5715000"/>
          <p14:tracePt t="91185" x="2146300" y="5715000"/>
          <p14:tracePt t="91218" x="2279650" y="5721350"/>
          <p14:tracePt t="91251" x="2451100" y="5702300"/>
          <p14:tracePt t="91285" x="2743200" y="5626100"/>
          <p14:tracePt t="91318" x="2971800" y="5518150"/>
          <p14:tracePt t="91351" x="3251200" y="5346700"/>
          <p14:tracePt t="91384" x="3441700" y="521970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B6B67C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FFFF00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B6B67C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</a:t>
            </a:r>
            <a:r>
              <a:rPr lang="en-US" altLang="en-US" sz="4400" dirty="0" err="1">
                <a:latin typeface="Elephant" panose="02020904090505020303" pitchFamily="18" charset="0"/>
              </a:rPr>
              <a:t>Builtin</a:t>
            </a:r>
            <a:r>
              <a:rPr lang="en-US" altLang="en-US" sz="4400" dirty="0">
                <a:latin typeface="Elephant" panose="02020904090505020303" pitchFamily="18" charset="0"/>
              </a:rPr>
              <a:t>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99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877"/>
    </mc:Choice>
    <mc:Fallback>
      <p:transition advTm="68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62" x="3390900" y="5226050"/>
          <p14:tracePt t="1608" x="3314700" y="5264150"/>
          <p14:tracePt t="1623" x="3289300" y="5270500"/>
          <p14:tracePt t="1657" x="3155950" y="5334000"/>
          <p14:tracePt t="1689" x="2984500" y="5416550"/>
          <p14:tracePt t="1722" x="2749550" y="5594350"/>
          <p14:tracePt t="1740" x="2654300" y="5664200"/>
          <p14:tracePt t="1772" x="2273300" y="5949950"/>
          <p14:tracePt t="1806" x="2019300" y="6127750"/>
          <p14:tracePt t="1840" x="1943100" y="6172200"/>
          <p14:tracePt t="1889" x="1924050" y="6172200"/>
          <p14:tracePt t="1974" x="1930400" y="6172200"/>
          <p14:tracePt t="2039" x="1911350" y="6191250"/>
          <p14:tracePt t="2071" x="1860550" y="6248400"/>
          <p14:tracePt t="2105" x="1746250" y="6343650"/>
          <p14:tracePt t="2138" x="1625600" y="6445250"/>
          <p14:tracePt t="2171" x="1549400" y="6477000"/>
          <p14:tracePt t="2177" x="1543050" y="6477000"/>
          <p14:tracePt t="2221" x="1536700" y="6477000"/>
          <p14:tracePt t="2270" x="1530350" y="6477000"/>
          <p14:tracePt t="2338" x="1549400" y="6470650"/>
          <p14:tracePt t="2420" x="1562100" y="6470650"/>
          <p14:tracePt t="2470" x="1574800" y="6457950"/>
          <p14:tracePt t="2537" x="1587500" y="6445250"/>
          <p14:tracePt t="2852" x="1593850" y="6445250"/>
          <p14:tracePt t="2902" x="1625600" y="6445250"/>
          <p14:tracePt t="2952" x="1771650" y="6445250"/>
          <p14:tracePt t="2968" x="1847850" y="6432550"/>
          <p14:tracePt t="2975" x="1936750" y="6432550"/>
          <p14:tracePt t="3020" x="2463800" y="6394450"/>
          <p14:tracePt t="3051" x="2895600" y="6369050"/>
          <p14:tracePt t="3085" x="3327400" y="6362700"/>
          <p14:tracePt t="3091" x="3390900" y="6362700"/>
          <p14:tracePt t="3134" x="3517900" y="6369050"/>
          <p14:tracePt t="3140" x="3530600" y="6369050"/>
          <p14:tracePt t="3184" x="3549650" y="6375400"/>
          <p14:tracePt t="3234" x="3556000" y="6375400"/>
          <p14:tracePt t="3284" x="3562350" y="6375400"/>
          <p14:tracePt t="3333" x="3562350" y="6369050"/>
          <p14:tracePt t="3484" x="3575050" y="6369050"/>
          <p14:tracePt t="3566" x="3587750" y="6369050"/>
          <p14:tracePt t="3617" x="3600450" y="6369050"/>
          <p14:tracePt t="3650" x="3632200" y="6369050"/>
          <p14:tracePt t="3682" x="3683000" y="6369050"/>
          <p14:tracePt t="3716" x="3765550" y="6369050"/>
          <p14:tracePt t="3732" x="3803650" y="6369050"/>
          <p14:tracePt t="3771" x="3860800" y="6356350"/>
          <p14:tracePt t="3782" x="3867150" y="6350000"/>
          <p14:tracePt t="3815" x="3879850" y="6343650"/>
          <p14:tracePt t="3849" x="3886200" y="6343650"/>
          <p14:tracePt t="3899" x="3892550" y="6337300"/>
          <p14:tracePt t="3949" x="3892550" y="6330950"/>
          <p14:tracePt t="3998" x="3898900" y="6330950"/>
          <p14:tracePt t="4064" x="3905250" y="6324600"/>
          <p14:tracePt t="4347" x="3905250" y="6318250"/>
          <p14:tracePt t="4398" x="3924300" y="6299200"/>
          <p14:tracePt t="4430" x="3949700" y="6267450"/>
          <p14:tracePt t="4449" x="4006850" y="6223000"/>
          <p14:tracePt t="4480" x="4133850" y="6115050"/>
          <p14:tracePt t="4513" x="4267200" y="6013450"/>
          <p14:tracePt t="4547" x="4476750" y="5842000"/>
          <p14:tracePt t="4579" x="4616450" y="5721350"/>
          <p14:tracePt t="4612" x="5048250" y="5314950"/>
          <p14:tracePt t="4646" x="5302250" y="504190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05800" cy="762000"/>
          </a:xfrm>
        </p:spPr>
        <p:txBody>
          <a:bodyPr/>
          <a:lstStyle/>
          <a:p>
            <a:r>
              <a:rPr lang="en-US" altLang="zh-TW" sz="4400" b="1" dirty="0" err="1" smtClean="0">
                <a:latin typeface="Lucida Console" panose="020B0609040504020204" pitchFamily="49" charset="0"/>
              </a:rPr>
              <a:t>issubclass</a:t>
            </a:r>
            <a:r>
              <a:rPr lang="en-US" altLang="zh-TW" sz="4400" b="1" dirty="0" smtClean="0">
                <a:latin typeface="Lucida Console" panose="020B0609040504020204" pitchFamily="49" charset="0"/>
              </a:rPr>
              <a:t>()</a:t>
            </a:r>
            <a:endParaRPr lang="zh-TW" altLang="en-US" sz="4400" b="1" dirty="0">
              <a:latin typeface="Lucida Console" panose="020B0609040504020204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6019800"/>
          </a:xfrm>
        </p:spPr>
        <p:txBody>
          <a:bodyPr/>
          <a:lstStyle/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x=4</a:t>
            </a:r>
            <a:r>
              <a:rPr lang="en-US" altLang="zh-TW" dirty="0">
                <a:latin typeface="Lucida Console" panose="020B0609040504020204" pitchFamily="49" charset="0"/>
              </a:rPr>
              <a:t>; 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y=4.0</a:t>
            </a:r>
            <a:endParaRPr lang="en-US" altLang="zh-TW" b="1" dirty="0">
              <a:solidFill>
                <a:srgbClr val="CC00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float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>
                <a:solidFill>
                  <a:srgbClr val="FFA300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float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dirty="0">
                <a:solidFill>
                  <a:srgbClr val="FFD6EA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D6EA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dirty="0" err="1">
                <a:solidFill>
                  <a:srgbClr val="FFD6EA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dirty="0">
                <a:solidFill>
                  <a:srgbClr val="FFD6EA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dirty="0">
                <a:solidFill>
                  <a:srgbClr val="FF0000"/>
                </a:solidFill>
                <a:latin typeface="+mj-ea"/>
                <a:ea typeface="+mj-ea"/>
              </a:rPr>
              <a:t>()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arg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must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18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class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(type(</a:t>
            </a:r>
            <a:r>
              <a:rPr lang="en-US" altLang="zh-TW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type(</a:t>
            </a:r>
            <a:r>
              <a:rPr lang="en-US" altLang="zh-TW" b="1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import numbers as 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num</a:t>
            </a:r>
            <a:endParaRPr lang="en-US" altLang="zh-TW" b="1" dirty="0">
              <a:solidFill>
                <a:srgbClr val="CC00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num.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Real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num.Number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num.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Real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b="1" dirty="0" err="1" smtClean="0">
                <a:solidFill>
                  <a:srgbClr val="FFA300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 smtClean="0">
                <a:solidFill>
                  <a:srgbClr val="CC00FF"/>
                </a:solidFill>
                <a:latin typeface="Lucida Console" panose="020B0609040504020204" pitchFamily="49" charset="0"/>
              </a:rPr>
              <a:t>num.</a:t>
            </a: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Real</a:t>
            </a:r>
            <a:r>
              <a:rPr lang="en-US" altLang="zh-TW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#No</a:t>
            </a: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crash!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9000"/>
              </a:lnSpc>
              <a:spcBef>
                <a:spcPts val="0"/>
              </a:spcBef>
              <a:buNone/>
            </a:pPr>
            <a:r>
              <a:rPr lang="en-US" altLang="zh-TW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10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474"/>
    </mc:Choice>
    <mc:Fallback>
      <p:transition spd="slow" advTm="1554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81" x="3048000" y="2647950"/>
          <p14:tracePt t="589" x="3060700" y="2597150"/>
          <p14:tracePt t="595" x="3086100" y="2514600"/>
          <p14:tracePt t="605" x="3092450" y="2451100"/>
          <p14:tracePt t="622" x="3124200" y="2266950"/>
          <p14:tracePt t="638" x="3187700" y="1885950"/>
          <p14:tracePt t="655" x="3302000" y="1504950"/>
          <p14:tracePt t="672" x="3517900" y="755650"/>
          <p14:tracePt t="688" x="3676650" y="279400"/>
          <p14:tracePt t="704" x="3797300" y="0"/>
          <p14:tracePt t="722" x="3981450" y="0"/>
          <p14:tracePt t="737" x="4089400" y="0"/>
          <p14:tracePt t="754" x="4184650" y="0"/>
          <p14:tracePt t="771" x="4267200" y="0"/>
          <p14:tracePt t="787" x="4292600" y="0"/>
          <p14:tracePt t="804" x="4305300" y="0"/>
          <p14:tracePt t="837" x="4305300" y="6350"/>
          <p14:tracePt t="876" x="4305300" y="12700"/>
          <p14:tracePt t="889" x="4305300" y="19050"/>
          <p14:tracePt t="897" x="4305300" y="25400"/>
          <p14:tracePt t="906" x="4305300" y="31750"/>
          <p14:tracePt t="925" x="4305300" y="38100"/>
          <p14:tracePt t="940" x="4305300" y="44450"/>
          <p14:tracePt t="954" x="4305300" y="57150"/>
          <p14:tracePt t="970" x="4298950" y="82550"/>
          <p14:tracePt t="987" x="4298950" y="114300"/>
          <p14:tracePt t="1004" x="4286250" y="203200"/>
          <p14:tracePt t="1021" x="4260850" y="260350"/>
          <p14:tracePt t="1037" x="4241800" y="323850"/>
          <p14:tracePt t="1053" x="4197350" y="393700"/>
          <p14:tracePt t="1070" x="4159250" y="450850"/>
          <p14:tracePt t="1087" x="4102100" y="501650"/>
          <p14:tracePt t="1103" x="4064000" y="527050"/>
          <p14:tracePt t="1120" x="4038600" y="546100"/>
          <p14:tracePt t="1137" x="3994150" y="577850"/>
          <p14:tracePt t="1153" x="3975100" y="603250"/>
          <p14:tracePt t="1169" x="3956050" y="615950"/>
          <p14:tracePt t="1187" x="3943350" y="628650"/>
          <p14:tracePt t="1203" x="3937000" y="635000"/>
          <p14:tracePt t="1236" x="3937000" y="641350"/>
          <p14:tracePt t="1270" x="3943350" y="641350"/>
          <p14:tracePt t="1276" x="3956050" y="647700"/>
          <p14:tracePt t="1286" x="3962400" y="647700"/>
          <p14:tracePt t="1302" x="3987800" y="647700"/>
          <p14:tracePt t="1320" x="4057650" y="660400"/>
          <p14:tracePt t="1335" x="4127500" y="654050"/>
          <p14:tracePt t="1352" x="4203700" y="654050"/>
          <p14:tracePt t="1369" x="4324350" y="647700"/>
          <p14:tracePt t="1385" x="4419600" y="628650"/>
          <p14:tracePt t="1402" x="4476750" y="615950"/>
          <p14:tracePt t="1419" x="4584700" y="596900"/>
          <p14:tracePt t="1435" x="4654550" y="590550"/>
          <p14:tracePt t="1453" x="4756150" y="577850"/>
          <p14:tracePt t="1468" x="4806950" y="571500"/>
          <p14:tracePt t="1485" x="4845050" y="571500"/>
          <p14:tracePt t="1502" x="4883150" y="565150"/>
          <p14:tracePt t="1519" x="4902200" y="565150"/>
          <p14:tracePt t="1535" x="4914900" y="565150"/>
          <p14:tracePt t="1552" x="4927600" y="565150"/>
          <p14:tracePt t="1568" x="4933950" y="565150"/>
          <p14:tracePt t="1585" x="4940300" y="565150"/>
          <p14:tracePt t="1601" x="4946650" y="565150"/>
          <p14:tracePt t="1635" x="4953000" y="565150"/>
          <p14:tracePt t="1888" x="4953000" y="571500"/>
          <p14:tracePt t="1903" x="4953000" y="577850"/>
          <p14:tracePt t="1909" x="4953000" y="584200"/>
          <p14:tracePt t="1924" x="4946650" y="590550"/>
          <p14:tracePt t="1938" x="4940300" y="596900"/>
          <p14:tracePt t="1949" x="4933950" y="603250"/>
          <p14:tracePt t="1967" x="4914900" y="615950"/>
          <p14:tracePt t="1983" x="4883150" y="641350"/>
          <p14:tracePt t="2001" x="4851400" y="654050"/>
          <p14:tracePt t="2016" x="4775200" y="704850"/>
          <p14:tracePt t="2033" x="4718050" y="736600"/>
          <p14:tracePt t="2050" x="4533900" y="819150"/>
          <p14:tracePt t="2066" x="4483100" y="850900"/>
          <p14:tracePt t="2083" x="4425950" y="876300"/>
          <p14:tracePt t="2100" x="4324350" y="939800"/>
          <p14:tracePt t="2116" x="4235450" y="984250"/>
          <p14:tracePt t="2133" x="4216400" y="1003300"/>
          <p14:tracePt t="2150" x="4171950" y="1035050"/>
          <p14:tracePt t="2677" x="4171950" y="1060450"/>
          <p14:tracePt t="2692" x="4171950" y="1092200"/>
          <p14:tracePt t="2700" x="4171950" y="1111250"/>
          <p14:tracePt t="2714" x="4171950" y="1130300"/>
          <p14:tracePt t="2731" x="4171950" y="1162050"/>
          <p14:tracePt t="2748" x="4171950" y="1212850"/>
          <p14:tracePt t="2764" x="4171950" y="1231900"/>
          <p14:tracePt t="2781" x="4171950" y="1282700"/>
          <p14:tracePt t="2798" x="4171950" y="1320800"/>
          <p14:tracePt t="2814" x="4171950" y="1346200"/>
          <p14:tracePt t="2830" x="4171950" y="1377950"/>
          <p14:tracePt t="2847" x="4171950" y="1409700"/>
          <p14:tracePt t="2864" x="4171950" y="1428750"/>
          <p14:tracePt t="2881" x="4171950" y="1441450"/>
          <p14:tracePt t="2897" x="4159250" y="1504950"/>
          <p14:tracePt t="2913" x="4159250" y="1530350"/>
          <p14:tracePt t="2931" x="4152900" y="1574800"/>
          <p14:tracePt t="2947" x="4140200" y="1631950"/>
          <p14:tracePt t="2963" x="4140200" y="1657350"/>
          <p14:tracePt t="2980" x="4133850" y="1663700"/>
          <p14:tracePt t="2996" x="4133850" y="1676400"/>
          <p14:tracePt t="3013" x="4127500" y="1695450"/>
          <p14:tracePt t="3030" x="4121150" y="1720850"/>
          <p14:tracePt t="3046" x="4114800" y="1739900"/>
          <p14:tracePt t="3064" x="4095750" y="1790700"/>
          <p14:tracePt t="3079" x="4083050" y="1841500"/>
          <p14:tracePt t="3096" x="4076700" y="1873250"/>
          <p14:tracePt t="3113" x="4064000" y="1930400"/>
          <p14:tracePt t="3129" x="4064000" y="1968500"/>
          <p14:tracePt t="3146" x="4064000" y="1993900"/>
          <p14:tracePt t="3149" x="4064000" y="2012950"/>
          <p14:tracePt t="3165" x="4064000" y="2032000"/>
          <p14:tracePt t="3179" x="4057650" y="2070100"/>
          <p14:tracePt t="3196" x="4051300" y="2082800"/>
          <p14:tracePt t="3212" x="4051300" y="2089150"/>
          <p14:tracePt t="3229" x="4044950" y="2095500"/>
          <p14:tracePt t="3248" x="4044950" y="2101850"/>
          <p14:tracePt t="3352" x="4038600" y="2095500"/>
          <p14:tracePt t="3359" x="4038600" y="2089150"/>
          <p14:tracePt t="3373" x="4032250" y="2082800"/>
          <p14:tracePt t="3381" x="4025900" y="2070100"/>
          <p14:tracePt t="3395" x="4025900" y="2044700"/>
          <p14:tracePt t="3412" x="4000500" y="1962150"/>
          <p14:tracePt t="3428" x="3994150" y="1898650"/>
          <p14:tracePt t="3445" x="3962400" y="1739900"/>
          <p14:tracePt t="3462" x="3930650" y="1587500"/>
          <p14:tracePt t="3479" x="3911600" y="1466850"/>
          <p14:tracePt t="3495" x="3905250" y="1416050"/>
          <p14:tracePt t="3512" x="3898900" y="1384300"/>
          <p14:tracePt t="3528" x="3892550" y="1333500"/>
          <p14:tracePt t="3545" x="3886200" y="1327150"/>
          <p14:tracePt t="3563" x="3886200" y="1320800"/>
          <p14:tracePt t="3619" x="3879850" y="1320800"/>
          <p14:tracePt t="3640" x="3873500" y="1327150"/>
          <p14:tracePt t="3655" x="3873500" y="1333500"/>
          <p14:tracePt t="3663" x="3867150" y="1339850"/>
          <p14:tracePt t="3677" x="3860800" y="1358900"/>
          <p14:tracePt t="3694" x="3854450" y="1403350"/>
          <p14:tracePt t="3711" x="3841750" y="1485900"/>
          <p14:tracePt t="3727" x="3829050" y="1524000"/>
          <p14:tracePt t="3744" x="3816350" y="1644650"/>
          <p14:tracePt t="3761" x="3797300" y="1752600"/>
          <p14:tracePt t="3777" x="3784600" y="1803400"/>
          <p14:tracePt t="3794" x="3778250" y="1860550"/>
          <p14:tracePt t="3810" x="3746500" y="1993900"/>
          <p14:tracePt t="3827" x="3733800" y="2038350"/>
          <p14:tracePt t="3844" x="3721100" y="2095500"/>
          <p14:tracePt t="3860" x="3714750" y="2127250"/>
          <p14:tracePt t="3877" x="3708400" y="2159000"/>
          <p14:tracePt t="3894" x="3702050" y="2190750"/>
          <p14:tracePt t="3910" x="3695700" y="2203450"/>
          <p14:tracePt t="3927" x="3695700" y="2216150"/>
          <p14:tracePt t="3943" x="3689350" y="2216150"/>
          <p14:tracePt t="4020" x="3683000" y="2216150"/>
          <p14:tracePt t="4034" x="3683000" y="2203450"/>
          <p14:tracePt t="4041" x="3676650" y="2184400"/>
          <p14:tracePt t="4055" x="3676650" y="2159000"/>
          <p14:tracePt t="4063" x="3670300" y="2114550"/>
          <p14:tracePt t="4079" x="3657600" y="2063750"/>
          <p14:tracePt t="4092" x="3638550" y="1898650"/>
          <p14:tracePt t="4109" x="3632200" y="1803400"/>
          <p14:tracePt t="4126" x="3606800" y="1612900"/>
          <p14:tracePt t="4143" x="3600450" y="1524000"/>
          <p14:tracePt t="4159" x="3581400" y="1365250"/>
          <p14:tracePt t="4162" x="3568700" y="1301750"/>
          <p14:tracePt t="4176" x="3568700" y="1263650"/>
          <p14:tracePt t="4193" x="3568700" y="1231900"/>
          <p14:tracePt t="4210" x="3562350" y="1206500"/>
          <p14:tracePt t="4226" x="3562350" y="1200150"/>
          <p14:tracePt t="4259" x="3562350" y="1206500"/>
          <p14:tracePt t="4275" x="3549650" y="1250950"/>
          <p14:tracePt t="4292" x="3549650" y="1270000"/>
          <p14:tracePt t="4308" x="3549650" y="1358900"/>
          <p14:tracePt t="4325" x="3543300" y="1479550"/>
          <p14:tracePt t="4342" x="3530600" y="1555750"/>
          <p14:tracePt t="4358" x="3524250" y="1682750"/>
          <p14:tracePt t="4375" x="3517900" y="1816100"/>
          <p14:tracePt t="4393" x="3505200" y="1905000"/>
          <p14:tracePt t="4408" x="3498850" y="1936750"/>
          <p14:tracePt t="4425" x="3498850" y="1955800"/>
          <p14:tracePt t="4443" x="3492500" y="1981200"/>
          <p14:tracePt t="4533" x="3486150" y="1981200"/>
          <p14:tracePt t="4554" x="3479800" y="1987550"/>
          <p14:tracePt t="4596" x="3479800" y="1993900"/>
          <p14:tracePt t="4618" x="3479800" y="2000250"/>
          <p14:tracePt t="5578" x="3460750" y="1987550"/>
          <p14:tracePt t="5592" x="3441700" y="1955800"/>
          <p14:tracePt t="5599" x="3397250" y="1930400"/>
          <p14:tracePt t="5612" x="3371850" y="1892300"/>
          <p14:tracePt t="5621" x="3321050" y="1860550"/>
          <p14:tracePt t="5637" x="3276600" y="1809750"/>
          <p14:tracePt t="5655" x="3181350" y="1720850"/>
          <p14:tracePt t="5671" x="3067050" y="1612900"/>
          <p14:tracePt t="5687" x="3003550" y="1549400"/>
          <p14:tracePt t="5691" x="2933700" y="1498600"/>
          <p14:tracePt t="5706" x="2863850" y="1454150"/>
          <p14:tracePt t="5721" x="2724150" y="1358900"/>
          <p14:tracePt t="5737" x="2667000" y="1314450"/>
          <p14:tracePt t="5754" x="2540000" y="1206500"/>
          <p14:tracePt t="5770" x="2470150" y="1155700"/>
          <p14:tracePt t="5787" x="2355850" y="1054100"/>
          <p14:tracePt t="5804" x="2266950" y="1003300"/>
          <p14:tracePt t="5820" x="2228850" y="977900"/>
          <p14:tracePt t="5836" x="2178050" y="946150"/>
          <p14:tracePt t="5853" x="2146300" y="927100"/>
          <p14:tracePt t="5870" x="2133600" y="920750"/>
          <p14:tracePt t="5887" x="2127250" y="927100"/>
          <p14:tracePt t="6335" x="2114550" y="933450"/>
          <p14:tracePt t="6342" x="2095500" y="939800"/>
          <p14:tracePt t="6356" x="2076450" y="946150"/>
          <p14:tracePt t="6368" x="2070100" y="946150"/>
          <p14:tracePt t="6385" x="2044700" y="952500"/>
          <p14:tracePt t="6401" x="2038350" y="952500"/>
          <p14:tracePt t="6418" x="2019300" y="958850"/>
          <p14:tracePt t="6434" x="2000250" y="965200"/>
          <p14:tracePt t="6452" x="1993900" y="965200"/>
          <p14:tracePt t="6469" x="1974850" y="971550"/>
          <p14:tracePt t="6484" x="1949450" y="977900"/>
          <p14:tracePt t="6501" x="1930400" y="990600"/>
          <p14:tracePt t="6518" x="1892300" y="1003300"/>
          <p14:tracePt t="6534" x="1841500" y="1022350"/>
          <p14:tracePt t="6551" x="1822450" y="1028700"/>
          <p14:tracePt t="6568" x="1758950" y="1066800"/>
          <p14:tracePt t="6584" x="1727200" y="1085850"/>
          <p14:tracePt t="6602" x="1695450" y="1104900"/>
          <p14:tracePt t="6617" x="1657350" y="1123950"/>
          <p14:tracePt t="6634" x="1644650" y="1130300"/>
          <p14:tracePt t="6651" x="1625600" y="1143000"/>
          <p14:tracePt t="6667" x="1625600" y="1155700"/>
          <p14:tracePt t="6684" x="1619250" y="1155700"/>
          <p14:tracePt t="6717" x="1612900" y="1155700"/>
          <p14:tracePt t="7038" x="1619250" y="1155700"/>
          <p14:tracePt t="7115" x="1625600" y="1155700"/>
          <p14:tracePt t="7157" x="1625600" y="1149350"/>
          <p14:tracePt t="7185" x="1631950" y="1149350"/>
          <p14:tracePt t="7207" x="1638300" y="1149350"/>
          <p14:tracePt t="7227" x="1644650" y="1149350"/>
          <p14:tracePt t="7255" x="1651000" y="1149350"/>
          <p14:tracePt t="7270" x="1663700" y="1149350"/>
          <p14:tracePt t="7291" x="1670050" y="1149350"/>
          <p14:tracePt t="7299" x="1689100" y="1149350"/>
          <p14:tracePt t="7305" x="1708150" y="1155700"/>
          <p14:tracePt t="7319" x="1758950" y="1162050"/>
          <p14:tracePt t="7331" x="1816100" y="1174750"/>
          <p14:tracePt t="7348" x="1968500" y="1193800"/>
          <p14:tracePt t="7365" x="2070100" y="1206500"/>
          <p14:tracePt t="7382" x="2273300" y="1212850"/>
          <p14:tracePt t="7398" x="2501900" y="1225550"/>
          <p14:tracePt t="7415" x="2603500" y="1225550"/>
          <p14:tracePt t="7432" x="2755900" y="1225550"/>
          <p14:tracePt t="7448" x="2863850" y="1219200"/>
          <p14:tracePt t="7464" x="2889250" y="1212850"/>
          <p14:tracePt t="7481" x="2921000" y="1212850"/>
          <p14:tracePt t="7498" x="2940050" y="1206500"/>
          <p14:tracePt t="7514" x="2946400" y="1206500"/>
          <p14:tracePt t="7551" x="2952750" y="1206500"/>
          <p14:tracePt t="7657" x="2959100" y="1206500"/>
          <p14:tracePt t="7762" x="2959100" y="1212850"/>
          <p14:tracePt t="8092" x="2959100" y="1219200"/>
          <p14:tracePt t="8142" x="2971800" y="1219200"/>
          <p14:tracePt t="8155" x="2971800" y="1225550"/>
          <p14:tracePt t="8164" x="2984500" y="1225550"/>
          <p14:tracePt t="8178" x="2990850" y="1225550"/>
          <p14:tracePt t="8195" x="3041650" y="1231900"/>
          <p14:tracePt t="8212" x="3149600" y="1244600"/>
          <p14:tracePt t="8228" x="3238500" y="1244600"/>
          <p14:tracePt t="8245" x="3448050" y="1289050"/>
          <p14:tracePt t="8262" x="3689350" y="1333500"/>
          <p14:tracePt t="8278" x="3816350" y="1365250"/>
          <p14:tracePt t="8294" x="4076700" y="1416050"/>
          <p14:tracePt t="8312" x="4292600" y="1466850"/>
          <p14:tracePt t="8328" x="4381500" y="1492250"/>
          <p14:tracePt t="8345" x="4521200" y="1536700"/>
          <p14:tracePt t="8361" x="4603750" y="1562100"/>
          <p14:tracePt t="8378" x="4635500" y="1581150"/>
          <p14:tracePt t="8395" x="4679950" y="1600200"/>
          <p14:tracePt t="8411" x="4692650" y="1606550"/>
          <p14:tracePt t="8428" x="4699000" y="1612900"/>
          <p14:tracePt t="8445" x="4699000" y="1619250"/>
          <p14:tracePt t="8465" x="4705350" y="1619250"/>
          <p14:tracePt t="8535" x="4711700" y="1619250"/>
          <p14:tracePt t="8571" x="4718050" y="1619250"/>
          <p14:tracePt t="8655" x="4724400" y="1619250"/>
          <p14:tracePt t="8683" x="4730750" y="1619250"/>
          <p14:tracePt t="8732" x="4737100" y="1619250"/>
          <p14:tracePt t="8753" x="4743450" y="1625600"/>
          <p14:tracePt t="8781" x="4749800" y="1625600"/>
          <p14:tracePt t="8817" x="4756150" y="1625600"/>
          <p14:tracePt t="8845" x="4762500" y="1625600"/>
          <p14:tracePt t="9286" x="4787900" y="1625600"/>
          <p14:tracePt t="9294" x="4813300" y="1619250"/>
          <p14:tracePt t="9309" x="4845050" y="1619250"/>
          <p14:tracePt t="9322" x="4864100" y="1612900"/>
          <p14:tracePt t="9329" x="4895850" y="1612900"/>
          <p14:tracePt t="9341" x="4914900" y="1612900"/>
          <p14:tracePt t="9358" x="4940300" y="1612900"/>
          <p14:tracePt t="9374" x="4953000" y="1606550"/>
          <p14:tracePt t="9392" x="4972050" y="1606550"/>
          <p14:tracePt t="9407" x="4997450" y="1600200"/>
          <p14:tracePt t="9424" x="5010150" y="1600200"/>
          <p14:tracePt t="9442" x="5054600" y="1600200"/>
          <p14:tracePt t="9457" x="5111750" y="1600200"/>
          <p14:tracePt t="9474" x="5149850" y="1600200"/>
          <p14:tracePt t="9491" x="5238750" y="1593850"/>
          <p14:tracePt t="9507" x="5334000" y="1593850"/>
          <p14:tracePt t="9524" x="5372100" y="1593850"/>
          <p14:tracePt t="9541" x="5429250" y="1593850"/>
          <p14:tracePt t="9557" x="5454650" y="1593850"/>
          <p14:tracePt t="9575" x="5505450" y="1593850"/>
          <p14:tracePt t="9590" x="5511800" y="1593850"/>
          <p14:tracePt t="9624" x="5518150" y="1593850"/>
          <p14:tracePt t="9736" x="5524500" y="1593850"/>
          <p14:tracePt t="10039" x="5524500" y="1600200"/>
          <p14:tracePt t="10081" x="5518150" y="1600200"/>
          <p14:tracePt t="10130" x="5505450" y="1600200"/>
          <p14:tracePt t="10137" x="5499100" y="1600200"/>
          <p14:tracePt t="10151" x="5492750" y="1600200"/>
          <p14:tracePt t="10158" x="5486400" y="1600200"/>
          <p14:tracePt t="10179" x="5480050" y="1600200"/>
          <p14:tracePt t="10207" x="5473700" y="1600200"/>
          <p14:tracePt t="10223" x="5467350" y="1600200"/>
          <p14:tracePt t="10229" x="5461000" y="1600200"/>
          <p14:tracePt t="10250" x="5454650" y="1600200"/>
          <p14:tracePt t="10264" x="5441950" y="1600200"/>
          <p14:tracePt t="10272" x="5435600" y="1600200"/>
          <p14:tracePt t="10288" x="5422900" y="1593850"/>
          <p14:tracePt t="10305" x="5384800" y="1587500"/>
          <p14:tracePt t="10321" x="5353050" y="1581150"/>
          <p14:tracePt t="10338" x="5321300" y="1574800"/>
          <p14:tracePt t="10355" x="5270500" y="1568450"/>
          <p14:tracePt t="10371" x="5232400" y="1562100"/>
          <p14:tracePt t="10388" x="5213350" y="1562100"/>
          <p14:tracePt t="10405" x="5168900" y="1562100"/>
          <p14:tracePt t="10421" x="5149850" y="1562100"/>
          <p14:tracePt t="10437" x="5099050" y="1562100"/>
          <p14:tracePt t="10454" x="5080000" y="1562100"/>
          <p14:tracePt t="10471" x="5022850" y="1568450"/>
          <p14:tracePt t="10487" x="5003800" y="1568450"/>
          <p14:tracePt t="10504" x="4895850" y="1574800"/>
          <p14:tracePt t="10520" x="4857750" y="1574800"/>
          <p14:tracePt t="10538" x="4787900" y="1574800"/>
          <p14:tracePt t="10554" x="4699000" y="1581150"/>
          <p14:tracePt t="10570" x="4648200" y="1581150"/>
          <p14:tracePt t="10587" x="4552950" y="1581150"/>
          <p14:tracePt t="10603" x="4476750" y="1574800"/>
          <p14:tracePt t="10620" x="4419600" y="1562100"/>
          <p14:tracePt t="10637" x="4318000" y="1555750"/>
          <p14:tracePt t="10654" x="4210050" y="1543050"/>
          <p14:tracePt t="10670" x="4171950" y="1536700"/>
          <p14:tracePt t="10686" x="4102100" y="1536700"/>
          <p14:tracePt t="10703" x="4044950" y="1536700"/>
          <p14:tracePt t="10721" x="4000500" y="1536700"/>
          <p14:tracePt t="10736" x="3981450" y="1536700"/>
          <p14:tracePt t="10753" x="3962400" y="1536700"/>
          <p14:tracePt t="10770" x="3937000" y="1536700"/>
          <p14:tracePt t="10786" x="3930650" y="1536700"/>
          <p14:tracePt t="10812" x="3937000" y="1536700"/>
          <p14:tracePt t="10825" x="3943350" y="1536700"/>
          <p14:tracePt t="10836" x="3949700" y="1536700"/>
          <p14:tracePt t="10855" x="3956050" y="1536700"/>
          <p14:tracePt t="10869" x="3962400" y="1536700"/>
          <p14:tracePt t="10886" x="3975100" y="1536700"/>
          <p14:tracePt t="10903" x="3987800" y="1536700"/>
          <p14:tracePt t="10919" x="4000500" y="1536700"/>
          <p14:tracePt t="10936" x="4051300" y="1543050"/>
          <p14:tracePt t="10953" x="4140200" y="1555750"/>
          <p14:tracePt t="10969" x="4203700" y="1555750"/>
          <p14:tracePt t="10986" x="4356100" y="1562100"/>
          <p14:tracePt t="11002" x="4521200" y="1562100"/>
          <p14:tracePt t="11019" x="4603750" y="1562100"/>
          <p14:tracePt t="11036" x="4679950" y="1562100"/>
          <p14:tracePt t="11052" x="4876800" y="1543050"/>
          <p14:tracePt t="11069" x="4902200" y="1536700"/>
          <p14:tracePt t="11086" x="4933950" y="1536700"/>
          <p14:tracePt t="11102" x="4965700" y="1536700"/>
          <p14:tracePt t="11118" x="4972050" y="1536700"/>
          <p14:tracePt t="11136" x="4978400" y="1536700"/>
          <p14:tracePt t="11163" x="4984750" y="1536700"/>
          <p14:tracePt t="11171" x="4991100" y="1536700"/>
          <p14:tracePt t="11220" x="4997450" y="1536700"/>
          <p14:tracePt t="11346" x="5003800" y="1536700"/>
          <p14:tracePt t="11388" x="5010150" y="1543050"/>
          <p14:tracePt t="11438" x="5016500" y="1543050"/>
          <p14:tracePt t="11445" x="5022850" y="1543050"/>
          <p14:tracePt t="11459" x="5022850" y="1549400"/>
          <p14:tracePt t="11467" x="5029200" y="1549400"/>
          <p14:tracePt t="11483" x="5041900" y="1549400"/>
          <p14:tracePt t="11501" x="5060950" y="1555750"/>
          <p14:tracePt t="11517" x="5099050" y="1555750"/>
          <p14:tracePt t="11534" x="5130800" y="1562100"/>
          <p14:tracePt t="11551" x="5187950" y="1568450"/>
          <p14:tracePt t="11567" x="5245100" y="1574800"/>
          <p14:tracePt t="11583" x="5270500" y="1581150"/>
          <p14:tracePt t="11600" x="5321300" y="1581150"/>
          <p14:tracePt t="11617" x="5353050" y="1593850"/>
          <p14:tracePt t="11633" x="5365750" y="1600200"/>
          <p14:tracePt t="11650" x="5378450" y="1600200"/>
          <p14:tracePt t="11667" x="5384800" y="1600200"/>
          <p14:tracePt t="11686" x="5391150" y="1600200"/>
          <p14:tracePt t="11895" x="5384800" y="1600200"/>
          <p14:tracePt t="11909" x="5378450" y="1600200"/>
          <p14:tracePt t="11918" x="5372100" y="1600200"/>
          <p14:tracePt t="11932" x="5365750" y="1600200"/>
          <p14:tracePt t="11949" x="5359400" y="1600200"/>
          <p14:tracePt t="11965" x="5321300" y="1600200"/>
          <p14:tracePt t="11982" x="5295900" y="1600200"/>
          <p14:tracePt t="11999" x="5238750" y="1600200"/>
          <p14:tracePt t="12015" x="5175250" y="1600200"/>
          <p14:tracePt t="12032" x="5124450" y="1606550"/>
          <p14:tracePt t="12049" x="5035550" y="1612900"/>
          <p14:tracePt t="12065" x="4940300" y="1625600"/>
          <p14:tracePt t="12082" x="4857750" y="1631950"/>
          <p14:tracePt t="12099" x="4787900" y="1638300"/>
          <p14:tracePt t="12115" x="4749800" y="1638300"/>
          <p14:tracePt t="12132" x="4699000" y="1644650"/>
          <p14:tracePt t="12148" x="4660900" y="1644650"/>
          <p14:tracePt t="12165" x="4648200" y="1644650"/>
          <p14:tracePt t="12182" x="4622800" y="1651000"/>
          <p14:tracePt t="12198" x="4603750" y="1657350"/>
          <p14:tracePt t="12215" x="4597400" y="1657350"/>
          <p14:tracePt t="12232" x="4591050" y="1657350"/>
          <p14:tracePt t="12248" x="4584700" y="1657350"/>
          <p14:tracePt t="12282" x="4578350" y="1657350"/>
          <p14:tracePt t="12310" x="4572000" y="1657350"/>
          <p14:tracePt t="12338" x="4565650" y="1657350"/>
          <p14:tracePt t="12372" x="4559300" y="1657350"/>
          <p14:tracePt t="12408" x="4546600" y="1657350"/>
          <p14:tracePt t="12429" x="4533900" y="1657350"/>
          <p14:tracePt t="12442" x="4533900" y="1663700"/>
          <p14:tracePt t="12450" x="4521200" y="1663700"/>
          <p14:tracePt t="12464" x="4502150" y="1663700"/>
          <p14:tracePt t="12481" x="4451350" y="1670050"/>
          <p14:tracePt t="12497" x="4413250" y="1670050"/>
          <p14:tracePt t="12514" x="4318000" y="1676400"/>
          <p14:tracePt t="12530" x="4178300" y="1689100"/>
          <p14:tracePt t="12547" x="4102100" y="1689100"/>
          <p14:tracePt t="12564" x="3924300" y="1689100"/>
          <p14:tracePt t="12580" x="3835400" y="1689100"/>
          <p14:tracePt t="12598" x="3683000" y="1689100"/>
          <p14:tracePt t="12613" x="3556000" y="1682750"/>
          <p14:tracePt t="12630" x="3498850" y="1682750"/>
          <p14:tracePt t="12647" x="3422650" y="1676400"/>
          <p14:tracePt t="12663" x="3352800" y="1663700"/>
          <p14:tracePt t="12680" x="3327400" y="1663700"/>
          <p14:tracePt t="12697" x="3270250" y="1644650"/>
          <p14:tracePt t="12713" x="3244850" y="1638300"/>
          <p14:tracePt t="12729" x="3219450" y="1638300"/>
          <p14:tracePt t="13442" x="3213100" y="1638300"/>
          <p14:tracePt t="13456" x="3213100" y="1631950"/>
          <p14:tracePt t="13470" x="3206750" y="1631950"/>
          <p14:tracePt t="13484" x="3200400" y="1625600"/>
          <p14:tracePt t="13493" x="3194050" y="1625600"/>
          <p14:tracePt t="13510" x="3187700" y="1619250"/>
          <p14:tracePt t="13527" x="3175000" y="1612900"/>
          <p14:tracePt t="13543" x="3162300" y="1606550"/>
          <p14:tracePt t="13560" x="3155950" y="1600200"/>
          <p14:tracePt t="13577" x="3149600" y="1593850"/>
          <p14:tracePt t="13646" x="3155950" y="1593850"/>
          <p14:tracePt t="13661" x="3162300" y="1593850"/>
          <p14:tracePt t="13674" x="3168650" y="1593850"/>
          <p14:tracePt t="13688" x="3168650" y="1600200"/>
          <p14:tracePt t="13696" x="3175000" y="1600200"/>
          <p14:tracePt t="13712" x="3181350" y="1606550"/>
          <p14:tracePt t="13726" x="3200400" y="1606550"/>
          <p14:tracePt t="13743" x="3206750" y="1606550"/>
          <p14:tracePt t="13760" x="3219450" y="1612900"/>
          <p14:tracePt t="13776" x="3257550" y="1619250"/>
          <p14:tracePt t="13793" x="3270250" y="1619250"/>
          <p14:tracePt t="13809" x="3276600" y="1619250"/>
          <p14:tracePt t="13826" x="3289300" y="1619250"/>
          <p14:tracePt t="13843" x="3295650" y="1619250"/>
          <p14:tracePt t="13876" x="3295650" y="1612900"/>
          <p14:tracePt t="13893" x="3295650" y="1606550"/>
          <p14:tracePt t="13909" x="3289300" y="1593850"/>
          <p14:tracePt t="13925" x="3276600" y="1593850"/>
          <p14:tracePt t="13942" x="3244850" y="1568450"/>
          <p14:tracePt t="13959" x="3213100" y="1543050"/>
          <p14:tracePt t="13975" x="3187700" y="1524000"/>
          <p14:tracePt t="13992" x="3124200" y="1473200"/>
          <p14:tracePt t="14009" x="3067050" y="1416050"/>
          <p14:tracePt t="14026" x="3041650" y="1390650"/>
          <p14:tracePt t="14042" x="2990850" y="1346200"/>
          <p14:tracePt t="14058" x="2952750" y="1308100"/>
          <p14:tracePt t="14076" x="2927350" y="1289050"/>
          <p14:tracePt t="14092" x="2921000" y="1282700"/>
          <p14:tracePt t="14108" x="2914650" y="1276350"/>
          <p14:tracePt t="14125" x="2901950" y="1270000"/>
          <p14:tracePt t="14166" x="2895600" y="1270000"/>
          <p14:tracePt t="14209" x="2895600" y="1276350"/>
          <p14:tracePt t="14518" x="2889250" y="1276350"/>
          <p14:tracePt t="14546" x="2882900" y="1276350"/>
          <p14:tracePt t="14588" x="2876550" y="1276350"/>
          <p14:tracePt t="14616" x="2870200" y="1276350"/>
          <p14:tracePt t="14687" x="2863850" y="1270000"/>
          <p14:tracePt t="14729" x="2857500" y="1270000"/>
          <p14:tracePt t="14820" x="2851150" y="1263650"/>
          <p14:tracePt t="14862" x="2844800" y="1257300"/>
          <p14:tracePt t="14953" x="2838450" y="1250950"/>
          <p14:tracePt t="15024" x="2838450" y="1244600"/>
          <p14:tracePt t="15144" x="2838450" y="1238250"/>
          <p14:tracePt t="15179" x="2832100" y="1238250"/>
          <p14:tracePt t="15242" x="2825750" y="1238250"/>
          <p14:tracePt t="15270" x="2819400" y="1231900"/>
          <p14:tracePt t="15305" x="2813050" y="1231900"/>
          <p14:tracePt t="15340" x="2806700" y="1231900"/>
          <p14:tracePt t="15376" x="2800350" y="1231900"/>
          <p14:tracePt t="15453" x="2806700" y="1231900"/>
          <p14:tracePt t="15481" x="2819400" y="1231900"/>
          <p14:tracePt t="15502" x="2825750" y="1238250"/>
          <p14:tracePt t="15516" x="2832100" y="1238250"/>
          <p14:tracePt t="15551" x="2838450" y="1244600"/>
          <p14:tracePt t="15565" x="2844800" y="1244600"/>
          <p14:tracePt t="15573" x="2851150" y="1250950"/>
          <p14:tracePt t="15594" x="2857500" y="1250950"/>
          <p14:tracePt t="15602" x="2863850" y="1250950"/>
          <p14:tracePt t="15623" x="2870200" y="1250950"/>
          <p14:tracePt t="15638" x="2870200" y="1257300"/>
          <p14:tracePt t="15657" x="2876550" y="1257300"/>
          <p14:tracePt t="15669" x="2882900" y="1257300"/>
          <p14:tracePt t="15692" x="2889250" y="1257300"/>
          <p14:tracePt t="15727" x="2895600" y="1263650"/>
          <p14:tracePt t="15804" x="2889250" y="1263650"/>
          <p14:tracePt t="15847" x="2882900" y="1263650"/>
          <p14:tracePt t="15875" x="2870200" y="1263650"/>
          <p14:tracePt t="15924" x="2863850" y="1263650"/>
          <p14:tracePt t="15945" x="2857500" y="1263650"/>
          <p14:tracePt t="15953" x="2851150" y="1263650"/>
          <p14:tracePt t="15973" x="2844800" y="1263650"/>
          <p14:tracePt t="15987" x="2838450" y="1257300"/>
          <p14:tracePt t="16015" x="2832100" y="1257300"/>
          <p14:tracePt t="16064" x="2825750" y="1250950"/>
          <p14:tracePt t="16086" x="2819400" y="1250950"/>
          <p14:tracePt t="16092" x="2813050" y="1250950"/>
          <p14:tracePt t="16114" x="2813050" y="1244600"/>
          <p14:tracePt t="16149" x="2806700" y="1244600"/>
          <p14:tracePt t="16156" x="2800350" y="1238250"/>
          <p14:tracePt t="16185" x="2794000" y="1238250"/>
          <p14:tracePt t="16226" x="2794000" y="1231900"/>
          <p14:tracePt t="16254" x="2787650" y="1231900"/>
          <p14:tracePt t="16275" x="2781300" y="1231900"/>
          <p14:tracePt t="16290" x="2774950" y="1231900"/>
          <p14:tracePt t="16304" x="2768600" y="1231900"/>
          <p14:tracePt t="16338" x="2762250" y="1231900"/>
          <p14:tracePt t="16367" x="2755900" y="1231900"/>
          <p14:tracePt t="16388" x="2749550" y="1231900"/>
          <p14:tracePt t="16409" x="2743200" y="1231900"/>
          <p14:tracePt t="16415" x="2736850" y="1231900"/>
          <p14:tracePt t="16437" x="2730500" y="1231900"/>
          <p14:tracePt t="16444" x="2724150" y="1231900"/>
          <p14:tracePt t="16458" x="2717800" y="1231900"/>
          <p14:tracePt t="16466" x="2705100" y="1225550"/>
          <p14:tracePt t="16483" x="2692400" y="1225550"/>
          <p14:tracePt t="16501" x="2641600" y="1225550"/>
          <p14:tracePt t="16517" x="2571750" y="1212850"/>
          <p14:tracePt t="16533" x="2533650" y="1206500"/>
          <p14:tracePt t="16550" x="2451100" y="1200150"/>
          <p14:tracePt t="16566" x="2413000" y="1200150"/>
          <p14:tracePt t="16582" x="2343150" y="1193800"/>
          <p14:tracePt t="16599" x="2286000" y="1181100"/>
          <p14:tracePt t="16616" x="2266950" y="1181100"/>
          <p14:tracePt t="16633" x="2216150" y="1181100"/>
          <p14:tracePt t="16649" x="2178050" y="1181100"/>
          <p14:tracePt t="16666" x="2159000" y="1181100"/>
          <p14:tracePt t="16684" x="2133600" y="1181100"/>
          <p14:tracePt t="16699" x="2114550" y="1181100"/>
          <p14:tracePt t="16716" x="2101850" y="1181100"/>
          <p14:tracePt t="16733" x="2089150" y="1181100"/>
          <p14:tracePt t="16749" x="2076450" y="1181100"/>
          <p14:tracePt t="16766" x="2063750" y="1181100"/>
          <p14:tracePt t="16782" x="2051050" y="1181100"/>
          <p14:tracePt t="16799" x="2044700" y="1181100"/>
          <p14:tracePt t="16816" x="2038350" y="1181100"/>
          <p14:tracePt t="16832" x="2025650" y="1181100"/>
          <p14:tracePt t="16848" x="2012950" y="1181100"/>
          <p14:tracePt t="16867" x="2000250" y="1181100"/>
          <p14:tracePt t="16882" x="1987550" y="1181100"/>
          <p14:tracePt t="16898" x="1981200" y="1181100"/>
          <p14:tracePt t="16915" x="1962150" y="1181100"/>
          <p14:tracePt t="16932" x="1955800" y="1181100"/>
          <p14:tracePt t="16948" x="1949450" y="1181100"/>
          <p14:tracePt t="16964" x="1936750" y="1181100"/>
          <p14:tracePt t="16982" x="1930400" y="1181100"/>
          <p14:tracePt t="17014" x="1917700" y="1181100"/>
          <p14:tracePt t="17077" x="1911350" y="1181100"/>
          <p14:tracePt t="17119" x="1905000" y="1181100"/>
          <p14:tracePt t="17147" x="1898650" y="1181100"/>
          <p14:tracePt t="17168" x="1892300" y="1187450"/>
          <p14:tracePt t="17189" x="1885950" y="1187450"/>
          <p14:tracePt t="17210" x="1879600" y="1187450"/>
          <p14:tracePt t="17358" x="1873250" y="1187450"/>
          <p14:tracePt t="17611" x="1873250" y="1193800"/>
          <p14:tracePt t="17702" x="1879600" y="1200150"/>
          <p14:tracePt t="17794" x="1885950" y="1206500"/>
          <p14:tracePt t="17801" x="1892300" y="1206500"/>
          <p14:tracePt t="17843" x="1898650" y="1206500"/>
          <p14:tracePt t="17906" x="1905000" y="1206500"/>
          <p14:tracePt t="17956" x="1911350" y="1212850"/>
          <p14:tracePt t="18012" x="1917700" y="1212850"/>
          <p14:tracePt t="18033" x="1924050" y="1212850"/>
          <p14:tracePt t="18047" x="1930400" y="1212850"/>
          <p14:tracePt t="18054" x="1936750" y="1212850"/>
          <p14:tracePt t="18064" x="1943100" y="1212850"/>
          <p14:tracePt t="18078" x="1955800" y="1212850"/>
          <p14:tracePt t="18094" x="1981200" y="1225550"/>
          <p14:tracePt t="18111" x="2076450" y="1238250"/>
          <p14:tracePt t="18127" x="2292350" y="1238250"/>
          <p14:tracePt t="18144" x="2432050" y="1238250"/>
          <p14:tracePt t="18161" x="2819400" y="1231900"/>
          <p14:tracePt t="18177" x="3346450" y="1206500"/>
          <p14:tracePt t="18195" x="3797300" y="1187450"/>
          <p14:tracePt t="18211" x="3962400" y="1181100"/>
          <p14:tracePt t="18227" x="4210050" y="1181100"/>
          <p14:tracePt t="18244" x="4362450" y="1181100"/>
          <p14:tracePt t="18261" x="4432300" y="1181100"/>
          <p14:tracePt t="18277" x="4521200" y="1187450"/>
          <p14:tracePt t="18294" x="4584700" y="1212850"/>
          <p14:tracePt t="18310" x="4603750" y="1212850"/>
          <p14:tracePt t="18327" x="4622800" y="1219200"/>
          <p14:tracePt t="18344" x="4660900" y="1231900"/>
          <p14:tracePt t="18360" x="4667250" y="1238250"/>
          <p14:tracePt t="18378" x="4679950" y="1244600"/>
          <p14:tracePt t="18410" x="4686300" y="1250950"/>
          <p14:tracePt t="18427" x="4692650" y="1250950"/>
          <p14:tracePt t="18448" x="4692650" y="1257300"/>
          <p14:tracePt t="18477" x="4692650" y="1263650"/>
          <p14:tracePt t="18497" x="4699000" y="1263650"/>
          <p14:tracePt t="18504" x="4699000" y="1270000"/>
          <p14:tracePt t="18518" x="4699000" y="1276350"/>
          <p14:tracePt t="18527" x="4705350" y="1282700"/>
          <p14:tracePt t="18543" x="4711700" y="1289050"/>
          <p14:tracePt t="18560" x="4718050" y="1295400"/>
          <p14:tracePt t="18576" x="4724400" y="1301750"/>
          <p14:tracePt t="18593" x="4737100" y="1314450"/>
          <p14:tracePt t="18610" x="4749800" y="1339850"/>
          <p14:tracePt t="18626" x="4781550" y="1365250"/>
          <p14:tracePt t="18642" x="4794250" y="1390650"/>
          <p14:tracePt t="18659" x="4826000" y="1422400"/>
          <p14:tracePt t="18676" x="4838700" y="1435100"/>
          <p14:tracePt t="18692" x="4864100" y="1473200"/>
          <p14:tracePt t="18709" x="4876800" y="1485900"/>
          <p14:tracePt t="18725" x="4876800" y="1492250"/>
          <p14:tracePt t="18743" x="4883150" y="1492250"/>
          <p14:tracePt t="18806" x="4876800" y="1492250"/>
          <p14:tracePt t="18813" x="4876800" y="1485900"/>
          <p14:tracePt t="19480" x="4876800" y="1492250"/>
          <p14:tracePt t="19536" x="4883150" y="1498600"/>
          <p14:tracePt t="19600" x="4883150" y="1504950"/>
          <p14:tracePt t="19663" x="4883150" y="1511300"/>
          <p14:tracePt t="19698" x="4889500" y="1511300"/>
          <p14:tracePt t="20234" x="4895850" y="1517650"/>
          <p14:tracePt t="20241" x="4902200" y="1524000"/>
          <p14:tracePt t="20256" x="4908550" y="1524000"/>
          <p14:tracePt t="20270" x="4914900" y="1524000"/>
          <p14:tracePt t="20286" x="4921250" y="1530350"/>
          <p14:tracePt t="20303" x="4927600" y="1530350"/>
          <p14:tracePt t="20333" x="4933950" y="1530350"/>
          <p14:tracePt t="20354" x="4940300" y="1536700"/>
          <p14:tracePt t="20452" x="4946650" y="1543050"/>
          <p14:tracePt t="20804" x="4953000" y="1543050"/>
          <p14:tracePt t="20825" x="4959350" y="1549400"/>
          <p14:tracePt t="20839" x="4965700" y="1549400"/>
          <p14:tracePt t="20853" x="4978400" y="1549400"/>
          <p14:tracePt t="20866" x="4991100" y="1549400"/>
          <p14:tracePt t="20873" x="5010150" y="1549400"/>
          <p14:tracePt t="20888" x="5029200" y="1549400"/>
          <p14:tracePt t="20902" x="5054600" y="1549400"/>
          <p14:tracePt t="20918" x="5118100" y="1549400"/>
          <p14:tracePt t="20935" x="5156200" y="1549400"/>
          <p14:tracePt t="20951" x="5238750" y="1549400"/>
          <p14:tracePt t="20968" x="5289550" y="1549400"/>
          <p14:tracePt t="20985" x="5321300" y="1549400"/>
          <p14:tracePt t="21002" x="5359400" y="1549400"/>
          <p14:tracePt t="21018" x="5397500" y="1555750"/>
          <p14:tracePt t="21050" x="5410200" y="1555750"/>
          <p14:tracePt t="21134" x="5416550" y="1555750"/>
          <p14:tracePt t="22098" x="5422900" y="1555750"/>
          <p14:tracePt t="22112" x="5429250" y="1555750"/>
          <p14:tracePt t="22119" x="5441950" y="1555750"/>
          <p14:tracePt t="22134" x="5448300" y="1555750"/>
          <p14:tracePt t="22148" x="5467350" y="1555750"/>
          <p14:tracePt t="22164" x="5480050" y="1555750"/>
          <p14:tracePt t="22180" x="5492750" y="1549400"/>
          <p14:tracePt t="22197" x="5511800" y="1549400"/>
          <p14:tracePt t="22214" x="5543550" y="1549400"/>
          <p14:tracePt t="22230" x="5562600" y="1549400"/>
          <p14:tracePt t="22247" x="5594350" y="1543050"/>
          <p14:tracePt t="22263" x="5626100" y="1543050"/>
          <p14:tracePt t="22281" x="5664200" y="1543050"/>
          <p14:tracePt t="22296" x="5683250" y="1543050"/>
          <p14:tracePt t="22313" x="5702300" y="1536700"/>
          <p14:tracePt t="22330" x="5715000" y="1536700"/>
          <p14:tracePt t="22362" x="5721350" y="1536700"/>
          <p14:tracePt t="22386" x="5727700" y="1530350"/>
          <p14:tracePt t="23339" x="5721350" y="1530350"/>
          <p14:tracePt t="23346" x="5695950" y="1530350"/>
          <p14:tracePt t="23359" x="5664200" y="1530350"/>
          <p14:tracePt t="23376" x="5568950" y="1549400"/>
          <p14:tracePt t="23393" x="5530850" y="1549400"/>
          <p14:tracePt t="23410" x="5435600" y="1568450"/>
          <p14:tracePt t="23426" x="5372100" y="1568450"/>
          <p14:tracePt t="23442" x="5321300" y="1568450"/>
          <p14:tracePt t="23459" x="5187950" y="1562100"/>
          <p14:tracePt t="23476" x="5111750" y="1555750"/>
          <p14:tracePt t="23492" x="5035550" y="1555750"/>
          <p14:tracePt t="23509" x="4832350" y="1543050"/>
          <p14:tracePt t="23525" x="4730750" y="1549400"/>
          <p14:tracePt t="23544" x="4527550" y="1555750"/>
          <p14:tracePt t="23559" x="4356100" y="1587500"/>
          <p14:tracePt t="23575" x="4279900" y="1593850"/>
          <p14:tracePt t="23593" x="4108450" y="1644650"/>
          <p14:tracePt t="23609" x="3937000" y="1689100"/>
          <p14:tracePt t="23625" x="3848100" y="1708150"/>
          <p14:tracePt t="23642" x="3676650" y="1746250"/>
          <p14:tracePt t="23658" x="3556000" y="1771650"/>
          <p14:tracePt t="23675" x="3492500" y="1784350"/>
          <p14:tracePt t="23692" x="3346450" y="1803400"/>
          <p14:tracePt t="23708" x="3232150" y="1803400"/>
          <p14:tracePt t="23725" x="3168650" y="1809750"/>
          <p14:tracePt t="23741" x="3048000" y="1828800"/>
          <p14:tracePt t="23758" x="2997200" y="1841500"/>
          <p14:tracePt t="23775" x="2787650" y="1860550"/>
          <p14:tracePt t="23792" x="2698750" y="1866900"/>
          <p14:tracePt t="23808" x="2622550" y="1866900"/>
          <p14:tracePt t="23825" x="2476500" y="1898650"/>
          <p14:tracePt t="23841" x="2413000" y="1898650"/>
          <p14:tracePt t="23858" x="2260600" y="1898650"/>
          <p14:tracePt t="23874" x="2184400" y="1885950"/>
          <p14:tracePt t="23891" x="2025650" y="1866900"/>
          <p14:tracePt t="23908" x="1962150" y="1866900"/>
          <p14:tracePt t="23924" x="1860550" y="1854200"/>
          <p14:tracePt t="23941" x="1835150" y="1854200"/>
          <p14:tracePt t="23958" x="1790700" y="1847850"/>
          <p14:tracePt t="23974" x="1758950" y="1847850"/>
          <p14:tracePt t="23991" x="1739900" y="1847850"/>
          <p14:tracePt t="24008" x="1689100" y="1841500"/>
          <p14:tracePt t="24024" x="1657350" y="1841500"/>
          <p14:tracePt t="24040" x="1638300" y="1835150"/>
          <p14:tracePt t="24057" x="1600200" y="1828800"/>
          <p14:tracePt t="24073" x="1574800" y="1828800"/>
          <p14:tracePt t="24091" x="1568450" y="1828800"/>
          <p14:tracePt t="24107" x="1549400" y="1822450"/>
          <p14:tracePt t="24123" x="1536700" y="1822450"/>
          <p14:tracePt t="24141" x="1530350" y="1822450"/>
          <p14:tracePt t="24157" x="1524000" y="1822450"/>
          <p14:tracePt t="24173" x="1517650" y="1822450"/>
          <p14:tracePt t="24192" x="1511300" y="1822450"/>
          <p14:tracePt t="24232" x="1504950" y="1822450"/>
          <p14:tracePt t="24302" x="1498600" y="1822450"/>
          <p14:tracePt t="24372" x="1498600" y="1816100"/>
          <p14:tracePt t="24401" x="1504950" y="1809750"/>
          <p14:tracePt t="24945" x="1524000" y="1809750"/>
          <p14:tracePt t="24952" x="1549400" y="1797050"/>
          <p14:tracePt t="24966" x="1593850" y="1790700"/>
          <p14:tracePt t="24974" x="1631950" y="1784350"/>
          <p14:tracePt t="24987" x="1701800" y="1765300"/>
          <p14:tracePt t="25004" x="1822450" y="1733550"/>
          <p14:tracePt t="25020" x="1911350" y="1727200"/>
          <p14:tracePt t="25037" x="2076450" y="1708150"/>
          <p14:tracePt t="25053" x="2273300" y="1689100"/>
          <p14:tracePt t="25070" x="2362200" y="1676400"/>
          <p14:tracePt t="25073" x="2438400" y="1676400"/>
          <p14:tracePt t="25087" x="2527300" y="1676400"/>
          <p14:tracePt t="25103" x="2616200" y="1676400"/>
          <p14:tracePt t="25121" x="2794000" y="1676400"/>
          <p14:tracePt t="25137" x="2838450" y="1676400"/>
          <p14:tracePt t="25153" x="2901950" y="1689100"/>
          <p14:tracePt t="25170" x="2984500" y="1695450"/>
          <p14:tracePt t="25186" x="3067050" y="1720850"/>
          <p14:tracePt t="25203" x="3111500" y="1727200"/>
          <p14:tracePt t="25220" x="3181350" y="1752600"/>
          <p14:tracePt t="25236" x="3244850" y="1784350"/>
          <p14:tracePt t="25253" x="3276600" y="1803400"/>
          <p14:tracePt t="25269" x="3327400" y="1841500"/>
          <p14:tracePt t="25286" x="3371850" y="1866900"/>
          <p14:tracePt t="25304" x="3416300" y="1905000"/>
          <p14:tracePt t="25319" x="3435350" y="1924050"/>
          <p14:tracePt t="25336" x="3479800" y="1981200"/>
          <p14:tracePt t="25353" x="3530600" y="2044700"/>
          <p14:tracePt t="25369" x="3549650" y="2076450"/>
          <p14:tracePt t="25385" x="3575050" y="2114550"/>
          <p14:tracePt t="25403" x="3587750" y="2133600"/>
          <p14:tracePt t="25419" x="3587750" y="2139950"/>
          <p14:tracePt t="25435" x="3587750" y="2146300"/>
          <p14:tracePt t="26028" x="3613150" y="2146300"/>
          <p14:tracePt t="26035" x="3644900" y="2139950"/>
          <p14:tracePt t="26049" x="3683000" y="2133600"/>
          <p14:tracePt t="26056" x="3727450" y="2114550"/>
          <p14:tracePt t="26070" x="3778250" y="2114550"/>
          <p14:tracePt t="26084" x="3829050" y="2114550"/>
          <p14:tracePt t="26100" x="3911600" y="2114550"/>
          <p14:tracePt t="26116" x="3949700" y="2114550"/>
          <p14:tracePt t="26133" x="4019550" y="2133600"/>
          <p14:tracePt t="26150" x="4089400" y="2133600"/>
          <p14:tracePt t="26167" x="4127500" y="2139950"/>
          <p14:tracePt t="26184" x="4197350" y="2146300"/>
          <p14:tracePt t="26199" x="4254500" y="2146300"/>
          <p14:tracePt t="26218" x="4273550" y="2152650"/>
          <p14:tracePt t="26232" x="4305300" y="2165350"/>
          <p14:tracePt t="26249" x="4324350" y="2171700"/>
          <p14:tracePt t="26267" x="4337050" y="2171700"/>
          <p14:tracePt t="26283" x="4343400" y="2171700"/>
          <p14:tracePt t="26316" x="4356100" y="2178050"/>
          <p14:tracePt t="26336" x="4362450" y="2184400"/>
          <p14:tracePt t="26357" x="4368800" y="2184400"/>
          <p14:tracePt t="26379" x="4375150" y="2184400"/>
          <p14:tracePt t="26386" x="4387850" y="2184400"/>
          <p14:tracePt t="26402" x="4394200" y="2190750"/>
          <p14:tracePt t="26422" x="4406900" y="2190750"/>
          <p14:tracePt t="26432" x="4406900" y="2197100"/>
          <p14:tracePt t="26449" x="4413250" y="2197100"/>
          <p14:tracePt t="26465" x="4451350" y="2197100"/>
          <p14:tracePt t="26482" x="4489450" y="2203450"/>
          <p14:tracePt t="26499" x="4559300" y="2209800"/>
          <p14:tracePt t="26516" x="4584700" y="2209800"/>
          <p14:tracePt t="26532" x="4667250" y="2222500"/>
          <p14:tracePt t="26548" x="4724400" y="2235200"/>
          <p14:tracePt t="26565" x="4743450" y="2241550"/>
          <p14:tracePt t="26581" x="4768850" y="2241550"/>
          <p14:tracePt t="26585" x="4787900" y="2247900"/>
          <p14:tracePt t="26599" x="4813300" y="2254250"/>
          <p14:tracePt t="26615" x="4826000" y="2260600"/>
          <p14:tracePt t="26632" x="4838700" y="2260600"/>
          <p14:tracePt t="26648" x="4851400" y="2266950"/>
          <p14:tracePt t="26665" x="4857750" y="2266950"/>
          <p14:tracePt t="26682" x="4864100" y="2266950"/>
          <p14:tracePt t="26698" x="4870450" y="2266950"/>
          <p14:tracePt t="26715" x="4883150" y="2273300"/>
          <p14:tracePt t="26731" x="4889500" y="2273300"/>
          <p14:tracePt t="26748" x="4895850" y="2273300"/>
          <p14:tracePt t="26764" x="4908550" y="2279650"/>
          <p14:tracePt t="26781" x="4914900" y="2279650"/>
          <p14:tracePt t="26797" x="4927600" y="2279650"/>
          <p14:tracePt t="26815" x="4940300" y="2286000"/>
          <p14:tracePt t="26831" x="4946650" y="2286000"/>
          <p14:tracePt t="26847" x="4953000" y="2286000"/>
          <p14:tracePt t="26865" x="4978400" y="2292350"/>
          <p14:tracePt t="26881" x="5010150" y="2292350"/>
          <p14:tracePt t="26897" x="5029200" y="2292350"/>
          <p14:tracePt t="26914" x="5073650" y="2292350"/>
          <p14:tracePt t="26931" x="5092700" y="2292350"/>
          <p14:tracePt t="26947" x="5143500" y="2292350"/>
          <p14:tracePt t="26964" x="5187950" y="2292350"/>
          <p14:tracePt t="26980" x="5219700" y="2292350"/>
          <p14:tracePt t="26997" x="5264150" y="2292350"/>
          <p14:tracePt t="27013" x="5314950" y="2298700"/>
          <p14:tracePt t="27030" x="5334000" y="2298700"/>
          <p14:tracePt t="27047" x="5365750" y="2298700"/>
          <p14:tracePt t="27063" x="5403850" y="2298700"/>
          <p14:tracePt t="27097" x="5422900" y="2298700"/>
          <p14:tracePt t="27113" x="5429250" y="2292350"/>
          <p14:tracePt t="27129" x="5435600" y="2286000"/>
          <p14:tracePt t="27146" x="5441950" y="2273300"/>
          <p14:tracePt t="27163" x="5441950" y="2266950"/>
          <p14:tracePt t="28346" x="5435600" y="2266950"/>
          <p14:tracePt t="28367" x="5429250" y="2266950"/>
          <p14:tracePt t="28381" x="5422900" y="2266950"/>
          <p14:tracePt t="28387" x="5416550" y="2266950"/>
          <p14:tracePt t="28395" x="5410200" y="2266950"/>
          <p14:tracePt t="28411" x="5403850" y="2266950"/>
          <p14:tracePt t="28425" x="5397500" y="2266950"/>
          <p14:tracePt t="28442" x="5384800" y="2266950"/>
          <p14:tracePt t="28459" x="5365750" y="2266950"/>
          <p14:tracePt t="28475" x="5359400" y="2266950"/>
          <p14:tracePt t="28492" x="5334000" y="2260600"/>
          <p14:tracePt t="28508" x="5289550" y="2254250"/>
          <p14:tracePt t="28525" x="5264150" y="2254250"/>
          <p14:tracePt t="28542" x="5213350" y="2241550"/>
          <p14:tracePt t="28558" x="5149850" y="2228850"/>
          <p14:tracePt t="28575" x="5118100" y="2209800"/>
          <p14:tracePt t="28578" x="5099050" y="2203450"/>
          <p14:tracePt t="28594" x="5073650" y="2197100"/>
          <p14:tracePt t="28608" x="5022850" y="2190750"/>
          <p14:tracePt t="28624" x="5003800" y="2190750"/>
          <p14:tracePt t="28642" x="4959350" y="2184400"/>
          <p14:tracePt t="28658" x="4940300" y="2184400"/>
          <p14:tracePt t="28674" x="4889500" y="2178050"/>
          <p14:tracePt t="28691" x="4838700" y="2165350"/>
          <p14:tracePt t="28707" x="4813300" y="2159000"/>
          <p14:tracePt t="28724" x="4768850" y="2159000"/>
          <p14:tracePt t="28741" x="4730750" y="2159000"/>
          <p14:tracePt t="28757" x="4699000" y="2159000"/>
          <p14:tracePt t="28775" x="4654550" y="2159000"/>
          <p14:tracePt t="28791" x="4622800" y="2159000"/>
          <p14:tracePt t="28807" x="4603750" y="2159000"/>
          <p14:tracePt t="28825" x="4540250" y="2159000"/>
          <p14:tracePt t="28840" x="4527550" y="2159000"/>
          <p14:tracePt t="28857" x="4489450" y="2159000"/>
          <p14:tracePt t="28874" x="4464050" y="2159000"/>
          <p14:tracePt t="28890" x="4438650" y="2159000"/>
          <p14:tracePt t="28907" x="4432300" y="2159000"/>
          <p14:tracePt t="28923" x="4419600" y="2159000"/>
          <p14:tracePt t="28940" x="4406900" y="2159000"/>
          <p14:tracePt t="28957" x="4387850" y="2165350"/>
          <p14:tracePt t="28989" x="4381500" y="2165350"/>
          <p14:tracePt t="29007" x="4368800" y="2165350"/>
          <p14:tracePt t="29023" x="4356100" y="2171700"/>
          <p14:tracePt t="29040" x="4349750" y="2171700"/>
          <p14:tracePt t="29056" x="4343400" y="2171700"/>
          <p14:tracePt t="29073" x="4318000" y="2178050"/>
          <p14:tracePt t="29089" x="4298950" y="2184400"/>
          <p14:tracePt t="29106" x="4254500" y="2197100"/>
          <p14:tracePt t="29123" x="4191000" y="2222500"/>
          <p14:tracePt t="29141" x="4133850" y="2235200"/>
          <p14:tracePt t="29156" x="4089400" y="2254250"/>
          <p14:tracePt t="29172" x="4013200" y="2260600"/>
          <p14:tracePt t="29190" x="3917950" y="2286000"/>
          <p14:tracePt t="29206" x="3860800" y="2305050"/>
          <p14:tracePt t="29222" x="3816350" y="2324100"/>
          <p14:tracePt t="29239" x="3651250" y="2368550"/>
          <p14:tracePt t="29256" x="3600450" y="2381250"/>
          <p14:tracePt t="29274" x="3505200" y="2393950"/>
          <p14:tracePt t="29289" x="3454400" y="2406650"/>
          <p14:tracePt t="29305" x="3346450" y="2432050"/>
          <p14:tracePt t="29323" x="3244850" y="2457450"/>
          <p14:tracePt t="29338" x="3219450" y="2463800"/>
          <p14:tracePt t="29355" x="3162300" y="2482850"/>
          <p14:tracePt t="29373" x="3117850" y="2495550"/>
          <p14:tracePt t="29388" x="3098800" y="2495550"/>
          <p14:tracePt t="29405" x="3060700" y="2508250"/>
          <p14:tracePt t="29422" x="3028950" y="2514600"/>
          <p14:tracePt t="29439" x="3016250" y="2520950"/>
          <p14:tracePt t="29455" x="2990850" y="2533650"/>
          <p14:tracePt t="29472" x="2965450" y="2540000"/>
          <p14:tracePt t="29488" x="2959100" y="2546350"/>
          <p14:tracePt t="29506" x="2933700" y="2552700"/>
          <p14:tracePt t="29521" x="2901950" y="2565400"/>
          <p14:tracePt t="29538" x="2895600" y="2565400"/>
          <p14:tracePt t="29556" x="2876550" y="2578100"/>
          <p14:tracePt t="29572" x="2851150" y="2584450"/>
          <p14:tracePt t="29588" x="2838450" y="2590800"/>
          <p14:tracePt t="29605" x="2825750" y="2603500"/>
          <p14:tracePt t="29621" x="2819400" y="2603500"/>
          <p14:tracePt t="29638" x="2813050" y="2609850"/>
          <p14:tracePt t="29671" x="2806700" y="2609850"/>
          <p14:tracePt t="29688" x="2800350" y="2616200"/>
          <p14:tracePt t="29704" x="2800350" y="2622550"/>
          <p14:tracePt t="29724" x="2800350" y="2635250"/>
          <p14:tracePt t="29745" x="2800350" y="2647950"/>
          <p14:tracePt t="29753" x="2800350" y="2654300"/>
          <p14:tracePt t="29770" x="2800350" y="2667000"/>
          <p14:tracePt t="29788" x="2806700" y="2705100"/>
          <p14:tracePt t="29804" x="2819400" y="2749550"/>
          <p14:tracePt t="29820" x="2825750" y="2768600"/>
          <p14:tracePt t="29837" x="2838450" y="2819400"/>
          <p14:tracePt t="29854" x="2844800" y="2838450"/>
          <p14:tracePt t="29871" x="2863850" y="2882900"/>
          <p14:tracePt t="29887" x="2876550" y="2908300"/>
          <p14:tracePt t="29904" x="2895600" y="2921000"/>
          <p14:tracePt t="29921" x="2901950" y="2933700"/>
          <p14:tracePt t="29936" x="2914650" y="2940050"/>
          <p14:tracePt t="29953" x="2921000" y="2940050"/>
          <p14:tracePt t="29970" x="2933700" y="2940050"/>
          <p14:tracePt t="29986" x="2940050" y="2946400"/>
          <p14:tracePt t="30003" x="2946400" y="2946400"/>
          <p14:tracePt t="30020" x="2959100" y="2952750"/>
          <p14:tracePt t="30036" x="2971800" y="2959100"/>
          <p14:tracePt t="30069" x="2978150" y="2959100"/>
          <p14:tracePt t="30096" x="2984500" y="2959100"/>
          <p14:tracePt t="30117" x="2997200" y="2952750"/>
          <p14:tracePt t="30125" x="3003550" y="2952750"/>
          <p14:tracePt t="30139" x="3016250" y="2940050"/>
          <p14:tracePt t="30153" x="3060700" y="2908300"/>
          <p14:tracePt t="30169" x="3086100" y="2870200"/>
          <p14:tracePt t="30186" x="3117850" y="2838450"/>
          <p14:tracePt t="30203" x="3175000" y="2768600"/>
          <p14:tracePt t="30220" x="3244850" y="2698750"/>
          <p14:tracePt t="30236" x="3263900" y="2673350"/>
          <p14:tracePt t="30252" x="3308350" y="2622550"/>
          <p14:tracePt t="30268" x="3346450" y="2578100"/>
          <p14:tracePt t="30286" x="3365500" y="2552700"/>
          <p14:tracePt t="30302" x="3384550" y="2540000"/>
          <p14:tracePt t="30319" x="3403600" y="2520950"/>
          <p14:tracePt t="30336" x="3435350" y="2508250"/>
          <p14:tracePt t="30352" x="3435350" y="2501900"/>
          <p14:tracePt t="30369" x="3454400" y="2495550"/>
          <p14:tracePt t="30385" x="3473450" y="2489200"/>
          <p14:tracePt t="30401" x="3486150" y="2489200"/>
          <p14:tracePt t="30418" x="3492500" y="2489200"/>
          <p14:tracePt t="30435" x="3536950" y="2489200"/>
          <p14:tracePt t="30451" x="3556000" y="2489200"/>
          <p14:tracePt t="30469" x="3587750" y="2495550"/>
          <p14:tracePt t="30485" x="3600450" y="2495550"/>
          <p14:tracePt t="30502" x="3638550" y="2527300"/>
          <p14:tracePt t="30518" x="3663950" y="2559050"/>
          <p14:tracePt t="30535" x="3676650" y="2584450"/>
          <p14:tracePt t="30552" x="3708400" y="2635250"/>
          <p14:tracePt t="30571" x="3727450" y="2692400"/>
          <p14:tracePt t="30576" x="3740150" y="2717800"/>
          <p14:tracePt t="30588" x="3746500" y="2730500"/>
          <p14:tracePt t="30601" x="3752850" y="2743200"/>
          <p14:tracePt t="30617" x="3752850" y="2755900"/>
          <p14:tracePt t="30635" x="3759200" y="2762250"/>
          <p14:tracePt t="30651" x="3759200" y="2768600"/>
          <p14:tracePt t="30667" x="3765550" y="2774950"/>
          <p14:tracePt t="30687" x="3771900" y="2781300"/>
          <p14:tracePt t="30703" x="3778250" y="2787650"/>
          <p14:tracePt t="30717" x="3790950" y="2800350"/>
          <p14:tracePt t="30734" x="3790950" y="2806700"/>
          <p14:tracePt t="30751" x="3797300" y="2825750"/>
          <p14:tracePt t="30767" x="3797300" y="2832100"/>
          <p14:tracePt t="31220" x="3810000" y="2832100"/>
          <p14:tracePt t="31226" x="3841750" y="2832100"/>
          <p14:tracePt t="31241" x="3892550" y="2838450"/>
          <p14:tracePt t="31250" x="3930650" y="2838450"/>
          <p14:tracePt t="31265" x="3981450" y="2851150"/>
          <p14:tracePt t="31282" x="4038600" y="2857500"/>
          <p14:tracePt t="31299" x="4248150" y="2882900"/>
          <p14:tracePt t="31315" x="4324350" y="2882900"/>
          <p14:tracePt t="31332" x="4476750" y="2908300"/>
          <p14:tracePt t="31348" x="4540250" y="2908300"/>
          <p14:tracePt t="31365" x="4660900" y="2914650"/>
          <p14:tracePt t="31382" x="4743450" y="2927350"/>
          <p14:tracePt t="31398" x="4762500" y="2927350"/>
          <p14:tracePt t="31415" x="4787900" y="2946400"/>
          <p14:tracePt t="31432" x="4806950" y="2952750"/>
          <p14:tracePt t="31448" x="4813300" y="2952750"/>
          <p14:tracePt t="31465" x="4819650" y="2959100"/>
          <p14:tracePt t="31481" x="4826000" y="2965450"/>
          <p14:tracePt t="31498" x="4832350" y="2965450"/>
          <p14:tracePt t="31515" x="4851400" y="2978150"/>
          <p14:tracePt t="31531" x="4864100" y="2984500"/>
          <p14:tracePt t="31565" x="4870450" y="2990850"/>
          <p14:tracePt t="31585" x="4883150" y="2990850"/>
          <p14:tracePt t="32277" x="4902200" y="2990850"/>
          <p14:tracePt t="32284" x="4940300" y="2990850"/>
          <p14:tracePt t="32295" x="4978400" y="2990850"/>
          <p14:tracePt t="32313" x="5060950" y="2984500"/>
          <p14:tracePt t="32328" x="5105400" y="2978150"/>
          <p14:tracePt t="32345" x="5143500" y="2978150"/>
          <p14:tracePt t="32362" x="5264150" y="2978150"/>
          <p14:tracePt t="32378" x="5289550" y="2978150"/>
          <p14:tracePt t="32395" x="5334000" y="2984500"/>
          <p14:tracePt t="32412" x="5391150" y="2990850"/>
          <p14:tracePt t="32428" x="5461000" y="2997200"/>
          <p14:tracePt t="32445" x="5499100" y="3009900"/>
          <p14:tracePt t="32461" x="5562600" y="3028950"/>
          <p14:tracePt t="32477" x="5607050" y="3035300"/>
          <p14:tracePt t="32495" x="5632450" y="3048000"/>
          <p14:tracePt t="32511" x="5664200" y="3054350"/>
          <p14:tracePt t="32527" x="5695950" y="3060700"/>
          <p14:tracePt t="32545" x="5708650" y="3067050"/>
          <p14:tracePt t="32561" x="5734050" y="3067050"/>
          <p14:tracePt t="32578" x="5753100" y="3067050"/>
          <p14:tracePt t="32595" x="5778500" y="3086100"/>
          <p14:tracePt t="32611" x="5791200" y="3086100"/>
          <p14:tracePt t="32627" x="5810250" y="3092450"/>
          <p14:tracePt t="32630" x="5822950" y="3098800"/>
          <p14:tracePt t="32644" x="5873750" y="3105150"/>
          <p14:tracePt t="32660" x="5892800" y="3111500"/>
          <p14:tracePt t="32678" x="5930900" y="3124200"/>
          <p14:tracePt t="32694" x="5949950" y="3130550"/>
          <p14:tracePt t="32710" x="5969000" y="3143250"/>
          <p14:tracePt t="32728" x="5975350" y="3143250"/>
          <p14:tracePt t="32743" x="5988050" y="3149600"/>
          <p14:tracePt t="32760" x="5988050" y="3155950"/>
          <p14:tracePt t="32778" x="5981700" y="3155950"/>
          <p14:tracePt t="33200" x="6013450" y="3155950"/>
          <p14:tracePt t="33207" x="6070600" y="3124200"/>
          <p14:tracePt t="33221" x="6146800" y="3105150"/>
          <p14:tracePt t="33228" x="6203950" y="3098800"/>
          <p14:tracePt t="33244" x="6267450" y="3079750"/>
          <p14:tracePt t="33258" x="6413500" y="3060700"/>
          <p14:tracePt t="33275" x="6477000" y="3060700"/>
          <p14:tracePt t="33292" x="6616700" y="3048000"/>
          <p14:tracePt t="33308" x="6680200" y="3048000"/>
          <p14:tracePt t="33326" x="6807200" y="3048000"/>
          <p14:tracePt t="33341" x="6902450" y="3048000"/>
          <p14:tracePt t="33358" x="6940550" y="3048000"/>
          <p14:tracePt t="33375" x="7023100" y="3048000"/>
          <p14:tracePt t="33391" x="7080250" y="3048000"/>
          <p14:tracePt t="33408" x="7105650" y="3048000"/>
          <p14:tracePt t="33425" x="7169150" y="3060700"/>
          <p14:tracePt t="33441" x="7207250" y="3067050"/>
          <p14:tracePt t="33458" x="7226300" y="3067050"/>
          <p14:tracePt t="33474" x="7258050" y="3073400"/>
          <p14:tracePt t="33491" x="7277100" y="3073400"/>
          <p14:tracePt t="33508" x="7289800" y="3079750"/>
          <p14:tracePt t="33524" x="7321550" y="3079750"/>
          <p14:tracePt t="33541" x="7340600" y="3086100"/>
          <p14:tracePt t="33559" x="7372350" y="3098800"/>
          <p14:tracePt t="33574" x="7385050" y="3098800"/>
          <p14:tracePt t="33591" x="7410450" y="3105150"/>
          <p14:tracePt t="33608" x="7480300" y="3117850"/>
          <p14:tracePt t="33624" x="7505700" y="3124200"/>
          <p14:tracePt t="33641" x="7531100" y="3130550"/>
          <p14:tracePt t="33657" x="7569200" y="3149600"/>
          <p14:tracePt t="33674" x="7607300" y="3162300"/>
          <p14:tracePt t="33706" x="7620000" y="3168650"/>
          <p14:tracePt t="33724" x="7626350" y="3168650"/>
          <p14:tracePt t="33741" x="7632700" y="3168650"/>
          <p14:tracePt t="33757" x="7639050" y="3175000"/>
          <p14:tracePt t="33773" x="7645400" y="3175000"/>
          <p14:tracePt t="33791" x="7664450" y="3187700"/>
          <p14:tracePt t="33806" x="7670800" y="3187700"/>
          <p14:tracePt t="33823" x="7683500" y="3194050"/>
          <p14:tracePt t="33840" x="7689850" y="3200400"/>
          <p14:tracePt t="33856" x="7702550" y="3200400"/>
          <p14:tracePt t="33873" x="7708900" y="3206750"/>
          <p14:tracePt t="33889" x="7715250" y="3206750"/>
          <p14:tracePt t="33924" x="7721600" y="3206750"/>
          <p14:tracePt t="33959" x="7727950" y="3206750"/>
          <p14:tracePt t="34704" x="7734300" y="3206750"/>
          <p14:tracePt t="34725" x="7740650" y="3206750"/>
          <p14:tracePt t="34866" x="7734300" y="3206750"/>
          <p14:tracePt t="34915" x="7727950" y="3206750"/>
          <p14:tracePt t="34936" x="7721600" y="3206750"/>
          <p14:tracePt t="34957" x="7715250" y="3206750"/>
          <p14:tracePt t="34978" x="7708900" y="3206750"/>
          <p14:tracePt t="34986" x="7702550" y="3206750"/>
          <p14:tracePt t="34999" x="7696200" y="3206750"/>
          <p14:tracePt t="35027" x="7689850" y="3206750"/>
          <p14:tracePt t="35035" x="7677150" y="3206750"/>
          <p14:tracePt t="35049" x="7664450" y="3206750"/>
          <p14:tracePt t="35056" x="7651750" y="3206750"/>
          <p14:tracePt t="35071" x="7626350" y="3206750"/>
          <p14:tracePt t="35085" x="7569200" y="3200400"/>
          <p14:tracePt t="35102" x="7524750" y="3200400"/>
          <p14:tracePt t="35119" x="7410450" y="3187700"/>
          <p14:tracePt t="35135" x="7346950" y="3187700"/>
          <p14:tracePt t="35151" x="7188200" y="3181350"/>
          <p14:tracePt t="35169" x="6985000" y="3155950"/>
          <p14:tracePt t="35185" x="6870700" y="3149600"/>
          <p14:tracePt t="35188" x="6769100" y="3136900"/>
          <p14:tracePt t="35202" x="6642100" y="3124200"/>
          <p14:tracePt t="35218" x="6413500" y="3105150"/>
          <p14:tracePt t="35235" x="6299200" y="3086100"/>
          <p14:tracePt t="35252" x="6108700" y="3073400"/>
          <p14:tracePt t="35268" x="5918200" y="3054350"/>
          <p14:tracePt t="35285" x="5822950" y="3035300"/>
          <p14:tracePt t="35302" x="5683250" y="3022600"/>
          <p14:tracePt t="35318" x="5549900" y="3016250"/>
          <p14:tracePt t="35335" x="5486400" y="3016250"/>
          <p14:tracePt t="35351" x="5384800" y="3009900"/>
          <p14:tracePt t="35368" x="5289550" y="2978150"/>
          <p14:tracePt t="35385" x="5245100" y="2971800"/>
          <p14:tracePt t="35401" x="5175250" y="2946400"/>
          <p14:tracePt t="35418" x="5143500" y="2933700"/>
          <p14:tracePt t="35435" x="5048250" y="2882900"/>
          <p14:tracePt t="35451" x="5016500" y="2876550"/>
          <p14:tracePt t="35467" x="4997450" y="2863850"/>
          <p14:tracePt t="35485" x="4946650" y="2844800"/>
          <p14:tracePt t="35501" x="4902200" y="2819400"/>
          <p14:tracePt t="35517" x="4864100" y="2806700"/>
          <p14:tracePt t="35534" x="4819650" y="2781300"/>
          <p14:tracePt t="35551" x="4787900" y="2762250"/>
          <p14:tracePt t="35567" x="4756150" y="2743200"/>
          <p14:tracePt t="35584" x="4711700" y="2717800"/>
          <p14:tracePt t="35600" x="4686300" y="2698750"/>
          <p14:tracePt t="35618" x="4641850" y="2679700"/>
          <p14:tracePt t="35633" x="4610100" y="2667000"/>
          <p14:tracePt t="35650" x="4597400" y="2660650"/>
          <p14:tracePt t="35667" x="4572000" y="2647950"/>
          <p14:tracePt t="35684" x="4559300" y="2635250"/>
          <p14:tracePt t="35700" x="4546600" y="2628900"/>
          <p14:tracePt t="35733" x="4540250" y="2616200"/>
          <p14:tracePt t="35759" x="4540250" y="2609850"/>
          <p14:tracePt t="35780" x="4533900" y="2603500"/>
          <p14:tracePt t="35787" x="4533900" y="2597150"/>
          <p14:tracePt t="35822" x="4533900" y="2590800"/>
          <p14:tracePt t="35829" x="4533900" y="2584450"/>
          <p14:tracePt t="35843" x="4533900" y="2571750"/>
          <p14:tracePt t="35853" x="4533900" y="2565400"/>
          <p14:tracePt t="35866" x="4533900" y="2552700"/>
          <p14:tracePt t="35883" x="4540250" y="2527300"/>
          <p14:tracePt t="35900" x="4540250" y="2495550"/>
          <p14:tracePt t="35916" x="4546600" y="2482850"/>
          <p14:tracePt t="35933" x="4552950" y="2470150"/>
          <p14:tracePt t="35949" x="4552950" y="2457450"/>
          <p14:tracePt t="35966" x="4552950" y="2451100"/>
          <p14:tracePt t="35982" x="4559300" y="2444750"/>
          <p14:tracePt t="35998" x="4565650" y="2438400"/>
          <p14:tracePt t="36033" x="4572000" y="2432050"/>
          <p14:tracePt t="36049" x="4578350" y="2432050"/>
          <p14:tracePt t="36065" x="4584700" y="2425700"/>
          <p14:tracePt t="36083" x="4591050" y="2413000"/>
          <p14:tracePt t="36099" x="4597400" y="2406650"/>
          <p14:tracePt t="36115" x="4616450" y="2387600"/>
          <p14:tracePt t="36132" x="4635500" y="2362200"/>
          <p14:tracePt t="36148" x="4660900" y="2343150"/>
          <p14:tracePt t="36165" x="4686300" y="2305050"/>
          <p14:tracePt t="36182" x="4711700" y="2260600"/>
          <p14:tracePt t="36199" x="4730750" y="2247900"/>
          <p14:tracePt t="36216" x="4749800" y="2216150"/>
          <p14:tracePt t="36231" x="4762500" y="2197100"/>
          <p14:tracePt t="36248" x="4768850" y="2184400"/>
          <p14:tracePt t="36265" x="4768850" y="2178050"/>
          <p14:tracePt t="36281" x="4768850" y="2171700"/>
          <p14:tracePt t="36301" x="4775200" y="2171700"/>
          <p14:tracePt t="36321" x="4781550" y="2171700"/>
          <p14:tracePt t="36342" x="4787900" y="2171700"/>
          <p14:tracePt t="36384" x="4794250" y="2165350"/>
          <p14:tracePt t="36391" x="4800600" y="2165350"/>
          <p14:tracePt t="36455" x="4806950" y="2165350"/>
          <p14:tracePt t="36497" x="4813300" y="2165350"/>
          <p14:tracePt t="36982" x="4813300" y="2178050"/>
          <p14:tracePt t="36997" x="4813300" y="2190750"/>
          <p14:tracePt t="37003" x="4813300" y="2197100"/>
          <p14:tracePt t="37017" x="4819650" y="2209800"/>
          <p14:tracePt t="37028" x="4819650" y="2222500"/>
          <p14:tracePt t="37046" x="4826000" y="2235200"/>
          <p14:tracePt t="37062" x="4832350" y="2235200"/>
          <p14:tracePt t="37079" x="4838700" y="2254250"/>
          <p14:tracePt t="37095" x="4845050" y="2266950"/>
          <p14:tracePt t="37112" x="4851400" y="2273300"/>
          <p14:tracePt t="38128" x="4851400" y="2266950"/>
          <p14:tracePt t="38142" x="4851400" y="2260600"/>
          <p14:tracePt t="38148" x="4845050" y="2260600"/>
          <p14:tracePt t="38163" x="4832350" y="2254250"/>
          <p14:tracePt t="38175" x="4826000" y="2247900"/>
          <p14:tracePt t="38192" x="4813300" y="2241550"/>
          <p14:tracePt t="38208" x="4813300" y="2235200"/>
          <p14:tracePt t="38225" x="4800600" y="2235200"/>
          <p14:tracePt t="38242" x="4794250" y="2228850"/>
          <p14:tracePt t="38258" x="4787900" y="2222500"/>
          <p14:tracePt t="38275" x="4781550" y="2216150"/>
          <p14:tracePt t="38291" x="4768850" y="2209800"/>
          <p14:tracePt t="38308" x="4768850" y="2203450"/>
          <p14:tracePt t="38325" x="4756150" y="2197100"/>
          <p14:tracePt t="38341" x="4749800" y="2190750"/>
          <p14:tracePt t="38357" x="4743450" y="2190750"/>
          <p14:tracePt t="38374" x="4737100" y="2184400"/>
          <p14:tracePt t="38390" x="4730750" y="2178050"/>
          <p14:tracePt t="38451" x="4724400" y="2171700"/>
          <p14:tracePt t="38472" x="4718050" y="2171700"/>
          <p14:tracePt t="38479" x="4718050" y="2165350"/>
          <p14:tracePt t="38500" x="4705350" y="2165350"/>
          <p14:tracePt t="38522" x="4699000" y="2165350"/>
          <p14:tracePt t="38543" x="4692650" y="2165350"/>
          <p14:tracePt t="38549" x="4686300" y="2165350"/>
          <p14:tracePt t="38571" x="4673600" y="2165350"/>
          <p14:tracePt t="38585" x="4660900" y="2165350"/>
          <p14:tracePt t="38593" x="4641850" y="2165350"/>
          <p14:tracePt t="38606" x="4610100" y="2165350"/>
          <p14:tracePt t="38623" x="4540250" y="2159000"/>
          <p14:tracePt t="38640" x="4502150" y="2159000"/>
          <p14:tracePt t="38656" x="4413250" y="2152650"/>
          <p14:tracePt t="38673" x="4330700" y="2152650"/>
          <p14:tracePt t="38692" x="4241800" y="2152650"/>
          <p14:tracePt t="38706" x="4203700" y="2152650"/>
          <p14:tracePt t="38723" x="4159250" y="2152650"/>
          <p14:tracePt t="38726" x="4133850" y="2152650"/>
          <p14:tracePt t="38740" x="4051300" y="2159000"/>
          <p14:tracePt t="38755" x="4025900" y="2165350"/>
          <p14:tracePt t="38773" x="3994150" y="2165350"/>
          <p14:tracePt t="38790" x="3943350" y="2184400"/>
          <p14:tracePt t="38806" x="3905250" y="2190750"/>
          <p14:tracePt t="38822" x="3886200" y="2197100"/>
          <p14:tracePt t="38839" x="3848100" y="2209800"/>
          <p14:tracePt t="38856" x="3822700" y="2216150"/>
          <p14:tracePt t="38874" x="3797300" y="2222500"/>
          <p14:tracePt t="38889" x="3784600" y="2222500"/>
          <p14:tracePt t="38905" x="3765550" y="2228850"/>
          <p14:tracePt t="38923" x="3759200" y="2228850"/>
          <p14:tracePt t="38939" x="3752850" y="2228850"/>
          <p14:tracePt t="38955" x="3746500" y="2228850"/>
          <p14:tracePt t="38972" x="3740150" y="2228850"/>
          <p14:tracePt t="39008" x="3733800" y="2228850"/>
          <p14:tracePt t="39042" x="3727450" y="2228850"/>
          <p14:tracePt t="39576" x="3727450" y="2235200"/>
          <p14:tracePt t="39604" x="3733800" y="2235200"/>
          <p14:tracePt t="39639" x="3740150" y="2235200"/>
          <p14:tracePt t="39654" x="3746500" y="2235200"/>
          <p14:tracePt t="39688" x="3752850" y="2235200"/>
          <p14:tracePt t="39696" x="3759200" y="2235200"/>
          <p14:tracePt t="39717" x="3765550" y="2235200"/>
          <p14:tracePt t="39724" x="3778250" y="2235200"/>
          <p14:tracePt t="39739" x="3810000" y="2235200"/>
          <p14:tracePt t="39752" x="3835400" y="2235200"/>
          <p14:tracePt t="39769" x="3937000" y="2241550"/>
          <p14:tracePt t="39786" x="4006850" y="2254250"/>
          <p14:tracePt t="39803" x="4159250" y="2273300"/>
          <p14:tracePt t="39820" x="4305300" y="2292350"/>
          <p14:tracePt t="39837" x="4432300" y="2311400"/>
          <p14:tracePt t="39852" x="4489450" y="2317750"/>
          <p14:tracePt t="39869" x="4565650" y="2317750"/>
          <p14:tracePt t="39886" x="4629150" y="2317750"/>
          <p14:tracePt t="39902" x="4648200" y="2324100"/>
          <p14:tracePt t="39919" x="4667250" y="2324100"/>
          <p14:tracePt t="39936" x="4699000" y="2330450"/>
          <p14:tracePt t="39952" x="4705350" y="2330450"/>
          <p14:tracePt t="39968" x="4711700" y="2330450"/>
          <p14:tracePt t="39985" x="4724400" y="2324100"/>
          <p14:tracePt t="40002" x="4743450" y="2324100"/>
          <p14:tracePt t="40019" x="4756150" y="2324100"/>
          <p14:tracePt t="40035" x="4781550" y="2317750"/>
          <p14:tracePt t="40051" x="4806950" y="2311400"/>
          <p14:tracePt t="40069" x="4832350" y="2305050"/>
          <p14:tracePt t="40085" x="4851400" y="2305050"/>
          <p14:tracePt t="40102" x="4876800" y="2305050"/>
          <p14:tracePt t="40118" x="4902200" y="2305050"/>
          <p14:tracePt t="40135" x="4914900" y="2305050"/>
          <p14:tracePt t="40151" x="4921250" y="2305050"/>
          <p14:tracePt t="40168" x="4927600" y="2305050"/>
          <p14:tracePt t="40202" x="4933950" y="2305050"/>
          <p14:tracePt t="40218" x="4940300" y="2305050"/>
          <p14:tracePt t="40483" x="4933950" y="2305050"/>
          <p14:tracePt t="40540" x="4927600" y="2305050"/>
          <p14:tracePt t="40624" x="4921250" y="2305050"/>
          <p14:tracePt t="41485" x="4914900" y="2305050"/>
          <p14:tracePt t="41506" x="4908550" y="2311400"/>
          <p14:tracePt t="41514" x="4902200" y="2324100"/>
          <p14:tracePt t="41527" x="4895850" y="2330450"/>
          <p14:tracePt t="41534" x="4889500" y="2343150"/>
          <p14:tracePt t="41549" x="4889500" y="2362200"/>
          <p14:tracePt t="41563" x="4876800" y="2381250"/>
          <p14:tracePt t="41580" x="4870450" y="2393950"/>
          <p14:tracePt t="41597" x="4864100" y="2406650"/>
          <p14:tracePt t="41629" x="4864100" y="2413000"/>
          <p14:tracePt t="41647" x="4864100" y="2419350"/>
          <p14:tracePt t="41668" x="4864100" y="2425700"/>
          <p14:tracePt t="41716" x="4857750" y="2425700"/>
          <p14:tracePt t="41794" x="4851400" y="2425700"/>
          <p14:tracePt t="41843" x="4845050" y="2425700"/>
          <p14:tracePt t="41906" x="4838700" y="2425700"/>
          <p14:tracePt t="42181" x="4838700" y="2432050"/>
          <p14:tracePt t="42216" x="4838700" y="2438400"/>
          <p14:tracePt t="42251" x="4838700" y="2444750"/>
          <p14:tracePt t="42286" x="4832350" y="2444750"/>
          <p14:tracePt t="42307" x="4826000" y="2451100"/>
          <p14:tracePt t="42342" x="4826000" y="2457450"/>
          <p14:tracePt t="42357" x="4826000" y="2463800"/>
          <p14:tracePt t="42363" x="4826000" y="2470150"/>
          <p14:tracePt t="42380" x="4819650" y="2470150"/>
          <p14:tracePt t="42393" x="4819650" y="2482850"/>
          <p14:tracePt t="42427" x="4813300" y="2482850"/>
          <p14:tracePt t="42455" x="4813300" y="2489200"/>
          <p14:tracePt t="42490" x="4813300" y="2495550"/>
          <p14:tracePt t="42511" x="4806950" y="2495550"/>
          <p14:tracePt t="42532" x="4800600" y="2495550"/>
          <p14:tracePt t="42560" x="4794250" y="2495550"/>
          <p14:tracePt t="42602" x="4787900" y="2489200"/>
          <p14:tracePt t="42645" x="4787900" y="2482850"/>
          <p14:tracePt t="42652" x="4787900" y="2476500"/>
          <p14:tracePt t="42680" x="4787900" y="2470150"/>
          <p14:tracePt t="42701" x="4787900" y="2463800"/>
          <p14:tracePt t="42708" x="4787900" y="2457450"/>
          <p14:tracePt t="42729" x="4787900" y="2451100"/>
          <p14:tracePt t="42757" x="4787900" y="2438400"/>
          <p14:tracePt t="42771" x="4787900" y="2432050"/>
          <p14:tracePt t="42779" x="4787900" y="2419350"/>
          <p14:tracePt t="42795" x="4787900" y="2406650"/>
          <p14:tracePt t="42809" x="4787900" y="2393950"/>
          <p14:tracePt t="42825" x="4787900" y="2362200"/>
          <p14:tracePt t="42842" x="4794250" y="2330450"/>
          <p14:tracePt t="42859" x="4794250" y="2317750"/>
          <p14:tracePt t="42875" x="4794250" y="2311400"/>
          <p14:tracePt t="42892" x="4794250" y="2292350"/>
          <p14:tracePt t="42968" x="4794250" y="2286000"/>
          <p14:tracePt t="43088" x="4794250" y="2279650"/>
          <p14:tracePt t="43172" x="4794250" y="2286000"/>
          <p14:tracePt t="43193" x="4794250" y="2298700"/>
          <p14:tracePt t="43200" x="4794250" y="2305050"/>
          <p14:tracePt t="43222" x="4794250" y="2311400"/>
          <p14:tracePt t="43865" x="4794250" y="2305050"/>
          <p14:tracePt t="43873" x="4794250" y="2298700"/>
          <p14:tracePt t="43893" x="4794250" y="2292350"/>
          <p14:tracePt t="43907" x="4794250" y="2279650"/>
          <p14:tracePt t="43914" x="4794250" y="2273300"/>
          <p14:tracePt t="43928" x="4794250" y="2266950"/>
          <p14:tracePt t="43938" x="4794250" y="2260600"/>
          <p14:tracePt t="43958" x="4794250" y="2254250"/>
          <p14:tracePt t="43972" x="4794250" y="2247900"/>
          <p14:tracePt t="43988" x="4794250" y="2241550"/>
          <p14:tracePt t="44005" x="4794250" y="2235200"/>
          <p14:tracePt t="44021" x="4794250" y="2228850"/>
          <p14:tracePt t="44076" x="4787900" y="2222500"/>
          <p14:tracePt t="44104" x="4781550" y="2216150"/>
          <p14:tracePt t="44196" x="4775200" y="2216150"/>
          <p14:tracePt t="44266" x="4775200" y="2222500"/>
          <p14:tracePt t="44287" x="4775200" y="2235200"/>
          <p14:tracePt t="44294" x="4781550" y="2235200"/>
          <p14:tracePt t="44315" x="4781550" y="2241550"/>
          <p14:tracePt t="44329" x="4787900" y="2247900"/>
          <p14:tracePt t="44338" x="4787900" y="2254250"/>
          <p14:tracePt t="44357" x="4800600" y="2266950"/>
          <p14:tracePt t="44371" x="4813300" y="2292350"/>
          <p14:tracePt t="44387" x="4857750" y="2336800"/>
          <p14:tracePt t="44403" x="4895850" y="2381250"/>
          <p14:tracePt t="44421" x="4978400" y="2482850"/>
          <p14:tracePt t="44437" x="5067300" y="2609850"/>
          <p14:tracePt t="44453" x="5105400" y="2667000"/>
          <p14:tracePt t="44471" x="5194300" y="2806700"/>
          <p14:tracePt t="44486" x="5232400" y="2863850"/>
          <p14:tracePt t="44503" x="5276850" y="2978150"/>
          <p14:tracePt t="44520" x="5321300" y="3073400"/>
          <p14:tracePt t="44536" x="5334000" y="3105150"/>
          <p14:tracePt t="44553" x="5353050" y="3175000"/>
          <p14:tracePt t="44569" x="5365750" y="3219450"/>
          <p14:tracePt t="44586" x="5365750" y="3232150"/>
          <p14:tracePt t="44603" x="5372100" y="3257550"/>
          <p14:tracePt t="44619" x="5372100" y="3276600"/>
          <p14:tracePt t="44667" x="5372100" y="3282950"/>
          <p14:tracePt t="44702" x="5365750" y="3289300"/>
          <p14:tracePt t="44708" x="5365750" y="3295650"/>
          <p14:tracePt t="44719" x="5365750" y="3302000"/>
          <p14:tracePt t="44736" x="5365750" y="3308350"/>
          <p14:tracePt t="44752" x="5359400" y="3314700"/>
          <p14:tracePt t="44769" x="5359400" y="3321050"/>
          <p14:tracePt t="44787" x="5353050" y="3340100"/>
          <p14:tracePt t="44802" x="5353050" y="3352800"/>
          <p14:tracePt t="44818" x="5346700" y="3359150"/>
          <p14:tracePt t="44836" x="5340350" y="3390900"/>
          <p14:tracePt t="44852" x="5334000" y="3422650"/>
          <p14:tracePt t="44868" x="5321300" y="3441700"/>
          <p14:tracePt t="44885" x="5308600" y="3479800"/>
          <p14:tracePt t="44902" x="5276850" y="3517900"/>
          <p14:tracePt t="44918" x="5264150" y="3536950"/>
          <p14:tracePt t="44935" x="5238750" y="3568700"/>
          <p14:tracePt t="44951" x="5219700" y="3606800"/>
          <p14:tracePt t="44969" x="5187950" y="3632200"/>
          <p14:tracePt t="44984" x="5175250" y="3638550"/>
          <p14:tracePt t="45001" x="5168900" y="3644900"/>
          <p14:tracePt t="45019" x="5162550" y="3651250"/>
          <p14:tracePt t="45051" x="5156200" y="3651250"/>
          <p14:tracePt t="45089" x="5149850" y="3651250"/>
          <p14:tracePt t="45180" x="5156200" y="3651250"/>
          <p14:tracePt t="45202" x="5162550" y="3651250"/>
          <p14:tracePt t="45272" x="5168900" y="3651250"/>
          <p14:tracePt t="45292" x="5175250" y="3651250"/>
          <p14:tracePt t="45314" x="5181600" y="3651250"/>
          <p14:tracePt t="45320" x="5187950" y="3651250"/>
          <p14:tracePt t="45336" x="5194300" y="3651250"/>
          <p14:tracePt t="45350" x="5219700" y="3651250"/>
          <p14:tracePt t="45367" x="5238750" y="3657600"/>
          <p14:tracePt t="45384" x="5295900" y="3670300"/>
          <p14:tracePt t="45400" x="5340350" y="3676650"/>
          <p14:tracePt t="45416" x="5416550" y="3714750"/>
          <p14:tracePt t="45434" x="5499100" y="3746500"/>
          <p14:tracePt t="45450" x="5530850" y="3752850"/>
          <p14:tracePt t="45466" x="5562600" y="3765550"/>
          <p14:tracePt t="45483" x="5588000" y="3778250"/>
          <p14:tracePt t="45499" x="5594350" y="3778250"/>
          <p14:tracePt t="45516" x="5600700" y="3784600"/>
          <p14:tracePt t="45672" x="5594350" y="3778250"/>
          <p14:tracePt t="45700" x="5588000" y="3778250"/>
          <p14:tracePt t="45799" x="5581650" y="3771900"/>
          <p14:tracePt t="46304" x="5581650" y="3759200"/>
          <p14:tracePt t="46318" x="5575300" y="3746500"/>
          <p14:tracePt t="46325" x="5568950" y="3733800"/>
          <p14:tracePt t="46339" x="5568950" y="3721100"/>
          <p14:tracePt t="46348" x="5562600" y="3702050"/>
          <p14:tracePt t="46363" x="5543550" y="3651250"/>
          <p14:tracePt t="46380" x="5537200" y="3625850"/>
          <p14:tracePt t="46397" x="5530850" y="3600450"/>
          <p14:tracePt t="46414" x="5486400" y="3486150"/>
          <p14:tracePt t="46430" x="5467350" y="3441700"/>
          <p14:tracePt t="46446" x="5441950" y="3365500"/>
          <p14:tracePt t="46462" x="5410200" y="3282950"/>
          <p14:tracePt t="46479" x="5391150" y="3238500"/>
          <p14:tracePt t="46497" x="5346700" y="3149600"/>
          <p14:tracePt t="46512" x="5295900" y="3035300"/>
          <p14:tracePt t="46529" x="5264150" y="2971800"/>
          <p14:tracePt t="46546" x="5207000" y="2870200"/>
          <p14:tracePt t="46562" x="5162550" y="2800350"/>
          <p14:tracePt t="46579" x="5143500" y="2774950"/>
          <p14:tracePt t="46596" x="5111750" y="2717800"/>
          <p14:tracePt t="46613" x="5099050" y="2698750"/>
          <p14:tracePt t="46630" x="5073650" y="2654300"/>
          <p14:tracePt t="46646" x="5041900" y="2609850"/>
          <p14:tracePt t="46662" x="5029200" y="2590800"/>
          <p14:tracePt t="46680" x="5003800" y="2552700"/>
          <p14:tracePt t="46695" x="4965700" y="2520950"/>
          <p14:tracePt t="46713" x="4953000" y="2501900"/>
          <p14:tracePt t="46729" x="4921250" y="2470150"/>
          <p14:tracePt t="46745" x="4889500" y="2425700"/>
          <p14:tracePt t="46762" x="4864100" y="2393950"/>
          <p14:tracePt t="46765" x="4845050" y="2374900"/>
          <p14:tracePt t="46778" x="4819650" y="2355850"/>
          <p14:tracePt t="46795" x="4787900" y="2324100"/>
          <p14:tracePt t="46812" x="4768850" y="2311400"/>
          <p14:tracePt t="46828" x="4743450" y="2286000"/>
          <p14:tracePt t="46845" x="4724400" y="2260600"/>
          <p14:tracePt t="46862" x="4711700" y="2241550"/>
          <p14:tracePt t="46878" x="4699000" y="2216150"/>
          <p14:tracePt t="46894" x="4692650" y="2203450"/>
          <p14:tracePt t="46912" x="4692650" y="2197100"/>
          <p14:tracePt t="46945" x="4686300" y="2190750"/>
          <p14:tracePt t="46962" x="4686300" y="2184400"/>
          <p14:tracePt t="46978" x="4679950" y="2178050"/>
          <p14:tracePt t="47122" x="4679950" y="2190750"/>
          <p14:tracePt t="47144" x="4686300" y="2197100"/>
          <p14:tracePt t="47165" x="4686300" y="2203450"/>
          <p14:tracePt t="48059" x="4699000" y="2228850"/>
          <p14:tracePt t="48067" x="4724400" y="2260600"/>
          <p14:tracePt t="48081" x="4737100" y="2292350"/>
          <p14:tracePt t="48091" x="4762500" y="2324100"/>
          <p14:tracePt t="48108" x="4781550" y="2343150"/>
          <p14:tracePt t="48124" x="4819650" y="2400300"/>
          <p14:tracePt t="48140" x="4851400" y="2451100"/>
          <p14:tracePt t="48158" x="4883150" y="2501900"/>
          <p14:tracePt t="48173" x="4895850" y="2527300"/>
          <p14:tracePt t="48190" x="4914900" y="2552700"/>
          <p14:tracePt t="48207" x="4940300" y="2628900"/>
          <p14:tracePt t="48223" x="4946650" y="2654300"/>
          <p14:tracePt t="48240" x="4953000" y="2679700"/>
          <p14:tracePt t="48257" x="4991100" y="2749550"/>
          <p14:tracePt t="48273" x="4997450" y="2768600"/>
          <p14:tracePt t="48290" x="5010150" y="2794000"/>
          <p14:tracePt t="48306" x="5041900" y="2844800"/>
          <p14:tracePt t="48323" x="5067300" y="2895600"/>
          <p14:tracePt t="48340" x="5086350" y="2946400"/>
          <p14:tracePt t="48356" x="5099050" y="2959100"/>
          <p14:tracePt t="48373" x="5111750" y="2984500"/>
          <p14:tracePt t="48390" x="5111750" y="2997200"/>
          <p14:tracePt t="48406" x="5111750" y="3003550"/>
          <p14:tracePt t="48423" x="5111750" y="3009900"/>
          <p14:tracePt t="48440" x="5099050" y="3022600"/>
          <p14:tracePt t="48860" x="5099050" y="3041650"/>
          <p14:tracePt t="48874" x="5105400" y="3073400"/>
          <p14:tracePt t="48881" x="5111750" y="3111500"/>
          <p14:tracePt t="48895" x="5118100" y="3155950"/>
          <p14:tracePt t="48904" x="5130800" y="3194050"/>
          <p14:tracePt t="48921" x="5137150" y="3238500"/>
          <p14:tracePt t="48938" x="5143500" y="3308350"/>
          <p14:tracePt t="48954" x="5149850" y="3346450"/>
          <p14:tracePt t="48970" x="5149850" y="3371850"/>
          <p14:tracePt t="48987" x="5156200" y="3409950"/>
          <p14:tracePt t="49004" x="5156200" y="3435350"/>
          <p14:tracePt t="49021" x="5156200" y="3454400"/>
          <p14:tracePt t="49037" x="5156200" y="3473450"/>
          <p14:tracePt t="49054" x="5156200" y="3486150"/>
          <p14:tracePt t="49071" x="5156200" y="3498850"/>
          <p14:tracePt t="49087" x="5156200" y="3505200"/>
          <p14:tracePt t="49103" x="5156200" y="3517900"/>
          <p14:tracePt t="49121" x="5156200" y="3530600"/>
          <p14:tracePt t="49137" x="5156200" y="3536950"/>
          <p14:tracePt t="49154" x="5149850" y="3536950"/>
          <p14:tracePt t="49170" x="5149850" y="3543300"/>
          <p14:tracePt t="49186" x="5149850" y="3549650"/>
          <p14:tracePt t="49212" x="5143500" y="3556000"/>
          <p14:tracePt t="49247" x="5137150" y="3562350"/>
          <p14:tracePt t="49275" x="5130800" y="3568700"/>
          <p14:tracePt t="49282" x="5130800" y="3575050"/>
          <p14:tracePt t="49373" x="5124450" y="3581400"/>
          <p14:tracePt t="49380" x="5118100" y="3587750"/>
          <p14:tracePt t="49401" x="5118100" y="3594100"/>
          <p14:tracePt t="49415" x="5118100" y="3600450"/>
          <p14:tracePt t="49827" x="5105400" y="3600450"/>
          <p14:tracePt t="49836" x="5080000" y="3594100"/>
          <p14:tracePt t="49849" x="5067300" y="3587750"/>
          <p14:tracePt t="49855" x="5048250" y="3581400"/>
          <p14:tracePt t="49870" x="5029200" y="3562350"/>
          <p14:tracePt t="49884" x="4997450" y="3556000"/>
          <p14:tracePt t="49901" x="4927600" y="3549650"/>
          <p14:tracePt t="49918" x="4902200" y="3543300"/>
          <p14:tracePt t="49934" x="4806950" y="3536950"/>
          <p14:tracePt t="49950" x="4711700" y="3517900"/>
          <p14:tracePt t="49968" x="4616450" y="3498850"/>
          <p14:tracePt t="49984" x="4552950" y="3498850"/>
          <p14:tracePt t="50001" x="4445000" y="3479800"/>
          <p14:tracePt t="50018" x="4305300" y="3460750"/>
          <p14:tracePt t="50034" x="4235450" y="3454400"/>
          <p14:tracePt t="50051" x="4121150" y="3441700"/>
          <p14:tracePt t="50067" x="4038600" y="3441700"/>
          <p14:tracePt t="50084" x="4019550" y="3441700"/>
          <p14:tracePt t="50100" x="4000500" y="3441700"/>
          <p14:tracePt t="50117" x="3937000" y="3454400"/>
          <p14:tracePt t="50133" x="3917950" y="3454400"/>
          <p14:tracePt t="50151" x="3892550" y="3454400"/>
          <p14:tracePt t="50167" x="3879850" y="3460750"/>
          <p14:tracePt t="50183" x="3848100" y="3460750"/>
          <p14:tracePt t="50201" x="3816350" y="3460750"/>
          <p14:tracePt t="50217" x="3803650" y="3454400"/>
          <p14:tracePt t="50233" x="3765550" y="3441700"/>
          <p14:tracePt t="50250" x="3740150" y="3435350"/>
          <p14:tracePt t="50266" x="3721100" y="3429000"/>
          <p14:tracePt t="50283" x="3695700" y="3422650"/>
          <p14:tracePt t="50299" x="3676650" y="3416300"/>
          <p14:tracePt t="50320" x="3670300" y="3416300"/>
          <p14:tracePt t="50334" x="3663950" y="3416300"/>
          <p14:tracePt t="50349" x="3657600" y="3416300"/>
          <p14:tracePt t="50390" x="3651250" y="3416300"/>
          <p14:tracePt t="50752" x="3657600" y="3422650"/>
          <p14:tracePt t="50758" x="3663950" y="3435350"/>
          <p14:tracePt t="50772" x="3676650" y="3454400"/>
          <p14:tracePt t="50781" x="3689350" y="3467100"/>
          <p14:tracePt t="50797" x="3702050" y="3479800"/>
          <p14:tracePt t="50815" x="3740150" y="3505200"/>
          <p14:tracePt t="50831" x="3771900" y="3524250"/>
          <p14:tracePt t="50848" x="3790950" y="3543300"/>
          <p14:tracePt t="50865" x="3829050" y="3556000"/>
          <p14:tracePt t="50881" x="3848100" y="3562350"/>
          <p14:tracePt t="50897" x="3892550" y="3581400"/>
          <p14:tracePt t="50914" x="3937000" y="3594100"/>
          <p14:tracePt t="50931" x="3949700" y="3600450"/>
          <p14:tracePt t="50948" x="3981450" y="3606800"/>
          <p14:tracePt t="50964" x="4006850" y="3619500"/>
          <p14:tracePt t="50981" x="4019550" y="3625850"/>
          <p14:tracePt t="50998" x="4044950" y="3638550"/>
          <p14:tracePt t="51014" x="4070350" y="3651250"/>
          <p14:tracePt t="51031" x="4076700" y="3651250"/>
          <p14:tracePt t="51047" x="4102100" y="3663950"/>
          <p14:tracePt t="51064" x="4114800" y="3670300"/>
          <p14:tracePt t="51081" x="4121150" y="3670300"/>
          <p14:tracePt t="51097" x="4127500" y="3676650"/>
          <p14:tracePt t="51113" x="4133850" y="3676650"/>
          <p14:tracePt t="51132" x="4140200" y="3676650"/>
          <p14:tracePt t="51164" x="4146550" y="3683000"/>
          <p14:tracePt t="51181" x="4152900" y="3683000"/>
          <p14:tracePt t="51200" x="4159250" y="3683000"/>
          <p14:tracePt t="51222" x="4165600" y="3683000"/>
          <p14:tracePt t="51242" x="4171950" y="3689350"/>
          <p14:tracePt t="51250" x="4178300" y="3689350"/>
          <p14:tracePt t="51271" x="4184650" y="3689350"/>
          <p14:tracePt t="51286" x="4197350" y="3689350"/>
          <p14:tracePt t="51296" x="4203700" y="3695700"/>
          <p14:tracePt t="51313" x="4235450" y="3695700"/>
          <p14:tracePt t="51329" x="4248150" y="3702050"/>
          <p14:tracePt t="51346" x="4286250" y="3702050"/>
          <p14:tracePt t="51363" x="4324350" y="3702050"/>
          <p14:tracePt t="51379" x="4356100" y="3702050"/>
          <p14:tracePt t="51396" x="4387850" y="3708400"/>
          <p14:tracePt t="51413" x="4432300" y="3708400"/>
          <p14:tracePt t="51429" x="4451350" y="3708400"/>
          <p14:tracePt t="51445" x="4464050" y="3708400"/>
          <p14:tracePt t="51462" x="4508500" y="3708400"/>
          <p14:tracePt t="51478" x="4527550" y="3708400"/>
          <p14:tracePt t="51497" x="4546600" y="3714750"/>
          <p14:tracePt t="51512" x="4552950" y="3714750"/>
          <p14:tracePt t="51528" x="4578350" y="3714750"/>
          <p14:tracePt t="51546" x="4603750" y="3714750"/>
          <p14:tracePt t="51561" x="4610100" y="3714750"/>
          <p14:tracePt t="51578" x="4629150" y="3708400"/>
          <p14:tracePt t="51596" x="4641850" y="3708400"/>
          <p14:tracePt t="51611" x="4648200" y="3708400"/>
          <p14:tracePt t="51628" x="4667250" y="3708400"/>
          <p14:tracePt t="51645" x="4679950" y="3708400"/>
          <p14:tracePt t="51662" x="4686300" y="3708400"/>
          <p14:tracePt t="51679" x="4699000" y="3708400"/>
          <p14:tracePt t="51695" x="4711700" y="3708400"/>
          <p14:tracePt t="51711" x="4718050" y="3708400"/>
          <p14:tracePt t="51729" x="4724400" y="3708400"/>
          <p14:tracePt t="51745" x="4737100" y="3708400"/>
          <p14:tracePt t="51761" x="4743450" y="3708400"/>
          <p14:tracePt t="51779" x="4756150" y="3708400"/>
          <p14:tracePt t="51794" x="4762500" y="3708400"/>
          <p14:tracePt t="51811" x="4768850" y="3708400"/>
          <p14:tracePt t="51815" x="4775200" y="3708400"/>
          <p14:tracePt t="51828" x="4781550" y="3708400"/>
          <p14:tracePt t="51844" x="4794250" y="3708400"/>
          <p14:tracePt t="51861" x="4819650" y="3708400"/>
          <p14:tracePt t="51877" x="4851400" y="3708400"/>
          <p14:tracePt t="51894" x="4864100" y="3708400"/>
          <p14:tracePt t="51911" x="4895850" y="3708400"/>
          <p14:tracePt t="51927" x="4933950" y="3708400"/>
          <p14:tracePt t="51944" x="4953000" y="3708400"/>
          <p14:tracePt t="51961" x="4991100" y="3708400"/>
          <p14:tracePt t="51977" x="5029200" y="3708400"/>
          <p14:tracePt t="51994" x="5041900" y="3708400"/>
          <p14:tracePt t="52011" x="5067300" y="3708400"/>
          <p14:tracePt t="52027" x="5092700" y="3708400"/>
          <p14:tracePt t="52044" x="5105400" y="3708400"/>
          <p14:tracePt t="52060" x="5137150" y="3702050"/>
          <p14:tracePt t="52077" x="5149850" y="3702050"/>
          <p14:tracePt t="52095" x="5200650" y="3695700"/>
          <p14:tracePt t="52110" x="5226050" y="3689350"/>
          <p14:tracePt t="52127" x="5251450" y="3689350"/>
          <p14:tracePt t="52144" x="5334000" y="3676650"/>
          <p14:tracePt t="52160" x="5397500" y="3676650"/>
          <p14:tracePt t="52176" x="5416550" y="3676650"/>
          <p14:tracePt t="52193" x="5461000" y="3676650"/>
          <p14:tracePt t="52209" x="5486400" y="3676650"/>
          <p14:tracePt t="52227" x="5505450" y="3683000"/>
          <p14:tracePt t="52259" x="5511800" y="3683000"/>
          <p14:tracePt t="52279" x="5518150" y="3683000"/>
          <p14:tracePt t="52298" x="5530850" y="3689350"/>
          <p14:tracePt t="52327" x="5537200" y="3695700"/>
          <p14:tracePt t="52347" x="5543550" y="3702050"/>
          <p14:tracePt t="52730" x="5549900" y="3702050"/>
          <p14:tracePt t="52736" x="5562600" y="3702050"/>
          <p14:tracePt t="52751" x="5575300" y="3702050"/>
          <p14:tracePt t="52760" x="5588000" y="3702050"/>
          <p14:tracePt t="52774" x="5607050" y="3702050"/>
          <p14:tracePt t="52791" x="5626100" y="3702050"/>
          <p14:tracePt t="52808" x="5695950" y="3702050"/>
          <p14:tracePt t="52824" x="5715000" y="3702050"/>
          <p14:tracePt t="52841" x="5740400" y="3702050"/>
          <p14:tracePt t="52857" x="5791200" y="3702050"/>
          <p14:tracePt t="52874" x="5848350" y="3702050"/>
          <p14:tracePt t="52892" x="5892800" y="3702050"/>
          <p14:tracePt t="52907" x="5911850" y="3702050"/>
          <p14:tracePt t="52924" x="5937250" y="3702050"/>
          <p14:tracePt t="52941" x="5943600" y="3702050"/>
          <p14:tracePt t="52957" x="5949950" y="3702050"/>
          <p14:tracePt t="52974" x="5956300" y="3702050"/>
          <p14:tracePt t="52991" x="5962650" y="3702050"/>
          <p14:tracePt t="53081" x="5962650" y="3708400"/>
          <p14:tracePt t="53109" x="5956300" y="3708400"/>
          <p14:tracePt t="54347" x="5975350" y="3708400"/>
          <p14:tracePt t="54354" x="6007100" y="3708400"/>
          <p14:tracePt t="54368" x="6051550" y="3702050"/>
          <p14:tracePt t="54375" x="6108700" y="3695700"/>
          <p14:tracePt t="54389" x="6146800" y="3695700"/>
          <p14:tracePt t="54403" x="6197600" y="3695700"/>
          <p14:tracePt t="54418" x="6311900" y="3695700"/>
          <p14:tracePt t="54435" x="6388100" y="3695700"/>
          <p14:tracePt t="54453" x="6521450" y="3702050"/>
          <p14:tracePt t="54469" x="6635750" y="3702050"/>
          <p14:tracePt t="54485" x="6673850" y="3702050"/>
          <p14:tracePt t="54502" x="6756400" y="3708400"/>
          <p14:tracePt t="54518" x="6794500" y="3708400"/>
          <p14:tracePt t="54535" x="6813550" y="3714750"/>
          <p14:tracePt t="54551" x="6826250" y="3714750"/>
          <p14:tracePt t="54568" x="6832600" y="3714750"/>
          <p14:tracePt t="54656" x="6826250" y="3714750"/>
          <p14:tracePt t="54663" x="6819900" y="3714750"/>
          <p14:tracePt t="55483" x="6832600" y="3714750"/>
          <p14:tracePt t="55490" x="6845300" y="3714750"/>
          <p14:tracePt t="55504" x="6870700" y="3714750"/>
          <p14:tracePt t="55514" x="6889750" y="3714750"/>
          <p14:tracePt t="55532" x="6927850" y="3721100"/>
          <p14:tracePt t="55548" x="6959600" y="3721100"/>
          <p14:tracePt t="55565" x="7004050" y="3721100"/>
          <p14:tracePt t="55582" x="7054850" y="3727450"/>
          <p14:tracePt t="55598" x="7073900" y="3727450"/>
          <p14:tracePt t="55615" x="7118350" y="3740150"/>
          <p14:tracePt t="55631" x="7150100" y="3746500"/>
          <p14:tracePt t="55648" x="7156450" y="3746500"/>
          <p14:tracePt t="55664" x="7169150" y="3746500"/>
          <p14:tracePt t="55681" x="7188200" y="3746500"/>
          <p14:tracePt t="55697" x="7194550" y="3752850"/>
          <p14:tracePt t="55716" x="7200900" y="3752850"/>
          <p14:tracePt t="55731" x="7207250" y="3752850"/>
          <p14:tracePt t="55747" x="7219950" y="3752850"/>
          <p14:tracePt t="55764" x="7226300" y="3752850"/>
          <p14:tracePt t="55785" x="7232650" y="3752850"/>
          <p14:tracePt t="55814" x="7239000" y="3752850"/>
          <p14:tracePt t="55841" x="7245350" y="3752850"/>
          <p14:tracePt t="55863" x="7251700" y="3759200"/>
          <p14:tracePt t="55884" x="7258050" y="3759200"/>
          <p14:tracePt t="55912" x="7264400" y="3759200"/>
          <p14:tracePt t="55933" x="7270750" y="3759200"/>
          <p14:tracePt t="55982" x="7277100" y="3765550"/>
          <p14:tracePt t="56353" x="7296150" y="3765550"/>
          <p14:tracePt t="56367" x="7327900" y="3771900"/>
          <p14:tracePt t="56373" x="7353300" y="3778250"/>
          <p14:tracePt t="56387" x="7391400" y="3778250"/>
          <p14:tracePt t="56398" x="7448550" y="3790950"/>
          <p14:tracePt t="56412" x="7486650" y="3797300"/>
          <p14:tracePt t="56429" x="7556500" y="3803650"/>
          <p14:tracePt t="56445" x="7626350" y="3816350"/>
          <p14:tracePt t="56462" x="7658100" y="3822700"/>
          <p14:tracePt t="56478" x="7677150" y="3829050"/>
          <p14:tracePt t="56495" x="7721600" y="3829050"/>
          <p14:tracePt t="56511" x="7734300" y="3835400"/>
          <p14:tracePt t="56528" x="7747000" y="3835400"/>
          <p14:tracePt t="56690" x="7740650" y="3835400"/>
          <p14:tracePt t="57293" x="7734300" y="3835400"/>
          <p14:tracePt t="57300" x="7727950" y="3835400"/>
          <p14:tracePt t="57309" x="7721600" y="3835400"/>
          <p14:tracePt t="57336" x="7715250" y="3835400"/>
          <p14:tracePt t="57344" x="7708900" y="3835400"/>
          <p14:tracePt t="57358" x="7696200" y="3835400"/>
          <p14:tracePt t="57375" x="7683500" y="3829050"/>
          <p14:tracePt t="57392" x="7670800" y="3829050"/>
          <p14:tracePt t="57408" x="7664450" y="3829050"/>
          <p14:tracePt t="57425" x="7651750" y="3822700"/>
          <p14:tracePt t="57442" x="7632700" y="3816350"/>
          <p14:tracePt t="57458" x="7620000" y="3810000"/>
          <p14:tracePt t="57474" x="7594600" y="3803650"/>
          <p14:tracePt t="57491" x="7486650" y="3771900"/>
          <p14:tracePt t="57507" x="7416800" y="3752850"/>
          <p14:tracePt t="57526" x="7283450" y="3714750"/>
          <p14:tracePt t="57541" x="7137400" y="3663950"/>
          <p14:tracePt t="57558" x="7061200" y="3644900"/>
          <p14:tracePt t="57575" x="6889750" y="3594100"/>
          <p14:tracePt t="57591" x="6705600" y="3543300"/>
          <p14:tracePt t="57608" x="6616700" y="3530600"/>
          <p14:tracePt t="57624" x="6388100" y="3511550"/>
          <p14:tracePt t="57641" x="6292850" y="3498850"/>
          <p14:tracePt t="57658" x="6191250" y="3492500"/>
          <p14:tracePt t="57675" x="5962650" y="3479800"/>
          <p14:tracePt t="57691" x="5886450" y="3486150"/>
          <p14:tracePt t="57708" x="5753100" y="3492500"/>
          <p14:tracePt t="57724" x="5651500" y="3505200"/>
          <p14:tracePt t="57740" x="5600700" y="3505200"/>
          <p14:tracePt t="57757" x="5543550" y="3505200"/>
          <p14:tracePt t="57774" x="5499100" y="3505200"/>
          <p14:tracePt t="57790" x="5486400" y="3505200"/>
          <p14:tracePt t="57807" x="5454650" y="3505200"/>
          <p14:tracePt t="57823" x="5429250" y="3505200"/>
          <p14:tracePt t="57840" x="5410200" y="3505200"/>
          <p14:tracePt t="57857" x="5378450" y="3505200"/>
          <p14:tracePt t="57874" x="5340350" y="3511550"/>
          <p14:tracePt t="57891" x="5308600" y="3517900"/>
          <p14:tracePt t="57894" x="5289550" y="3524250"/>
          <p14:tracePt t="57906" x="5264150" y="3530600"/>
          <p14:tracePt t="57923" x="5245100" y="3536950"/>
          <p14:tracePt t="57940" x="5168900" y="3549650"/>
          <p14:tracePt t="57956" x="5137150" y="3562350"/>
          <p14:tracePt t="57973" x="5124450" y="3568700"/>
          <p14:tracePt t="57990" x="5080000" y="3581400"/>
          <p14:tracePt t="58006" x="5054600" y="3587750"/>
          <p14:tracePt t="58023" x="5041900" y="3594100"/>
          <p14:tracePt t="58039" x="5035550" y="3594100"/>
          <p14:tracePt t="58056" x="5029200" y="3600450"/>
          <p14:tracePt t="58074" x="5016500" y="3600450"/>
          <p14:tracePt t="58137" x="5010150" y="3600450"/>
          <p14:tracePt t="58559" x="5016500" y="3600450"/>
          <p14:tracePt t="58594" x="5022850" y="3600450"/>
          <p14:tracePt t="58615" x="5029200" y="3600450"/>
          <p14:tracePt t="58629" x="5035550" y="3600450"/>
          <p14:tracePt t="58643" x="5041900" y="3600450"/>
          <p14:tracePt t="58658" x="5048250" y="3600450"/>
          <p14:tracePt t="58664" x="5054600" y="3600450"/>
          <p14:tracePt t="58678" x="5067300" y="3600450"/>
          <p14:tracePt t="58687" x="5086350" y="3600450"/>
          <p14:tracePt t="58703" x="5111750" y="3600450"/>
          <p14:tracePt t="58721" x="5213350" y="3600450"/>
          <p14:tracePt t="58737" x="5359400" y="3600450"/>
          <p14:tracePt t="58753" x="5448300" y="3600450"/>
          <p14:tracePt t="58771" x="5645150" y="3600450"/>
          <p14:tracePt t="58787" x="5848350" y="3600450"/>
          <p14:tracePt t="58803" x="5949950" y="3600450"/>
          <p14:tracePt t="58820" x="6140450" y="3606800"/>
          <p14:tracePt t="58837" x="6216650" y="3606800"/>
          <p14:tracePt t="58854" x="6337300" y="3606800"/>
          <p14:tracePt t="58870" x="6426200" y="3606800"/>
          <p14:tracePt t="58887" x="6451600" y="3606800"/>
          <p14:tracePt t="58904" x="6508750" y="3606800"/>
          <p14:tracePt t="58920" x="6553200" y="3606800"/>
          <p14:tracePt t="58937" x="6572250" y="3606800"/>
          <p14:tracePt t="58953" x="6616700" y="3613150"/>
          <p14:tracePt t="58970" x="6673850" y="3625850"/>
          <p14:tracePt t="58986" x="6692900" y="3625850"/>
          <p14:tracePt t="59003" x="6743700" y="3632200"/>
          <p14:tracePt t="59019" x="6788150" y="3638550"/>
          <p14:tracePt t="59036" x="6819900" y="3638550"/>
          <p14:tracePt t="59052" x="6858000" y="3644900"/>
          <p14:tracePt t="59069" x="6902450" y="3651250"/>
          <p14:tracePt t="59087" x="6953250" y="3657600"/>
          <p14:tracePt t="59102" x="6978650" y="3657600"/>
          <p14:tracePt t="59119" x="6991350" y="3663950"/>
          <p14:tracePt t="59137" x="7048500" y="3663950"/>
          <p14:tracePt t="59152" x="7061200" y="3663950"/>
          <p14:tracePt t="59185" x="7080250" y="3663950"/>
          <p14:tracePt t="59202" x="7086600" y="3663950"/>
          <p14:tracePt t="59219" x="7092950" y="3663950"/>
          <p14:tracePt t="59235" x="7099300" y="3670300"/>
          <p14:tracePt t="59251" x="7105650" y="3670300"/>
          <p14:tracePt t="59923" x="7086600" y="3670300"/>
          <p14:tracePt t="59930" x="7054850" y="3670300"/>
          <p14:tracePt t="59944" x="7016750" y="3683000"/>
          <p14:tracePt t="59952" x="6972300" y="3689350"/>
          <p14:tracePt t="59967" x="6915150" y="3708400"/>
          <p14:tracePt t="59982" x="6775450" y="3733800"/>
          <p14:tracePt t="60000" x="6692900" y="3746500"/>
          <p14:tracePt t="60016" x="6515100" y="3765550"/>
          <p14:tracePt t="60032" x="6413500" y="3778250"/>
          <p14:tracePt t="60050" x="6045200" y="3797300"/>
          <p14:tracePt t="60066" x="5867400" y="3810000"/>
          <p14:tracePt t="60082" x="5683250" y="3822700"/>
          <p14:tracePt t="60099" x="5245100" y="3860800"/>
          <p14:tracePt t="60116" x="4851400" y="3930650"/>
          <p14:tracePt t="60132" x="4705350" y="3949700"/>
          <p14:tracePt t="60149" x="4483100" y="4000500"/>
          <p14:tracePt t="60165" x="4292600" y="4032250"/>
          <p14:tracePt t="60182" x="4184650" y="4044950"/>
          <p14:tracePt t="60198" x="3956050" y="4076700"/>
          <p14:tracePt t="60215" x="3778250" y="4083050"/>
          <p14:tracePt t="60233" x="3625850" y="4083050"/>
          <p14:tracePt t="60248" x="3549650" y="4083050"/>
          <p14:tracePt t="60265" x="3384550" y="4083050"/>
          <p14:tracePt t="60283" x="3225800" y="4070350"/>
          <p14:tracePt t="60298" x="3162300" y="4070350"/>
          <p14:tracePt t="60315" x="3098800" y="4064000"/>
          <p14:tracePt t="60332" x="2940050" y="4032250"/>
          <p14:tracePt t="60348" x="2882900" y="4025900"/>
          <p14:tracePt t="60366" x="2832100" y="4025900"/>
          <p14:tracePt t="60381" x="2743200" y="4025900"/>
          <p14:tracePt t="60398" x="2647950" y="4019550"/>
          <p14:tracePt t="60416" x="2622550" y="4006850"/>
          <p14:tracePt t="60431" x="2552700" y="4000500"/>
          <p14:tracePt t="60448" x="2501900" y="4000500"/>
          <p14:tracePt t="60466" x="2451100" y="4000500"/>
          <p14:tracePt t="60481" x="2432050" y="4000500"/>
          <p14:tracePt t="60498" x="2413000" y="4000500"/>
          <p14:tracePt t="60514" x="2355850" y="4000500"/>
          <p14:tracePt t="60531" x="2317750" y="4000500"/>
          <p14:tracePt t="60547" x="2273300" y="4013200"/>
          <p14:tracePt t="60564" x="2139950" y="4025900"/>
          <p14:tracePt t="60581" x="2089150" y="4038600"/>
          <p14:tracePt t="60598" x="2044700" y="4044950"/>
          <p14:tracePt t="60614" x="1898650" y="4064000"/>
          <p14:tracePt t="60631" x="1860550" y="4070350"/>
          <p14:tracePt t="60648" x="1790700" y="4076700"/>
          <p14:tracePt t="60664" x="1758950" y="4076700"/>
          <p14:tracePt t="60680" x="1720850" y="4095750"/>
          <p14:tracePt t="60697" x="1670050" y="4114800"/>
          <p14:tracePt t="61803" x="1670050" y="4108450"/>
          <p14:tracePt t="61810" x="1670050" y="4095750"/>
          <p14:tracePt t="61824" x="1676400" y="4095750"/>
          <p14:tracePt t="61830" x="1682750" y="4076700"/>
          <p14:tracePt t="61842" x="1689100" y="4051300"/>
          <p14:tracePt t="61860" x="1714500" y="4013200"/>
          <p14:tracePt t="61876" x="1714500" y="3994150"/>
          <p14:tracePt t="61893" x="1727200" y="3962400"/>
          <p14:tracePt t="61909" x="1746250" y="3898900"/>
          <p14:tracePt t="61926" x="1765300" y="3886200"/>
          <p14:tracePt t="61943" x="1778000" y="3860800"/>
          <p14:tracePt t="61959" x="1803400" y="3810000"/>
          <p14:tracePt t="61976" x="1835150" y="3765550"/>
          <p14:tracePt t="61993" x="1905000" y="3676650"/>
          <p14:tracePt t="62009" x="1993900" y="3562350"/>
          <p14:tracePt t="62026" x="2070100" y="3435350"/>
          <p14:tracePt t="62042" x="2165350" y="3327400"/>
          <p14:tracePt t="62059" x="2203450" y="3270250"/>
          <p14:tracePt t="62075" x="2292350" y="3168650"/>
          <p14:tracePt t="62092" x="2374900" y="3060700"/>
          <p14:tracePt t="62109" x="2438400" y="2990850"/>
          <p14:tracePt t="62126" x="2571750" y="2838450"/>
          <p14:tracePt t="62142" x="2724150" y="2673350"/>
          <p14:tracePt t="62158" x="2800350" y="2584450"/>
          <p14:tracePt t="62176" x="2921000" y="2444750"/>
          <p14:tracePt t="62192" x="3048000" y="2368550"/>
          <p14:tracePt t="62208" x="3092450" y="2330450"/>
          <p14:tracePt t="62225" x="3155950" y="2298700"/>
          <p14:tracePt t="62242" x="3175000" y="2286000"/>
          <p14:tracePt t="62258" x="3238500" y="2247900"/>
          <p14:tracePt t="62275" x="3308350" y="2228850"/>
          <p14:tracePt t="62291" x="3340100" y="2222500"/>
          <p14:tracePt t="62309" x="3422650" y="2197100"/>
          <p14:tracePt t="62324" x="3492500" y="2184400"/>
          <p14:tracePt t="62341" x="3536950" y="2171700"/>
          <p14:tracePt t="62358" x="3606800" y="2159000"/>
          <p14:tracePt t="62374" x="3733800" y="2159000"/>
          <p14:tracePt t="62391" x="3822700" y="2159000"/>
          <p14:tracePt t="62408" x="4006850" y="2127250"/>
          <p14:tracePt t="62424" x="4210050" y="2095500"/>
          <p14:tracePt t="62441" x="4324350" y="2063750"/>
          <p14:tracePt t="62444" x="4432300" y="2044700"/>
          <p14:tracePt t="62458" x="4533900" y="2032000"/>
          <p14:tracePt t="62474" x="4737100" y="2012950"/>
          <p14:tracePt t="62492" x="4800600" y="2012950"/>
          <p14:tracePt t="62507" x="4895850" y="1987550"/>
          <p14:tracePt t="62524" x="4940300" y="1981200"/>
          <p14:tracePt t="62541" x="5010150" y="1962150"/>
          <p14:tracePt t="62557" x="5029200" y="1955800"/>
          <p14:tracePt t="62574" x="5035550" y="1949450"/>
          <p14:tracePt t="62591" x="5048250" y="1943100"/>
          <p14:tracePt t="62607" x="5054600" y="1930400"/>
          <p14:tracePt t="62624" x="5060950" y="1924050"/>
          <p14:tracePt t="62640" x="5080000" y="1911350"/>
          <p14:tracePt t="62657" x="5092700" y="1905000"/>
          <p14:tracePt t="62690" x="5099050" y="1898650"/>
          <p14:tracePt t="62706" x="5111750" y="1885950"/>
          <p14:tracePt t="62725" x="5118100" y="1879600"/>
          <p14:tracePt t="62756" x="5124450" y="1873250"/>
          <p14:tracePt t="62878" x="5124450" y="1866900"/>
          <p14:tracePt t="62907" x="5118100" y="1860550"/>
          <p14:tracePt t="62957" x="5111750" y="1860550"/>
          <p14:tracePt t="62998" x="5105400" y="1854200"/>
          <p14:tracePt t="63033" x="5099050" y="1847850"/>
          <p14:tracePt t="63076" x="5099050" y="1841500"/>
          <p14:tracePt t="63216" x="5105400" y="1841500"/>
          <p14:tracePt t="63237" x="5111750" y="1841500"/>
          <p14:tracePt t="63244" x="5111750" y="1835150"/>
          <p14:tracePt t="63259" x="5118100" y="1835150"/>
          <p14:tracePt t="63272" x="5124450" y="1835150"/>
          <p14:tracePt t="63288" x="5137150" y="1835150"/>
          <p14:tracePt t="63304" x="5143500" y="1828800"/>
          <p14:tracePt t="63322" x="5175250" y="1822450"/>
          <p14:tracePt t="63338" x="5226050" y="1803400"/>
          <p14:tracePt t="63355" x="5257800" y="1797050"/>
          <p14:tracePt t="63372" x="5308600" y="1784350"/>
          <p14:tracePt t="63388" x="5365750" y="1771650"/>
          <p14:tracePt t="63404" x="5391150" y="1758950"/>
          <p14:tracePt t="63421" x="5441950" y="1758950"/>
          <p14:tracePt t="63437" x="5461000" y="1752600"/>
          <p14:tracePt t="63454" x="5499100" y="1752600"/>
          <p14:tracePt t="63457" x="5511800" y="1752600"/>
          <p14:tracePt t="63471" x="5518150" y="1752600"/>
          <p14:tracePt t="63490" x="5524500" y="1752600"/>
          <p14:tracePt t="63504" x="5530850" y="1752600"/>
          <p14:tracePt t="63521" x="5543550" y="1752600"/>
          <p14:tracePt t="63540" x="5549900" y="1752600"/>
          <p14:tracePt t="63554" x="5556250" y="1752600"/>
          <p14:tracePt t="63570" x="5562600" y="1752600"/>
          <p14:tracePt t="63631" x="5568950" y="1752600"/>
          <p14:tracePt t="63807" x="5562600" y="1752600"/>
          <p14:tracePt t="63821" x="5556250" y="1746250"/>
          <p14:tracePt t="64114" x="5556250" y="1816100"/>
          <p14:tracePt t="64120" x="5543550" y="1917700"/>
          <p14:tracePt t="64136" x="5543550" y="2019300"/>
          <p14:tracePt t="64142" x="5543550" y="2120900"/>
          <p14:tracePt t="64152" x="5537200" y="2235200"/>
          <p14:tracePt t="64169" x="5524500" y="2362200"/>
          <p14:tracePt t="64185" x="5511800" y="2565400"/>
          <p14:tracePt t="64201" x="5505450" y="2641600"/>
          <p14:tracePt t="64219" x="5505450" y="2844800"/>
          <p14:tracePt t="64235" x="5505450" y="2901950"/>
          <p14:tracePt t="64251" x="5505450" y="2952750"/>
          <p14:tracePt t="64268" x="5505450" y="3054350"/>
          <p14:tracePt t="64285" x="5505450" y="3136900"/>
          <p14:tracePt t="64301" x="5505450" y="3162300"/>
          <p14:tracePt t="64318" x="5505450" y="3194050"/>
          <p14:tracePt t="64335" x="5511800" y="3213100"/>
          <p14:tracePt t="64351" x="5511800" y="3225800"/>
          <p14:tracePt t="64368" x="5518150" y="3232150"/>
          <p14:tracePt t="64384" x="5518150" y="3238500"/>
          <p14:tracePt t="64417" x="5524500" y="3244850"/>
          <p14:tracePt t="64434" x="5530850" y="3251200"/>
          <p14:tracePt t="64452" x="5530850" y="3257550"/>
          <p14:tracePt t="64467" x="5530850" y="3263900"/>
          <p14:tracePt t="64484" x="5530850" y="3270250"/>
          <p14:tracePt t="64501" x="5530850" y="3289300"/>
          <p14:tracePt t="64517" x="5530850" y="3308350"/>
          <p14:tracePt t="64534" x="5537200" y="3327400"/>
          <p14:tracePt t="64550" x="5537200" y="3371850"/>
          <p14:tracePt t="64567" x="5543550" y="3429000"/>
          <p14:tracePt t="64584" x="5543550" y="3460750"/>
          <p14:tracePt t="64600" x="5549900" y="3505200"/>
          <p14:tracePt t="64617" x="5549900" y="3549650"/>
          <p14:tracePt t="64635" x="5549900" y="3581400"/>
          <p14:tracePt t="64650" x="5549900" y="3594100"/>
          <p14:tracePt t="64667" x="5549900" y="3606800"/>
          <p14:tracePt t="64704" x="5549900" y="3613150"/>
          <p14:tracePt t="64716" x="5549900" y="3619500"/>
          <p14:tracePt t="64993" x="5543550" y="3619500"/>
          <p14:tracePt t="65034" x="5537200" y="3619500"/>
          <p14:tracePt t="65246" x="5543550" y="3625850"/>
          <p14:tracePt t="65260" x="5556250" y="3625850"/>
          <p14:tracePt t="65268" x="5575300" y="3625850"/>
          <p14:tracePt t="65282" x="5607050" y="3632200"/>
          <p14:tracePt t="65298" x="5657850" y="3638550"/>
          <p14:tracePt t="65314" x="5695950" y="3638550"/>
          <p14:tracePt t="65331" x="5765800" y="3644900"/>
          <p14:tracePt t="65348" x="5854700" y="3657600"/>
          <p14:tracePt t="65364" x="5911850" y="3657600"/>
          <p14:tracePt t="65380" x="5988050" y="3663950"/>
          <p14:tracePt t="65397" x="6057900" y="3663950"/>
          <p14:tracePt t="65416" x="6108700" y="3663950"/>
          <p14:tracePt t="65431" x="6127750" y="3663950"/>
          <p14:tracePt t="65447" x="6146800" y="3663950"/>
          <p14:tracePt t="65464" x="6203950" y="3663950"/>
          <p14:tracePt t="65480" x="6223000" y="3663950"/>
          <p14:tracePt t="65497" x="6235700" y="3663950"/>
          <p14:tracePt t="65514" x="6267450" y="3663950"/>
          <p14:tracePt t="65530" x="6292850" y="3670300"/>
          <p14:tracePt t="65547" x="6305550" y="3670300"/>
          <p14:tracePt t="65563" x="6337300" y="3670300"/>
          <p14:tracePt t="65580" x="6381750" y="3670300"/>
          <p14:tracePt t="65598" x="6464300" y="3670300"/>
          <p14:tracePt t="65613" x="6515100" y="3663950"/>
          <p14:tracePt t="65630" x="6635750" y="3644900"/>
          <p14:tracePt t="65647" x="6718300" y="3625850"/>
          <p14:tracePt t="65663" x="6737350" y="3625850"/>
          <p14:tracePt t="65680" x="6769100" y="3625850"/>
          <p14:tracePt t="65697" x="6788150" y="3625850"/>
          <p14:tracePt t="65713" x="6800850" y="3625850"/>
          <p14:tracePt t="65731" x="6807200" y="3625850"/>
          <p14:tracePt t="65746" x="6819900" y="3632200"/>
          <p14:tracePt t="65763" x="6826250" y="3638550"/>
          <p14:tracePt t="65780" x="6845300" y="3638550"/>
          <p14:tracePt t="65795" x="6851650" y="3638550"/>
          <p14:tracePt t="65830" x="6858000" y="3638550"/>
          <p14:tracePt t="66491" x="6851650" y="3644900"/>
          <p14:tracePt t="66505" x="6826250" y="3657600"/>
          <p14:tracePt t="66513" x="6813550" y="3663950"/>
          <p14:tracePt t="66527" x="6794500" y="3676650"/>
          <p14:tracePt t="66543" x="6775450" y="3689350"/>
          <p14:tracePt t="66560" x="6673850" y="3746500"/>
          <p14:tracePt t="66576" x="6565900" y="3803650"/>
          <p14:tracePt t="66593" x="6496050" y="3829050"/>
          <p14:tracePt t="66610" x="6369050" y="3879850"/>
          <p14:tracePt t="66627" x="6273800" y="3905250"/>
          <p14:tracePt t="66643" x="6235700" y="3911600"/>
          <p14:tracePt t="66660" x="6184900" y="3917950"/>
          <p14:tracePt t="66676" x="6134100" y="3917950"/>
          <p14:tracePt t="66693" x="6108700" y="3917950"/>
          <p14:tracePt t="66709" x="6051550" y="3924300"/>
          <p14:tracePt t="66726" x="5994400" y="3924300"/>
          <p14:tracePt t="66743" x="5962650" y="3924300"/>
          <p14:tracePt t="66759" x="5861050" y="3937000"/>
          <p14:tracePt t="66776" x="5772150" y="3937000"/>
          <p14:tracePt t="66793" x="5708650" y="3943350"/>
          <p14:tracePt t="66809" x="5543550" y="3943350"/>
          <p14:tracePt t="66826" x="5441950" y="3943350"/>
          <p14:tracePt t="66843" x="5226050" y="3930650"/>
          <p14:tracePt t="66859" x="5010150" y="3917950"/>
          <p14:tracePt t="66876" x="4876800" y="3898900"/>
          <p14:tracePt t="66892" x="4673600" y="3879850"/>
          <p14:tracePt t="66909" x="4521200" y="3867150"/>
          <p14:tracePt t="66925" x="4445000" y="3860800"/>
          <p14:tracePt t="66942" x="4292600" y="3860800"/>
          <p14:tracePt t="66959" x="4197350" y="3848100"/>
          <p14:tracePt t="66976" x="4019550" y="3841750"/>
          <p14:tracePt t="66992" x="3930650" y="3829050"/>
          <p14:tracePt t="67009" x="3829050" y="3829050"/>
          <p14:tracePt t="67026" x="3727450" y="3810000"/>
          <p14:tracePt t="67028" x="3638550" y="3797300"/>
          <p14:tracePt t="67042" x="3536950" y="3797300"/>
          <p14:tracePt t="67058" x="3435350" y="3797300"/>
          <p14:tracePt t="67075" x="3270250" y="3803650"/>
          <p14:tracePt t="67091" x="3194050" y="3803650"/>
          <p14:tracePt t="67108" x="3124200" y="3797300"/>
          <p14:tracePt t="67125" x="2997200" y="3803650"/>
          <p14:tracePt t="67141" x="2921000" y="3803650"/>
          <p14:tracePt t="67159" x="2857500" y="3810000"/>
          <p14:tracePt t="67174" x="2762250" y="3822700"/>
          <p14:tracePt t="67191" x="2717800" y="3829050"/>
          <p14:tracePt t="67208" x="2673350" y="3835400"/>
          <p14:tracePt t="67224" x="2660650" y="3835400"/>
          <p14:tracePt t="67241" x="2635250" y="3841750"/>
          <p14:tracePt t="67258" x="2603500" y="3848100"/>
          <p14:tracePt t="67275" x="2590800" y="3848100"/>
          <p14:tracePt t="67291" x="2571750" y="3848100"/>
          <p14:tracePt t="67307" x="2540000" y="3848100"/>
          <p14:tracePt t="67340" x="2508250" y="3848100"/>
          <p14:tracePt t="67357" x="2470150" y="3848100"/>
          <p14:tracePt t="67374" x="2451100" y="3848100"/>
          <p14:tracePt t="67391" x="2419350" y="3848100"/>
          <p14:tracePt t="67407" x="2393950" y="3848100"/>
          <p14:tracePt t="67424" x="2374900" y="3848100"/>
          <p14:tracePt t="67441" x="2349500" y="3848100"/>
          <p14:tracePt t="67457" x="2311400" y="3879850"/>
          <p14:tracePt t="67473" x="2292350" y="3911600"/>
          <p14:tracePt t="68174" x="2279650" y="3911600"/>
          <p14:tracePt t="68189" x="2266950" y="3911600"/>
          <p14:tracePt t="68202" x="2254250" y="3911600"/>
          <p14:tracePt t="68216" x="2228850" y="3911600"/>
          <p14:tracePt t="68224" x="2203450" y="3911600"/>
          <p14:tracePt t="68240" x="2184400" y="3911600"/>
          <p14:tracePt t="68254" x="2146300" y="3898900"/>
          <p14:tracePt t="68271" x="2114550" y="3898900"/>
          <p14:tracePt t="68287" x="2044700" y="3892550"/>
          <p14:tracePt t="68304" x="2019300" y="3892550"/>
          <p14:tracePt t="68321" x="1968500" y="3892550"/>
          <p14:tracePt t="68337" x="1911350" y="3892550"/>
          <p14:tracePt t="68354" x="1873250" y="3892550"/>
          <p14:tracePt t="68371" x="1816100" y="3892550"/>
          <p14:tracePt t="68387" x="1797050" y="3892550"/>
          <p14:tracePt t="68404" x="1778000" y="3892550"/>
          <p14:tracePt t="68421" x="1752600" y="3892550"/>
          <p14:tracePt t="68437" x="1739900" y="3892550"/>
          <p14:tracePt t="68453" x="1733550" y="3892550"/>
          <p14:tracePt t="68470" x="1727200" y="3898900"/>
          <p14:tracePt t="68487" x="1720850" y="3905250"/>
          <p14:tracePt t="68506" x="1714500" y="3905250"/>
          <p14:tracePt t="68526" x="1701800" y="3905250"/>
          <p14:tracePt t="68554" x="1695450" y="3905250"/>
          <p14:tracePt t="68575" x="1689100" y="3905250"/>
          <p14:tracePt t="68603" x="1682750" y="3905250"/>
          <p14:tracePt t="68638" x="1676400" y="3905250"/>
          <p14:tracePt t="68687" x="1670050" y="3905250"/>
          <p14:tracePt t="68722" x="1663700" y="3905250"/>
          <p14:tracePt t="68729" x="1657350" y="3905250"/>
          <p14:tracePt t="68758" x="1651000" y="3898900"/>
          <p14:tracePt t="68807" x="1644650" y="3892550"/>
          <p14:tracePt t="68814" x="1644650" y="3886200"/>
          <p14:tracePt t="68884" x="1644650" y="3879850"/>
          <p14:tracePt t="68898" x="1644650" y="3873500"/>
          <p14:tracePt t="68912" x="1644650" y="3867150"/>
          <p14:tracePt t="68947" x="1644650" y="3860800"/>
          <p14:tracePt t="68955" x="1651000" y="3860800"/>
          <p14:tracePt t="68976" x="1657350" y="3854450"/>
          <p14:tracePt t="68996" x="1663700" y="3854450"/>
          <p14:tracePt t="69003" x="1663700" y="3848100"/>
          <p14:tracePt t="69025" x="1676400" y="3848100"/>
          <p14:tracePt t="69046" x="1682750" y="3848100"/>
          <p14:tracePt t="69067" x="1695450" y="3841750"/>
          <p14:tracePt t="69074" x="1708150" y="3835400"/>
          <p14:tracePt t="69088" x="1733550" y="3829050"/>
          <p14:tracePt t="69102" x="1752600" y="3810000"/>
          <p14:tracePt t="69117" x="1803400" y="3784600"/>
          <p14:tracePt t="69134" x="1828800" y="3765550"/>
          <p14:tracePt t="69152" x="1866900" y="3740150"/>
          <p14:tracePt t="69168" x="1911350" y="3721100"/>
          <p14:tracePt t="69184" x="1917700" y="3714750"/>
          <p14:tracePt t="69201" x="1943100" y="3708400"/>
          <p14:tracePt t="69217" x="1955800" y="3708400"/>
          <p14:tracePt t="69264" x="1962150" y="3708400"/>
          <p14:tracePt t="69278" x="1962150" y="3714750"/>
          <p14:tracePt t="69287" x="1962150" y="3721100"/>
          <p14:tracePt t="69313" x="1962150" y="3727450"/>
          <p14:tracePt t="69320" x="1962150" y="3733800"/>
          <p14:tracePt t="69336" x="1962150" y="3740150"/>
          <p14:tracePt t="69355" x="1962150" y="3746500"/>
          <p14:tracePt t="69398" x="1955800" y="3752850"/>
          <p14:tracePt t="69419" x="1949450" y="3759200"/>
          <p14:tracePt t="69433" x="1943100" y="3759200"/>
          <p14:tracePt t="69440" x="1936750" y="3765550"/>
          <p14:tracePt t="69454" x="1930400" y="3771900"/>
          <p14:tracePt t="69469" x="1917700" y="3771900"/>
          <p14:tracePt t="69484" x="1905000" y="3778250"/>
          <p14:tracePt t="69500" x="1885950" y="3784600"/>
          <p14:tracePt t="69517" x="1847850" y="3790950"/>
          <p14:tracePt t="69533" x="1816100" y="3797300"/>
          <p14:tracePt t="69550" x="1797050" y="3803650"/>
          <p14:tracePt t="69567" x="1739900" y="3810000"/>
          <p14:tracePt t="69583" x="1714500" y="3822700"/>
          <p14:tracePt t="69599" x="1695450" y="3829050"/>
          <p14:tracePt t="69616" x="1663700" y="3835400"/>
          <p14:tracePt t="69633" x="1651000" y="3835400"/>
          <p14:tracePt t="69649" x="1638300" y="3841750"/>
          <p14:tracePt t="69665" x="1625600" y="3848100"/>
          <p14:tracePt t="69682" x="1619250" y="3848100"/>
          <p14:tracePt t="69743" x="1612900" y="3848100"/>
          <p14:tracePt t="69876" x="1625600" y="3841750"/>
          <p14:tracePt t="69883" x="1625600" y="3835400"/>
          <p14:tracePt t="69889" x="1631950" y="3835400"/>
          <p14:tracePt t="69904" x="1644650" y="3829050"/>
          <p14:tracePt t="69915" x="1657350" y="3822700"/>
          <p14:tracePt t="69933" x="1701800" y="3790950"/>
          <p14:tracePt t="69948" x="1720850" y="3778250"/>
          <p14:tracePt t="69965" x="1809750" y="3727450"/>
          <p14:tracePt t="69983" x="1905000" y="3683000"/>
          <p14:tracePt t="69998" x="1943100" y="3657600"/>
          <p14:tracePt t="70015" x="2012950" y="3625850"/>
          <p14:tracePt t="70032" x="2063750" y="3606800"/>
          <p14:tracePt t="70048" x="2082800" y="3600450"/>
          <p14:tracePt t="70065" x="2101850" y="3594100"/>
          <p14:tracePt t="70081" x="2120900" y="3594100"/>
          <p14:tracePt t="70122" x="2120900" y="3600450"/>
          <p14:tracePt t="70131" x="2120900" y="3606800"/>
          <p14:tracePt t="70171" x="2114550" y="3613150"/>
          <p14:tracePt t="70178" x="2108200" y="3613150"/>
          <p14:tracePt t="70213" x="2101850" y="3613150"/>
          <p14:tracePt t="70220" x="2101850" y="3606800"/>
          <p14:tracePt t="70242" x="2101850" y="3600450"/>
          <p14:tracePt t="70250" x="2101850" y="3594100"/>
          <p14:tracePt t="70284" x="2101850" y="3587750"/>
          <p14:tracePt t="70291" x="2101850" y="3581400"/>
          <p14:tracePt t="70305" x="2101850" y="3575050"/>
          <p14:tracePt t="70313" x="2101850" y="3562350"/>
          <p14:tracePt t="70330" x="2120900" y="3530600"/>
          <p14:tracePt t="70348" x="2165350" y="3448050"/>
          <p14:tracePt t="70364" x="2247900" y="3257550"/>
          <p14:tracePt t="70380" x="2298700" y="3143250"/>
          <p14:tracePt t="70397" x="2470150" y="2781300"/>
          <p14:tracePt t="70413" x="2628900" y="2330450"/>
          <p14:tracePt t="70430" x="2724150" y="2089150"/>
          <p14:tracePt t="70447" x="2825750" y="1727200"/>
          <p14:tracePt t="70463" x="2876550" y="1504950"/>
          <p14:tracePt t="70482" x="2895600" y="1403350"/>
          <p14:tracePt t="70496" x="2895600" y="1377950"/>
          <p14:tracePt t="70513" x="2901950" y="1365250"/>
          <p14:tracePt t="70530" x="2901950" y="1358900"/>
          <p14:tracePt t="70692" x="2895600" y="1358900"/>
          <p14:tracePt t="70734" x="2895600" y="1365250"/>
          <p14:tracePt t="70762" x="2895600" y="1371600"/>
          <p14:tracePt t="70776" x="2889250" y="1377950"/>
          <p14:tracePt t="70783" x="2889250" y="1384300"/>
          <p14:tracePt t="70799" x="2882900" y="1390650"/>
          <p14:tracePt t="70812" x="2863850" y="1403350"/>
          <p14:tracePt t="70828" x="2857500" y="1428750"/>
          <p14:tracePt t="70846" x="2832100" y="1460500"/>
          <p14:tracePt t="70862" x="2787650" y="1524000"/>
          <p14:tracePt t="70878" x="2724150" y="1593850"/>
          <p14:tracePt t="70896" x="2679700" y="1644650"/>
          <p14:tracePt t="70911" x="2667000" y="1670050"/>
          <p14:tracePt t="70928" x="2628900" y="1695450"/>
          <p14:tracePt t="70946" x="2603500" y="1708150"/>
          <p14:tracePt t="70961" x="2590800" y="1708150"/>
          <p14:tracePt t="70978" x="2565400" y="1714500"/>
          <p14:tracePt t="70995" x="2552700" y="1714500"/>
          <p14:tracePt t="71011" x="2546350" y="1714500"/>
          <p14:tracePt t="71028" x="2533650" y="1714500"/>
          <p14:tracePt t="71044" x="2520950" y="1714500"/>
          <p14:tracePt t="71061" x="2514600" y="1714500"/>
          <p14:tracePt t="71079" x="2508250" y="1714500"/>
          <p14:tracePt t="71094" x="2495550" y="1714500"/>
          <p14:tracePt t="71129" x="2482850" y="1714500"/>
          <p14:tracePt t="71160" x="2476500" y="1714500"/>
          <p14:tracePt t="71178" x="2470150" y="1720850"/>
          <p14:tracePt t="71194" x="2463800" y="1720850"/>
          <p14:tracePt t="71211" x="2438400" y="1727200"/>
          <p14:tracePt t="71227" x="2400300" y="1727200"/>
          <p14:tracePt t="71244" x="2355850" y="1733550"/>
          <p14:tracePt t="71261" x="2254250" y="1746250"/>
          <p14:tracePt t="71277" x="2203450" y="1746250"/>
          <p14:tracePt t="71294" x="2057400" y="1752600"/>
          <p14:tracePt t="71311" x="1993900" y="1752600"/>
          <p14:tracePt t="71327" x="1841500" y="1752600"/>
          <p14:tracePt t="71344" x="1765300" y="1739900"/>
          <p14:tracePt t="71360" x="1644650" y="1733550"/>
          <p14:tracePt t="71377" x="1606550" y="1720850"/>
          <p14:tracePt t="71393" x="1562100" y="1714500"/>
          <p14:tracePt t="71410" x="1524000" y="1708150"/>
          <p14:tracePt t="71426" x="1511300" y="1708150"/>
          <p14:tracePt t="71444" x="1498600" y="1708150"/>
          <p14:tracePt t="71459" x="1485900" y="1714500"/>
          <p14:tracePt t="71480" x="1479550" y="1720850"/>
          <p14:tracePt t="71496" x="1473200" y="1727200"/>
          <p14:tracePt t="71515" x="1473200" y="1733550"/>
          <p14:tracePt t="71571" x="1473200" y="1739900"/>
          <p14:tracePt t="71599" x="1466850" y="1746250"/>
          <p14:tracePt t="71606" x="1466850" y="1752600"/>
          <p14:tracePt t="71620" x="1466850" y="1758950"/>
          <p14:tracePt t="71628" x="1466850" y="1765300"/>
          <p14:tracePt t="71648" x="1466850" y="1778000"/>
          <p14:tracePt t="71659" x="1466850" y="1790700"/>
          <p14:tracePt t="71676" x="1466850" y="1809750"/>
          <p14:tracePt t="71693" x="1466850" y="1860550"/>
          <p14:tracePt t="71709" x="1466850" y="1898650"/>
          <p14:tracePt t="71726" x="1466850" y="2101850"/>
          <p14:tracePt t="71742" x="1466850" y="2178050"/>
          <p14:tracePt t="71758" x="1466850" y="2279650"/>
          <p14:tracePt t="71776" x="1466850" y="2482850"/>
          <p14:tracePt t="71792" x="1466850" y="2686050"/>
          <p14:tracePt t="71810" x="1466850" y="2762250"/>
          <p14:tracePt t="71825" x="1466850" y="2914650"/>
          <p14:tracePt t="71842" x="1466850" y="2978150"/>
          <p14:tracePt t="71859" x="1466850" y="3092450"/>
          <p14:tracePt t="71875" x="1466850" y="3155950"/>
          <p14:tracePt t="71892" x="1466850" y="3276600"/>
          <p14:tracePt t="71909" x="1466850" y="3352800"/>
          <p14:tracePt t="71925" x="1466850" y="3429000"/>
          <p14:tracePt t="71942" x="1466850" y="3460750"/>
          <p14:tracePt t="71958" x="1466850" y="3530600"/>
          <p14:tracePt t="71975" x="1466850" y="3549650"/>
          <p14:tracePt t="71991" x="1466850" y="3562350"/>
          <p14:tracePt t="72008" x="1466850" y="3581400"/>
          <p14:tracePt t="72028" x="1466850" y="3587750"/>
          <p14:tracePt t="72049" x="1466850" y="3594100"/>
          <p14:tracePt t="72077" x="1466850" y="3600450"/>
          <p14:tracePt t="72092" x="1466850" y="3606800"/>
          <p14:tracePt t="72098" x="1466850" y="3613150"/>
          <p14:tracePt t="72112" x="1466850" y="3619500"/>
          <p14:tracePt t="72124" x="1466850" y="3625850"/>
          <p14:tracePt t="72141" x="1466850" y="3651250"/>
          <p14:tracePt t="72157" x="1473200" y="3663950"/>
          <p14:tracePt t="72174" x="1473200" y="3708400"/>
          <p14:tracePt t="72191" x="1479550" y="3765550"/>
          <p14:tracePt t="72207" x="1479550" y="3790950"/>
          <p14:tracePt t="72225" x="1492250" y="3860800"/>
          <p14:tracePt t="72240" x="1498600" y="3911600"/>
          <p14:tracePt t="72257" x="1498600" y="3930650"/>
          <p14:tracePt t="72275" x="1498600" y="3943350"/>
          <p14:tracePt t="72290" x="1498600" y="3956050"/>
          <p14:tracePt t="72352" x="1504950" y="3956050"/>
          <p14:tracePt t="72359" x="1511300" y="3956050"/>
          <p14:tracePt t="72408" x="1517650" y="3956050"/>
          <p14:tracePt t="72429" x="1524000" y="3956050"/>
          <p14:tracePt t="73295" x="1543050" y="3956050"/>
          <p14:tracePt t="73309" x="1568450" y="3956050"/>
          <p14:tracePt t="73316" x="1600200" y="3956050"/>
          <p14:tracePt t="73323" x="1644650" y="3949700"/>
          <p14:tracePt t="73339" x="1695450" y="3949700"/>
          <p14:tracePt t="73353" x="1733550" y="3949700"/>
          <p14:tracePt t="73370" x="1822450" y="3943350"/>
          <p14:tracePt t="73387" x="1930400" y="3930650"/>
          <p14:tracePt t="73403" x="2006600" y="3930650"/>
          <p14:tracePt t="73419" x="2146300" y="3924300"/>
          <p14:tracePt t="73436" x="2305050" y="3911600"/>
          <p14:tracePt t="73452" x="2368550" y="3905250"/>
          <p14:tracePt t="73470" x="2520950" y="3905250"/>
          <p14:tracePt t="73485" x="2654300" y="3892550"/>
          <p14:tracePt t="73503" x="2717800" y="3892550"/>
          <p14:tracePt t="73520" x="2819400" y="3892550"/>
          <p14:tracePt t="73536" x="2901950" y="3898900"/>
          <p14:tracePt t="73552" x="2940050" y="3898900"/>
          <p14:tracePt t="73569" x="2997200" y="3905250"/>
          <p14:tracePt t="73586" x="3016250" y="3911600"/>
          <p14:tracePt t="73602" x="3060700" y="3905250"/>
          <p14:tracePt t="73619" x="3092450" y="3892550"/>
          <p14:tracePt t="75345" x="3130550" y="3898900"/>
          <p14:tracePt t="75351" x="3162300" y="3911600"/>
          <p14:tracePt t="75366" x="3206750" y="3930650"/>
          <p14:tracePt t="75380" x="3251200" y="3949700"/>
          <p14:tracePt t="75396" x="3333750" y="3981450"/>
          <p14:tracePt t="75413" x="3365500" y="4000500"/>
          <p14:tracePt t="75429" x="3441700" y="4032250"/>
          <p14:tracePt t="75446" x="3505200" y="4070350"/>
          <p14:tracePt t="75462" x="3536950" y="4095750"/>
          <p14:tracePt t="75479" x="3594100" y="4133850"/>
          <p14:tracePt t="75496" x="3638550" y="4178300"/>
          <p14:tracePt t="75513" x="3683000" y="4222750"/>
          <p14:tracePt t="75528" x="3702050" y="4248150"/>
          <p14:tracePt t="75546" x="3727450" y="4260850"/>
          <p14:tracePt t="75563" x="3771900" y="4311650"/>
          <p14:tracePt t="75579" x="3790950" y="4330700"/>
          <p14:tracePt t="75595" x="3810000" y="4343400"/>
          <p14:tracePt t="75612" x="3835400" y="4375150"/>
          <p14:tracePt t="75629" x="3854450" y="4394200"/>
          <p14:tracePt t="75645" x="3860800" y="4400550"/>
          <p14:tracePt t="75662" x="3867150" y="4406900"/>
          <p14:tracePt t="75679" x="3873500" y="4419600"/>
          <p14:tracePt t="75697" x="3873500" y="4432300"/>
          <p14:tracePt t="75712" x="3873500" y="4445000"/>
          <p14:tracePt t="75728" x="3873500" y="4476750"/>
          <p14:tracePt t="76428" x="3867150" y="4476750"/>
          <p14:tracePt t="76450" x="3854450" y="4476750"/>
          <p14:tracePt t="76456" x="3848100" y="4476750"/>
          <p14:tracePt t="76471" x="3835400" y="4476750"/>
          <p14:tracePt t="76478" x="3829050" y="4476750"/>
          <p14:tracePt t="76493" x="3822700" y="4476750"/>
          <p14:tracePt t="76509" x="3816350" y="4476750"/>
          <p14:tracePt t="76526" x="3797300" y="4476750"/>
          <p14:tracePt t="76542" x="3771900" y="4476750"/>
          <p14:tracePt t="76559" x="3765550" y="4476750"/>
          <p14:tracePt t="76576" x="3740150" y="4476750"/>
          <p14:tracePt t="76592" x="3714750" y="4476750"/>
          <p14:tracePt t="76609" x="3657600" y="4470400"/>
          <p14:tracePt t="76626" x="3575050" y="4464050"/>
          <p14:tracePt t="76642" x="3486150" y="4451350"/>
          <p14:tracePt t="76658" x="3441700" y="4445000"/>
          <p14:tracePt t="76675" x="3365500" y="4438650"/>
          <p14:tracePt t="76692" x="3308350" y="4438650"/>
          <p14:tracePt t="76708" x="3282950" y="4438650"/>
          <p14:tracePt t="76725" x="3251200" y="4438650"/>
          <p14:tracePt t="76742" x="3225800" y="4438650"/>
          <p14:tracePt t="76759" x="3219450" y="4438650"/>
          <p14:tracePt t="76775" x="3213100" y="4438650"/>
          <p14:tracePt t="76892" x="3219450" y="4438650"/>
          <p14:tracePt t="76914" x="3225800" y="4438650"/>
          <p14:tracePt t="76941" x="3232150" y="4438650"/>
          <p14:tracePt t="76970" x="3238500" y="4438650"/>
          <p14:tracePt t="76992" x="3244850" y="4438650"/>
          <p14:tracePt t="77005" x="3251200" y="4438650"/>
          <p14:tracePt t="77012" x="3257550" y="4438650"/>
          <p14:tracePt t="77033" x="3263900" y="4438650"/>
          <p14:tracePt t="77046" x="3276600" y="4438650"/>
          <p14:tracePt t="77057" x="3295650" y="4445000"/>
          <p14:tracePt t="77074" x="3321050" y="4445000"/>
          <p14:tracePt t="77090" x="3460750" y="4451350"/>
          <p14:tracePt t="77107" x="3511550" y="4451350"/>
          <p14:tracePt t="77123" x="3594100" y="4457700"/>
          <p14:tracePt t="77140" x="3733800" y="4470400"/>
          <p14:tracePt t="77157" x="3873500" y="4476750"/>
          <p14:tracePt t="77174" x="4000500" y="4476750"/>
          <p14:tracePt t="77190" x="4044950" y="4489450"/>
          <p14:tracePt t="77207" x="4127500" y="4495800"/>
          <p14:tracePt t="77223" x="4171950" y="4502150"/>
          <p14:tracePt t="77240" x="4184650" y="4502150"/>
          <p14:tracePt t="77256" x="4210050" y="4508500"/>
          <p14:tracePt t="77293" x="4216400" y="4514850"/>
          <p14:tracePt t="77307" x="4222750" y="4521200"/>
          <p14:tracePt t="80641" x="4235450" y="4521200"/>
          <p14:tracePt t="80648" x="4248150" y="4514850"/>
          <p14:tracePt t="80662" x="4260850" y="4508500"/>
          <p14:tracePt t="80677" x="4292600" y="4502150"/>
          <p14:tracePt t="80694" x="4305300" y="4502150"/>
          <p14:tracePt t="80711" x="4337050" y="4502150"/>
          <p14:tracePt t="80728" x="4381500" y="4502150"/>
          <p14:tracePt t="80744" x="4406900" y="4502150"/>
          <p14:tracePt t="80761" x="4451350" y="4502150"/>
          <p14:tracePt t="80778" x="4457700" y="4502150"/>
          <p14:tracePt t="80795" x="4470400" y="4495800"/>
          <p14:tracePt t="80811" x="4476750" y="4495800"/>
          <p14:tracePt t="80830" x="4476750" y="4489450"/>
          <p14:tracePt t="80844" x="4464050" y="4489450"/>
          <p14:tracePt t="80861" x="4438650" y="4483100"/>
          <p14:tracePt t="80878" x="4419600" y="4483100"/>
          <p14:tracePt t="80894" x="4375150" y="4470400"/>
          <p14:tracePt t="80911" x="4324350" y="4464050"/>
          <p14:tracePt t="80927" x="4305300" y="4457700"/>
          <p14:tracePt t="80944" x="4248150" y="4438650"/>
          <p14:tracePt t="80960" x="4197350" y="4419600"/>
          <p14:tracePt t="80977" x="4165600" y="4413250"/>
          <p14:tracePt t="80994" x="4114800" y="4394200"/>
          <p14:tracePt t="81010" x="4089400" y="4387850"/>
          <p14:tracePt t="81028" x="4025900" y="4375150"/>
          <p14:tracePt t="81043" x="4000500" y="4375150"/>
          <p14:tracePt t="81060" x="3930650" y="4375150"/>
          <p14:tracePt t="81077" x="3854450" y="4368800"/>
          <p14:tracePt t="81093" x="3797300" y="4368800"/>
          <p14:tracePt t="81110" x="3765550" y="4368800"/>
          <p14:tracePt t="81126" x="3702050" y="4368800"/>
          <p14:tracePt t="81143" x="3644900" y="4368800"/>
          <p14:tracePt t="81159" x="3613150" y="4368800"/>
          <p14:tracePt t="81176" x="3568700" y="4375150"/>
          <p14:tracePt t="81193" x="3524250" y="4375150"/>
          <p14:tracePt t="81210" x="3498850" y="4375150"/>
          <p14:tracePt t="81242" x="3486150" y="4375150"/>
          <p14:tracePt t="81322" x="3479800" y="4375150"/>
          <p14:tracePt t="81372" x="3473450" y="4375150"/>
          <p14:tracePt t="81428" x="3473450" y="4368800"/>
          <p14:tracePt t="81484" x="3467100" y="4362450"/>
          <p14:tracePt t="81512" x="3460750" y="4362450"/>
          <p14:tracePt t="81540" x="3454400" y="4362450"/>
          <p14:tracePt t="81554" x="3448050" y="4362450"/>
          <p14:tracePt t="81561" x="3441700" y="4356100"/>
          <p14:tracePt t="81583" x="3435350" y="4349750"/>
          <p14:tracePt t="81591" x="3422650" y="4349750"/>
          <p14:tracePt t="81608" x="3409950" y="4349750"/>
          <p14:tracePt t="81625" x="3397250" y="4343400"/>
          <p14:tracePt t="81641" x="3340100" y="4324350"/>
          <p14:tracePt t="81658" x="3314700" y="4311650"/>
          <p14:tracePt t="81675" x="3276600" y="4305300"/>
          <p14:tracePt t="81691" x="3263900" y="4298950"/>
          <p14:tracePt t="81708" x="3244850" y="4292600"/>
          <p14:tracePt t="81724" x="3232150" y="4292600"/>
          <p14:tracePt t="81765" x="3238500" y="4298950"/>
          <p14:tracePt t="81793" x="3244850" y="4298950"/>
          <p14:tracePt t="81800" x="3251200" y="4305300"/>
          <p14:tracePt t="81836" x="3257550" y="4305300"/>
          <p14:tracePt t="81843" x="3263900" y="4305300"/>
          <p14:tracePt t="81850" x="3276600" y="4305300"/>
          <p14:tracePt t="81864" x="3289300" y="4311650"/>
          <p14:tracePt t="81873" x="3308350" y="4311650"/>
          <p14:tracePt t="81890" x="3340100" y="4318000"/>
          <p14:tracePt t="81907" x="3422650" y="4330700"/>
          <p14:tracePt t="81923" x="3505200" y="4343400"/>
          <p14:tracePt t="81941" x="3543300" y="4343400"/>
          <p14:tracePt t="81956" x="3619500" y="4349750"/>
          <p14:tracePt t="81973" x="3651250" y="4349750"/>
          <p14:tracePt t="81991" x="3740150" y="4349750"/>
          <p14:tracePt t="82007" x="3765550" y="4349750"/>
          <p14:tracePt t="82023" x="3784600" y="4349750"/>
          <p14:tracePt t="82040" x="3841750" y="4349750"/>
          <p14:tracePt t="82056" x="3873500" y="4349750"/>
          <p14:tracePt t="82073" x="3937000" y="4349750"/>
          <p14:tracePt t="82089" x="4019550" y="4343400"/>
          <p14:tracePt t="82106" x="4108450" y="4343400"/>
          <p14:tracePt t="82123" x="4159250" y="4343400"/>
          <p14:tracePt t="82139" x="4273550" y="4343400"/>
          <p14:tracePt t="82156" x="4394200" y="4337050"/>
          <p14:tracePt t="82173" x="4521200" y="4324350"/>
          <p14:tracePt t="82189" x="4578350" y="4318000"/>
          <p14:tracePt t="82205" x="4692650" y="4305300"/>
          <p14:tracePt t="82223" x="4800600" y="4292600"/>
          <p14:tracePt t="82239" x="4838700" y="4292600"/>
          <p14:tracePt t="82256" x="4857750" y="4279900"/>
          <p14:tracePt t="82272" x="4927600" y="4279900"/>
          <p14:tracePt t="82289" x="4953000" y="4279900"/>
          <p14:tracePt t="82306" x="4959350" y="4279900"/>
          <p14:tracePt t="82309" x="4978400" y="4279900"/>
          <p14:tracePt t="82322" x="4984750" y="4279900"/>
          <p14:tracePt t="82339" x="4997450" y="4279900"/>
          <p14:tracePt t="82357" x="5016500" y="4286250"/>
          <p14:tracePt t="82372" x="5022850" y="4286250"/>
          <p14:tracePt t="82389" x="5029200" y="4292600"/>
          <p14:tracePt t="82406" x="5048250" y="4292600"/>
          <p14:tracePt t="82422" x="5054600" y="4292600"/>
          <p14:tracePt t="82438" x="5067300" y="4292600"/>
          <p14:tracePt t="82455" x="5073650" y="4298950"/>
          <p14:tracePt t="82472" x="5080000" y="4298950"/>
          <p14:tracePt t="82488" x="5092700" y="4305300"/>
          <p14:tracePt t="82504" x="5105400" y="4305300"/>
          <p14:tracePt t="82539" x="5124450" y="4311650"/>
          <p14:tracePt t="82555" x="5149850" y="4324350"/>
          <p14:tracePt t="82571" x="5162550" y="4330700"/>
          <p14:tracePt t="82588" x="5207000" y="4343400"/>
          <p14:tracePt t="82604" x="5232400" y="4349750"/>
          <p14:tracePt t="82621" x="5276850" y="4362450"/>
          <p14:tracePt t="82638" x="5314950" y="4387850"/>
          <p14:tracePt t="82654" x="5334000" y="4394200"/>
          <p14:tracePt t="82671" x="5359400" y="4400550"/>
          <p14:tracePt t="82688" x="5365750" y="4406900"/>
          <p14:tracePt t="82704" x="5372100" y="4413250"/>
          <p14:tracePt t="82784" x="5365750" y="4413250"/>
          <p14:tracePt t="83503" x="5359400" y="4413250"/>
          <p14:tracePt t="83510" x="5353050" y="4413250"/>
          <p14:tracePt t="83532" x="5346700" y="4413250"/>
          <p14:tracePt t="83538" x="5340350" y="4413250"/>
          <p14:tracePt t="83574" x="5334000" y="4413250"/>
          <p14:tracePt t="83581" x="5327650" y="4413250"/>
          <p14:tracePt t="83588" x="5321300" y="4413250"/>
          <p14:tracePt t="83604" x="5308600" y="4413250"/>
          <p14:tracePt t="83618" x="5302250" y="4413250"/>
          <p14:tracePt t="83634" x="5270500" y="4413250"/>
          <p14:tracePt t="83651" x="5232400" y="4419600"/>
          <p14:tracePt t="83667" x="5219700" y="4419600"/>
          <p14:tracePt t="83684" x="5149850" y="4425950"/>
          <p14:tracePt t="83701" x="5092700" y="4438650"/>
          <p14:tracePt t="83717" x="5048250" y="4445000"/>
          <p14:tracePt t="83735" x="4953000" y="4470400"/>
          <p14:tracePt t="83750" x="4870450" y="4502150"/>
          <p14:tracePt t="83767" x="4826000" y="4508500"/>
          <p14:tracePt t="83785" x="4756150" y="4533900"/>
          <p14:tracePt t="83800" x="4679950" y="4565650"/>
          <p14:tracePt t="83817" x="4654550" y="4572000"/>
          <p14:tracePt t="83835" x="4591050" y="4603750"/>
          <p14:tracePt t="83850" x="4546600" y="4610100"/>
          <p14:tracePt t="83867" x="4489450" y="4635500"/>
          <p14:tracePt t="83883" x="4425950" y="4654550"/>
          <p14:tracePt t="83900" x="4406900" y="4667250"/>
          <p14:tracePt t="83917" x="4337050" y="4686300"/>
          <p14:tracePt t="83933" x="4260850" y="4711700"/>
          <p14:tracePt t="83950" x="4222750" y="4711700"/>
          <p14:tracePt t="83967" x="4127500" y="4737100"/>
          <p14:tracePt t="83983" x="4044950" y="4749800"/>
          <p14:tracePt t="84000" x="4006850" y="4756150"/>
          <p14:tracePt t="84016" x="3937000" y="4762500"/>
          <p14:tracePt t="84033" x="3854450" y="4787900"/>
          <p14:tracePt t="84050" x="3816350" y="4787900"/>
          <p14:tracePt t="84066" x="3740150" y="4813300"/>
          <p14:tracePt t="84082" x="3714750" y="4819650"/>
          <p14:tracePt t="84099" x="3683000" y="4826000"/>
          <p14:tracePt t="84116" x="3594100" y="4857750"/>
          <p14:tracePt t="84132" x="3562350" y="4857750"/>
          <p14:tracePt t="84150" x="3511550" y="4870450"/>
          <p14:tracePt t="84166" x="3467100" y="4870450"/>
          <p14:tracePt t="84183" x="3448050" y="4870450"/>
          <p14:tracePt t="84199" x="3397250" y="4864100"/>
          <p14:tracePt t="84216" x="3352800" y="4864100"/>
          <p14:tracePt t="84232" x="3340100" y="4864100"/>
          <p14:tracePt t="84249" x="3314700" y="4870450"/>
          <p14:tracePt t="84265" x="3289300" y="4870450"/>
          <p14:tracePt t="84283" x="3276600" y="4876800"/>
          <p14:tracePt t="84299" x="3257550" y="4876800"/>
          <p14:tracePt t="84316" x="3238500" y="4876800"/>
          <p14:tracePt t="84333" x="3219450" y="4876800"/>
          <p14:tracePt t="84348" x="3206750" y="4870450"/>
          <p14:tracePt t="84365" x="3194050" y="4870450"/>
          <p14:tracePt t="84383" x="3187700" y="4864100"/>
          <p14:tracePt t="84398" x="3175000" y="4864100"/>
          <p14:tracePt t="84434" x="3149600" y="4857750"/>
          <p14:tracePt t="84448" x="3136900" y="4857750"/>
          <p14:tracePt t="84467" x="3130550" y="4851400"/>
          <p14:tracePt t="84481" x="3124200" y="4851400"/>
          <p14:tracePt t="84498" x="3111500" y="4845050"/>
          <p14:tracePt t="84515" x="3092450" y="4838700"/>
          <p14:tracePt t="84531" x="3092450" y="4832350"/>
          <p14:tracePt t="84548" x="3073400" y="4832350"/>
          <p14:tracePt t="84565" x="3054350" y="4819650"/>
          <p14:tracePt t="84581" x="3048000" y="4819650"/>
          <p14:tracePt t="84597" x="3022600" y="4813300"/>
          <p14:tracePt t="84615" x="2990850" y="4794250"/>
          <p14:tracePt t="84631" x="2971800" y="4781550"/>
          <p14:tracePt t="84648" x="2921000" y="4762500"/>
          <p14:tracePt t="84665" x="2895600" y="4756150"/>
          <p14:tracePt t="84681" x="2863850" y="4737100"/>
          <p14:tracePt t="84698" x="2851150" y="4730750"/>
          <p14:tracePt t="84713" x="2838450" y="4724400"/>
          <p14:tracePt t="84776" x="2844800" y="4724400"/>
          <p14:tracePt t="84782" x="2851150" y="4724400"/>
          <p14:tracePt t="84825" x="2857500" y="4724400"/>
          <p14:tracePt t="84846" x="2863850" y="4718050"/>
          <p14:tracePt t="84895" x="2870200" y="4718050"/>
          <p14:tracePt t="84916" x="2876550" y="4718050"/>
          <p14:tracePt t="84958" x="2882900" y="4718050"/>
          <p14:tracePt t="84965" x="2889250" y="4718050"/>
          <p14:tracePt t="84986" x="2895600" y="4718050"/>
          <p14:tracePt t="85015" x="2901950" y="4718050"/>
          <p14:tracePt t="85036" x="2908300" y="4718050"/>
          <p14:tracePt t="85050" x="2914650" y="4718050"/>
          <p14:tracePt t="85057" x="2927350" y="4718050"/>
          <p14:tracePt t="85066" x="2933700" y="4718050"/>
          <p14:tracePt t="85080" x="2952750" y="4718050"/>
          <p14:tracePt t="85096" x="2971800" y="4718050"/>
          <p14:tracePt t="85113" x="3028950" y="4711700"/>
          <p14:tracePt t="85129" x="3098800" y="4711700"/>
          <p14:tracePt t="85146" x="3143250" y="4699000"/>
          <p14:tracePt t="85163" x="3251200" y="4699000"/>
          <p14:tracePt t="85179" x="3352800" y="4699000"/>
          <p14:tracePt t="85195" x="3416300" y="4699000"/>
          <p14:tracePt t="85212" x="3549650" y="4679950"/>
          <p14:tracePt t="85229" x="3689350" y="4679950"/>
          <p14:tracePt t="85245" x="3752850" y="4679950"/>
          <p14:tracePt t="85262" x="3879850" y="4673600"/>
          <p14:tracePt t="85279" x="4013200" y="4673600"/>
          <p14:tracePt t="85296" x="4127500" y="4660900"/>
          <p14:tracePt t="85311" x="4178300" y="4660900"/>
          <p14:tracePt t="85328" x="4229100" y="4660900"/>
          <p14:tracePt t="85345" x="4343400" y="4654550"/>
          <p14:tracePt t="85361" x="4368800" y="4654550"/>
          <p14:tracePt t="85379" x="4387850" y="4654550"/>
          <p14:tracePt t="85395" x="4425950" y="4641850"/>
          <p14:tracePt t="85412" x="4457700" y="4641850"/>
          <p14:tracePt t="85428" x="4470400" y="4641850"/>
          <p14:tracePt t="85445" x="4489450" y="4635500"/>
          <p14:tracePt t="85461" x="4495800" y="4635500"/>
          <p14:tracePt t="85791" x="4540250" y="4635500"/>
          <p14:tracePt t="85798" x="4616450" y="4635500"/>
          <p14:tracePt t="85813" x="4705350" y="4635500"/>
          <p14:tracePt t="85827" x="4794250" y="4635500"/>
          <p14:tracePt t="85843" x="4984750" y="4635500"/>
          <p14:tracePt t="85860" x="5073650" y="4635500"/>
          <p14:tracePt t="85863" x="5162550" y="4635500"/>
          <p14:tracePt t="85877" x="5251450" y="4641850"/>
          <p14:tracePt t="85893" x="5397500" y="4673600"/>
          <p14:tracePt t="85911" x="5492750" y="4692650"/>
          <p14:tracePt t="85926" x="5518150" y="4692650"/>
          <p14:tracePt t="85943" x="5562600" y="4699000"/>
          <p14:tracePt t="85960" x="5600700" y="4705350"/>
          <p14:tracePt t="85976" x="5626100" y="4711700"/>
          <p14:tracePt t="85993" x="5664200" y="4718050"/>
          <p14:tracePt t="86009" x="5708650" y="4724400"/>
          <p14:tracePt t="86026" x="5746750" y="4724400"/>
          <p14:tracePt t="86043" x="5772150" y="4730750"/>
          <p14:tracePt t="86059" x="5854700" y="4749800"/>
          <p14:tracePt t="86075" x="5880100" y="4749800"/>
          <p14:tracePt t="86093" x="5943600" y="4762500"/>
          <p14:tracePt t="86109" x="5962650" y="4762500"/>
          <p14:tracePt t="86125" x="6013450" y="4768850"/>
          <p14:tracePt t="86143" x="6057900" y="4775200"/>
          <p14:tracePt t="86159" x="6083300" y="4775200"/>
          <p14:tracePt t="86175" x="6115050" y="4781550"/>
          <p14:tracePt t="86193" x="6134100" y="4787900"/>
          <p14:tracePt t="86209" x="6140450" y="4787900"/>
          <p14:tracePt t="86255" x="6140450" y="4781550"/>
          <p14:tracePt t="86262" x="6127750" y="4775200"/>
          <p14:tracePt t="86276" x="6121400" y="4775200"/>
          <p14:tracePt t="87002" x="6115050" y="4775200"/>
          <p14:tracePt t="87016" x="6108700" y="4775200"/>
          <p14:tracePt t="87044" x="6102350" y="4775200"/>
          <p14:tracePt t="87073" x="6096000" y="4775200"/>
          <p14:tracePt t="87094" x="6089650" y="4775200"/>
          <p14:tracePt t="87143" x="6083300" y="4775200"/>
          <p14:tracePt t="87164" x="6076950" y="4775200"/>
          <p14:tracePt t="87185" x="6070600" y="4775200"/>
          <p14:tracePt t="87213" x="6064250" y="4775200"/>
          <p14:tracePt t="87283" x="6057900" y="4775200"/>
          <p14:tracePt t="87305" x="6051550" y="4775200"/>
          <p14:tracePt t="87326" x="6045200" y="4775200"/>
          <p14:tracePt t="87340" x="6038850" y="4775200"/>
          <p14:tracePt t="87355" x="6032500" y="4775200"/>
          <p14:tracePt t="87375" x="6026150" y="4775200"/>
          <p14:tracePt t="87416" x="6019800" y="4775200"/>
          <p14:tracePt t="87424" x="6013450" y="4775200"/>
          <p14:tracePt t="87439" x="6007100" y="4775200"/>
          <p14:tracePt t="87445" x="6000750" y="4775200"/>
          <p14:tracePt t="87466" x="5988050" y="4775200"/>
          <p14:tracePt t="87480" x="5975350" y="4775200"/>
          <p14:tracePt t="87490" x="5956300" y="4775200"/>
          <p14:tracePt t="87504" x="5943600" y="4775200"/>
          <p14:tracePt t="87521" x="5899150" y="4775200"/>
          <p14:tracePt t="87538" x="5829300" y="4775200"/>
          <p14:tracePt t="87554" x="5791200" y="4775200"/>
          <p14:tracePt t="87571" x="5721350" y="4775200"/>
          <p14:tracePt t="87587" x="5645150" y="4775200"/>
          <p14:tracePt t="87604" x="5619750" y="4775200"/>
          <p14:tracePt t="87621" x="5549900" y="4775200"/>
          <p14:tracePt t="87637" x="5518150" y="4775200"/>
          <p14:tracePt t="87654" x="5461000" y="4775200"/>
          <p14:tracePt t="87670" x="5441950" y="4775200"/>
          <p14:tracePt t="87687" x="5372100" y="4775200"/>
          <p14:tracePt t="87703" x="5353050" y="4775200"/>
          <p14:tracePt t="87720" x="5302250" y="4775200"/>
          <p14:tracePt t="87736" x="5264150" y="4775200"/>
          <p14:tracePt t="87753" x="5245100" y="4775200"/>
          <p14:tracePt t="87770" x="5187950" y="4775200"/>
          <p14:tracePt t="87786" x="5181600" y="4775200"/>
          <p14:tracePt t="87804" x="5162550" y="4775200"/>
          <p14:tracePt t="87820" x="5137150" y="4775200"/>
          <p14:tracePt t="87836" x="5130800" y="4775200"/>
          <p14:tracePt t="87853" x="5124450" y="4775200"/>
          <p14:tracePt t="87870" x="5111750" y="4775200"/>
          <p14:tracePt t="87886" x="5105400" y="4775200"/>
          <p14:tracePt t="87905" x="5099050" y="4775200"/>
          <p14:tracePt t="87919" x="5092700" y="4781550"/>
          <p14:tracePt t="87936" x="5086350" y="4781550"/>
          <p14:tracePt t="87958" x="5080000" y="4781550"/>
          <p14:tracePt t="87973" x="5073650" y="4781550"/>
          <p14:tracePt t="87986" x="5067300" y="4781550"/>
          <p14:tracePt t="88002" x="5054600" y="4781550"/>
          <p14:tracePt t="88019" x="5048250" y="4781550"/>
          <p14:tracePt t="88037" x="5022850" y="4781550"/>
          <p14:tracePt t="88052" x="4991100" y="4781550"/>
          <p14:tracePt t="88068" x="4965700" y="4781550"/>
          <p14:tracePt t="88086" x="4921250" y="4781550"/>
          <p14:tracePt t="88102" x="4864100" y="4781550"/>
          <p14:tracePt t="88119" x="4845050" y="4775200"/>
          <p14:tracePt t="88136" x="4819650" y="4768850"/>
          <p14:tracePt t="88152" x="4806950" y="4762500"/>
          <p14:tracePt t="88185" x="4813300" y="4762500"/>
          <p14:tracePt t="88202" x="4826000" y="4762500"/>
          <p14:tracePt t="88219" x="4845050" y="4762500"/>
          <p14:tracePt t="88252" x="4857750" y="4762500"/>
          <p14:tracePt t="88269" x="4895850" y="4762500"/>
          <p14:tracePt t="88285" x="4927600" y="4762500"/>
          <p14:tracePt t="88301" x="4953000" y="4762500"/>
          <p14:tracePt t="88318" x="5054600" y="4762500"/>
          <p14:tracePt t="88335" x="5168900" y="4762500"/>
          <p14:tracePt t="88352" x="5238750" y="4762500"/>
          <p14:tracePt t="88368" x="5365750" y="4762500"/>
          <p14:tracePt t="88384" x="5480050" y="4762500"/>
          <p14:tracePt t="88402" x="5543550" y="4762500"/>
          <p14:tracePt t="88418" x="5626100" y="4762500"/>
          <p14:tracePt t="88434" x="5708650" y="4762500"/>
          <p14:tracePt t="88451" x="5746750" y="4762500"/>
          <p14:tracePt t="88468" x="5765800" y="4762500"/>
          <p14:tracePt t="88484" x="5791200" y="4762500"/>
          <p14:tracePt t="88501" x="5803900" y="4762500"/>
          <p14:tracePt t="88517" x="5810250" y="4762500"/>
          <p14:tracePt t="88648" x="5803900" y="4762500"/>
          <p14:tracePt t="89084" x="5842000" y="4749800"/>
          <p14:tracePt t="89092" x="5905500" y="4743450"/>
          <p14:tracePt t="89106" x="5975350" y="4724400"/>
          <p14:tracePt t="89116" x="6064250" y="4711700"/>
          <p14:tracePt t="89132" x="6153150" y="4705350"/>
          <p14:tracePt t="89148" x="6356350" y="4673600"/>
          <p14:tracePt t="89165" x="6584950" y="4660900"/>
          <p14:tracePt t="89182" x="6686550" y="4660900"/>
          <p14:tracePt t="89198" x="6864350" y="4667250"/>
          <p14:tracePt t="89215" x="6940550" y="4667250"/>
          <p14:tracePt t="89232" x="7112000" y="4660900"/>
          <p14:tracePt t="89248" x="7150100" y="4654550"/>
          <p14:tracePt t="89265" x="7181850" y="4654550"/>
          <p14:tracePt t="89282" x="7232650" y="4654550"/>
          <p14:tracePt t="89298" x="7270750" y="4654550"/>
          <p14:tracePt t="89315" x="7283450" y="4654550"/>
          <p14:tracePt t="89331" x="7315200" y="4660900"/>
          <p14:tracePt t="89348" x="7340600" y="4660900"/>
          <p14:tracePt t="89365" x="7346950" y="4660900"/>
          <p14:tracePt t="89381" x="7359650" y="4660900"/>
          <p14:tracePt t="89397" x="7366000" y="4660900"/>
          <p14:tracePt t="89429" x="7366000" y="4667250"/>
          <p14:tracePt t="89443" x="7366000" y="4673600"/>
          <p14:tracePt t="89485" x="7366000" y="4679950"/>
          <p14:tracePt t="89499" x="7372350" y="4679950"/>
          <p14:tracePt t="89506" x="7372350" y="4686300"/>
          <p14:tracePt t="89516" x="7378700" y="4692650"/>
          <p14:tracePt t="89530" x="7385050" y="4692650"/>
          <p14:tracePt t="89547" x="7391400" y="4692650"/>
          <p14:tracePt t="89563" x="7404100" y="4705350"/>
          <p14:tracePt t="89580" x="7410450" y="4718050"/>
          <p14:tracePt t="89598" x="7416800" y="4718050"/>
          <p14:tracePt t="89613" x="7423150" y="4724400"/>
          <p14:tracePt t="89630" x="7435850" y="4730750"/>
          <p14:tracePt t="89647" x="7442200" y="4737100"/>
          <p14:tracePt t="89663" x="7448550" y="4737100"/>
          <p14:tracePt t="89680" x="7467600" y="4749800"/>
          <p14:tracePt t="89697" x="7493000" y="4762500"/>
          <p14:tracePt t="89713" x="7512050" y="4762500"/>
          <p14:tracePt t="89730" x="7556500" y="4781550"/>
          <p14:tracePt t="89746" x="7607300" y="4800600"/>
          <p14:tracePt t="89763" x="7626350" y="4806950"/>
          <p14:tracePt t="89781" x="7664450" y="4813300"/>
          <p14:tracePt t="89796" x="7702550" y="4813300"/>
          <p14:tracePt t="89813" x="7708900" y="4813300"/>
          <p14:tracePt t="89831" x="7727950" y="4813300"/>
          <p14:tracePt t="89846" x="7734300" y="4813300"/>
          <p14:tracePt t="89863" x="7747000" y="4813300"/>
          <p14:tracePt t="89880" x="7753350" y="4819650"/>
          <p14:tracePt t="89896" x="7759700" y="4819650"/>
          <p14:tracePt t="89912" x="7766050" y="4819650"/>
          <p14:tracePt t="89930" x="7772400" y="4819650"/>
          <p14:tracePt t="90500" x="7759700" y="4819650"/>
          <p14:tracePt t="90513" x="7753350" y="4819650"/>
          <p14:tracePt t="90520" x="7740650" y="4819650"/>
          <p14:tracePt t="90530" x="7708900" y="4832350"/>
          <p14:tracePt t="90543" x="7670800" y="4832350"/>
          <p14:tracePt t="90560" x="7632700" y="4832350"/>
          <p14:tracePt t="90577" x="7486650" y="4838700"/>
          <p14:tracePt t="90593" x="7270750" y="4838700"/>
          <p14:tracePt t="90610" x="7143750" y="4851400"/>
          <p14:tracePt t="90627" x="6851650" y="4845050"/>
          <p14:tracePt t="90643" x="6572250" y="4857750"/>
          <p14:tracePt t="90660" x="6457950" y="4870450"/>
          <p14:tracePt t="90677" x="6242050" y="4883150"/>
          <p14:tracePt t="90693" x="6026150" y="4914900"/>
          <p14:tracePt t="90711" x="5797550" y="4953000"/>
          <p14:tracePt t="90726" x="5683250" y="4978400"/>
          <p14:tracePt t="90743" x="5435600" y="5016500"/>
          <p14:tracePt t="90761" x="5181600" y="5073650"/>
          <p14:tracePt t="90776" x="5067300" y="5092700"/>
          <p14:tracePt t="90792" x="4953000" y="5111750"/>
          <p14:tracePt t="90810" x="4667250" y="5162550"/>
          <p14:tracePt t="90826" x="4578350" y="5175250"/>
          <p14:tracePt t="90843" x="4508500" y="5181600"/>
          <p14:tracePt t="90859" x="4406900" y="5194300"/>
          <p14:tracePt t="90876" x="4356100" y="5200650"/>
          <p14:tracePt t="90893" x="4337050" y="5200650"/>
          <p14:tracePt t="90896" x="4324350" y="5200650"/>
          <p14:tracePt t="90909" x="4311650" y="5200650"/>
          <p14:tracePt t="90926" x="4292600" y="5200650"/>
          <p14:tracePt t="90943" x="4279900" y="5200650"/>
          <p14:tracePt t="90979" x="4279900" y="5194300"/>
          <p14:tracePt t="91231" x="4279900" y="5200650"/>
          <p14:tracePt t="91238" x="4279900" y="5207000"/>
          <p14:tracePt t="91252" x="4279900" y="5213350"/>
          <p14:tracePt t="91567" x="4286250" y="5213350"/>
          <p14:tracePt t="91575" x="4292600" y="5213350"/>
          <p14:tracePt t="91588" x="4305300" y="5213350"/>
          <p14:tracePt t="91595" x="4324350" y="5219700"/>
          <p14:tracePt t="91610" x="4330700" y="5219700"/>
          <p14:tracePt t="91623" x="4362450" y="5226050"/>
          <p14:tracePt t="91640" x="4375150" y="5226050"/>
          <p14:tracePt t="91657" x="4387850" y="5232400"/>
          <p14:tracePt t="91674" x="4425950" y="5238750"/>
          <p14:tracePt t="91690" x="4457700" y="5238750"/>
          <p14:tracePt t="91707" x="4502150" y="5245100"/>
          <p14:tracePt t="91723" x="4521200" y="5245100"/>
          <p14:tracePt t="91739" x="4591050" y="5251450"/>
          <p14:tracePt t="91757" x="4616450" y="5251450"/>
          <p14:tracePt t="91773" x="4673600" y="5257800"/>
          <p14:tracePt t="91789" x="4724400" y="5257800"/>
          <p14:tracePt t="91806" x="4775200" y="5264150"/>
          <p14:tracePt t="91822" x="4794250" y="5264150"/>
          <p14:tracePt t="91839" x="4864100" y="5264150"/>
          <p14:tracePt t="91856" x="4921250" y="5264150"/>
          <p14:tracePt t="91873" x="4953000" y="5264150"/>
          <p14:tracePt t="91890" x="5029200" y="5283200"/>
          <p14:tracePt t="91905" x="5060950" y="5295900"/>
          <p14:tracePt t="91922" x="5080000" y="5314950"/>
          <p14:tracePt t="91940" x="5124450" y="5334000"/>
          <p14:tracePt t="91955" x="5124450" y="5340350"/>
          <p14:tracePt t="91972" x="5137150" y="5346700"/>
          <p14:tracePt t="91989" x="5143500" y="5353050"/>
          <p14:tracePt t="92005" x="5149850" y="5353050"/>
          <p14:tracePt t="92270" x="5149850" y="5359400"/>
          <p14:tracePt t="92290" x="5149850" y="5365750"/>
          <p14:tracePt t="92340" x="5149850" y="5372100"/>
          <p14:tracePt t="92375" x="5149850" y="5378450"/>
          <p14:tracePt t="92396" x="5156200" y="5384800"/>
          <p14:tracePt t="92410" x="5156200" y="5391150"/>
          <p14:tracePt t="92425" x="5156200" y="5397500"/>
          <p14:tracePt t="93112" x="5162550" y="5397500"/>
          <p14:tracePt t="93141" x="5168900" y="5397500"/>
          <p14:tracePt t="93183" x="5175250" y="5403850"/>
          <p14:tracePt t="93211" x="5181600" y="5403850"/>
          <p14:tracePt t="93232" x="5187950" y="5410200"/>
          <p14:tracePt t="93246" x="5194300" y="5410200"/>
          <p14:tracePt t="93254" x="5200650" y="5410200"/>
          <p14:tracePt t="93268" x="5207000" y="5410200"/>
          <p14:tracePt t="93284" x="5219700" y="5416550"/>
          <p14:tracePt t="93301" x="5232400" y="5422900"/>
          <p14:tracePt t="93317" x="5276850" y="5435600"/>
          <p14:tracePt t="93334" x="5334000" y="5441950"/>
          <p14:tracePt t="93352" x="5416550" y="5454650"/>
          <p14:tracePt t="93367" x="5467350" y="5461000"/>
          <p14:tracePt t="93384" x="5511800" y="5467350"/>
          <p14:tracePt t="93401" x="5638800" y="5480050"/>
          <p14:tracePt t="93417" x="5670550" y="5480050"/>
          <p14:tracePt t="93434" x="5695950" y="5480050"/>
          <p14:tracePt t="93437" x="5727700" y="5480050"/>
          <p14:tracePt t="93450" x="5746750" y="5480050"/>
          <p14:tracePt t="93466" x="5765800" y="5480050"/>
          <p14:tracePt t="93483" x="5778500" y="5480050"/>
          <p14:tracePt t="93500" x="5797550" y="5480050"/>
          <p14:tracePt t="93517" x="5810250" y="5473700"/>
          <p14:tracePt t="93534" x="5829300" y="5473700"/>
          <p14:tracePt t="93566" x="5842000" y="5473700"/>
          <p14:tracePt t="93584" x="5861050" y="5473700"/>
          <p14:tracePt t="93616" x="5867400" y="5473700"/>
          <p14:tracePt t="93635" x="5873750" y="5473700"/>
          <p14:tracePt t="93675" x="5880100" y="5473700"/>
          <p14:tracePt t="93703" x="5886450" y="5473700"/>
          <p14:tracePt t="93766" x="5892800" y="5473700"/>
          <p14:tracePt t="94174" x="5918200" y="5473700"/>
          <p14:tracePt t="94188" x="5943600" y="5467350"/>
          <p14:tracePt t="94196" x="5994400" y="5467350"/>
          <p14:tracePt t="94209" x="6026150" y="5461000"/>
          <p14:tracePt t="94218" x="6051550" y="5461000"/>
          <p14:tracePt t="94233" x="6083300" y="5454650"/>
          <p14:tracePt t="94247" x="6134100" y="5441950"/>
          <p14:tracePt t="94264" x="6153150" y="5441950"/>
          <p14:tracePt t="94280" x="6172200" y="5435600"/>
          <p14:tracePt t="94297" x="6184900" y="5435600"/>
          <p14:tracePt t="94315" x="6203950" y="5435600"/>
          <p14:tracePt t="94330" x="6210300" y="5435600"/>
          <p14:tracePt t="94347" x="6216650" y="5435600"/>
          <p14:tracePt t="94364" x="6223000" y="5435600"/>
          <p14:tracePt t="94380" x="6229350" y="5435600"/>
          <p14:tracePt t="94397" x="6235700" y="5435600"/>
          <p14:tracePt t="94429" x="6242050" y="5435600"/>
          <p14:tracePt t="94456" x="6248400" y="5435600"/>
          <p14:tracePt t="94469" x="6254750" y="5435600"/>
          <p14:tracePt t="94480" x="6261100" y="5435600"/>
          <p14:tracePt t="94499" x="6267450" y="5435600"/>
          <p14:tracePt t="94513" x="6273800" y="5435600"/>
          <p14:tracePt t="94530" x="6280150" y="5435600"/>
          <p14:tracePt t="94547" x="6305550" y="5435600"/>
          <p14:tracePt t="94563" x="6318250" y="5435600"/>
          <p14:tracePt t="94579" x="6330950" y="5435600"/>
          <p14:tracePt t="94597" x="6381750" y="5441950"/>
          <p14:tracePt t="94613" x="6407150" y="5441950"/>
          <p14:tracePt t="94630" x="6413500" y="5441950"/>
          <p14:tracePt t="94647" x="6451600" y="5441950"/>
          <p14:tracePt t="94663" x="6470650" y="5441950"/>
          <p14:tracePt t="94680" x="6496050" y="5441950"/>
          <p14:tracePt t="94696" x="6508750" y="5441950"/>
          <p14:tracePt t="94712" x="6527800" y="5441950"/>
          <p14:tracePt t="94730" x="6559550" y="5441950"/>
          <p14:tracePt t="94746" x="6572250" y="5441950"/>
          <p14:tracePt t="94762" x="6610350" y="5441950"/>
          <p14:tracePt t="94779" x="6648450" y="5435600"/>
          <p14:tracePt t="94796" x="6661150" y="5435600"/>
          <p14:tracePt t="94812" x="6673850" y="5435600"/>
          <p14:tracePt t="94829" x="6686550" y="5435600"/>
          <p14:tracePt t="94846" x="6692900" y="5435600"/>
          <p14:tracePt t="94863" x="6699250" y="5435600"/>
          <p14:tracePt t="95391" x="6692900" y="5435600"/>
          <p14:tracePt t="95404" x="6680200" y="5435600"/>
          <p14:tracePt t="95413" x="6661150" y="5435600"/>
          <p14:tracePt t="95427" x="6642100" y="5441950"/>
          <p14:tracePt t="95443" x="6591300" y="5454650"/>
          <p14:tracePt t="95461" x="6508750" y="5473700"/>
          <p14:tracePt t="95476" x="6464300" y="5480050"/>
          <p14:tracePt t="95493" x="6426200" y="5486400"/>
          <p14:tracePt t="95511" x="6229350" y="5499100"/>
          <p14:tracePt t="95527" x="6153150" y="5505450"/>
          <p14:tracePt t="95543" x="6064250" y="5505450"/>
          <p14:tracePt t="95560" x="5886450" y="5524500"/>
          <p14:tracePt t="95576" x="5715000" y="5549900"/>
          <p14:tracePt t="95593" x="5613400" y="5556250"/>
          <p14:tracePt t="95610" x="5435600" y="5588000"/>
          <p14:tracePt t="95627" x="5264150" y="5619750"/>
          <p14:tracePt t="95643" x="5200650" y="5626100"/>
          <p14:tracePt t="95659" x="5029200" y="5676900"/>
          <p14:tracePt t="95676" x="4832350" y="5715000"/>
          <p14:tracePt t="95694" x="4692650" y="5746750"/>
          <p14:tracePt t="95709" x="4622800" y="5759450"/>
          <p14:tracePt t="95726" x="4489450" y="5797550"/>
          <p14:tracePt t="95743" x="4432300" y="5822950"/>
          <p14:tracePt t="95759" x="4381500" y="5842000"/>
          <p14:tracePt t="95776" x="4273550" y="5867400"/>
          <p14:tracePt t="95792" x="4178300" y="5886450"/>
          <p14:tracePt t="95809" x="4102100" y="5911850"/>
          <p14:tracePt t="95826" x="4076700" y="5911850"/>
          <p14:tracePt t="95842" x="4025900" y="5918200"/>
          <p14:tracePt t="95858" x="3994150" y="5918200"/>
          <p14:tracePt t="95876" x="3968750" y="5918200"/>
          <p14:tracePt t="95892" x="3962400" y="5918200"/>
          <p14:tracePt t="95908" x="3943350" y="5911850"/>
          <p14:tracePt t="95926" x="3917950" y="5905500"/>
          <p14:tracePt t="95942" x="3911600" y="5905500"/>
          <p14:tracePt t="95958" x="3892550" y="5899150"/>
          <p14:tracePt t="95975" x="3873500" y="5892800"/>
          <p14:tracePt t="95991" x="3867150" y="5886450"/>
          <p14:tracePt t="96008" x="3848100" y="5880100"/>
          <p14:tracePt t="96024" x="3841750" y="5873750"/>
          <p14:tracePt t="96041" x="3829050" y="5873750"/>
          <p14:tracePt t="96058" x="3816350" y="5867400"/>
          <p14:tracePt t="96074" x="3803650" y="5861050"/>
          <p14:tracePt t="96091" x="3797300" y="5861050"/>
          <p14:tracePt t="96108" x="3790950" y="5854700"/>
          <p14:tracePt t="96124" x="3784600" y="5854700"/>
          <p14:tracePt t="96141" x="3778250" y="5848350"/>
          <p14:tracePt t="96158" x="3771900" y="5842000"/>
          <p14:tracePt t="96174" x="3765550" y="5842000"/>
          <p14:tracePt t="96206" x="3765550" y="5835650"/>
          <p14:tracePt t="101306" x="3771900" y="5835650"/>
          <p14:tracePt t="101320" x="3790950" y="5835650"/>
          <p14:tracePt t="101327" x="3810000" y="5835650"/>
          <p14:tracePt t="101343" x="3841750" y="5835650"/>
          <p14:tracePt t="101357" x="3892550" y="5829300"/>
          <p14:tracePt t="101372" x="3911600" y="5822950"/>
          <p14:tracePt t="101390" x="3943350" y="5816600"/>
          <p14:tracePt t="101406" x="3987800" y="5803900"/>
          <p14:tracePt t="101423" x="4076700" y="5778500"/>
          <p14:tracePt t="101441" x="4159250" y="5753100"/>
          <p14:tracePt t="101456" x="4210050" y="5740400"/>
          <p14:tracePt t="101472" x="4324350" y="5702300"/>
          <p14:tracePt t="101490" x="4432300" y="5657850"/>
          <p14:tracePt t="101506" x="4502150" y="5638800"/>
          <p14:tracePt t="101522" x="4610100" y="5594350"/>
          <p14:tracePt t="101539" x="4724400" y="5543550"/>
          <p14:tracePt t="101555" x="4762500" y="5530850"/>
          <p14:tracePt t="101572" x="4864100" y="5492750"/>
          <p14:tracePt t="101589" x="4946650" y="5467350"/>
          <p14:tracePt t="101605" x="4978400" y="5454650"/>
          <p14:tracePt t="101623" x="5029200" y="5435600"/>
          <p14:tracePt t="101638" x="5073650" y="5422900"/>
          <p14:tracePt t="101655" x="5092700" y="5416550"/>
          <p14:tracePt t="101672" x="5124450" y="5403850"/>
          <p14:tracePt t="101689" x="5137150" y="5397500"/>
          <p14:tracePt t="101705" x="5181600" y="5378450"/>
          <p14:tracePt t="101722" x="5213350" y="5353050"/>
          <p14:tracePt t="101738" x="5226050" y="5346700"/>
          <p14:tracePt t="101755" x="5245100" y="5334000"/>
          <p14:tracePt t="101771" x="5257800" y="5327650"/>
          <p14:tracePt t="101788" x="5270500" y="5321300"/>
          <p14:tracePt t="101805" x="5276850" y="5314950"/>
          <p14:tracePt t="101821" x="5283200" y="5314950"/>
          <p14:tracePt t="101855" x="5289550" y="5308600"/>
          <p14:tracePt t="101981" x="5283200" y="5308600"/>
          <p14:tracePt t="101989" x="5276850" y="5314950"/>
          <p14:tracePt t="102002" x="5270500" y="5314950"/>
          <p14:tracePt t="102009" x="5264150" y="5314950"/>
          <p14:tracePt t="102051" x="5251450" y="5321300"/>
          <p14:tracePt t="102072" x="5245100" y="5321300"/>
          <p14:tracePt t="102079" x="5238750" y="5321300"/>
          <p14:tracePt t="102094" x="5232400" y="5321300"/>
          <p14:tracePt t="102103" x="5213350" y="5321300"/>
          <p14:tracePt t="102120" x="5200650" y="5327650"/>
          <p14:tracePt t="102137" x="5162550" y="5340350"/>
          <p14:tracePt t="102154" x="5099050" y="5353050"/>
          <p14:tracePt t="102173" x="5041900" y="5359400"/>
          <p14:tracePt t="102186" x="5022850" y="5365750"/>
          <p14:tracePt t="102203" x="4965700" y="5365750"/>
          <p14:tracePt t="102220" x="4946650" y="5365750"/>
          <p14:tracePt t="102236" x="4927600" y="5365750"/>
          <p14:tracePt t="102253" x="4889500" y="5365750"/>
          <p14:tracePt t="102270" x="4889500" y="5359400"/>
          <p14:tracePt t="102286" x="4870450" y="5353050"/>
          <p14:tracePt t="102303" x="4864100" y="5353050"/>
          <p14:tracePt t="102319" x="4857750" y="5353050"/>
          <p14:tracePt t="102356" x="4851400" y="5353050"/>
          <p14:tracePt t="102417" x="4851400" y="5346700"/>
          <p14:tracePt t="102529" x="4851400" y="5340350"/>
          <p14:tracePt t="102599" x="4845050" y="5340350"/>
          <p14:tracePt t="102684" x="4845050" y="5334000"/>
          <p14:tracePt t="102719" x="4845050" y="5327650"/>
          <p14:tracePt t="102775" x="4851400" y="5327650"/>
          <p14:tracePt t="102797" x="4851400" y="5321300"/>
          <p14:tracePt t="102804" x="4857750" y="5321300"/>
          <p14:tracePt t="102825" x="4864100" y="5321300"/>
          <p14:tracePt t="102831" x="4870450" y="5321300"/>
          <p14:tracePt t="102874" x="4876800" y="5321300"/>
          <p14:tracePt t="102902" x="4883150" y="5321300"/>
          <p14:tracePt t="102958" x="4889500" y="5321300"/>
          <p14:tracePt t="102965" x="4895850" y="5321300"/>
          <p14:tracePt t="103029" x="4902200" y="5321300"/>
          <p14:tracePt t="103035" x="4908550" y="5321300"/>
          <p14:tracePt t="103043" x="4908550" y="5314950"/>
          <p14:tracePt t="103064" x="4914900" y="5314950"/>
          <p14:tracePt t="103099" x="4914900" y="5308600"/>
          <p14:tracePt t="103106" x="4914900" y="5302250"/>
          <p14:tracePt t="103135" x="4914900" y="5295900"/>
          <p14:tracePt t="103169" x="4908550" y="5289550"/>
          <p14:tracePt t="103197" x="4902200" y="5283200"/>
          <p14:tracePt t="103254" x="4895850" y="5276850"/>
          <p14:tracePt t="103380" x="4902200" y="5283200"/>
          <p14:tracePt t="103394" x="4902200" y="5289550"/>
          <p14:tracePt t="103416" x="4908550" y="5295900"/>
          <p14:tracePt t="103450" x="4914900" y="5295900"/>
          <p14:tracePt t="103457" x="4914900" y="5302250"/>
          <p14:tracePt t="103500" x="4914900" y="5308600"/>
          <p14:tracePt t="103521" x="4921250" y="5308600"/>
          <p14:tracePt t="103528" x="4927600" y="5308600"/>
          <p14:tracePt t="103556" x="4933950" y="5308600"/>
          <p14:tracePt t="103577" x="4940300" y="5314950"/>
          <p14:tracePt t="103598" x="4953000" y="5314950"/>
          <p14:tracePt t="103605" x="4959350" y="5321300"/>
          <p14:tracePt t="103626" x="4972050" y="5321300"/>
          <p14:tracePt t="103641" x="4991100" y="5321300"/>
          <p14:tracePt t="103649" x="5016500" y="5327650"/>
          <p14:tracePt t="103664" x="5035550" y="5327650"/>
          <p14:tracePt t="103681" x="5105400" y="5346700"/>
          <p14:tracePt t="103698" x="5181600" y="5353050"/>
          <p14:tracePt t="103715" x="5226050" y="5359400"/>
          <p14:tracePt t="103732" x="5314950" y="5372100"/>
          <p14:tracePt t="103748" x="5397500" y="5384800"/>
          <p14:tracePt t="103765" x="5441950" y="5403850"/>
          <p14:tracePt t="103782" x="5511800" y="5416550"/>
          <p14:tracePt t="103798" x="5543550" y="5435600"/>
          <p14:tracePt t="103815" x="5607050" y="5448300"/>
          <p14:tracePt t="103832" x="5645150" y="5454650"/>
          <p14:tracePt t="103847" x="5664200" y="5454650"/>
          <p14:tracePt t="103864" x="5695950" y="5467350"/>
          <p14:tracePt t="103880" x="5721350" y="5467350"/>
          <p14:tracePt t="103897" x="5734050" y="5467350"/>
          <p14:tracePt t="103915" x="5765800" y="5473700"/>
          <p14:tracePt t="103931" x="5784850" y="5473700"/>
          <p14:tracePt t="103947" x="5797550" y="5473700"/>
          <p14:tracePt t="103964" x="5822950" y="5473700"/>
          <p14:tracePt t="103981" x="5848350" y="5473700"/>
          <p14:tracePt t="103997" x="5861050" y="5473700"/>
          <p14:tracePt t="104014" x="5880100" y="5467350"/>
          <p14:tracePt t="104031" x="5886450" y="5467350"/>
          <p14:tracePt t="104047" x="5892800" y="5467350"/>
          <p14:tracePt t="104063" x="5899150" y="5467350"/>
          <p14:tracePt t="104080" x="5905500" y="5467350"/>
          <p14:tracePt t="104099" x="5911850" y="5467350"/>
          <p14:tracePt t="104140" x="5918200" y="5467350"/>
          <p14:tracePt t="104168" x="5924550" y="5467350"/>
          <p14:tracePt t="104203" x="5930900" y="5467350"/>
          <p14:tracePt t="104231" x="5937250" y="5467350"/>
          <p14:tracePt t="104238" x="5943600" y="5467350"/>
          <p14:tracePt t="104252" x="5949950" y="5467350"/>
          <p14:tracePt t="104263" x="5956300" y="5467350"/>
          <p14:tracePt t="104282" x="5969000" y="5467350"/>
          <p14:tracePt t="104296" x="5975350" y="5467350"/>
          <p14:tracePt t="104312" x="6013450" y="5467350"/>
          <p14:tracePt t="104330" x="6064250" y="5454650"/>
          <p14:tracePt t="104346" x="6096000" y="5454650"/>
          <p14:tracePt t="104362" x="6115050" y="5448300"/>
          <p14:tracePt t="104379" x="6178550" y="5441950"/>
          <p14:tracePt t="104396" x="6184900" y="5441950"/>
          <p14:tracePt t="104412" x="6191250" y="5441950"/>
          <p14:tracePt t="104429" x="6197600" y="5441950"/>
          <p14:tracePt t="104445" x="6203950" y="5441950"/>
          <p14:tracePt t="104462" x="6203950" y="5448300"/>
          <p14:tracePt t="104886" x="6242050" y="5448300"/>
          <p14:tracePt t="104893" x="6292850" y="5448300"/>
          <p14:tracePt t="104907" x="6343650" y="5448300"/>
          <p14:tracePt t="104914" x="6394450" y="5441950"/>
          <p14:tracePt t="104928" x="6438900" y="5441950"/>
          <p14:tracePt t="104944" x="6527800" y="5441950"/>
          <p14:tracePt t="104960" x="6565900" y="5441950"/>
          <p14:tracePt t="104977" x="6635750" y="5441950"/>
          <p14:tracePt t="104994" x="6673850" y="5441950"/>
          <p14:tracePt t="105011" x="6699250" y="5448300"/>
          <p14:tracePt t="105027" x="6718300" y="5448300"/>
          <p14:tracePt t="105043" x="6724650" y="5448300"/>
          <p14:tracePt t="105062" x="6737350" y="5448300"/>
          <p14:tracePt t="105153" x="6731000" y="5448300"/>
          <p14:tracePt t="105174" x="6724650" y="5448300"/>
          <p14:tracePt t="105721" x="6711950" y="5448300"/>
          <p14:tracePt t="105728" x="6692900" y="5448300"/>
          <p14:tracePt t="105742" x="6667500" y="5448300"/>
          <p14:tracePt t="105758" x="6623050" y="5448300"/>
          <p14:tracePt t="105775" x="6584950" y="5448300"/>
          <p14:tracePt t="105791" x="6502400" y="5454650"/>
          <p14:tracePt t="105807" x="6369050" y="5467350"/>
          <p14:tracePt t="105824" x="6292850" y="5467350"/>
          <p14:tracePt t="105841" x="6127750" y="5486400"/>
          <p14:tracePt t="105857" x="6051550" y="5492750"/>
          <p14:tracePt t="105874" x="5962650" y="5505450"/>
          <p14:tracePt t="105891" x="5740400" y="5543550"/>
          <p14:tracePt t="105907" x="5626100" y="5568950"/>
          <p14:tracePt t="105925" x="5397500" y="5607050"/>
          <p14:tracePt t="105940" x="5289550" y="5632450"/>
          <p14:tracePt t="105957" x="5200650" y="5638800"/>
          <p14:tracePt t="105974" x="5035550" y="5670550"/>
          <p14:tracePt t="105990" x="4965700" y="5676900"/>
          <p14:tracePt t="106007" x="4914900" y="5689600"/>
          <p14:tracePt t="106025" x="4857750" y="5689600"/>
          <p14:tracePt t="106040" x="4832350" y="5676900"/>
          <p14:tracePt t="106056" x="4826000" y="5676900"/>
          <p14:tracePt t="106073" x="4800600" y="5670550"/>
          <p14:tracePt t="106090" x="4775200" y="5657850"/>
          <p14:tracePt t="106109" x="4756150" y="5651500"/>
          <p14:tracePt t="106123" x="4756150" y="5645150"/>
          <p14:tracePt t="106140" x="4749800" y="5645150"/>
          <p14:tracePt t="106157" x="4737100" y="5632450"/>
          <p14:tracePt t="106173" x="4737100" y="5626100"/>
          <p14:tracePt t="106206" x="4724400" y="5607050"/>
          <p14:tracePt t="106240" x="4724400" y="5588000"/>
          <p14:tracePt t="106272" x="4724400" y="5575300"/>
          <p14:tracePt t="106290" x="4730750" y="5562600"/>
          <p14:tracePt t="106306" x="4737100" y="5556250"/>
          <p14:tracePt t="106322" x="4743450" y="5549900"/>
          <p14:tracePt t="106355" x="4743450" y="5543550"/>
          <p14:tracePt t="106372" x="4749800" y="5530850"/>
          <p14:tracePt t="106389" x="4756150" y="5524500"/>
          <p14:tracePt t="106425" x="4762500" y="5524500"/>
          <p14:tracePt t="106439" x="4768850" y="5518150"/>
          <p14:tracePt t="106455" x="4775200" y="5518150"/>
          <p14:tracePt t="106473" x="4781550" y="5518150"/>
          <p14:tracePt t="106504" x="4787900" y="5511800"/>
          <p14:tracePt t="106522" x="4800600" y="5499100"/>
          <p14:tracePt t="106538" x="4813300" y="5492750"/>
          <p14:tracePt t="106555" x="4838700" y="5473700"/>
          <p14:tracePt t="106572" x="4864100" y="5448300"/>
          <p14:tracePt t="106588" x="4889500" y="5429250"/>
          <p14:tracePt t="106605" x="4914900" y="5403850"/>
          <p14:tracePt t="106622" x="4933950" y="5384800"/>
          <p14:tracePt t="106638" x="4940300" y="5378450"/>
          <p14:tracePt t="106655" x="4953000" y="5372100"/>
          <p14:tracePt t="107083" x="4991100" y="5372100"/>
          <p14:tracePt t="107091" x="5060950" y="5384800"/>
          <p14:tracePt t="107106" x="5111750" y="5384800"/>
          <p14:tracePt t="107120" x="5187950" y="5397500"/>
          <p14:tracePt t="107136" x="5340350" y="5403850"/>
          <p14:tracePt t="107153" x="5422900" y="5416550"/>
          <p14:tracePt t="107169" x="5524500" y="5416550"/>
          <p14:tracePt t="107186" x="5581650" y="5416550"/>
          <p14:tracePt t="107203" x="5600700" y="5416550"/>
          <p14:tracePt t="107219" x="5613400" y="5416550"/>
          <p14:tracePt t="107236" x="5619750" y="5416550"/>
          <p14:tracePt t="107268" x="5626100" y="5416550"/>
          <p14:tracePt t="107288" x="5632450" y="5416550"/>
          <p14:tracePt t="107303" x="5645150" y="5416550"/>
          <p14:tracePt t="107318" x="5651500" y="5416550"/>
          <p14:tracePt t="107337" x="5683250" y="5422900"/>
          <p14:tracePt t="107352" x="5702300" y="5422900"/>
          <p14:tracePt t="107369" x="5746750" y="5429250"/>
          <p14:tracePt t="107386" x="5797550" y="5435600"/>
          <p14:tracePt t="107402" x="5822950" y="5435600"/>
          <p14:tracePt t="107419" x="5880100" y="5441950"/>
          <p14:tracePt t="107436" x="5943600" y="5454650"/>
          <p14:tracePt t="107452" x="5969000" y="5454650"/>
          <p14:tracePt t="107469" x="6019800" y="5461000"/>
          <p14:tracePt t="107485" x="6051550" y="5461000"/>
          <p14:tracePt t="107502" x="6064250" y="5461000"/>
          <p14:tracePt t="107519" x="6089650" y="5461000"/>
          <p14:tracePt t="107534" x="6115050" y="5461000"/>
          <p14:tracePt t="107552" x="6127750" y="5461000"/>
          <p14:tracePt t="107569" x="6159500" y="5461000"/>
          <p14:tracePt t="107584" x="6178550" y="5467350"/>
          <p14:tracePt t="107601" x="6197600" y="5467350"/>
          <p14:tracePt t="107618" x="6216650" y="5467350"/>
          <p14:tracePt t="107635" x="6229350" y="5467350"/>
          <p14:tracePt t="107651" x="6254750" y="5467350"/>
          <p14:tracePt t="107668" x="6267450" y="5467350"/>
          <p14:tracePt t="107684" x="6273800" y="5467350"/>
          <p14:tracePt t="108288" x="6273800" y="5480050"/>
          <p14:tracePt t="108302" x="6267450" y="5492750"/>
          <p14:tracePt t="108309" x="6248400" y="5518150"/>
          <p14:tracePt t="108318" x="6235700" y="5530850"/>
          <p14:tracePt t="108332" x="6223000" y="5543550"/>
          <p14:tracePt t="108349" x="6216650" y="5549900"/>
          <p14:tracePt t="108367" x="6184900" y="5568950"/>
          <p14:tracePt t="108381" x="6153150" y="5581650"/>
          <p14:tracePt t="108399" x="6140450" y="5588000"/>
          <p14:tracePt t="108415" x="6115050" y="5600700"/>
          <p14:tracePt t="108432" x="6076950" y="5619750"/>
          <p14:tracePt t="108449" x="6057900" y="5626100"/>
          <p14:tracePt t="108465" x="6013450" y="5657850"/>
          <p14:tracePt t="108482" x="5962650" y="5695950"/>
          <p14:tracePt t="108499" x="5905500" y="5727700"/>
          <p14:tracePt t="108515" x="5886450" y="5734050"/>
          <p14:tracePt t="108531" x="5854700" y="5753100"/>
          <p14:tracePt t="108549" x="5829300" y="5765800"/>
          <p14:tracePt t="108565" x="5816600" y="5772150"/>
          <p14:tracePt t="108583" x="5803900" y="5778500"/>
          <p14:tracePt t="108598" x="5791200" y="5778500"/>
          <p14:tracePt t="108614" x="5784850" y="5778500"/>
          <p14:tracePt t="108648" x="5784850" y="5772150"/>
          <p14:tracePt t="108664" x="5784850" y="5759450"/>
          <p14:tracePt t="108702" x="5784850" y="5753100"/>
          <p14:tracePt t="108717" x="5784850" y="5746750"/>
          <p14:tracePt t="108738" x="5778500" y="5740400"/>
          <p14:tracePt t="110086" x="5778500" y="5734050"/>
          <p14:tracePt t="110094" x="5778500" y="5727700"/>
          <p14:tracePt t="110107" x="5772150" y="5721350"/>
          <p14:tracePt t="110115" x="5772150" y="5715000"/>
          <p14:tracePt t="110129" x="5765800" y="5708650"/>
          <p14:tracePt t="110143" x="5765800" y="5695950"/>
          <p14:tracePt t="110159" x="5759450" y="5664200"/>
          <p14:tracePt t="110176" x="5759450" y="5638800"/>
          <p14:tracePt t="110192" x="5753100" y="5594350"/>
          <p14:tracePt t="110209" x="5753100" y="5524500"/>
          <p14:tracePt t="110226" x="5746750" y="5499100"/>
          <p14:tracePt t="110242" x="5746750" y="5416550"/>
          <p14:tracePt t="110259" x="5753100" y="5359400"/>
          <p14:tracePt t="110276" x="5759450" y="5302250"/>
          <p14:tracePt t="110292" x="5759450" y="5270500"/>
          <p14:tracePt t="110309" x="5759450" y="5226050"/>
          <p14:tracePt t="110326" x="5759450" y="5175250"/>
          <p14:tracePt t="110342" x="5759450" y="5156200"/>
          <p14:tracePt t="110358" x="5759450" y="5130800"/>
          <p14:tracePt t="110375" x="5759450" y="5086350"/>
          <p14:tracePt t="110392" x="5759450" y="5073650"/>
          <p14:tracePt t="110408" x="5759450" y="5067300"/>
          <p14:tracePt t="110425" x="5753100" y="5048250"/>
          <p14:tracePt t="110442" x="5753100" y="5022850"/>
          <p14:tracePt t="110459" x="5753100" y="5003800"/>
          <p14:tracePt t="110475" x="5753100" y="4991100"/>
          <p14:tracePt t="110491" x="5753100" y="4978400"/>
          <p14:tracePt t="110508" x="5753100" y="4965700"/>
          <p14:tracePt t="110524" x="5753100" y="4953000"/>
          <p14:tracePt t="110541" x="5753100" y="4933950"/>
          <p14:tracePt t="110558" x="5759450" y="4902200"/>
          <p14:tracePt t="110574" x="5759450" y="4889500"/>
          <p14:tracePt t="110591" x="5765800" y="4857750"/>
          <p14:tracePt t="110608" x="5772150" y="4832350"/>
          <p14:tracePt t="110624" x="5772150" y="4826000"/>
          <p14:tracePt t="110642" x="5772150" y="4813300"/>
          <p14:tracePt t="110657" x="5778500" y="4800600"/>
          <p14:tracePt t="110674" x="5778500" y="4794250"/>
          <p14:tracePt t="110691" x="5784850" y="4781550"/>
          <p14:tracePt t="110723" x="5784850" y="4775200"/>
          <p14:tracePt t="110741" x="5784850" y="4768850"/>
          <p14:tracePt t="110818" x="5791200" y="4762500"/>
          <p14:tracePt t="110839" x="5791200" y="4756150"/>
          <p14:tracePt t="110846" x="5791200" y="4749800"/>
          <p14:tracePt t="110860" x="5791200" y="4743450"/>
          <p14:tracePt t="112695" x="5791200" y="4730750"/>
          <p14:tracePt t="112702" x="5791200" y="4724400"/>
          <p14:tracePt t="112723" x="5791200" y="4718050"/>
          <p14:tracePt t="112730" x="5791200" y="4705350"/>
          <p14:tracePt t="112745" x="5791200" y="4699000"/>
          <p14:tracePt t="112753" x="5791200" y="4679950"/>
          <p14:tracePt t="112767" x="5791200" y="4660900"/>
          <p14:tracePt t="112784" x="5791200" y="4622800"/>
          <p14:tracePt t="112801" x="5765800" y="4451350"/>
          <p14:tracePt t="112817" x="5746750" y="4381500"/>
          <p14:tracePt t="112833" x="5734050" y="4305300"/>
          <p14:tracePt t="112850" x="5715000" y="4152900"/>
          <p14:tracePt t="112866" x="5695950" y="4032250"/>
          <p14:tracePt t="112883" x="5695950" y="3981450"/>
          <p14:tracePt t="112900" x="5695950" y="3924300"/>
          <p14:tracePt t="112916" x="5695950" y="3873500"/>
          <p14:tracePt t="112932" x="5689600" y="3841750"/>
          <p14:tracePt t="112949" x="5689600" y="3797300"/>
          <p14:tracePt t="112966" x="5683250" y="3727450"/>
          <p14:tracePt t="112983" x="5664200" y="3657600"/>
          <p14:tracePt t="113000" x="5664200" y="3619500"/>
          <p14:tracePt t="113016" x="5651500" y="3511550"/>
          <p14:tracePt t="113033" x="5626100" y="3340100"/>
          <p14:tracePt t="113049" x="5619750" y="3251200"/>
          <p14:tracePt t="113066" x="5607050" y="3149600"/>
          <p14:tracePt t="113082" x="5568950" y="2870200"/>
          <p14:tracePt t="113099" x="5568950" y="2781300"/>
          <p14:tracePt t="113116" x="5568950" y="2698750"/>
          <p14:tracePt t="113119" x="5562600" y="2647950"/>
          <p14:tracePt t="113132" x="5562600" y="2609850"/>
          <p14:tracePt t="113149" x="5549900" y="2546350"/>
          <p14:tracePt t="113166" x="5543550" y="2514600"/>
          <p14:tracePt t="113182" x="5543550" y="2501900"/>
          <p14:tracePt t="113199" x="5543550" y="2482850"/>
          <p14:tracePt t="113314" x="5537200" y="2476500"/>
          <p14:tracePt t="113328" x="5530850" y="2476500"/>
          <p14:tracePt t="113349" x="5524500" y="2470150"/>
          <p14:tracePt t="113356" x="5518150" y="2470150"/>
          <p14:tracePt t="113364" x="5505450" y="2463800"/>
          <p14:tracePt t="113381" x="5492750" y="2463800"/>
          <p14:tracePt t="113398" x="5480050" y="2451100"/>
          <p14:tracePt t="113414" x="5467350" y="2444750"/>
          <p14:tracePt t="113431" x="5454650" y="2432050"/>
          <p14:tracePt t="113448" x="5429250" y="2413000"/>
          <p14:tracePt t="113464" x="5403850" y="2406650"/>
          <p14:tracePt t="113481" x="5372100" y="2381250"/>
          <p14:tracePt t="113498" x="5314950" y="2336800"/>
          <p14:tracePt t="113514" x="5295900" y="2311400"/>
          <p14:tracePt t="113531" x="5245100" y="2254250"/>
          <p14:tracePt t="113547" x="5207000" y="2209800"/>
          <p14:tracePt t="113564" x="5194300" y="2184400"/>
          <p14:tracePt t="113581" x="5181600" y="2159000"/>
          <p14:tracePt t="113597" x="5175250" y="2139950"/>
          <p14:tracePt t="113614" x="5175250" y="2133600"/>
          <p14:tracePt t="113647" x="5181600" y="2127250"/>
          <p14:tracePt t="113664" x="5187950" y="2127250"/>
          <p14:tracePt t="113680" x="5194300" y="2127250"/>
          <p14:tracePt t="113697" x="5200650" y="2127250"/>
          <p14:tracePt t="113714" x="5226050" y="2127250"/>
          <p14:tracePt t="113731" x="5238750" y="2127250"/>
          <p14:tracePt t="113747" x="5245100" y="2127250"/>
          <p14:tracePt t="113764" x="5270500" y="2127250"/>
          <p14:tracePt t="113780" x="5327650" y="2133600"/>
          <p14:tracePt t="113797" x="5359400" y="2133600"/>
          <p14:tracePt t="113813" x="5441950" y="2152650"/>
          <p14:tracePt t="113830" x="5518150" y="2159000"/>
          <p14:tracePt t="113846" x="5562600" y="2165350"/>
          <p14:tracePt t="113863" x="5638800" y="2171700"/>
          <p14:tracePt t="113879" x="5734050" y="2184400"/>
          <p14:tracePt t="113897" x="5797550" y="2190750"/>
          <p14:tracePt t="113912" x="5822950" y="2190750"/>
          <p14:tracePt t="113929" x="5873750" y="2203450"/>
          <p14:tracePt t="113947" x="5911850" y="2216150"/>
          <p14:tracePt t="113962" x="5930900" y="2216150"/>
          <p14:tracePt t="113979" x="5943600" y="2222500"/>
          <p14:tracePt t="113996" x="5988050" y="2228850"/>
          <p14:tracePt t="114012" x="6000750" y="2235200"/>
          <p14:tracePt t="114029" x="6013450" y="2235200"/>
          <p14:tracePt t="114046" x="6032500" y="2241550"/>
          <p14:tracePt t="114062" x="6045200" y="2247900"/>
          <p14:tracePt t="114080" x="6064250" y="2247900"/>
          <p14:tracePt t="114095" x="6070600" y="2247900"/>
          <p14:tracePt t="114112" x="6089650" y="2254250"/>
          <p14:tracePt t="114129" x="6089650" y="2260600"/>
          <p14:tracePt t="114145" x="6096000" y="2266950"/>
          <p14:tracePt t="114179" x="6096000" y="2273300"/>
          <p14:tracePt t="114592" x="6089650" y="2286000"/>
          <p14:tracePt t="114599" x="6076950" y="2305050"/>
          <p14:tracePt t="114613" x="6051550" y="2336800"/>
          <p14:tracePt t="114627" x="6032500" y="2355850"/>
          <p14:tracePt t="114644" x="5994400" y="2413000"/>
          <p14:tracePt t="114660" x="5975350" y="2432050"/>
          <p14:tracePt t="114677" x="5937250" y="2489200"/>
          <p14:tracePt t="114693" x="5911850" y="2520950"/>
          <p14:tracePt t="114710" x="5861050" y="2597150"/>
          <p14:tracePt t="114727" x="5816600" y="2654300"/>
          <p14:tracePt t="114743" x="5803900" y="2667000"/>
          <p14:tracePt t="114761" x="5759450" y="2679700"/>
          <p14:tracePt t="114776" x="5753100" y="2679700"/>
          <p14:tracePt t="114793" x="5734050" y="2679700"/>
          <p14:tracePt t="114810" x="5715000" y="2673350"/>
          <p14:tracePt t="114826" x="5708650" y="2667000"/>
          <p14:tracePt t="114843" x="5695950" y="2660650"/>
          <p14:tracePt t="114860" x="5651500" y="2616200"/>
          <p14:tracePt t="114876" x="5632450" y="2597150"/>
          <p14:tracePt t="114893" x="5619750" y="2571750"/>
          <p14:tracePt t="114909" x="5575300" y="2527300"/>
          <p14:tracePt t="114926" x="5518150" y="2470150"/>
          <p14:tracePt t="114943" x="5461000" y="2413000"/>
          <p14:tracePt t="114959" x="5435600" y="2387600"/>
          <p14:tracePt t="114976" x="5410200" y="2355850"/>
          <p14:tracePt t="114993" x="5391150" y="2336800"/>
          <p14:tracePt t="115008" x="5384800" y="2324100"/>
          <p14:tracePt t="115025" x="5372100" y="2311400"/>
          <p14:tracePt t="115042" x="5365750" y="2305050"/>
          <p14:tracePt t="115140" x="5372100" y="2305050"/>
          <p14:tracePt t="115154" x="5378450" y="2305050"/>
          <p14:tracePt t="115176" x="5384800" y="2305050"/>
          <p14:tracePt t="115204" x="5397500" y="2311400"/>
          <p14:tracePt t="115231" x="5403850" y="2311400"/>
          <p14:tracePt t="115253" x="5410200" y="2311400"/>
          <p14:tracePt t="115267" x="5422900" y="2311400"/>
          <p14:tracePt t="115274" x="5435600" y="2311400"/>
          <p14:tracePt t="115281" x="5454650" y="2311400"/>
          <p14:tracePt t="115295" x="5486400" y="2311400"/>
          <p14:tracePt t="115309" x="5511800" y="2311400"/>
          <p14:tracePt t="115324" x="5594350" y="2305050"/>
          <p14:tracePt t="115341" x="5645150" y="2305050"/>
          <p14:tracePt t="115359" x="5734050" y="2305050"/>
          <p14:tracePt t="115374" x="5803900" y="2305050"/>
          <p14:tracePt t="115391" x="5829300" y="2305050"/>
          <p14:tracePt t="115408" x="5873750" y="2305050"/>
          <p14:tracePt t="115424" x="5892800" y="2305050"/>
          <p14:tracePt t="115457" x="5899150" y="2305050"/>
          <p14:tracePt t="115478" x="5905500" y="2298700"/>
          <p14:tracePt t="115583" x="5911850" y="2292350"/>
          <p14:tracePt t="115632" x="5918200" y="2298700"/>
          <p14:tracePt t="115864" x="5911850" y="2298700"/>
          <p14:tracePt t="115878" x="5905500" y="2298700"/>
          <p14:tracePt t="115885" x="5892800" y="2298700"/>
          <p14:tracePt t="115899" x="5873750" y="2298700"/>
          <p14:tracePt t="115909" x="5842000" y="2298700"/>
          <p14:tracePt t="115922" x="5816600" y="2298700"/>
          <p14:tracePt t="115939" x="5740400" y="2298700"/>
          <p14:tracePt t="115956" x="5645150" y="2286000"/>
          <p14:tracePt t="115972" x="5607050" y="2279650"/>
          <p14:tracePt t="115989" x="5511800" y="2279650"/>
          <p14:tracePt t="116006" x="5448300" y="2279650"/>
          <p14:tracePt t="116022" x="5416550" y="2279650"/>
          <p14:tracePt t="116038" x="5391150" y="2279650"/>
          <p14:tracePt t="116055" x="5321300" y="2273300"/>
          <p14:tracePt t="116072" x="5308600" y="2273300"/>
          <p14:tracePt t="116090" x="5276850" y="2273300"/>
          <p14:tracePt t="116105" x="5264150" y="2273300"/>
          <p14:tracePt t="116122" x="5245100" y="2273300"/>
          <p14:tracePt t="116139" x="5226050" y="2273300"/>
          <p14:tracePt t="116159" x="5219700" y="2273300"/>
          <p14:tracePt t="116171" x="5213350" y="2273300"/>
          <p14:tracePt t="116188" x="5207000" y="2273300"/>
          <p14:tracePt t="116205" x="5200650" y="2273300"/>
          <p14:tracePt t="116223" x="5194300" y="2279650"/>
          <p14:tracePt t="116238" x="5194300" y="2286000"/>
          <p14:tracePt t="116300" x="5200650" y="2286000"/>
          <p14:tracePt t="116328" x="5207000" y="2286000"/>
          <p14:tracePt t="116335" x="5213350" y="2286000"/>
          <p14:tracePt t="116348" x="5219700" y="2286000"/>
          <p14:tracePt t="116376" x="5226050" y="2286000"/>
          <p14:tracePt t="116391" x="5232400" y="2286000"/>
          <p14:tracePt t="116405" x="5238750" y="2286000"/>
          <p14:tracePt t="116419" x="5251450" y="2286000"/>
          <p14:tracePt t="116426" x="5264150" y="2286000"/>
          <p14:tracePt t="116441" x="5283200" y="2286000"/>
          <p14:tracePt t="116454" x="5302250" y="2286000"/>
          <p14:tracePt t="116470" x="5359400" y="2286000"/>
          <p14:tracePt t="116487" x="5410200" y="2286000"/>
          <p14:tracePt t="116504" x="5499100" y="2286000"/>
          <p14:tracePt t="116520" x="5613400" y="2286000"/>
          <p14:tracePt t="116537" x="5670550" y="2279650"/>
          <p14:tracePt t="116555" x="5759450" y="2273300"/>
          <p14:tracePt t="116570" x="5803900" y="2273300"/>
          <p14:tracePt t="116587" x="5829300" y="2260600"/>
          <p14:tracePt t="116603" x="5892800" y="2260600"/>
          <p14:tracePt t="116620" x="5905500" y="2260600"/>
          <p14:tracePt t="116637" x="5924550" y="2260600"/>
          <p14:tracePt t="116654" x="5924550" y="2254250"/>
          <p14:tracePt t="116670" x="5930900" y="2254250"/>
          <p14:tracePt t="116743" x="5937250" y="2254250"/>
          <p14:tracePt t="116848" x="5930900" y="2254250"/>
          <p14:tracePt t="116876" x="5924550" y="2254250"/>
          <p14:tracePt t="117444" x="5924550" y="2273300"/>
          <p14:tracePt t="117452" x="5918200" y="2298700"/>
          <p14:tracePt t="117465" x="5918200" y="2336800"/>
          <p14:tracePt t="117473" x="5905500" y="2393950"/>
          <p14:tracePt t="117483" x="5905500" y="2444750"/>
          <p14:tracePt t="117501" x="5905500" y="2508250"/>
          <p14:tracePt t="117517" x="5899150" y="2660650"/>
          <p14:tracePt t="117534" x="5873750" y="2755900"/>
          <p14:tracePt t="117550" x="5822950" y="3048000"/>
          <p14:tracePt t="117567" x="5803900" y="3168650"/>
          <p14:tracePt t="117583" x="5784850" y="3282950"/>
          <p14:tracePt t="117600" x="5740400" y="3524250"/>
          <p14:tracePt t="117617" x="5695950" y="3752850"/>
          <p14:tracePt t="117634" x="5664200" y="3975100"/>
          <p14:tracePt t="117650" x="5645150" y="4089400"/>
          <p14:tracePt t="117666" x="5638800" y="4279900"/>
          <p14:tracePt t="117684" x="5619750" y="4425950"/>
          <p14:tracePt t="117700" x="5619750" y="4489450"/>
          <p14:tracePt t="117716" x="5600700" y="4584700"/>
          <p14:tracePt t="117733" x="5594350" y="4629150"/>
          <p14:tracePt t="117749" x="5594350" y="4667250"/>
          <p14:tracePt t="117766" x="5594350" y="4699000"/>
          <p14:tracePt t="117783" x="5588000" y="4724400"/>
          <p14:tracePt t="117799" x="5588000" y="4730750"/>
          <p14:tracePt t="117817" x="5588000" y="4737100"/>
          <p14:tracePt t="117832" x="5588000" y="4743450"/>
          <p14:tracePt t="117866" x="5594350" y="4749800"/>
          <p14:tracePt t="117882" x="5594350" y="4762500"/>
          <p14:tracePt t="117899" x="5600700" y="4775200"/>
          <p14:tracePt t="117916" x="5600700" y="4794250"/>
          <p14:tracePt t="117932" x="5600700" y="4800600"/>
          <p14:tracePt t="117949" x="5600700" y="4813300"/>
          <p14:tracePt t="118000" x="5594350" y="4813300"/>
          <p14:tracePt t="118014" x="5581650" y="4813300"/>
          <p14:tracePt t="118505" x="5594350" y="4813300"/>
          <p14:tracePt t="118519" x="5607050" y="4813300"/>
          <p14:tracePt t="118526" x="5613400" y="4813300"/>
          <p14:tracePt t="118540" x="5626100" y="4813300"/>
          <p14:tracePt t="118549" x="5638800" y="4813300"/>
          <p14:tracePt t="118563" x="5651500" y="4813300"/>
          <p14:tracePt t="118580" x="5683250" y="4806950"/>
          <p14:tracePt t="118597" x="5721350" y="4806950"/>
          <p14:tracePt t="118613" x="5734050" y="4806950"/>
          <p14:tracePt t="118630" x="5765800" y="4800600"/>
          <p14:tracePt t="118647" x="5791200" y="4800600"/>
          <p14:tracePt t="118663" x="5810250" y="4800600"/>
          <p14:tracePt t="118681" x="5842000" y="4819650"/>
          <p14:tracePt t="118697" x="5886450" y="4819650"/>
          <p14:tracePt t="118713" x="5899150" y="4826000"/>
          <p14:tracePt t="118730" x="5930900" y="4832350"/>
          <p14:tracePt t="118746" x="5943600" y="4832350"/>
          <p14:tracePt t="118763" x="5962650" y="4832350"/>
          <p14:tracePt t="118780" x="5975350" y="4832350"/>
          <p14:tracePt t="118796" x="5981700" y="4832350"/>
          <p14:tracePt t="118813" x="5994400" y="4832350"/>
          <p14:tracePt t="118829" x="6000750" y="4832350"/>
          <p14:tracePt t="118862" x="6007100" y="4832350"/>
          <p14:tracePt t="118892" x="6013450" y="4832350"/>
          <p14:tracePt t="118920" x="6019800" y="4832350"/>
          <p14:tracePt t="118948" x="6026150" y="4832350"/>
          <p14:tracePt t="118969" x="6032500" y="4832350"/>
          <p14:tracePt t="118976" x="6038850" y="4832350"/>
          <p14:tracePt t="119045" x="6045200" y="4832350"/>
          <p14:tracePt t="119144" x="6038850" y="4832350"/>
          <p14:tracePt t="119159" x="6032500" y="4832350"/>
          <p14:tracePt t="119180" x="6026150" y="4832350"/>
          <p14:tracePt t="119195" x="6019800" y="4832350"/>
          <p14:tracePt t="119201" x="6013450" y="4832350"/>
          <p14:tracePt t="119229" x="6007100" y="4832350"/>
          <p14:tracePt t="119271" x="6000750" y="4832350"/>
          <p14:tracePt t="119279" x="5994400" y="4832350"/>
          <p14:tracePt t="119292" x="5981700" y="4832350"/>
          <p14:tracePt t="119299" x="5975350" y="4832350"/>
          <p14:tracePt t="119314" x="5962650" y="4832350"/>
          <p14:tracePt t="119328" x="5937250" y="4832350"/>
          <p14:tracePt t="119345" x="5911850" y="4832350"/>
          <p14:tracePt t="119361" x="5892800" y="4832350"/>
          <p14:tracePt t="119377" x="5835650" y="4826000"/>
          <p14:tracePt t="119394" x="5784850" y="4819650"/>
          <p14:tracePt t="119411" x="5753100" y="4819650"/>
          <p14:tracePt t="119427" x="5715000" y="4813300"/>
          <p14:tracePt t="119444" x="5683250" y="4800600"/>
          <p14:tracePt t="119460" x="5657850" y="4794250"/>
          <p14:tracePt t="119477" x="5632450" y="4787900"/>
          <p14:tracePt t="119494" x="5626100" y="4781550"/>
          <p14:tracePt t="119630" x="5632450" y="4781550"/>
          <p14:tracePt t="119651" x="5638800" y="4781550"/>
          <p14:tracePt t="119672" x="5645150" y="4781550"/>
          <p14:tracePt t="119679" x="5651500" y="4781550"/>
          <p14:tracePt t="119700" x="5657850" y="4781550"/>
          <p14:tracePt t="119721" x="5670550" y="4787900"/>
          <p14:tracePt t="119744" x="5689600" y="4787900"/>
          <p14:tracePt t="119756" x="5702300" y="4787900"/>
          <p14:tracePt t="119763" x="5721350" y="4787900"/>
          <p14:tracePt t="119776" x="5759450" y="4787900"/>
          <p14:tracePt t="119792" x="5835650" y="4787900"/>
          <p14:tracePt t="119809" x="5886450" y="4787900"/>
          <p14:tracePt t="119826" x="6007100" y="4794250"/>
          <p14:tracePt t="119842" x="6108700" y="4794250"/>
          <p14:tracePt t="119859" x="6153150" y="4800600"/>
          <p14:tracePt t="119877" x="6229350" y="4800600"/>
          <p14:tracePt t="119892" x="6273800" y="4813300"/>
          <p14:tracePt t="119909" x="6292850" y="4813300"/>
          <p14:tracePt t="119926" x="6311900" y="4813300"/>
          <p14:tracePt t="119958" x="6318250" y="4813300"/>
          <p14:tracePt t="120844" x="6318250" y="4819650"/>
          <p14:tracePt t="120858" x="6305550" y="4826000"/>
          <p14:tracePt t="120865" x="6299200" y="4832350"/>
          <p14:tracePt t="120879" x="6286500" y="4845050"/>
          <p14:tracePt t="120888" x="6273800" y="4857750"/>
          <p14:tracePt t="120905" x="6248400" y="4870450"/>
          <p14:tracePt t="120922" x="6197600" y="4921250"/>
          <p14:tracePt t="120938" x="6115050" y="4991100"/>
          <p14:tracePt t="120956" x="6045200" y="5060950"/>
          <p14:tracePt t="120972" x="6013450" y="5086350"/>
          <p14:tracePt t="120988" x="5956300" y="5143500"/>
          <p14:tracePt t="121006" x="5905500" y="5181600"/>
          <p14:tracePt t="121022" x="5873750" y="5200650"/>
          <p14:tracePt t="121038" x="5848350" y="5226050"/>
          <p14:tracePt t="121055" x="5784850" y="5270500"/>
          <p14:tracePt t="121071" x="5772150" y="5283200"/>
          <p14:tracePt t="121088" x="5759450" y="5289550"/>
          <p14:tracePt t="121105" x="5734050" y="5302250"/>
          <p14:tracePt t="121121" x="5715000" y="5321300"/>
          <p14:tracePt t="121138" x="5708650" y="5321300"/>
          <p14:tracePt t="121154" x="5695950" y="5334000"/>
          <p14:tracePt t="121171" x="5689600" y="5334000"/>
          <p14:tracePt t="121188" x="5683250" y="5346700"/>
          <p14:tracePt t="121204" x="5670550" y="5365750"/>
          <p14:tracePt t="121221" x="5664200" y="5372100"/>
          <p14:tracePt t="121224" x="5657850" y="5378450"/>
          <p14:tracePt t="121238" x="5632450" y="5391150"/>
          <p14:tracePt t="121255" x="5626100" y="5410200"/>
          <p14:tracePt t="121271" x="5600700" y="5435600"/>
          <p14:tracePt t="121287" x="5562600" y="5461000"/>
          <p14:tracePt t="121304" x="5543550" y="5480050"/>
          <p14:tracePt t="121321" x="5530850" y="5499100"/>
          <p14:tracePt t="121336" x="5492750" y="5562600"/>
          <p14:tracePt t="121354" x="5486400" y="5594350"/>
          <p14:tracePt t="121371" x="5461000" y="5664200"/>
          <p14:tracePt t="121387" x="5441950" y="5721350"/>
          <p14:tracePt t="121403" x="5410200" y="5829300"/>
          <p14:tracePt t="121421" x="5378450" y="5975350"/>
          <p14:tracePt t="121436" x="5359400" y="6038850"/>
          <p14:tracePt t="121454" x="5321300" y="6165850"/>
          <p14:tracePt t="122261" x="5314950" y="6165850"/>
          <p14:tracePt t="122276" x="5308600" y="6165850"/>
          <p14:tracePt t="122283" x="5302250" y="6165850"/>
          <p14:tracePt t="122290" x="5289550" y="6159500"/>
          <p14:tracePt t="122304" x="5276850" y="6153150"/>
          <p14:tracePt t="122318" x="5270500" y="6146800"/>
          <p14:tracePt t="122334" x="5238750" y="6127750"/>
          <p14:tracePt t="122351" x="5213350" y="6115050"/>
          <p14:tracePt t="122367" x="5162550" y="6083300"/>
          <p14:tracePt t="122383" x="5099050" y="6045200"/>
          <p14:tracePt t="122401" x="5067300" y="6026150"/>
          <p14:tracePt t="122417" x="5016500" y="5988050"/>
          <p14:tracePt t="122433" x="4959350" y="5956300"/>
          <p14:tracePt t="122450" x="4933950" y="5949950"/>
          <p14:tracePt t="122467" x="4876800" y="5918200"/>
          <p14:tracePt t="122483" x="4857750" y="5905500"/>
          <p14:tracePt t="122501" x="4794250" y="5873750"/>
          <p14:tracePt t="122516" x="4781550" y="5861050"/>
          <p14:tracePt t="122533" x="4756150" y="5848350"/>
          <p14:tracePt t="122550" x="4730750" y="5835650"/>
          <p14:tracePt t="122566" x="4705350" y="5829300"/>
          <p14:tracePt t="122583" x="4705350" y="5822950"/>
          <p14:tracePt t="122600" x="4692650" y="5816600"/>
          <p14:tracePt t="122616" x="4679950" y="5816600"/>
          <p14:tracePt t="122873" x="4686300" y="5816600"/>
          <p14:tracePt t="122894" x="4692650" y="5816600"/>
          <p14:tracePt t="122909" x="4699000" y="5822950"/>
          <p14:tracePt t="122922" x="4705350" y="5829300"/>
          <p14:tracePt t="122937" x="4718050" y="5842000"/>
          <p14:tracePt t="122948" x="4730750" y="5848350"/>
          <p14:tracePt t="122965" x="4775200" y="5886450"/>
          <p14:tracePt t="122982" x="4794250" y="5905500"/>
          <p14:tracePt t="122998" x="4876800" y="5956300"/>
          <p14:tracePt t="123015" x="4933950" y="6013450"/>
          <p14:tracePt t="123031" x="4953000" y="6038850"/>
          <p14:tracePt t="123049" x="4991100" y="6070600"/>
          <p14:tracePt t="123064" x="5035550" y="6121400"/>
          <p14:tracePt t="123081" x="5041900" y="6127750"/>
          <p14:tracePt t="123099" x="5048250" y="6140450"/>
          <p14:tracePt t="123114" x="5054600" y="6140450"/>
          <p14:tracePt t="123866" x="5060950" y="6140450"/>
          <p14:tracePt t="123880" x="5067300" y="6140450"/>
          <p14:tracePt t="123888" x="5073650" y="6140450"/>
          <p14:tracePt t="123901" x="5080000" y="6140450"/>
          <p14:tracePt t="123911" x="5086350" y="6146800"/>
          <p14:tracePt t="123928" x="5092700" y="6146800"/>
          <p14:tracePt t="123945" x="5111750" y="6146800"/>
          <p14:tracePt t="123961" x="5130800" y="6146800"/>
          <p14:tracePt t="123979" x="5156200" y="6146800"/>
          <p14:tracePt t="123994" x="5168900" y="6146800"/>
          <p14:tracePt t="124011" x="5187950" y="6146800"/>
          <p14:tracePt t="124028" x="5200650" y="6146800"/>
          <p14:tracePt t="124061" x="5207000" y="6146800"/>
          <p14:tracePt t="124078" x="5213350" y="6146800"/>
          <p14:tracePt t="124120" x="5219700" y="6146800"/>
          <p14:tracePt t="124190" x="5226050" y="6146800"/>
          <p14:tracePt t="124633" x="5232400" y="6146800"/>
          <p14:tracePt t="125005" x="5226050" y="6146800"/>
          <p14:tracePt t="125498" x="5213350" y="6146800"/>
          <p14:tracePt t="125507" x="5200650" y="6146800"/>
          <p14:tracePt t="125520" x="5187950" y="6140450"/>
          <p14:tracePt t="125526" x="5175250" y="6140450"/>
          <p14:tracePt t="125540" x="5156200" y="6134100"/>
          <p14:tracePt t="125555" x="5130800" y="6121400"/>
          <p14:tracePt t="125573" x="5118100" y="6115050"/>
          <p14:tracePt t="125590" x="5092700" y="6102350"/>
          <p14:tracePt t="125606" x="5073650" y="6096000"/>
          <p14:tracePt t="125622" x="5060950" y="6089650"/>
          <p14:tracePt t="125639" x="5048250" y="6089650"/>
          <p14:tracePt t="125656" x="5041900" y="6083300"/>
          <p14:tracePt t="125672" x="5029200" y="6083300"/>
          <p14:tracePt t="125689" x="5022850" y="6076950"/>
          <p14:tracePt t="125706" x="5016500" y="6076950"/>
          <p14:tracePt t="125722" x="5010150" y="6076950"/>
          <p14:tracePt t="125738" x="5003800" y="6076950"/>
          <p14:tracePt t="125755" x="5003800" y="6070600"/>
          <p14:tracePt t="125774" x="4997450" y="6070600"/>
          <p14:tracePt t="125808" x="4991100" y="6070600"/>
          <p14:tracePt t="125836" x="4984750" y="6070600"/>
          <p14:tracePt t="125871" x="4978400" y="6070600"/>
          <p14:tracePt t="125878" x="4972050" y="6070600"/>
          <p14:tracePt t="125941" x="4965700" y="6070600"/>
          <p14:tracePt t="125948" x="4959350" y="6070600"/>
          <p14:tracePt t="126012" x="4953000" y="6070600"/>
          <p14:tracePt t="126019" x="4946650" y="6070600"/>
          <p14:tracePt t="126138" x="4953000" y="6070600"/>
          <p14:tracePt t="126201" x="4959350" y="6070600"/>
          <p14:tracePt t="126222" x="4965700" y="6070600"/>
          <p14:tracePt t="126230" x="4972050" y="6070600"/>
          <p14:tracePt t="126239" x="4978400" y="6070600"/>
          <p14:tracePt t="126254" x="4991100" y="6070600"/>
          <p14:tracePt t="126270" x="4997450" y="6070600"/>
          <p14:tracePt t="126287" x="5041900" y="6076950"/>
          <p14:tracePt t="126303" x="5111750" y="6089650"/>
          <p14:tracePt t="126306" x="5162550" y="6096000"/>
          <p14:tracePt t="126336" x="5270500" y="6115050"/>
          <p14:tracePt t="126353" x="5365750" y="6127750"/>
          <p14:tracePt t="126370" x="5454650" y="6127750"/>
          <p14:tracePt t="126387" x="5480050" y="6140450"/>
          <p14:tracePt t="126403" x="5518150" y="6146800"/>
          <p14:tracePt t="126420" x="5537200" y="6146800"/>
          <p14:tracePt t="126461" x="5543550" y="6146800"/>
          <p14:tracePt t="126470" x="5549900" y="6146800"/>
          <p14:tracePt t="126486" x="5556250" y="6146800"/>
          <p14:tracePt t="126505" x="5562600" y="6146800"/>
          <p14:tracePt t="127195" x="5575300" y="6146800"/>
          <p14:tracePt t="127202" x="5594350" y="6146800"/>
          <p14:tracePt t="127216" x="5613400" y="6146800"/>
          <p14:tracePt t="127223" x="5645150" y="6146800"/>
          <p14:tracePt t="127237" x="5670550" y="6146800"/>
          <p14:tracePt t="127251" x="5702300" y="6146800"/>
          <p14:tracePt t="127267" x="5759450" y="6146800"/>
          <p14:tracePt t="127283" x="5784850" y="6146800"/>
          <p14:tracePt t="127301" x="5854700" y="6146800"/>
          <p14:tracePt t="127316" x="5899150" y="6146800"/>
          <p14:tracePt t="127333" x="5924550" y="6146800"/>
          <p14:tracePt t="127350" x="5949950" y="6146800"/>
          <p14:tracePt t="127366" x="5981700" y="6146800"/>
          <p14:tracePt t="127383" x="5994400" y="6146800"/>
          <p14:tracePt t="127400" x="6007100" y="6146800"/>
          <p14:tracePt t="127416" x="6026150" y="6146800"/>
          <p14:tracePt t="127433" x="6038850" y="6146800"/>
          <p14:tracePt t="127449" x="6057900" y="6153150"/>
          <p14:tracePt t="127465" x="6070600" y="6153150"/>
          <p14:tracePt t="127483" x="6083300" y="6153150"/>
          <p14:tracePt t="127499" x="6096000" y="6153150"/>
          <p14:tracePt t="127533" x="6121400" y="6159500"/>
          <p14:tracePt t="127549" x="6127750" y="6159500"/>
          <p14:tracePt t="127582" x="6153150" y="6159500"/>
          <p14:tracePt t="127599" x="6159500" y="6159500"/>
          <p14:tracePt t="128954" x="6121400" y="6165850"/>
          <p14:tracePt t="128962" x="6045200" y="6191250"/>
          <p14:tracePt t="128969" x="5962650" y="6210300"/>
          <p14:tracePt t="128983" x="5899150" y="6210300"/>
          <p14:tracePt t="128993" x="5822950" y="6229350"/>
          <p14:tracePt t="129011" x="5695950" y="6273800"/>
          <p14:tracePt t="129028" x="5588000" y="6292850"/>
          <p14:tracePt t="129044" x="5562600" y="6299200"/>
          <p14:tracePt t="129061" x="5505450" y="6299200"/>
          <p14:tracePt t="129077" x="5454650" y="6299200"/>
          <p14:tracePt t="129094" x="5435600" y="6299200"/>
          <p14:tracePt t="129111" x="5403850" y="6299200"/>
          <p14:tracePt t="129127" x="5391150" y="6299200"/>
          <p14:tracePt t="129145" x="5346700" y="6292850"/>
          <p14:tracePt t="129160" x="5334000" y="6286500"/>
          <p14:tracePt t="129177" x="5321300" y="6286500"/>
          <p14:tracePt t="129194" x="5295900" y="6280150"/>
          <p14:tracePt t="129210" x="5270500" y="6280150"/>
          <p14:tracePt t="129227" x="5257800" y="6280150"/>
          <p14:tracePt t="129243" x="5238750" y="6280150"/>
          <p14:tracePt t="129260" x="5226050" y="6280150"/>
          <p14:tracePt t="129293" x="5213350" y="6280150"/>
          <p14:tracePt t="129310" x="5207000" y="6280150"/>
          <p14:tracePt t="129327" x="5194300" y="6280150"/>
          <p14:tracePt t="129376" x="5187950" y="6280150"/>
          <p14:tracePt t="129411" x="5181600" y="6280150"/>
          <p14:tracePt t="129426" x="5175250" y="6280150"/>
          <p14:tracePt t="129460" x="5168900" y="6280150"/>
          <p14:tracePt t="129502" x="5162550" y="6280150"/>
          <p14:tracePt t="129962" x="5156200" y="6248400"/>
          <p14:tracePt t="129969" x="5149850" y="6197600"/>
          <p14:tracePt t="129983" x="5137150" y="6121400"/>
          <p14:tracePt t="129994" x="5118100" y="6026150"/>
          <p14:tracePt t="130007" x="5111750" y="5937250"/>
          <p14:tracePt t="130024" x="5086350" y="5721350"/>
          <p14:tracePt t="130041" x="5067300" y="5441950"/>
          <p14:tracePt t="130057" x="5067300" y="5302250"/>
          <p14:tracePt t="130075" x="5041900" y="5035550"/>
          <p14:tracePt t="130090" x="5035550" y="4806950"/>
          <p14:tracePt t="130107" x="5035550" y="4718050"/>
          <p14:tracePt t="130126" x="5029200" y="4591050"/>
          <p14:tracePt t="130140" x="5029200" y="4533900"/>
          <p14:tracePt t="130157" x="5041900" y="4438650"/>
          <p14:tracePt t="130174" x="5041900" y="4413250"/>
          <p14:tracePt t="130190" x="5048250" y="4356100"/>
          <p14:tracePt t="130207" x="5048250" y="4337050"/>
          <p14:tracePt t="130224" x="5060950" y="4292600"/>
          <p14:tracePt t="130240" x="5067300" y="4260850"/>
          <p14:tracePt t="130258" x="5073650" y="4241800"/>
          <p14:tracePt t="130273" x="5080000" y="4229100"/>
          <p14:tracePt t="130290" x="5080000" y="4222750"/>
          <p14:tracePt t="130307" x="5086350" y="4216400"/>
          <p14:tracePt t="130323" x="5099050" y="4191000"/>
          <p14:tracePt t="130340" x="5105400" y="4184650"/>
          <p14:tracePt t="130357" x="5111750" y="4159250"/>
          <p14:tracePt t="130373" x="5118100" y="4133850"/>
          <p14:tracePt t="130407" x="5124450" y="4121150"/>
          <p14:tracePt t="130422" x="5124450" y="4114800"/>
          <p14:tracePt t="130439" x="5124450" y="4102100"/>
          <p14:tracePt t="130456" x="5124450" y="4095750"/>
          <p14:tracePt t="130472" x="5124450" y="4089400"/>
          <p14:tracePt t="130490" x="5130800" y="4070350"/>
          <p14:tracePt t="130506" x="5137150" y="4051300"/>
          <p14:tracePt t="130522" x="5143500" y="4032250"/>
          <p14:tracePt t="130539" x="5149850" y="4000500"/>
          <p14:tracePt t="130555" x="5156200" y="3968750"/>
          <p14:tracePt t="130572" x="5168900" y="3943350"/>
          <p14:tracePt t="130589" x="5181600" y="3917950"/>
          <p14:tracePt t="130605" x="5187950" y="3892550"/>
          <p14:tracePt t="130622" x="5187950" y="3886200"/>
          <p14:tracePt t="130639" x="5187950" y="3879850"/>
          <p14:tracePt t="130655" x="5194300" y="3879850"/>
          <p14:tracePt t="130688" x="5194300" y="3873500"/>
          <p14:tracePt t="130742" x="5194300" y="3867150"/>
          <p14:tracePt t="130834" x="5194300" y="3860800"/>
          <p14:tracePt t="130862" x="5187950" y="3854450"/>
          <p14:tracePt t="130905" x="5181600" y="3854450"/>
          <p14:tracePt t="130932" x="5175250" y="3854450"/>
          <p14:tracePt t="130953" x="5168900" y="3848100"/>
          <p14:tracePt t="130989" x="5168900" y="3841750"/>
          <p14:tracePt t="130996" x="5162550" y="3841750"/>
          <p14:tracePt t="131017" x="5162550" y="3835400"/>
          <p14:tracePt t="131038" x="5156200" y="3829050"/>
          <p14:tracePt t="131045" x="5149850" y="3816350"/>
          <p14:tracePt t="131059" x="5143500" y="3803650"/>
          <p14:tracePt t="131070" x="5137150" y="3790950"/>
          <p14:tracePt t="131088" x="5118100" y="3740150"/>
          <p14:tracePt t="131103" x="5111750" y="3721100"/>
          <p14:tracePt t="131120" x="5086350" y="3644900"/>
          <p14:tracePt t="131137" x="5080000" y="3606800"/>
          <p14:tracePt t="131153" x="5054600" y="3524250"/>
          <p14:tracePt t="131170" x="5041900" y="3448050"/>
          <p14:tracePt t="131187" x="5022850" y="3365500"/>
          <p14:tracePt t="131203" x="5016500" y="3327400"/>
          <p14:tracePt t="131220" x="4997450" y="3232150"/>
          <p14:tracePt t="131237" x="4978400" y="3149600"/>
          <p14:tracePt t="131253" x="4965700" y="3105150"/>
          <p14:tracePt t="131271" x="4940300" y="3048000"/>
          <p14:tracePt t="131286" x="4933950" y="3016250"/>
          <p14:tracePt t="131303" x="4914900" y="2984500"/>
          <p14:tracePt t="131320" x="4902200" y="2946400"/>
          <p14:tracePt t="131336" x="4883150" y="2927350"/>
          <p14:tracePt t="131353" x="4864100" y="2889250"/>
          <p14:tracePt t="131369" x="4845050" y="2857500"/>
          <p14:tracePt t="131386" x="4845050" y="2838450"/>
          <p14:tracePt t="131403" x="4819650" y="2787650"/>
          <p14:tracePt t="131419" x="4806950" y="2736850"/>
          <p14:tracePt t="131436" x="4800600" y="2705100"/>
          <p14:tracePt t="131453" x="4787900" y="2654300"/>
          <p14:tracePt t="131469" x="4781550" y="2616200"/>
          <p14:tracePt t="131486" x="4775200" y="2597150"/>
          <p14:tracePt t="131504" x="4775200" y="2546350"/>
          <p14:tracePt t="131519" x="4775200" y="2527300"/>
          <p14:tracePt t="131536" x="4775200" y="2495550"/>
          <p14:tracePt t="131552" x="4775200" y="2438400"/>
          <p14:tracePt t="131569" x="4787900" y="2381250"/>
          <p14:tracePt t="131585" x="4813300" y="2330450"/>
          <p14:tracePt t="131602" x="4826000" y="2279650"/>
          <p14:tracePt t="131618" x="4838700" y="2266950"/>
          <p14:tracePt t="131636" x="4851400" y="2228850"/>
          <p14:tracePt t="131652" x="4864100" y="2203450"/>
          <p14:tracePt t="131668" x="4870450" y="2190750"/>
          <p14:tracePt t="131685" x="4870450" y="2184400"/>
          <p14:tracePt t="131702" x="4876800" y="2178050"/>
          <p14:tracePt t="131769" x="4876800" y="2184400"/>
          <p14:tracePt t="131797" x="4876800" y="2190750"/>
          <p14:tracePt t="131811" x="4876800" y="2197100"/>
          <p14:tracePt t="131839" x="4876800" y="2209800"/>
          <p14:tracePt t="131888" x="4876800" y="2216150"/>
          <p14:tracePt t="131916" x="4876800" y="2228850"/>
          <p14:tracePt t="131938" x="4876800" y="2235200"/>
          <p14:tracePt t="131945" x="4876800" y="2241550"/>
          <p14:tracePt t="131954" x="4876800" y="2254250"/>
          <p14:tracePt t="131968" x="4883150" y="2254250"/>
          <p14:tracePt t="131984" x="4883150" y="2286000"/>
          <p14:tracePt t="132002" x="4895850" y="2330450"/>
          <p14:tracePt t="132017" x="4895850" y="2355850"/>
          <p14:tracePt t="132034" x="4902200" y="2406650"/>
          <p14:tracePt t="132052" x="4921250" y="2489200"/>
          <p14:tracePt t="132067" x="4921250" y="2514600"/>
          <p14:tracePt t="132083" x="4946650" y="2597150"/>
          <p14:tracePt t="132100" x="4959350" y="2667000"/>
          <p14:tracePt t="132117" x="4978400" y="2698750"/>
          <p14:tracePt t="132134" x="4997450" y="2762250"/>
          <p14:tracePt t="132150" x="5010150" y="2819400"/>
          <p14:tracePt t="132166" x="5029200" y="2838450"/>
          <p14:tracePt t="132183" x="5029200" y="2863850"/>
          <p14:tracePt t="132200" x="5048250" y="2908300"/>
          <p14:tracePt t="132217" x="5054600" y="2921000"/>
          <p14:tracePt t="132234" x="5067300" y="2952750"/>
          <p14:tracePt t="132250" x="5073650" y="2978150"/>
          <p14:tracePt t="132266" x="5092700" y="3009900"/>
          <p14:tracePt t="132283" x="5099050" y="3060700"/>
          <p14:tracePt t="132300" x="5111750" y="3092450"/>
          <p14:tracePt t="132316" x="5130800" y="3149600"/>
          <p14:tracePt t="132333" x="5149850" y="3219450"/>
          <p14:tracePt t="132349" x="5156200" y="3263900"/>
          <p14:tracePt t="132367" x="5156200" y="3321050"/>
          <p14:tracePt t="132382" x="5156200" y="3359150"/>
          <p14:tracePt t="132399" x="5156200" y="3378200"/>
          <p14:tracePt t="132416" x="5156200" y="3409950"/>
          <p14:tracePt t="132432" x="5149850" y="3422650"/>
          <p14:tracePt t="132450" x="5149850" y="3429000"/>
          <p14:tracePt t="132466" x="5137150" y="3435350"/>
          <p14:tracePt t="132482" x="5118100" y="3454400"/>
          <p14:tracePt t="132499" x="5105400" y="3460750"/>
          <p14:tracePt t="132521" x="5060950" y="3467100"/>
          <p14:tracePt t="132532" x="5003800" y="3473450"/>
          <p14:tracePt t="132549" x="4959350" y="3473450"/>
          <p14:tracePt t="132566" x="4857750" y="3473450"/>
          <p14:tracePt t="132582" x="4787900" y="3473450"/>
          <p14:tracePt t="132599" x="4648200" y="3473450"/>
          <p14:tracePt t="132615" x="4533900" y="3473450"/>
          <p14:tracePt t="132632" x="4483100" y="3479800"/>
          <p14:tracePt t="132649" x="4356100" y="3517900"/>
          <p14:tracePt t="132665" x="4260850" y="3562350"/>
          <p14:tracePt t="132682" x="4191000" y="3581400"/>
          <p14:tracePt t="132698" x="4070350" y="3632200"/>
          <p14:tracePt t="132715" x="3968750" y="3676650"/>
          <p14:tracePt t="132731" x="3924300" y="3689350"/>
          <p14:tracePt t="132749" x="3841750" y="3727450"/>
          <p14:tracePt t="132764" x="3797300" y="3746500"/>
          <p14:tracePt t="132782" x="3759200" y="3759200"/>
          <p14:tracePt t="132798" x="3746500" y="3765550"/>
          <p14:tracePt t="132814" x="3733800" y="3765550"/>
          <p14:tracePt t="132831" x="3695700" y="3771900"/>
          <p14:tracePt t="132847" x="3676650" y="3771900"/>
          <p14:tracePt t="132865" x="3651250" y="3771900"/>
          <p14:tracePt t="132881" x="3625850" y="3771900"/>
          <p14:tracePt t="132897" x="3606800" y="3771900"/>
          <p14:tracePt t="132914" x="3600450" y="3771900"/>
          <p14:tracePt t="132931" x="3581400" y="3771900"/>
          <p14:tracePt t="132948" x="3568700" y="3765550"/>
          <p14:tracePt t="132964" x="3562350" y="3765550"/>
          <p14:tracePt t="132997" x="3556000" y="3765550"/>
          <p14:tracePt t="133027" x="3549650" y="3765550"/>
          <p14:tracePt t="133083" x="3549650" y="3759200"/>
          <p14:tracePt t="133126" x="3556000" y="3759200"/>
          <p14:tracePt t="133132" x="3562350" y="3759200"/>
          <p14:tracePt t="133153" x="3575050" y="3759200"/>
          <p14:tracePt t="133168" x="3587750" y="3759200"/>
          <p14:tracePt t="133179" x="3613150" y="3759200"/>
          <p14:tracePt t="133197" x="3638550" y="3765550"/>
          <p14:tracePt t="133213" x="3721100" y="3784600"/>
          <p14:tracePt t="133230" x="3841750" y="3810000"/>
          <p14:tracePt t="133246" x="3975100" y="3829050"/>
          <p14:tracePt t="133263" x="4038600" y="3835400"/>
          <p14:tracePt t="133280" x="4159250" y="3854450"/>
          <p14:tracePt t="133296" x="4241800" y="3873500"/>
          <p14:tracePt t="133313" x="4273550" y="3879850"/>
          <p14:tracePt t="133330" x="4298950" y="3879850"/>
          <p14:tracePt t="133346" x="4311650" y="3886200"/>
          <p14:tracePt t="133363" x="4318000" y="3886200"/>
          <p14:tracePt t="133414" x="4324350" y="3886200"/>
          <p14:tracePt t="133456" x="4324350" y="3892550"/>
          <p14:tracePt t="133484" x="4324350" y="3898900"/>
          <p14:tracePt t="133956" x="4343400" y="3898900"/>
          <p14:tracePt t="133970" x="4362450" y="3898900"/>
          <p14:tracePt t="133980" x="4394200" y="3898900"/>
          <p14:tracePt t="133994" x="4419600" y="3886200"/>
          <p14:tracePt t="134010" x="4495800" y="3873500"/>
          <p14:tracePt t="134028" x="4578350" y="3854450"/>
          <p14:tracePt t="134044" x="4616450" y="3848100"/>
          <p14:tracePt t="134061" x="4667250" y="3848100"/>
          <p14:tracePt t="134077" x="4787900" y="3841750"/>
          <p14:tracePt t="134093" x="4832350" y="3829050"/>
          <p14:tracePt t="134110" x="4851400" y="3829050"/>
          <p14:tracePt t="134126" x="4927600" y="3822700"/>
          <p14:tracePt t="134143" x="4946650" y="3822700"/>
          <p14:tracePt t="134161" x="4997450" y="3816350"/>
          <p14:tracePt t="134176" x="5029200" y="3816350"/>
          <p14:tracePt t="134193" x="5067300" y="3810000"/>
          <p14:tracePt t="134211" x="5099050" y="3803650"/>
          <p14:tracePt t="134226" x="5124450" y="3797300"/>
          <p14:tracePt t="134243" x="5143500" y="3797300"/>
          <p14:tracePt t="134259" x="5175250" y="3790950"/>
          <p14:tracePt t="134276" x="5181600" y="3790950"/>
          <p14:tracePt t="134293" x="5200650" y="3790950"/>
          <p14:tracePt t="134310" x="5213350" y="3790950"/>
          <p14:tracePt t="134326" x="5219700" y="3784600"/>
          <p14:tracePt t="134359" x="5238750" y="3784600"/>
          <p14:tracePt t="134376" x="5245100" y="3784600"/>
          <p14:tracePt t="134393" x="5257800" y="3784600"/>
          <p14:tracePt t="134409" x="5257800" y="3778250"/>
          <p14:tracePt t="134425" x="5270500" y="3778250"/>
          <p14:tracePt t="134428" x="5283200" y="3771900"/>
          <p14:tracePt t="134444" x="5289550" y="3771900"/>
          <p14:tracePt t="134459" x="5295900" y="3771900"/>
          <p14:tracePt t="134475" x="5308600" y="3765550"/>
          <p14:tracePt t="134492" x="5327650" y="3759200"/>
          <p14:tracePt t="134526" x="5340350" y="3752850"/>
          <p14:tracePt t="134542" x="5353050" y="3746500"/>
          <p14:tracePt t="134558" x="5359400" y="3746500"/>
          <p14:tracePt t="134575" x="5372100" y="3746500"/>
          <p14:tracePt t="134631" x="5378450" y="3746500"/>
          <p14:tracePt t="134638" x="5384800" y="3746500"/>
          <p14:tracePt t="134701" x="5391150" y="3740150"/>
          <p14:tracePt t="134744" x="5397500" y="3740150"/>
          <p14:tracePt t="134793" x="5397500" y="3733800"/>
          <p14:tracePt t="134821" x="5391150" y="3733800"/>
          <p14:tracePt t="134849" x="5384800" y="3733800"/>
          <p14:tracePt t="134863" x="5378450" y="3727450"/>
          <p14:tracePt t="134884" x="5372100" y="3727450"/>
          <p14:tracePt t="134892" x="5359400" y="3721100"/>
          <p14:tracePt t="134906" x="5353050" y="3714750"/>
          <p14:tracePt t="134912" x="5346700" y="3714750"/>
          <p14:tracePt t="134923" x="5340350" y="3708400"/>
          <p14:tracePt t="134940" x="5327650" y="3702050"/>
          <p14:tracePt t="134957" x="5289550" y="3683000"/>
          <p14:tracePt t="134973" x="5276850" y="3670300"/>
          <p14:tracePt t="134991" x="5245100" y="3651250"/>
          <p14:tracePt t="135007" x="5238750" y="3644900"/>
          <p14:tracePt t="135024" x="5238750" y="3638550"/>
          <p14:tracePt t="135123" x="5245100" y="3638550"/>
          <p14:tracePt t="135130" x="5251450" y="3638550"/>
          <p14:tracePt t="135151" x="5257800" y="3638550"/>
          <p14:tracePt t="135174" x="5264150" y="3638550"/>
          <p14:tracePt t="135222" x="5264150" y="3644900"/>
          <p14:tracePt t="135243" x="5270500" y="3644900"/>
          <p14:tracePt t="135264" x="5276850" y="3644900"/>
          <p14:tracePt t="135292" x="5283200" y="3644900"/>
          <p14:tracePt t="135313" x="5289550" y="3651250"/>
          <p14:tracePt t="135334" x="5289550" y="3657600"/>
          <p14:tracePt t="135341" x="5289550" y="3663950"/>
          <p14:tracePt t="135362" x="5295900" y="3663950"/>
          <p14:tracePt t="135376" x="5295900" y="3670300"/>
          <p14:tracePt t="135391" x="5295900" y="3676650"/>
          <p14:tracePt t="135397" x="5295900" y="3683000"/>
          <p14:tracePt t="135408" x="5295900" y="3689350"/>
          <p14:tracePt t="135422" x="5295900" y="3702050"/>
          <p14:tracePt t="135439" x="5302250" y="3752850"/>
          <p14:tracePt t="135455" x="5308600" y="3867150"/>
          <p14:tracePt t="135472" x="5308600" y="3943350"/>
          <p14:tracePt t="135489" x="5321300" y="4121150"/>
          <p14:tracePt t="135505" x="5334000" y="4362450"/>
          <p14:tracePt t="135522" x="5334000" y="4489450"/>
          <p14:tracePt t="135539" x="5340350" y="4756150"/>
          <p14:tracePt t="135555" x="5340350" y="5003800"/>
          <p14:tracePt t="135572" x="5340350" y="5118100"/>
          <p14:tracePt t="135589" x="5340350" y="5359400"/>
          <p14:tracePt t="135605" x="5340350" y="5461000"/>
          <p14:tracePt t="135621" x="5314950" y="5689600"/>
          <p14:tracePt t="135638" x="5295900" y="5880100"/>
          <p14:tracePt t="135654" x="5276850" y="5962650"/>
          <p14:tracePt t="135671" x="5226050" y="6121400"/>
          <p14:tracePt t="135688" x="5162550" y="6248400"/>
          <p14:tracePt t="135704" x="5105400" y="6273800"/>
          <p14:tracePt t="135721" x="5048250" y="6292850"/>
          <p14:tracePt t="136245" x="5035550" y="6292850"/>
          <p14:tracePt t="136259" x="5016500" y="6286500"/>
          <p14:tracePt t="136266" x="4997450" y="6286500"/>
          <p14:tracePt t="136281" x="4972050" y="6280150"/>
          <p14:tracePt t="136289" x="4946650" y="6261100"/>
          <p14:tracePt t="136305" x="4914900" y="6261100"/>
          <p14:tracePt t="136319" x="4845050" y="6235700"/>
          <p14:tracePt t="136336" x="4787900" y="6229350"/>
          <p14:tracePt t="136352" x="4673600" y="6210300"/>
          <p14:tracePt t="136369" x="4597400" y="6210300"/>
          <p14:tracePt t="136385" x="4527550" y="6210300"/>
          <p14:tracePt t="136402" x="4400550" y="6210300"/>
          <p14:tracePt t="136418" x="4298950" y="6210300"/>
          <p14:tracePt t="136436" x="4248150" y="6197600"/>
          <p14:tracePt t="136452" x="4222750" y="6191250"/>
          <p14:tracePt t="136557" x="4229100" y="6191250"/>
          <p14:tracePt t="136562" x="4235450" y="6191250"/>
          <p14:tracePt t="136590" x="4241800" y="6184900"/>
          <p14:tracePt t="136611" x="4248150" y="6184900"/>
          <p14:tracePt t="136625" x="4254500" y="6184900"/>
          <p14:tracePt t="136639" x="4260850" y="6184900"/>
          <p14:tracePt t="136653" x="4267200" y="6184900"/>
          <p14:tracePt t="136660" x="4273550" y="6184900"/>
          <p14:tracePt t="136681" x="4279900" y="6184900"/>
          <p14:tracePt t="136688" x="4279900" y="6178550"/>
          <p14:tracePt t="136704" x="4286250" y="6178550"/>
          <p14:tracePt t="136717" x="4292600" y="6178550"/>
          <p14:tracePt t="136734" x="4318000" y="6172200"/>
          <p14:tracePt t="136751" x="4337050" y="6165850"/>
          <p14:tracePt t="136767" x="4400550" y="6140450"/>
          <p14:tracePt t="136784" x="4483100" y="6127750"/>
          <p14:tracePt t="136801" x="4521200" y="6121400"/>
          <p14:tracePt t="136817" x="4616450" y="6102350"/>
          <p14:tracePt t="136834" x="4711700" y="6083300"/>
          <p14:tracePt t="136851" x="4806950" y="6070600"/>
          <p14:tracePt t="136867" x="4851400" y="6057900"/>
          <p14:tracePt t="136884" x="4908550" y="6051550"/>
          <p14:tracePt t="136901" x="4959350" y="6045200"/>
          <p14:tracePt t="136917" x="4965700" y="6045200"/>
          <p14:tracePt t="136933" x="4972050" y="6045200"/>
          <p14:tracePt t="136950" x="4997450" y="6045200"/>
          <p14:tracePt t="136970" x="5010150" y="6045200"/>
          <p14:tracePt t="136986" x="5022850" y="6045200"/>
          <p14:tracePt t="137005" x="5035550" y="6038850"/>
          <p14:tracePt t="137016" x="5041900" y="6032500"/>
          <p14:tracePt t="137487" x="5029200" y="6032500"/>
          <p14:tracePt t="137493" x="5022850" y="6032500"/>
          <p14:tracePt t="137508" x="5016500" y="6032500"/>
          <p14:tracePt t="137517" x="5010150" y="6032500"/>
          <p14:tracePt t="137531" x="5003800" y="6032500"/>
          <p14:tracePt t="137549" x="4991100" y="6032500"/>
          <p14:tracePt t="137564" x="4984750" y="6032500"/>
          <p14:tracePt t="137581" x="4978400" y="6032500"/>
          <p14:tracePt t="137598" x="4965700" y="6032500"/>
          <p14:tracePt t="137614" x="4946650" y="6038850"/>
          <p14:tracePt t="137631" x="4940300" y="6038850"/>
          <p14:tracePt t="137648" x="4933950" y="6045200"/>
          <p14:tracePt t="137664" x="4921250" y="6051550"/>
          <p14:tracePt t="137681" x="4914900" y="6051550"/>
          <p14:tracePt t="137698" x="4908550" y="6057900"/>
          <p14:tracePt t="137714" x="4902200" y="6064250"/>
          <p14:tracePt t="137731" x="4895850" y="6076950"/>
          <p14:tracePt t="137748" x="4883150" y="6083300"/>
          <p14:tracePt t="137764" x="4876800" y="6089650"/>
          <p14:tracePt t="137781" x="4864100" y="6096000"/>
          <p14:tracePt t="137813" x="4857750" y="6096000"/>
          <p14:tracePt t="137838" x="4857750" y="6102350"/>
          <p14:tracePt t="137873" x="4857750" y="6108700"/>
          <p14:tracePt t="137908" x="4851400" y="6115050"/>
          <p14:tracePt t="138225" x="4857750" y="6115050"/>
          <p14:tracePt t="138246" x="4864100" y="6115050"/>
          <p14:tracePt t="138260" x="4870450" y="6115050"/>
          <p14:tracePt t="138267" x="4876800" y="6115050"/>
          <p14:tracePt t="138282" x="4889500" y="6115050"/>
          <p14:tracePt t="138295" x="4914900" y="6108700"/>
          <p14:tracePt t="138312" x="4940300" y="6108700"/>
          <p14:tracePt t="138328" x="4959350" y="6108700"/>
          <p14:tracePt t="138345" x="5010150" y="6102350"/>
          <p14:tracePt t="138362" x="5060950" y="6096000"/>
          <p14:tracePt t="138379" x="5080000" y="6096000"/>
          <p14:tracePt t="138395" x="5105400" y="6089650"/>
          <p14:tracePt t="138412" x="5130800" y="6083300"/>
          <p14:tracePt t="138430" x="5149850" y="6083300"/>
          <p14:tracePt t="138527" x="5149850" y="6089650"/>
          <p14:tracePt t="138860" x="5143500" y="6089650"/>
          <p14:tracePt t="138874" x="5130800" y="6089650"/>
          <p14:tracePt t="138880" x="5111750" y="6089650"/>
          <p14:tracePt t="138893" x="5092700" y="6089650"/>
          <p14:tracePt t="138910" x="5035550" y="6089650"/>
          <p14:tracePt t="138926" x="5003800" y="6089650"/>
          <p14:tracePt t="138944" x="4965700" y="6096000"/>
          <p14:tracePt t="138959" x="4908550" y="6108700"/>
          <p14:tracePt t="138976" x="4883150" y="6108700"/>
          <p14:tracePt t="138979" x="4857750" y="6108700"/>
          <p14:tracePt t="138995" x="4838700" y="6108700"/>
          <p14:tracePt t="139009" x="4819650" y="6108700"/>
          <p14:tracePt t="139026" x="4775200" y="6115050"/>
          <p14:tracePt t="139043" x="4743450" y="6121400"/>
          <p14:tracePt t="139059" x="4737100" y="6121400"/>
          <p14:tracePt t="139076" x="4724400" y="6127750"/>
          <p14:tracePt t="139093" x="4718050" y="6127750"/>
          <p14:tracePt t="139183" x="4724400" y="6127750"/>
          <p14:tracePt t="139211" x="4730750" y="6127750"/>
          <p14:tracePt t="139253" x="4737100" y="6127750"/>
          <p14:tracePt t="139330" x="4743450" y="6127750"/>
          <p14:tracePt t="139365" x="4743450" y="6134100"/>
          <p14:tracePt t="139394" x="4743450" y="6140450"/>
          <p14:tracePt t="139422" x="4743450" y="6146800"/>
          <p14:tracePt t="139443" x="4743450" y="6153150"/>
          <p14:tracePt t="139450" x="4743450" y="6159500"/>
          <p14:tracePt t="139485" x="4743450" y="6165850"/>
          <p14:tracePt t="139541" x="4749800" y="6165850"/>
          <p14:tracePt t="139555" x="4756150" y="6165850"/>
          <p14:tracePt t="139562" x="4762500" y="6165850"/>
          <p14:tracePt t="139577" x="4768850" y="6165850"/>
          <p14:tracePt t="139594" x="4775200" y="6165850"/>
          <p14:tracePt t="139612" x="4781550" y="6165850"/>
          <p14:tracePt t="139654" x="4787900" y="6159500"/>
          <p14:tracePt t="139661" x="4794250" y="6159500"/>
          <p14:tracePt t="139676" x="4800600" y="6159500"/>
          <p14:tracePt t="139690" x="4800600" y="6153150"/>
          <p14:tracePt t="139707" x="4813300" y="6146800"/>
          <p14:tracePt t="139724" x="4819650" y="6140450"/>
          <p14:tracePt t="139756" x="4826000" y="6134100"/>
          <p14:tracePt t="139776" x="4832350" y="6134100"/>
          <p14:tracePt t="139794" x="4838700" y="6134100"/>
          <p14:tracePt t="139806" x="4845050" y="6134100"/>
          <p14:tracePt t="139824" x="4851400" y="6127750"/>
          <p14:tracePt t="139865" x="4857750" y="6127750"/>
          <p14:tracePt t="139893" x="4864100" y="6127750"/>
          <p14:tracePt t="139914" x="4870450" y="6127750"/>
          <p14:tracePt t="139942" x="4876800" y="6127750"/>
          <p14:tracePt t="139963" x="4883150" y="6127750"/>
          <p14:tracePt t="139985" x="4889500" y="6127750"/>
          <p14:tracePt t="140034" x="4895850" y="6127750"/>
          <p14:tracePt t="140054" x="4902200" y="6134100"/>
          <p14:tracePt t="140076" x="4908550" y="6134100"/>
          <p14:tracePt t="140118" x="4914900" y="6140450"/>
          <p14:tracePt t="140153" x="4914900" y="6146800"/>
          <p14:tracePt t="140167" x="4908550" y="6146800"/>
          <p14:tracePt t="140175" x="4902200" y="6146800"/>
          <p14:tracePt t="140195" x="4895850" y="6146800"/>
          <p14:tracePt t="140216" x="4895850" y="6153150"/>
          <p14:tracePt t="140224" x="4889500" y="6153150"/>
          <p14:tracePt t="140245" x="4883150" y="6153150"/>
          <p14:tracePt t="140259" x="4876800" y="6153150"/>
          <p14:tracePt t="140287" x="4870450" y="6159500"/>
          <p14:tracePt t="140315" x="4864100" y="6165850"/>
          <p14:tracePt t="140350" x="4857750" y="6165850"/>
          <p14:tracePt t="140385" x="4851400" y="6165850"/>
          <p14:tracePt t="140420" x="4845050" y="6165850"/>
          <p14:tracePt t="140505" x="4851400" y="6165850"/>
          <p14:tracePt t="140575" x="4857750" y="6165850"/>
          <p14:tracePt t="140596" x="4864100" y="6165850"/>
          <p14:tracePt t="140638" x="4870450" y="6165850"/>
          <p14:tracePt t="140681" x="4876800" y="6165850"/>
          <p14:tracePt t="140709" x="4883150" y="6165850"/>
          <p14:tracePt t="140750" x="4889500" y="6165850"/>
          <p14:tracePt t="140786" x="4889500" y="6172200"/>
          <p14:tracePt t="140821" x="4889500" y="6178550"/>
          <p14:tracePt t="140828" x="4883150" y="6184900"/>
          <p14:tracePt t="140842" x="4876800" y="6184900"/>
          <p14:tracePt t="140856" x="4870450" y="6184900"/>
          <p14:tracePt t="140876" x="4864100" y="6184900"/>
          <p14:tracePt t="140898" x="4857750" y="6184900"/>
          <p14:tracePt t="140926" x="4857750" y="6178550"/>
          <p14:tracePt t="140947" x="4851400" y="6172200"/>
          <p14:tracePt t="140968" x="4845050" y="6165850"/>
          <p14:tracePt t="140982" x="4845050" y="6159500"/>
          <p14:tracePt t="140989" x="4845050" y="6153150"/>
          <p14:tracePt t="141011" x="4845050" y="6146800"/>
          <p14:tracePt t="141019" x="4845050" y="6140450"/>
          <p14:tracePt t="141035" x="4845050" y="6134100"/>
          <p14:tracePt t="141067" x="4845050" y="6127750"/>
          <p14:tracePt t="141088" x="4845050" y="6121400"/>
          <p14:tracePt t="141109" x="4845050" y="6115050"/>
          <p14:tracePt t="141173" x="4851400" y="6108700"/>
          <p14:tracePt t="141201" x="4857750" y="6108700"/>
          <p14:tracePt t="141228" x="4864100" y="6115050"/>
          <p14:tracePt t="141250" x="4864100" y="6121400"/>
          <p14:tracePt t="141271" x="4864100" y="6127750"/>
          <p14:tracePt t="141320" x="4864100" y="6134100"/>
          <p14:tracePt t="141341" x="4857750" y="6140450"/>
          <p14:tracePt t="141369" x="4857750" y="6146800"/>
          <p14:tracePt t="141390" x="4851400" y="6146800"/>
          <p14:tracePt t="141412" x="4845050" y="6146800"/>
          <p14:tracePt t="141419" x="4845050" y="6153150"/>
          <p14:tracePt t="141432" x="4838700" y="6153150"/>
          <p14:tracePt t="141475" x="4832350" y="6153150"/>
          <p14:tracePt t="141482" x="4826000" y="6146800"/>
          <p14:tracePt t="141503" x="4826000" y="6140450"/>
          <p14:tracePt t="141524" x="4826000" y="6134100"/>
          <p14:tracePt t="141545" x="4826000" y="6127750"/>
          <p14:tracePt t="141552" x="4826000" y="6121400"/>
          <p14:tracePt t="141559" x="4826000" y="6115050"/>
          <p14:tracePt t="141580" x="4826000" y="6108700"/>
          <p14:tracePt t="141594" x="4826000" y="6102350"/>
          <p14:tracePt t="141622" x="4826000" y="6096000"/>
          <p14:tracePt t="141693" x="4832350" y="6096000"/>
          <p14:tracePt t="141721" x="4838700" y="6096000"/>
          <p14:tracePt t="141791" x="4838700" y="6102350"/>
          <p14:tracePt t="141826" x="4838700" y="6108700"/>
          <p14:tracePt t="141834" x="4832350" y="6108700"/>
          <p14:tracePt t="141840" x="4832350" y="6115050"/>
          <p14:tracePt t="141862" x="4826000" y="6121400"/>
          <p14:tracePt t="141932" x="4826000" y="6115050"/>
          <p14:tracePt t="141980" x="4832350" y="6108700"/>
          <p14:tracePt t="142016" x="4838700" y="6102350"/>
          <p14:tracePt t="142044" x="4845050" y="6102350"/>
          <p14:tracePt t="142093" x="4851400" y="6102350"/>
          <p14:tracePt t="142142" x="4851400" y="6108700"/>
          <p14:tracePt t="142185" x="4851400" y="6115050"/>
          <p14:tracePt t="142191" x="4851400" y="6121400"/>
          <p14:tracePt t="142227" x="4851400" y="6127750"/>
          <p14:tracePt t="142318" x="4857750" y="6127750"/>
          <p14:tracePt t="142346" x="4864100" y="6127750"/>
          <p14:tracePt t="142375" x="4870450" y="6127750"/>
          <p14:tracePt t="142396" x="4876800" y="6127750"/>
          <p14:tracePt t="142402" x="4883150" y="6127750"/>
          <p14:tracePt t="142418" x="4889500" y="6127750"/>
          <p14:tracePt t="142438" x="4902200" y="6127750"/>
          <p14:tracePt t="142447" x="4927600" y="6121400"/>
          <p14:tracePt t="142464" x="4953000" y="6121400"/>
          <p14:tracePt t="142481" x="5048250" y="6108700"/>
          <p14:tracePt t="142497" x="5175250" y="6089650"/>
          <p14:tracePt t="142515" x="5264150" y="6076950"/>
          <p14:tracePt t="142530" x="5461000" y="6038850"/>
          <p14:tracePt t="142548" x="5645150" y="6007100"/>
          <p14:tracePt t="142565" x="5772150" y="5988050"/>
          <p14:tracePt t="142580" x="5829300" y="5981700"/>
          <p14:tracePt t="142597" x="5867400" y="5969000"/>
          <p14:tracePt t="142614" x="5981700" y="5956300"/>
          <p14:tracePt t="142630" x="6000750" y="5956300"/>
          <p14:tracePt t="142647" x="6019800" y="5956300"/>
          <p14:tracePt t="142663" x="6083300" y="5943600"/>
          <p14:tracePt t="142679" x="6096000" y="5943600"/>
          <p14:tracePt t="142697" x="6115050" y="5943600"/>
          <p14:tracePt t="142713" x="6153150" y="5937250"/>
          <p14:tracePt t="142730" x="6191250" y="5937250"/>
          <p14:tracePt t="142747" x="6229350" y="5937250"/>
          <p14:tracePt t="142763" x="6248400" y="5937250"/>
          <p14:tracePt t="142780" x="6292850" y="5937250"/>
          <p14:tracePt t="142797" x="6330950" y="5924550"/>
          <p14:tracePt t="142813" x="6343650" y="5924550"/>
          <p14:tracePt t="142830" x="6369050" y="5918200"/>
          <p14:tracePt t="142846" x="6381750" y="5918200"/>
          <p14:tracePt t="142863" x="6388100" y="5918200"/>
          <p14:tracePt t="143730" x="6381750" y="5918200"/>
          <p14:tracePt t="143737" x="6375400" y="5918200"/>
          <p14:tracePt t="143758" x="6369050" y="5918200"/>
          <p14:tracePt t="143779" x="6362700" y="5918200"/>
          <p14:tracePt t="143800" x="6356350" y="5924550"/>
          <p14:tracePt t="143822" x="6350000" y="5924550"/>
          <p14:tracePt t="143850" x="6350000" y="5930900"/>
          <p14:tracePt t="143871" x="6343650" y="5930900"/>
          <p14:tracePt t="143898" x="6337300" y="5930900"/>
          <p14:tracePt t="143934" x="6330950" y="5930900"/>
          <p14:tracePt t="143941" x="6324600" y="5930900"/>
          <p14:tracePt t="143948" x="6318250" y="5930900"/>
          <p14:tracePt t="143990" x="6311900" y="5930900"/>
          <p14:tracePt t="144032" x="6305550" y="5930900"/>
          <p14:tracePt t="144061" x="6299200" y="5930900"/>
          <p14:tracePt t="144082" x="6292850" y="5930900"/>
          <p14:tracePt t="144110" x="6286500" y="5924550"/>
          <p14:tracePt t="144131" x="6280150" y="5924550"/>
          <p14:tracePt t="144180" x="6273800" y="5924550"/>
          <p14:tracePt t="144201" x="6267450" y="5918200"/>
          <p14:tracePt t="144222" x="6261100" y="5918200"/>
          <p14:tracePt t="144250" x="6254750" y="5918200"/>
          <p14:tracePt t="144264" x="6248400" y="5918200"/>
          <p14:tracePt t="144292" x="6235700" y="5918200"/>
          <p14:tracePt t="144334" x="6229350" y="5918200"/>
          <p14:tracePt t="144363" x="6223000" y="5918200"/>
          <p14:tracePt t="144391" x="6216650" y="5911850"/>
          <p14:tracePt t="144412" x="6210300" y="5911850"/>
          <p14:tracePt t="144440" x="6203950" y="5911850"/>
          <p14:tracePt t="144475" x="6197600" y="5905500"/>
          <p14:tracePt t="144482" x="6197600" y="5899150"/>
          <p14:tracePt t="146191" x="6178550" y="5899150"/>
          <p14:tracePt t="146199" x="6140450" y="5892800"/>
          <p14:tracePt t="146213" x="6108700" y="5886450"/>
          <p14:tracePt t="146221" x="6070600" y="5886450"/>
          <p14:tracePt t="146235" x="6026150" y="5873750"/>
          <p14:tracePt t="146251" x="5988050" y="5867400"/>
          <p14:tracePt t="146270" x="5880100" y="5861050"/>
          <p14:tracePt t="146284" x="5848350" y="5854700"/>
          <p14:tracePt t="146301" x="5810250" y="5842000"/>
          <p14:tracePt t="146318" x="5746750" y="5835650"/>
          <p14:tracePt t="146334" x="5689600" y="5835650"/>
          <p14:tracePt t="146351" x="5664200" y="5835650"/>
          <p14:tracePt t="146368" x="5619750" y="5835650"/>
          <p14:tracePt t="146384" x="5581650" y="5835650"/>
          <p14:tracePt t="146401" x="5568950" y="5835650"/>
          <p14:tracePt t="146417" x="5524500" y="5842000"/>
          <p14:tracePt t="146433" x="5492750" y="5842000"/>
          <p14:tracePt t="146450" x="5480050" y="5854700"/>
          <p14:tracePt t="146467" x="5454650" y="5854700"/>
          <p14:tracePt t="146483" x="5448300" y="5854700"/>
          <p14:tracePt t="146501" x="5435600" y="5854700"/>
          <p14:tracePt t="146516" x="5429250" y="5854700"/>
          <p14:tracePt t="146533" x="5422900" y="5854700"/>
          <p14:tracePt t="146550" x="5410200" y="5854700"/>
          <p14:tracePt t="146566" x="5403850" y="5854700"/>
          <p14:tracePt t="146600" x="5397500" y="5854700"/>
          <p14:tracePt t="146616" x="5391150" y="5854700"/>
          <p14:tracePt t="146642" x="5384800" y="5854700"/>
          <p14:tracePt t="146650" x="5378450" y="5854700"/>
          <p14:tracePt t="146666" x="5372100" y="5854700"/>
          <p14:tracePt t="146685" x="5372100" y="5861050"/>
          <p14:tracePt t="146699" x="5365750" y="5861050"/>
          <p14:tracePt t="146719" x="5359400" y="5861050"/>
          <p14:tracePt t="146733" x="5340350" y="5867400"/>
          <p14:tracePt t="146749" x="5327650" y="5873750"/>
          <p14:tracePt t="146766" x="5295900" y="5880100"/>
          <p14:tracePt t="146782" x="5264150" y="5892800"/>
          <p14:tracePt t="146799" x="5238750" y="5899150"/>
          <p14:tracePt t="146816" x="5219700" y="5918200"/>
          <p14:tracePt t="146832" x="5137150" y="5949950"/>
          <p14:tracePt t="146849" x="5118100" y="5969000"/>
          <p14:tracePt t="146866" x="5086350" y="5981700"/>
          <p14:tracePt t="146882" x="5035550" y="6019800"/>
          <p14:tracePt t="146899" x="4991100" y="6051550"/>
          <p14:tracePt t="146916" x="4953000" y="6076950"/>
          <p14:tracePt t="146932" x="4940300" y="6083300"/>
          <p14:tracePt t="146949" x="4921250" y="6096000"/>
          <p14:tracePt t="146966" x="4908550" y="6108700"/>
          <p14:tracePt t="146982" x="4902200" y="6108700"/>
          <p14:tracePt t="146998" x="4895850" y="6115050"/>
          <p14:tracePt t="147015" x="4889500" y="6121400"/>
          <p14:tracePt t="147048" x="4883150" y="6121400"/>
          <p14:tracePt t="147565" x="4895850" y="6115050"/>
          <p14:tracePt t="147579" x="4927600" y="6115050"/>
          <p14:tracePt t="147586" x="4959350" y="6102350"/>
          <p14:tracePt t="147600" x="4997450" y="6096000"/>
          <p14:tracePt t="147613" x="5029200" y="6076950"/>
          <p14:tracePt t="147629" x="5099050" y="6051550"/>
          <p14:tracePt t="147647" x="5130800" y="6045200"/>
          <p14:tracePt t="147650" x="5175250" y="6038850"/>
          <p14:tracePt t="147663" x="5200650" y="6032500"/>
          <p14:tracePt t="147679" x="5276850" y="6007100"/>
          <p14:tracePt t="147695" x="5302250" y="6007100"/>
          <p14:tracePt t="147713" x="5359400" y="6000750"/>
          <p14:tracePt t="147729" x="5410200" y="6000750"/>
          <p14:tracePt t="147746" x="5429250" y="6000750"/>
          <p14:tracePt t="147763" x="5454650" y="6007100"/>
          <p14:tracePt t="147779" x="5480050" y="6019800"/>
          <p14:tracePt t="147796" x="5486400" y="6026150"/>
          <p14:tracePt t="147812" x="5505450" y="6038850"/>
          <p14:tracePt t="147829" x="5511800" y="6038850"/>
          <p14:tracePt t="147846" x="5524500" y="6045200"/>
          <p14:tracePt t="147862" x="5524500" y="6051550"/>
          <p14:tracePt t="147879" x="5530850" y="6057900"/>
          <p14:tracePt t="147895" x="5537200" y="6064250"/>
          <p14:tracePt t="147937" x="5543550" y="6070600"/>
          <p14:tracePt t="148000" x="5549900" y="6070600"/>
          <p14:tracePt t="148240" x="5556250" y="6070600"/>
          <p14:tracePt t="148262" x="5562600" y="6070600"/>
          <p14:tracePt t="148268" x="5568950" y="6076950"/>
          <p14:tracePt t="148282" x="5575300" y="6076950"/>
          <p14:tracePt t="148294" x="5581650" y="6076950"/>
          <p14:tracePt t="148311" x="5619750" y="6083300"/>
          <p14:tracePt t="148327" x="5638800" y="6083300"/>
          <p14:tracePt t="148343" x="5695950" y="6083300"/>
          <p14:tracePt t="148360" x="5759450" y="6096000"/>
          <p14:tracePt t="148377" x="5778500" y="6102350"/>
          <p14:tracePt t="148394" x="5835650" y="6108700"/>
          <p14:tracePt t="148410" x="5867400" y="6115050"/>
          <p14:tracePt t="148427" x="5892800" y="6115050"/>
          <p14:tracePt t="148444" x="5905500" y="6121400"/>
          <p14:tracePt t="148460" x="5918200" y="6121400"/>
          <p14:tracePt t="148477" x="5930900" y="6121400"/>
          <p14:tracePt t="148494" x="5943600" y="6121400"/>
          <p14:tracePt t="148510" x="5943600" y="6127750"/>
          <p14:tracePt t="148526" x="5956300" y="6127750"/>
          <p14:tracePt t="148543" x="5962650" y="6134100"/>
          <p14:tracePt t="148560" x="5969000" y="6134100"/>
          <p14:tracePt t="148577" x="5975350" y="6134100"/>
          <p14:tracePt t="148593" x="5981700" y="6134100"/>
          <p14:tracePt t="148610" x="5981700" y="6140450"/>
          <p14:tracePt t="148627" x="5988050" y="6140450"/>
          <p14:tracePt t="148643" x="6000750" y="6140450"/>
          <p14:tracePt t="148676" x="6019800" y="6140450"/>
          <p14:tracePt t="148692" x="6045200" y="6140450"/>
          <p14:tracePt t="148709" x="6064250" y="6140450"/>
          <p14:tracePt t="148726" x="6096000" y="6146800"/>
          <p14:tracePt t="148742" x="6115050" y="6146800"/>
          <p14:tracePt t="148760" x="6159500" y="6146800"/>
          <p14:tracePt t="148775" x="6197600" y="6153150"/>
          <p14:tracePt t="148792" x="6216650" y="6153150"/>
          <p14:tracePt t="148809" x="6248400" y="6153150"/>
          <p14:tracePt t="148825" x="6292850" y="6159500"/>
          <p14:tracePt t="148842" x="6305550" y="6159500"/>
          <p14:tracePt t="148859" x="6330950" y="6159500"/>
          <p14:tracePt t="148875" x="6362700" y="6159500"/>
          <p14:tracePt t="148892" x="6375400" y="6159500"/>
          <p14:tracePt t="148908" x="6407150" y="6159500"/>
          <p14:tracePt t="148925" x="6438900" y="6153150"/>
          <p14:tracePt t="148943" x="6464300" y="6146800"/>
          <p14:tracePt t="148958" x="6496050" y="6140450"/>
          <p14:tracePt t="148975" x="6527800" y="6134100"/>
          <p14:tracePt t="148992" x="6540500" y="6127750"/>
          <p14:tracePt t="149008" x="6559550" y="6121400"/>
          <p14:tracePt t="149025" x="6572250" y="6115050"/>
          <p14:tracePt t="149042" x="6591300" y="6102350"/>
          <p14:tracePt t="149058" x="6597650" y="6096000"/>
          <p14:tracePt t="149075" x="6610350" y="6089650"/>
          <p14:tracePt t="149092" x="6616700" y="6089650"/>
          <p14:tracePt t="149108" x="6623050" y="6083300"/>
          <p14:tracePt t="149141" x="6629400" y="6083300"/>
          <p14:tracePt t="149161" x="6635750" y="6083300"/>
          <p14:tracePt t="149744" x="6623050" y="6038850"/>
          <p14:tracePt t="149758" x="6578600" y="5969000"/>
          <p14:tracePt t="149765" x="6527800" y="5873750"/>
          <p14:tracePt t="149779" x="6477000" y="5778500"/>
          <p14:tracePt t="149788" x="6426200" y="5670550"/>
          <p14:tracePt t="149805" x="6362700" y="5568950"/>
          <p14:tracePt t="149822" x="6235700" y="5308600"/>
          <p14:tracePt t="149838" x="6102350" y="5016500"/>
          <p14:tracePt t="149855" x="6038850" y="4857750"/>
          <p14:tracePt t="149872" x="5892800" y="4476750"/>
          <p14:tracePt t="149888" x="5791200" y="4279900"/>
          <p14:tracePt t="149906" x="5645150" y="3917950"/>
          <p14:tracePt t="149922" x="5530850" y="3638550"/>
          <p14:tracePt t="149938" x="5480050" y="3530600"/>
          <p14:tracePt t="149956" x="5334000" y="3251200"/>
          <p14:tracePt t="149971" x="5276850" y="3155950"/>
          <p14:tracePt t="149988" x="5238750" y="3067050"/>
          <p14:tracePt t="150005" x="5143500" y="2901950"/>
          <p14:tracePt t="150021" x="5080000" y="2768600"/>
          <p14:tracePt t="150038" x="5060950" y="2698750"/>
          <p14:tracePt t="150055" x="5003800" y="2578100"/>
          <p14:tracePt t="150071" x="4953000" y="2425700"/>
          <p14:tracePt t="150088" x="4933950" y="2362200"/>
          <p14:tracePt t="150104" x="4895850" y="2241550"/>
          <p14:tracePt t="150121" x="4857750" y="2139950"/>
          <p14:tracePt t="150138" x="4845050" y="2095500"/>
          <p14:tracePt t="150154" x="4794250" y="1987550"/>
          <p14:tracePt t="150171" x="4781550" y="1930400"/>
          <p14:tracePt t="150188" x="4743450" y="1847850"/>
          <p14:tracePt t="150204" x="4724400" y="1790700"/>
          <p14:tracePt t="150220" x="4699000" y="1733550"/>
          <p14:tracePt t="150237" x="4654550" y="1651000"/>
          <p14:tracePt t="150254" x="4635500" y="1606550"/>
          <p14:tracePt t="150287" x="4603750" y="1543050"/>
          <p14:tracePt t="150303" x="4591050" y="1517650"/>
          <p14:tracePt t="150321" x="4572000" y="1504950"/>
          <p14:tracePt t="150337" x="4565650" y="1504950"/>
          <p14:tracePt t="150370" x="4559300" y="1511300"/>
          <p14:tracePt t="150387" x="4559300" y="1524000"/>
          <p14:tracePt t="150403" x="4559300" y="1530350"/>
          <p14:tracePt t="150420" x="4559300" y="1543050"/>
          <p14:tracePt t="150436" x="4565650" y="1543050"/>
          <p14:tracePt t="150454" x="4572000" y="1549400"/>
          <p14:tracePt t="150469" x="4584700" y="1574800"/>
          <p14:tracePt t="150486" x="4584700" y="1593850"/>
          <p14:tracePt t="150504" x="4597400" y="1638300"/>
          <p14:tracePt t="150519" x="4603750" y="1663700"/>
          <p14:tracePt t="150536" x="4610100" y="1720850"/>
          <p14:tracePt t="150553" x="4629150" y="1835150"/>
          <p14:tracePt t="150569" x="4660900" y="1949450"/>
          <p14:tracePt t="150586" x="4673600" y="2032000"/>
          <p14:tracePt t="150603" x="4686300" y="2070100"/>
          <p14:tracePt t="150619" x="4686300" y="2082800"/>
          <p14:tracePt t="150636" x="4686300" y="2089150"/>
          <p14:tracePt t="150652" x="4686300" y="2101850"/>
          <p14:tracePt t="150687" x="4686300" y="2108200"/>
          <p14:tracePt t="150778" x="4686300" y="2101850"/>
          <p14:tracePt t="150792" x="4686300" y="2095500"/>
          <p14:tracePt t="150820" x="4686300" y="2089150"/>
          <p14:tracePt t="150827" x="4686300" y="2082800"/>
          <p14:tracePt t="150862" x="4686300" y="2076450"/>
          <p14:tracePt t="150925" x="4686300" y="2070100"/>
          <p14:tracePt t="150960" x="4686300" y="2063750"/>
          <p14:tracePt t="150968" x="4679950" y="2057400"/>
          <p14:tracePt t="150996" x="4679950" y="2051050"/>
          <p14:tracePt t="151030" x="4679950" y="2044700"/>
          <p14:tracePt t="151038" x="4679950" y="2038350"/>
          <p14:tracePt t="151054" x="4673600" y="2038350"/>
          <p14:tracePt t="151073" x="4673600" y="2025650"/>
          <p14:tracePt t="151088" x="4667250" y="2019300"/>
          <p14:tracePt t="151103" x="4667250" y="2006600"/>
          <p14:tracePt t="151117" x="4660900" y="1987550"/>
          <p14:tracePt t="151134" x="4654550" y="1968500"/>
          <p14:tracePt t="151151" x="4648200" y="1905000"/>
          <p14:tracePt t="151167" x="4629150" y="1816100"/>
          <p14:tracePt t="151184" x="4629150" y="1771650"/>
          <p14:tracePt t="151187" x="4622800" y="1733550"/>
          <p14:tracePt t="151201" x="4622800" y="1701800"/>
          <p14:tracePt t="151216" x="4622800" y="1663700"/>
          <p14:tracePt t="151234" x="4622800" y="1593850"/>
          <p14:tracePt t="151251" x="4622800" y="1574800"/>
          <p14:tracePt t="151267" x="4641850" y="1549400"/>
          <p14:tracePt t="151284" x="4660900" y="1530350"/>
          <p14:tracePt t="151300" x="4667250" y="1524000"/>
          <p14:tracePt t="151317" x="4692650" y="1511300"/>
          <p14:tracePt t="151334" x="4724400" y="1504950"/>
          <p14:tracePt t="151351" x="4756150" y="1498600"/>
          <p14:tracePt t="151367" x="4832350" y="1498600"/>
          <p14:tracePt t="151383" x="4933950" y="1498600"/>
          <p14:tracePt t="151400" x="4984750" y="1498600"/>
          <p14:tracePt t="151417" x="5080000" y="1498600"/>
          <p14:tracePt t="151433" x="5187950" y="1517650"/>
          <p14:tracePt t="151450" x="5238750" y="1524000"/>
          <p14:tracePt t="151467" x="5308600" y="1536700"/>
          <p14:tracePt t="151483" x="5334000" y="1543050"/>
          <p14:tracePt t="151499" x="5372100" y="1555750"/>
          <p14:tracePt t="151516" x="5397500" y="1555750"/>
          <p14:tracePt t="151533" x="5410200" y="1562100"/>
          <p14:tracePt t="151550" x="5435600" y="1568450"/>
          <p14:tracePt t="151566" x="5454650" y="1581150"/>
          <p14:tracePt t="151583" x="5467350" y="1581150"/>
          <p14:tracePt t="151600" x="5486400" y="1593850"/>
          <p14:tracePt t="151615" x="5511800" y="1606550"/>
          <p14:tracePt t="151632" x="5524500" y="1612900"/>
          <p14:tracePt t="151650" x="5556250" y="1619250"/>
          <p14:tracePt t="151665" x="5594350" y="1631950"/>
          <p14:tracePt t="151682" x="5607050" y="1638300"/>
          <p14:tracePt t="151685" x="5619750" y="1638300"/>
          <p14:tracePt t="151706" x="5626100" y="1644650"/>
          <p14:tracePt t="151715" x="5632450" y="1644650"/>
          <p14:tracePt t="151769" x="5626100" y="1644650"/>
          <p14:tracePt t="151776" x="5619750" y="1644650"/>
          <p14:tracePt t="151785" x="5613400" y="1644650"/>
          <p14:tracePt t="151799" x="5600700" y="1644650"/>
          <p14:tracePt t="151815" x="5568950" y="1644650"/>
          <p14:tracePt t="151832" x="5480050" y="1644650"/>
          <p14:tracePt t="151848" x="5257800" y="1689100"/>
          <p14:tracePt t="151865" x="5099050" y="1714500"/>
          <p14:tracePt t="151882" x="4641850" y="1809750"/>
          <p14:tracePt t="151899" x="4089400" y="1917700"/>
          <p14:tracePt t="151915" x="3835400" y="1962150"/>
          <p14:tracePt t="151931" x="3409950" y="2044700"/>
          <p14:tracePt t="151948" x="3067050" y="2095500"/>
          <p14:tracePt t="151965" x="2940050" y="2108200"/>
          <p14:tracePt t="151982" x="2711450" y="2127250"/>
          <p14:tracePt t="151999" x="2520950" y="2127250"/>
          <p14:tracePt t="152015" x="2355850" y="2120900"/>
          <p14:tracePt t="152031" x="2279650" y="2120900"/>
          <p14:tracePt t="152047" x="2216150" y="2120900"/>
          <p14:tracePt t="152065" x="2032000" y="2114550"/>
          <p14:tracePt t="152081" x="1993900" y="2108200"/>
          <p14:tracePt t="152098" x="1955800" y="2108200"/>
          <p14:tracePt t="152114" x="1892300" y="2082800"/>
          <p14:tracePt t="152131" x="1822450" y="2057400"/>
          <p14:tracePt t="152147" x="1790700" y="2051050"/>
          <p14:tracePt t="152164" x="1708150" y="2025650"/>
          <p14:tracePt t="152180" x="1612900" y="2000250"/>
          <p14:tracePt t="152198" x="1524000" y="1968500"/>
          <p14:tracePt t="152214" x="1479550" y="1949450"/>
          <p14:tracePt t="152230" x="1397000" y="1905000"/>
          <p14:tracePt t="152247" x="1352550" y="1885950"/>
          <p14:tracePt t="152263" x="1320800" y="1860550"/>
          <p14:tracePt t="152280" x="1289050" y="1847850"/>
          <p14:tracePt t="152297" x="1263650" y="1822450"/>
          <p14:tracePt t="152313" x="1250950" y="1809750"/>
          <p14:tracePt t="152332" x="1219200" y="1784350"/>
          <p14:tracePt t="152346" x="1212850" y="1771650"/>
          <p14:tracePt t="152380" x="1200150" y="1765300"/>
          <p14:tracePt t="152718" x="1206500" y="1765300"/>
          <p14:tracePt t="152746" x="1206500" y="1771650"/>
          <p14:tracePt t="152767" x="1212850" y="1771650"/>
          <p14:tracePt t="152774" x="1219200" y="1771650"/>
          <p14:tracePt t="152781" x="1225550" y="1771650"/>
          <p14:tracePt t="152802" x="1238250" y="1778000"/>
          <p14:tracePt t="152811" x="1250950" y="1778000"/>
          <p14:tracePt t="152828" x="1270000" y="1778000"/>
          <p14:tracePt t="152845" x="1352550" y="1797050"/>
          <p14:tracePt t="152862" x="1511300" y="1835150"/>
          <p14:tracePt t="152878" x="1600200" y="1854200"/>
          <p14:tracePt t="152895" x="1835150" y="1917700"/>
          <p14:tracePt t="152911" x="2178050" y="2051050"/>
          <p14:tracePt t="152928" x="2343150" y="2127250"/>
          <p14:tracePt t="152944" x="2711450" y="2305050"/>
          <p14:tracePt t="152961" x="2863850" y="2393950"/>
          <p14:tracePt t="152979" x="3263900" y="2667000"/>
          <p14:tracePt t="152994" x="3378200" y="2774950"/>
          <p14:tracePt t="153011" x="3473450" y="2857500"/>
          <p14:tracePt t="153028" x="3619500" y="3022600"/>
          <p14:tracePt t="153044" x="3740150" y="3168650"/>
          <p14:tracePt t="153061" x="3790950" y="3225800"/>
          <p14:tracePt t="153078" x="3873500" y="3327400"/>
          <p14:tracePt t="153094" x="3956050" y="3422650"/>
          <p14:tracePt t="153112" x="4006850" y="3467100"/>
          <p14:tracePt t="153127" x="4102100" y="3575050"/>
          <p14:tracePt t="153144" x="4146550" y="3619500"/>
          <p14:tracePt t="153162" x="4248150" y="3746500"/>
          <p14:tracePt t="153177" x="4343400" y="3867150"/>
          <p14:tracePt t="153194" x="4394200" y="3924300"/>
          <p14:tracePt t="153211" x="4457700" y="4038600"/>
          <p14:tracePt t="153227" x="4527550" y="4184650"/>
          <p14:tracePt t="153243" x="4559300" y="4267200"/>
          <p14:tracePt t="153260" x="4610100" y="4413250"/>
          <p14:tracePt t="153276" x="4699000" y="4584700"/>
          <p14:tracePt t="153293" x="4730750" y="4667250"/>
          <p14:tracePt t="153310" x="4819650" y="4851400"/>
          <p14:tracePt t="153326" x="4902200" y="5041900"/>
          <p14:tracePt t="153344" x="4978400" y="5213350"/>
          <p14:tracePt t="153360" x="5016500" y="5283200"/>
          <p14:tracePt t="153376" x="5080000" y="5397500"/>
          <p14:tracePt t="153394" x="5149850" y="5511800"/>
          <p14:tracePt t="153409" x="5187950" y="5568950"/>
          <p14:tracePt t="153426" x="5238750" y="5657850"/>
          <p14:tracePt t="153443" x="5276850" y="5708650"/>
          <p14:tracePt t="153460" x="5295900" y="5734050"/>
          <p14:tracePt t="153477" x="5314950" y="5772150"/>
          <p14:tracePt t="153492" x="5334000" y="5791200"/>
          <p14:tracePt t="153510" x="5334000" y="5797550"/>
          <p14:tracePt t="153527" x="5340350" y="5810250"/>
          <p14:tracePt t="153542" x="5340350" y="5816600"/>
          <p14:tracePt t="153559" x="5346700" y="5822950"/>
          <p14:tracePt t="153576" x="5359400" y="5842000"/>
          <p14:tracePt t="153592" x="5372100" y="5854700"/>
          <p14:tracePt t="153609" x="5384800" y="5873750"/>
          <p14:tracePt t="153626" x="5397500" y="5905500"/>
          <p14:tracePt t="153642" x="5403850" y="5918200"/>
          <p14:tracePt t="153659" x="5416550" y="5937250"/>
          <p14:tracePt t="153675" x="5422900" y="5956300"/>
          <p14:tracePt t="153692" x="5435600" y="5969000"/>
          <p14:tracePt t="153709" x="5441950" y="5994400"/>
          <p14:tracePt t="153725" x="5448300" y="6019800"/>
          <p14:tracePt t="153742" x="5454650" y="6032500"/>
          <p14:tracePt t="153759" x="5454650" y="6102350"/>
          <p14:tracePt t="153775" x="5461000" y="61150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B6B67C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B6B67C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>
                <a:solidFill>
                  <a:srgbClr val="FFFF00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B6B67C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2600" spc="-94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</a:t>
            </a:r>
            <a:r>
              <a:rPr lang="en-US" altLang="en-US" sz="4400" dirty="0" err="1">
                <a:latin typeface="Elephant" panose="02020904090505020303" pitchFamily="18" charset="0"/>
              </a:rPr>
              <a:t>Builtin</a:t>
            </a:r>
            <a:r>
              <a:rPr lang="en-US" altLang="en-US" sz="4400" dirty="0">
                <a:latin typeface="Elephant" panose="02020904090505020303" pitchFamily="18" charset="0"/>
              </a:rPr>
              <a:t> Functions</a:t>
            </a:r>
            <a:endParaRPr lang="en-US" altLang="en-US" sz="4400" dirty="0">
              <a:latin typeface="Elephant" panose="020209040905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42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234"/>
    </mc:Choice>
    <mc:Fallback>
      <p:transition advTm="82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91" x="5454650" y="6115050"/>
          <p14:tracePt t="1607" x="5441950" y="6115050"/>
          <p14:tracePt t="1623" x="5429250" y="6121400"/>
          <p14:tracePt t="1640" x="5403850" y="6121400"/>
          <p14:tracePt t="1656" x="5372100" y="6121400"/>
          <p14:tracePt t="1673" x="5353050" y="6127750"/>
          <p14:tracePt t="1690" x="5302250" y="6127750"/>
          <p14:tracePt t="1706" x="5270500" y="6127750"/>
          <p14:tracePt t="1723" x="5232400" y="6127750"/>
          <p14:tracePt t="1739" x="5099050" y="6121400"/>
          <p14:tracePt t="1756" x="5048250" y="6121400"/>
          <p14:tracePt t="1773" x="4953000" y="6127750"/>
          <p14:tracePt t="1789" x="4851400" y="6146800"/>
          <p14:tracePt t="1806" x="4794250" y="6153150"/>
          <p14:tracePt t="1823" x="4629150" y="6197600"/>
          <p14:tracePt t="1839" x="4565650" y="6216650"/>
          <p14:tracePt t="1856" x="4495800" y="6235700"/>
          <p14:tracePt t="1872" x="4349750" y="6280150"/>
          <p14:tracePt t="1889" x="4241800" y="6311900"/>
          <p14:tracePt t="1905" x="4203700" y="6324600"/>
          <p14:tracePt t="1922" x="4140200" y="6337300"/>
          <p14:tracePt t="1939" x="4108450" y="6337300"/>
          <p14:tracePt t="1956" x="4095750" y="6343650"/>
          <p14:tracePt t="1972" x="4076700" y="6343650"/>
          <p14:tracePt t="1989" x="4070350" y="6343650"/>
          <p14:tracePt t="2006" x="4057650" y="6343650"/>
          <p14:tracePt t="2022" x="4051300" y="6343650"/>
          <p14:tracePt t="2038" x="4044950" y="6343650"/>
          <p14:tracePt t="2089" x="4038600" y="6343650"/>
          <p14:tracePt t="2322" x="4044950" y="6350000"/>
          <p14:tracePt t="2338" x="4051300" y="6350000"/>
          <p14:tracePt t="2387" x="4057650" y="6350000"/>
          <p14:tracePt t="2404" x="4064000" y="6350000"/>
          <p14:tracePt t="2453" x="4070350" y="6350000"/>
          <p14:tracePt t="2504" x="4083050" y="6350000"/>
          <p14:tracePt t="2520" x="4089400" y="6350000"/>
          <p14:tracePt t="2554" x="4102100" y="6350000"/>
          <p14:tracePt t="2570" x="4121150" y="6350000"/>
          <p14:tracePt t="2586" x="4146550" y="6350000"/>
          <p14:tracePt t="2604" x="4222750" y="6350000"/>
          <p14:tracePt t="2620" x="4324350" y="6350000"/>
          <p14:tracePt t="2636" x="4387850" y="6350000"/>
          <p14:tracePt t="2653" x="4552950" y="6350000"/>
          <p14:tracePt t="2670" x="4629150" y="6350000"/>
          <p14:tracePt t="2689" x="4819650" y="6356350"/>
          <p14:tracePt t="2703" x="5010150" y="6369050"/>
          <p14:tracePt t="2719" x="5105400" y="6381750"/>
          <p14:tracePt t="2738" x="5384800" y="6400800"/>
          <p14:tracePt t="2753" x="5461000" y="6407150"/>
          <p14:tracePt t="2769" x="5549900" y="6407150"/>
          <p14:tracePt t="2786" x="5695950" y="6426200"/>
          <p14:tracePt t="2802" x="5835650" y="6426200"/>
          <p14:tracePt t="2819" x="5899150" y="6438900"/>
          <p14:tracePt t="2836" x="6026150" y="6438900"/>
          <p14:tracePt t="2852" x="6159500" y="6457950"/>
          <p14:tracePt t="2869" x="6254750" y="6470650"/>
          <p14:tracePt t="2886" x="6292850" y="6483350"/>
          <p14:tracePt t="2902" x="6362700" y="6489700"/>
          <p14:tracePt t="2920" x="6419850" y="6502400"/>
          <p14:tracePt t="2935" x="6445250" y="6502400"/>
          <p14:tracePt t="2952" x="6464300" y="6502400"/>
          <p14:tracePt t="2970" x="6496050" y="6515100"/>
          <p14:tracePt t="2985" x="6515100" y="6521450"/>
          <p14:tracePt t="3002" x="6534150" y="6527800"/>
          <p14:tracePt t="3019" x="6616700" y="6553200"/>
          <p14:tracePt t="3035" x="6642100" y="6559550"/>
          <p14:tracePt t="3052" x="6673850" y="6559550"/>
          <p14:tracePt t="3068" x="6711950" y="6578600"/>
          <p14:tracePt t="3600" x="6705600" y="6578600"/>
          <p14:tracePt t="3617" x="6680200" y="6565900"/>
          <p14:tracePt t="3633" x="6661150" y="6553200"/>
          <p14:tracePt t="3649" x="6642100" y="6546850"/>
          <p14:tracePt t="3667" x="6623050" y="6534150"/>
          <p14:tracePt t="3683" x="6591300" y="6521450"/>
          <p14:tracePt t="3699" x="6584950" y="6515100"/>
          <p14:tracePt t="3716" x="6553200" y="6496050"/>
          <p14:tracePt t="3733" x="6534150" y="6483350"/>
          <p14:tracePt t="3749" x="6508750" y="6464300"/>
          <p14:tracePt t="3767" x="6477000" y="6438900"/>
          <p14:tracePt t="3782" x="6451600" y="6419850"/>
          <p14:tracePt t="3799" x="6419850" y="6394450"/>
          <p14:tracePt t="3816" x="6394450" y="6369050"/>
          <p14:tracePt t="3832" x="6369050" y="6356350"/>
          <p14:tracePt t="3849" x="6343650" y="6324600"/>
          <p14:tracePt t="3866" x="6318250" y="6305550"/>
          <p14:tracePt t="3882" x="6305550" y="6292850"/>
          <p14:tracePt t="3900" x="6286500" y="6280150"/>
          <p14:tracePt t="3915" x="6267450" y="6267450"/>
          <p14:tracePt t="3932" x="6261100" y="6261100"/>
          <p14:tracePt t="3949" x="6254750" y="6261100"/>
          <p14:tracePt t="3965" x="6248400" y="6254750"/>
          <p14:tracePt t="3981" x="6242050" y="6254750"/>
          <p14:tracePt t="3999" x="6242050" y="6248400"/>
          <p14:tracePt t="4015" x="6235700" y="6248400"/>
          <p14:tracePt t="4032" x="6229350" y="6242050"/>
          <p14:tracePt t="4083" x="6216650" y="6229350"/>
          <p14:tracePt t="4148" x="6210300" y="6229350"/>
          <p14:tracePt t="4164" x="6203950" y="6223000"/>
          <p14:tracePt t="4198" x="6197600" y="6210300"/>
          <p14:tracePt t="4215" x="6191250" y="6203950"/>
          <p14:tracePt t="4231" x="6184900" y="6197600"/>
          <p14:tracePt t="4247" x="6178550" y="6191250"/>
          <p14:tracePt t="4280" x="6172200" y="6184900"/>
          <p14:tracePt t="4297" x="6165850" y="6178550"/>
          <p14:tracePt t="4315" x="6134100" y="6146800"/>
          <p14:tracePt t="4330" x="6121400" y="6134100"/>
          <p14:tracePt t="4347" x="6108700" y="6121400"/>
          <p14:tracePt t="4364" x="6070600" y="6089650"/>
          <p14:tracePt t="4380" x="6051550" y="6070600"/>
          <p14:tracePt t="4397" x="6038850" y="6057900"/>
          <p14:tracePt t="4414" x="6019800" y="6045200"/>
          <p14:tracePt t="4430" x="6007100" y="6045200"/>
          <p14:tracePt t="4448" x="6000750" y="6038850"/>
          <p14:tracePt t="4463" x="5994400" y="6038850"/>
          <p14:tracePt t="4513" x="5988050" y="6038850"/>
          <p14:tracePt t="4563" x="5981700" y="6032500"/>
          <p14:tracePt t="4596" x="5975350" y="6032500"/>
          <p14:tracePt t="4646" x="5969000" y="6032500"/>
          <p14:tracePt t="4696" x="5962650" y="6032500"/>
          <p14:tracePt t="4729" x="5956300" y="6038850"/>
          <p14:tracePt t="4746" x="5949950" y="6038850"/>
          <p14:tracePt t="4762" x="5949950" y="6045200"/>
          <p14:tracePt t="4779" x="5943600" y="6051550"/>
          <p14:tracePt t="4813" x="5937250" y="6057900"/>
          <p14:tracePt t="4829" x="5937250" y="6064250"/>
          <p14:tracePt t="4863" x="5937250" y="6070600"/>
          <p14:tracePt t="4878" x="5937250" y="6076950"/>
          <p14:tracePt t="4928" x="5937250" y="6083300"/>
          <p14:tracePt t="4945" x="5937250" y="6089650"/>
          <p14:tracePt t="4978" x="5937250" y="6096000"/>
          <p14:tracePt t="4995" x="5937250" y="6102350"/>
          <p14:tracePt t="5012" x="5937250" y="6108700"/>
          <p14:tracePt t="5028" x="5943600" y="6108700"/>
          <p14:tracePt t="5046" x="5956300" y="6108700"/>
          <p14:tracePt t="5078" x="5962650" y="610870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80" y="914400"/>
            <a:ext cx="8500220" cy="5814203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The most base type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#So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just a boring data type…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800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spc="-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59742" y="914400"/>
            <a:ext cx="914400" cy="533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96" dirty="0" smtClean="0">
              <a:solidFill>
                <a:srgbClr val="CC00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b="1" kern="0" spc="-96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077200" cy="762000"/>
          </a:xfrm>
        </p:spPr>
        <p:txBody>
          <a:bodyPr/>
          <a:lstStyle/>
          <a:p>
            <a:r>
              <a:rPr lang="en-US" altLang="zh-TW" sz="4400" b="1" dirty="0" smtClean="0">
                <a:latin typeface="Lucida Console" panose="020B0609040504020204" pitchFamily="49" charset="0"/>
              </a:rPr>
              <a:t>object()</a:t>
            </a:r>
            <a:endParaRPr lang="zh-TW" altLang="en-US" sz="4400" b="1" dirty="0">
              <a:latin typeface="Lucida Console" panose="020B0609040504020204" pitchFamily="49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1054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27692"/>
    </mc:Choice>
    <mc:Fallback>
      <p:transition advTm="1276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29" x="3505200" y="1460500"/>
          <p14:tracePt t="736" x="3492500" y="1447800"/>
          <p14:tracePt t="750" x="3473450" y="1435100"/>
          <p14:tracePt t="762" x="3473450" y="1428750"/>
          <p14:tracePt t="779" x="3460750" y="1416050"/>
          <p14:tracePt t="829" x="3454400" y="1416050"/>
          <p14:tracePt t="891" x="3454400" y="1409700"/>
          <p14:tracePt t="919" x="3460750" y="1409700"/>
          <p14:tracePt t="925" x="3467100" y="1409700"/>
          <p14:tracePt t="940" x="3467100" y="1403350"/>
          <p14:tracePt t="948" x="3486150" y="1403350"/>
          <p14:tracePt t="964" x="3498850" y="1397000"/>
          <p14:tracePt t="978" x="3543300" y="1371600"/>
          <p14:tracePt t="995" x="3600450" y="1365250"/>
          <p14:tracePt t="1011" x="3721100" y="1320800"/>
          <p14:tracePt t="1028" x="3803650" y="1276350"/>
          <p14:tracePt t="1046" x="4032250" y="1181100"/>
          <p14:tracePt t="1061" x="4108450" y="1155700"/>
          <p14:tracePt t="1078" x="4178300" y="1130300"/>
          <p14:tracePt t="1095" x="4298950" y="1079500"/>
          <p14:tracePt t="1111" x="4362450" y="1066800"/>
          <p14:tracePt t="1127" x="4381500" y="1060450"/>
          <p14:tracePt t="1144" x="4394200" y="1054100"/>
          <p14:tracePt t="1161" x="4400550" y="1054100"/>
          <p14:tracePt t="1194" x="4406900" y="1060450"/>
          <p14:tracePt t="1221" x="4406900" y="1066800"/>
          <p14:tracePt t="1312" x="4413250" y="1066800"/>
          <p14:tracePt t="1368" x="4419600" y="1066800"/>
          <p14:tracePt t="1389" x="4425950" y="1066800"/>
          <p14:tracePt t="1411" x="4432300" y="1066800"/>
          <p14:tracePt t="1418" x="4438650" y="1066800"/>
          <p14:tracePt t="1432" x="4451350" y="1066800"/>
          <p14:tracePt t="1442" x="4457700" y="1066800"/>
          <p14:tracePt t="1460" x="4483100" y="1066800"/>
          <p14:tracePt t="1476" x="4502150" y="1066800"/>
          <p14:tracePt t="1493" x="4546600" y="1066800"/>
          <p14:tracePt t="1510" x="4610100" y="1066800"/>
          <p14:tracePt t="1526" x="4648200" y="1066800"/>
          <p14:tracePt t="1543" x="4711700" y="1060450"/>
          <p14:tracePt t="1559" x="4794250" y="1060450"/>
          <p14:tracePt t="1575" x="4819650" y="1060450"/>
          <p14:tracePt t="1593" x="4876800" y="1060450"/>
          <p14:tracePt t="1609" x="4908550" y="1060450"/>
          <p14:tracePt t="1626" x="4914900" y="1060450"/>
          <p14:tracePt t="1643" x="4927600" y="1060450"/>
          <p14:tracePt t="1691" x="4927600" y="1066800"/>
          <p14:tracePt t="1698" x="4933950" y="1066800"/>
          <p14:tracePt t="1712" x="4933950" y="1079500"/>
          <p14:tracePt t="1725" x="4940300" y="1092200"/>
          <p14:tracePt t="1742" x="4959350" y="1117600"/>
          <p14:tracePt t="5083" x="4959350" y="1123950"/>
          <p14:tracePt t="5090" x="4959350" y="1149350"/>
          <p14:tracePt t="5104" x="4959350" y="1162050"/>
          <p14:tracePt t="5113" x="4959350" y="1174750"/>
          <p14:tracePt t="5130" x="4959350" y="1193800"/>
          <p14:tracePt t="5147" x="4953000" y="1225550"/>
          <p14:tracePt t="5164" x="4940300" y="1270000"/>
          <p14:tracePt t="5181" x="4940300" y="1289050"/>
          <p14:tracePt t="5196" x="4933950" y="1314450"/>
          <p14:tracePt t="5213" x="4933950" y="1327150"/>
          <p14:tracePt t="5231" x="4927600" y="1352550"/>
          <p14:tracePt t="5246" x="4927600" y="1365250"/>
          <p14:tracePt t="5280" x="4927600" y="1377950"/>
          <p14:tracePt t="5312" x="4927600" y="1384300"/>
          <p14:tracePt t="5332" x="4927600" y="1390650"/>
          <p14:tracePt t="5392" x="4921250" y="1390650"/>
          <p14:tracePt t="5420" x="4914900" y="1384300"/>
          <p14:tracePt t="5490" x="4889500" y="1384300"/>
          <p14:tracePt t="5554" x="4883150" y="1384300"/>
          <p14:tracePt t="5575" x="4876800" y="1390650"/>
          <p14:tracePt t="5582" x="4876800" y="1397000"/>
          <p14:tracePt t="5652" x="4876800" y="1403350"/>
          <p14:tracePt t="5673" x="4889500" y="1403350"/>
          <p14:tracePt t="5694" x="4895850" y="1403350"/>
          <p14:tracePt t="7357" x="4895850" y="1428750"/>
          <p14:tracePt t="7372" x="4902200" y="1460500"/>
          <p14:tracePt t="7378" x="4914900" y="1498600"/>
          <p14:tracePt t="7393" x="4921250" y="1530350"/>
          <p14:tracePt t="7406" x="4927600" y="1562100"/>
          <p14:tracePt t="7422" x="4933950" y="1619250"/>
          <p14:tracePt t="7439" x="4940300" y="1644650"/>
          <p14:tracePt t="7456" x="4946650" y="1689100"/>
          <p14:tracePt t="7472" x="4965700" y="1739900"/>
          <p14:tracePt t="7489" x="4972050" y="1758950"/>
          <p14:tracePt t="7505" x="4991100" y="1803400"/>
          <p14:tracePt t="7522" x="5010150" y="1835150"/>
          <p14:tracePt t="7539" x="5029200" y="1860550"/>
          <p14:tracePt t="7555" x="5067300" y="1911350"/>
          <p14:tracePt t="7572" x="5124450" y="1968500"/>
          <p14:tracePt t="7589" x="5162550" y="2019300"/>
          <p14:tracePt t="10545" x="5162550" y="2057400"/>
          <p14:tracePt t="10551" x="5162550" y="2089150"/>
          <p14:tracePt t="10561" x="5168900" y="2127250"/>
          <p14:tracePt t="10578" x="5175250" y="2159000"/>
          <p14:tracePt t="10594" x="5187950" y="2216150"/>
          <p14:tracePt t="10612" x="5213350" y="2260600"/>
          <p14:tracePt t="10629" x="5238750" y="2292350"/>
          <p14:tracePt t="10644" x="5251450" y="2305050"/>
          <p14:tracePt t="10661" x="5264150" y="2330450"/>
          <p14:tracePt t="10678" x="5289550" y="2368550"/>
          <p14:tracePt t="10694" x="5314950" y="2413000"/>
          <p14:tracePt t="10711" x="5340350" y="2438400"/>
          <p14:tracePt t="10728" x="5365750" y="2476500"/>
          <p14:tracePt t="10744" x="5397500" y="2540000"/>
          <p14:tracePt t="10762" x="5422900" y="2571750"/>
          <p14:tracePt t="10777" x="5454650" y="2635250"/>
          <p14:tracePt t="10794" x="5473700" y="2698750"/>
          <p14:tracePt t="10812" x="5486400" y="2762250"/>
          <p14:tracePt t="10827" x="5492750" y="2794000"/>
          <p14:tracePt t="10844" x="5492750" y="2844800"/>
          <p14:tracePt t="10861" x="5473700" y="2882900"/>
          <p14:tracePt t="17056" x="5467350" y="2882900"/>
          <p14:tracePt t="17063" x="5448300" y="2876550"/>
          <p14:tracePt t="17072" x="5429250" y="2863850"/>
          <p14:tracePt t="17089" x="5384800" y="2844800"/>
          <p14:tracePt t="17106" x="5289550" y="2787650"/>
          <p14:tracePt t="17122" x="5226050" y="2736850"/>
          <p14:tracePt t="17139" x="5124450" y="2660650"/>
          <p14:tracePt t="17156" x="5003800" y="2527300"/>
          <p14:tracePt t="17172" x="4908550" y="2419350"/>
          <p14:tracePt t="17189" x="4819650" y="2305050"/>
          <p14:tracePt t="17205" x="4705350" y="2146300"/>
          <p14:tracePt t="17222" x="4610100" y="2038350"/>
          <p14:tracePt t="17239" x="4457700" y="1860550"/>
          <p14:tracePt t="17255" x="4349750" y="1765300"/>
          <p14:tracePt t="17271" x="4260850" y="1682750"/>
          <p14:tracePt t="17289" x="4133850" y="1574800"/>
          <p14:tracePt t="17305" x="4051300" y="1511300"/>
          <p14:tracePt t="17322" x="3962400" y="1460500"/>
          <p14:tracePt t="17338" x="3854450" y="1403350"/>
          <p14:tracePt t="17355" x="3803650" y="1377950"/>
          <p14:tracePt t="17372" x="3759200" y="1346200"/>
          <p14:tracePt t="17387" x="3733800" y="1339850"/>
          <p14:tracePt t="17404" x="3714750" y="1327150"/>
          <p14:tracePt t="17422" x="3689350" y="1320800"/>
          <p14:tracePt t="17438" x="3670300" y="1320800"/>
          <p14:tracePt t="17455" x="3632200" y="1320800"/>
          <p14:tracePt t="17472" x="3575050" y="1327150"/>
          <p14:tracePt t="17487" x="3530600" y="1352550"/>
          <p14:tracePt t="17504" x="3473450" y="1371600"/>
          <p14:tracePt t="17521" x="3378200" y="1403350"/>
          <p14:tracePt t="17537" x="3321050" y="1416050"/>
          <p14:tracePt t="17555" x="3206750" y="1447800"/>
          <p14:tracePt t="17571" x="3155950" y="1473200"/>
          <p14:tracePt t="17587" x="3105150" y="1473200"/>
          <p14:tracePt t="17605" x="3048000" y="1479550"/>
          <p14:tracePt t="17620" x="3003550" y="1479550"/>
          <p14:tracePt t="17637" x="2971800" y="1473200"/>
          <p14:tracePt t="17654" x="2933700" y="1466850"/>
          <p14:tracePt t="17670" x="2914650" y="1466850"/>
          <p14:tracePt t="17687" x="2914650" y="1460500"/>
          <p14:tracePt t="17704" x="2901950" y="1454150"/>
          <p14:tracePt t="17822" x="2908300" y="1454150"/>
          <p14:tracePt t="17837" x="2908300" y="1460500"/>
          <p14:tracePt t="17843" x="2914650" y="1466850"/>
          <p14:tracePt t="17852" x="2921000" y="1466850"/>
          <p14:tracePt t="17869" x="2940050" y="1479550"/>
          <p14:tracePt t="17886" x="3003550" y="1504950"/>
          <p14:tracePt t="17903" x="3073400" y="1530350"/>
          <p14:tracePt t="17920" x="3225800" y="1574800"/>
          <p14:tracePt t="17936" x="3346450" y="1600200"/>
          <p14:tracePt t="17952" x="3467100" y="1619250"/>
          <p14:tracePt t="17970" x="3638550" y="1657350"/>
          <p14:tracePt t="17986" x="3721100" y="1676400"/>
          <p14:tracePt t="18003" x="3784600" y="1689100"/>
          <p14:tracePt t="18019" x="3835400" y="1708150"/>
          <p14:tracePt t="18035" x="3854450" y="1714500"/>
          <p14:tracePt t="18052" x="3867150" y="1720850"/>
          <p14:tracePt t="18089" x="3873500" y="1720850"/>
          <p14:tracePt t="18173" x="3879850" y="1720850"/>
          <p14:tracePt t="18377" x="3892550" y="1746250"/>
          <p14:tracePt t="18384" x="3917950" y="1778000"/>
          <p14:tracePt t="18398" x="3943350" y="1822450"/>
          <p14:tracePt t="18405" x="3968750" y="1892300"/>
          <p14:tracePt t="18420" x="4019550" y="1962150"/>
          <p14:tracePt t="18434" x="4070350" y="2044700"/>
          <p14:tracePt t="18451" x="4184650" y="2216150"/>
          <p14:tracePt t="18468" x="4292600" y="2393950"/>
          <p14:tracePt t="18484" x="4356100" y="2489200"/>
          <p14:tracePt t="18501" x="4457700" y="2667000"/>
          <p14:tracePt t="18518" x="4559300" y="2806700"/>
          <p14:tracePt t="18534" x="4597400" y="2863850"/>
          <p14:tracePt t="18551" x="4673600" y="2978150"/>
          <p14:tracePt t="18567" x="4737100" y="3067050"/>
          <p14:tracePt t="18584" x="4756150" y="3098800"/>
          <p14:tracePt t="18600" x="4800600" y="3162300"/>
          <p14:tracePt t="18617" x="4819650" y="3206750"/>
          <p14:tracePt t="18633" x="4826000" y="3219450"/>
          <p14:tracePt t="18651" x="4845050" y="3244850"/>
          <p14:tracePt t="18667" x="4857750" y="3251200"/>
          <p14:tracePt t="18683" x="4857750" y="3257550"/>
          <p14:tracePt t="18701" x="4864100" y="3270250"/>
          <p14:tracePt t="18733" x="4870450" y="3276600"/>
          <p14:tracePt t="18750" x="4876800" y="3295650"/>
          <p14:tracePt t="18766" x="4876800" y="3308350"/>
          <p14:tracePt t="18783" x="4895850" y="3333750"/>
          <p14:tracePt t="18799" x="4908550" y="3365500"/>
          <p14:tracePt t="18816" x="4914900" y="3390900"/>
          <p14:tracePt t="18833" x="4933950" y="3429000"/>
          <p14:tracePt t="18849" x="4965700" y="3467100"/>
          <p14:tracePt t="18866" x="4978400" y="3479800"/>
          <p14:tracePt t="18883" x="4991100" y="3505200"/>
          <p14:tracePt t="18899" x="5003800" y="3511550"/>
          <p14:tracePt t="18916" x="5003800" y="3517900"/>
          <p14:tracePt t="18949" x="5010150" y="3524250"/>
          <p14:tracePt t="19009" x="5003800" y="3524250"/>
          <p14:tracePt t="19017" x="4997450" y="3517900"/>
          <p14:tracePt t="19030" x="4997450" y="3511550"/>
          <p14:tracePt t="19037" x="4984750" y="3505200"/>
          <p14:tracePt t="19052" x="4978400" y="3498850"/>
          <p14:tracePt t="19066" x="4959350" y="3486150"/>
          <p14:tracePt t="19082" x="4914900" y="3448050"/>
          <p14:tracePt t="19099" x="4883150" y="3429000"/>
          <p14:tracePt t="19115" x="4781550" y="3371850"/>
          <p14:tracePt t="19132" x="4673600" y="3327400"/>
          <p14:tracePt t="19149" x="4616450" y="3295650"/>
          <p14:tracePt t="19165" x="4483100" y="3251200"/>
          <p14:tracePt t="19182" x="4343400" y="3200400"/>
          <p14:tracePt t="19199" x="4210050" y="3149600"/>
          <p14:tracePt t="19215" x="4140200" y="3124200"/>
          <p14:tracePt t="19232" x="4006850" y="3073400"/>
          <p14:tracePt t="19248" x="3886200" y="3028950"/>
          <p14:tracePt t="19265" x="3841750" y="3009900"/>
          <p14:tracePt t="19281" x="3797300" y="2990850"/>
          <p14:tracePt t="19298" x="3714750" y="2952750"/>
          <p14:tracePt t="19315" x="3695700" y="2946400"/>
          <p14:tracePt t="19331" x="3683000" y="2940050"/>
          <p14:tracePt t="19348" x="3651250" y="2921000"/>
          <p14:tracePt t="19364" x="3644900" y="2908300"/>
          <p14:tracePt t="19382" x="3632200" y="2901950"/>
          <p14:tracePt t="19397" x="3632200" y="2889250"/>
          <p14:tracePt t="19414" x="3625850" y="2876550"/>
          <p14:tracePt t="19431" x="3625850" y="2863850"/>
          <p14:tracePt t="19447" x="3632200" y="2863850"/>
          <p14:tracePt t="19464" x="3632200" y="2851150"/>
          <p14:tracePt t="19481" x="3644900" y="2851150"/>
          <p14:tracePt t="19496" x="3644900" y="2844800"/>
          <p14:tracePt t="19514" x="3657600" y="2832100"/>
          <p14:tracePt t="19530" x="3676650" y="2825750"/>
          <p14:tracePt t="19547" x="3689350" y="2819400"/>
          <p14:tracePt t="19564" x="3727450" y="2813050"/>
          <p14:tracePt t="19580" x="3778250" y="2806700"/>
          <p14:tracePt t="19597" x="3810000" y="2800350"/>
          <p14:tracePt t="19614" x="3848100" y="2794000"/>
          <p14:tracePt t="19630" x="3867150" y="2794000"/>
          <p14:tracePt t="19647" x="3911600" y="2794000"/>
          <p14:tracePt t="19663" x="3943350" y="2794000"/>
          <p14:tracePt t="19680" x="3956050" y="2800350"/>
          <p14:tracePt t="19697" x="3987800" y="2800350"/>
          <p14:tracePt t="19713" x="4013200" y="2806700"/>
          <p14:tracePt t="19730" x="4025900" y="2806700"/>
          <p14:tracePt t="19747" x="4064000" y="2806700"/>
          <p14:tracePt t="19762" x="4121150" y="2806700"/>
          <p14:tracePt t="19779" x="4159250" y="2806700"/>
          <p14:tracePt t="19797" x="4273550" y="2806700"/>
          <p14:tracePt t="19813" x="4273550" y="2800350"/>
          <p14:tracePt t="20956" x="4279900" y="2800350"/>
          <p14:tracePt t="20962" x="4286250" y="2800350"/>
          <p14:tracePt t="20978" x="4292600" y="2800350"/>
          <p14:tracePt t="20992" x="4305300" y="2800350"/>
          <p14:tracePt t="21009" x="4324350" y="2800350"/>
          <p14:tracePt t="21027" x="4375150" y="2800350"/>
          <p14:tracePt t="21042" x="4413250" y="2800350"/>
          <p14:tracePt t="21058" x="4489450" y="2800350"/>
          <p14:tracePt t="21076" x="4584700" y="2800350"/>
          <p14:tracePt t="21092" x="4622800" y="2800350"/>
          <p14:tracePt t="21109" x="4692650" y="2800350"/>
          <p14:tracePt t="21125" x="4737100" y="2800350"/>
          <p14:tracePt t="21142" x="4749800" y="2800350"/>
          <p14:tracePt t="21158" x="4762500" y="2800350"/>
          <p14:tracePt t="21175" x="4781550" y="2800350"/>
          <p14:tracePt t="21192" x="4787900" y="2800350"/>
          <p14:tracePt t="21560" x="4787900" y="2806700"/>
          <p14:tracePt t="21609" x="4794250" y="2813050"/>
          <p14:tracePt t="22394" x="4787900" y="2813050"/>
          <p14:tracePt t="22400" x="4775200" y="2813050"/>
          <p14:tracePt t="22414" x="4743450" y="2813050"/>
          <p14:tracePt t="22423" x="4724400" y="2813050"/>
          <p14:tracePt t="22437" x="4699000" y="2813050"/>
          <p14:tracePt t="22454" x="4629150" y="2813050"/>
          <p14:tracePt t="22472" x="4552950" y="2813050"/>
          <p14:tracePt t="22486" x="4502150" y="2819400"/>
          <p14:tracePt t="22503" x="4394200" y="2825750"/>
          <p14:tracePt t="22521" x="4248150" y="2844800"/>
          <p14:tracePt t="22537" x="4171950" y="2857500"/>
          <p14:tracePt t="22553" x="4095750" y="2857500"/>
          <p14:tracePt t="22570" x="3841750" y="2857500"/>
          <p14:tracePt t="22586" x="3752850" y="2857500"/>
          <p14:tracePt t="22603" x="3676650" y="2851150"/>
          <p14:tracePt t="22620" x="3517900" y="2825750"/>
          <p14:tracePt t="22636" x="3397250" y="2806700"/>
          <p14:tracePt t="22652" x="3333750" y="2794000"/>
          <p14:tracePt t="22669" x="3251200" y="2781300"/>
          <p14:tracePt t="22686" x="3187700" y="2781300"/>
          <p14:tracePt t="22703" x="3117850" y="2762250"/>
          <p14:tracePt t="22719" x="3086100" y="2762250"/>
          <p14:tracePt t="22736" x="3028950" y="2762250"/>
          <p14:tracePt t="22753" x="2971800" y="2762250"/>
          <p14:tracePt t="22769" x="2940050" y="2774950"/>
          <p14:tracePt t="22786" x="2882900" y="2774950"/>
          <p14:tracePt t="22803" x="2825750" y="2774950"/>
          <p14:tracePt t="22819" x="2806700" y="2774950"/>
          <p14:tracePt t="22836" x="2781300" y="2774950"/>
          <p14:tracePt t="22852" x="2698750" y="2768600"/>
          <p14:tracePt t="22869" x="2679700" y="2762250"/>
          <p14:tracePt t="22887" x="2628900" y="2762250"/>
          <p14:tracePt t="22902" x="2609850" y="2755900"/>
          <p14:tracePt t="22919" x="2571750" y="2749550"/>
          <p14:tracePt t="22937" x="2540000" y="2749550"/>
          <p14:tracePt t="22952" x="2527300" y="2749550"/>
          <p14:tracePt t="22968" x="2501900" y="2749550"/>
          <p14:tracePt t="22985" x="2476500" y="2743200"/>
          <p14:tracePt t="23002" x="2457450" y="2743200"/>
          <p14:tracePt t="23019" x="2451100" y="2736850"/>
          <p14:tracePt t="23035" x="2451100" y="2730500"/>
          <p14:tracePt t="23083" x="2457450" y="2730500"/>
          <p14:tracePt t="23096" x="2470150" y="2730500"/>
          <p14:tracePt t="23104" x="2482850" y="2730500"/>
          <p14:tracePt t="23121" x="2495550" y="2724150"/>
          <p14:tracePt t="23135" x="2571750" y="2717800"/>
          <p14:tracePt t="23152" x="2628900" y="2711450"/>
          <p14:tracePt t="23168" x="2806700" y="2692400"/>
          <p14:tracePt t="23184" x="2921000" y="2667000"/>
          <p14:tracePt t="23202" x="3149600" y="2647950"/>
          <p14:tracePt t="23217" x="3390900" y="2628900"/>
          <p14:tracePt t="23234" x="3492500" y="2628900"/>
          <p14:tracePt t="23251" x="3657600" y="2616200"/>
          <p14:tracePt t="23267" x="3765550" y="2609850"/>
          <p14:tracePt t="23284" x="3803650" y="2609850"/>
          <p14:tracePt t="23301" x="3835400" y="2609850"/>
          <p14:tracePt t="23317" x="3848100" y="2603500"/>
          <p14:tracePt t="23334" x="3854450" y="2603500"/>
          <p14:tracePt t="23367" x="3860800" y="2603500"/>
          <p14:tracePt t="23476" x="3860800" y="2597150"/>
          <p14:tracePt t="23490" x="3848100" y="2597150"/>
          <p14:tracePt t="23504" x="3841750" y="2597150"/>
          <p14:tracePt t="23511" x="3829050" y="2597150"/>
          <p14:tracePt t="23519" x="3816350" y="2597150"/>
          <p14:tracePt t="23533" x="3803650" y="2597150"/>
          <p14:tracePt t="23550" x="3727450" y="2597150"/>
          <p14:tracePt t="23567" x="3676650" y="2597150"/>
          <p14:tracePt t="23583" x="3524250" y="2597150"/>
          <p14:tracePt t="23599" x="3321050" y="2603500"/>
          <p14:tracePt t="23617" x="3079750" y="2603500"/>
          <p14:tracePt t="23633" x="2952750" y="2597150"/>
          <p14:tracePt t="23649" x="2844800" y="2597150"/>
          <p14:tracePt t="23667" x="2743200" y="2597150"/>
          <p14:tracePt t="23683" x="2641600" y="2584450"/>
          <p14:tracePt t="23699" x="2546350" y="2578100"/>
          <p14:tracePt t="23716" x="2470150" y="2578100"/>
          <p14:tracePt t="23732" x="2419350" y="2571750"/>
          <p14:tracePt t="23749" x="2368550" y="2571750"/>
          <p14:tracePt t="23766" x="2311400" y="2559050"/>
          <p14:tracePt t="23782" x="2254250" y="2559050"/>
          <p14:tracePt t="23799" x="2228850" y="2552700"/>
          <p14:tracePt t="23816" x="2203450" y="2552700"/>
          <p14:tracePt t="23833" x="2197100" y="2552700"/>
          <p14:tracePt t="23866" x="2184400" y="2552700"/>
          <p14:tracePt t="23883" x="2178050" y="2552700"/>
          <p14:tracePt t="23899" x="2165350" y="2559050"/>
          <p14:tracePt t="23915" x="2159000" y="2559050"/>
          <p14:tracePt t="23932" x="2152650" y="2559050"/>
          <p14:tracePt t="23949" x="2133600" y="2565400"/>
          <p14:tracePt t="23982" x="2127250" y="2565400"/>
          <p14:tracePt t="23999" x="2120900" y="2565400"/>
          <p14:tracePt t="24015" x="2120900" y="2571750"/>
          <p14:tracePt t="24066" x="2127250" y="2571750"/>
          <p14:tracePt t="24082" x="2139950" y="2571750"/>
          <p14:tracePt t="24095" x="2146300" y="2571750"/>
          <p14:tracePt t="24109" x="2165350" y="2571750"/>
          <p14:tracePt t="24117" x="2203450" y="2571750"/>
          <p14:tracePt t="24132" x="2254250" y="2571750"/>
          <p14:tracePt t="24148" x="2317750" y="2571750"/>
          <p14:tracePt t="24166" x="2470150" y="2571750"/>
          <p14:tracePt t="24182" x="2660650" y="2571750"/>
          <p14:tracePt t="24198" x="2749550" y="2571750"/>
          <p14:tracePt t="24215" x="2940050" y="2571750"/>
          <p14:tracePt t="24231" x="3016250" y="2571750"/>
          <p14:tracePt t="24247" x="3155950" y="2571750"/>
          <p14:tracePt t="24264" x="3251200" y="2584450"/>
          <p14:tracePt t="24281" x="3302000" y="2584450"/>
          <p14:tracePt t="24297" x="3365500" y="2584450"/>
          <p14:tracePt t="24314" x="3435350" y="2584450"/>
          <p14:tracePt t="24330" x="3473450" y="2590800"/>
          <p14:tracePt t="24349" x="3530600" y="2590800"/>
          <p14:tracePt t="24363" x="3568700" y="2590800"/>
          <p14:tracePt t="24381" x="3625850" y="2597150"/>
          <p14:tracePt t="24398" x="3708400" y="2597150"/>
          <p14:tracePt t="24414" x="3746500" y="2597150"/>
          <p14:tracePt t="24430" x="3797300" y="2597150"/>
          <p14:tracePt t="24447" x="3892550" y="2603500"/>
          <p14:tracePt t="24464" x="3981450" y="2603500"/>
          <p14:tracePt t="24481" x="4032250" y="2603500"/>
          <p14:tracePt t="24497" x="4127500" y="2603500"/>
          <p14:tracePt t="24514" x="4191000" y="2603500"/>
          <p14:tracePt t="24531" x="4235450" y="2603500"/>
          <p14:tracePt t="24546" x="4305300" y="2609850"/>
          <p14:tracePt t="24563" x="4343400" y="2622550"/>
          <p14:tracePt t="24580" x="4432300" y="2622550"/>
          <p14:tracePt t="24596" x="4527550" y="2635250"/>
          <p14:tracePt t="24613" x="4622800" y="2667000"/>
          <p14:tracePt t="24630" x="4705350" y="2673350"/>
          <p14:tracePt t="24646" x="4737100" y="2679700"/>
          <p14:tracePt t="24663" x="4756150" y="2686050"/>
          <p14:tracePt t="24679" x="4826000" y="2705100"/>
          <p14:tracePt t="24696" x="4895850" y="2724150"/>
          <p14:tracePt t="24714" x="4972050" y="2762250"/>
          <p14:tracePt t="24729" x="5016500" y="2774950"/>
          <p14:tracePt t="24746" x="5035550" y="2781300"/>
          <p14:tracePt t="24763" x="5080000" y="2800350"/>
          <p14:tracePt t="24779" x="5099050" y="2806700"/>
          <p14:tracePt t="24795" x="5105400" y="2813050"/>
          <p14:tracePt t="24813" x="5111750" y="2813050"/>
          <p14:tracePt t="24829" x="5118100" y="2813050"/>
          <p14:tracePt t="24910" x="5124450" y="2819400"/>
          <p14:tracePt t="24916" x="5130800" y="2825750"/>
          <p14:tracePt t="25427" x="5105400" y="2794000"/>
          <p14:tracePt t="25441" x="5060950" y="2736850"/>
          <p14:tracePt t="25448" x="4997450" y="2679700"/>
          <p14:tracePt t="25460" x="4927600" y="2616200"/>
          <p14:tracePt t="25477" x="4787900" y="2489200"/>
          <p14:tracePt t="25493" x="4692650" y="2400300"/>
          <p14:tracePt t="25510" x="4603750" y="2317750"/>
          <p14:tracePt t="25526" x="4413250" y="2159000"/>
          <p14:tracePt t="25543" x="4210050" y="1993900"/>
          <p14:tracePt t="25560" x="4127500" y="1936750"/>
          <p14:tracePt t="25576" x="3962400" y="1809750"/>
          <p14:tracePt t="25592" x="3892550" y="1752600"/>
          <p14:tracePt t="25609" x="3771900" y="1631950"/>
          <p14:tracePt t="25626" x="3676650" y="1536700"/>
          <p14:tracePt t="25643" x="3625850" y="1511300"/>
          <p14:tracePt t="25660" x="3543300" y="1435100"/>
          <p14:tracePt t="25676" x="3511550" y="1409700"/>
          <p14:tracePt t="25692" x="3454400" y="1371600"/>
          <p14:tracePt t="25709" x="3422650" y="1339850"/>
          <p14:tracePt t="25726" x="3403600" y="1314450"/>
          <p14:tracePt t="25742" x="3371850" y="1289050"/>
          <p14:tracePt t="25759" x="3333750" y="1270000"/>
          <p14:tracePt t="25775" x="3314700" y="1257300"/>
          <p14:tracePt t="25793" x="3282950" y="1231900"/>
          <p14:tracePt t="25809" x="3257550" y="1219200"/>
          <p14:tracePt t="25825" x="3232150" y="1200150"/>
          <p14:tracePt t="25843" x="3200400" y="1187450"/>
          <p14:tracePt t="25858" x="3194050" y="1187450"/>
          <p14:tracePt t="25875" x="3181350" y="1181100"/>
          <p14:tracePt t="25892" x="3168650" y="1174750"/>
          <p14:tracePt t="25908" x="3162300" y="1174750"/>
          <p14:tracePt t="25948" x="3162300" y="1181100"/>
          <p14:tracePt t="25958" x="3155950" y="1187450"/>
          <p14:tracePt t="25978" x="3155950" y="1193800"/>
          <p14:tracePt t="25992" x="3149600" y="1200150"/>
          <p14:tracePt t="26008" x="3149600" y="1206500"/>
          <p14:tracePt t="26026" x="3136900" y="1212850"/>
          <p14:tracePt t="26041" x="3124200" y="1219200"/>
          <p14:tracePt t="26058" x="3117850" y="1225550"/>
          <p14:tracePt t="26075" x="3086100" y="1238250"/>
          <p14:tracePt t="26091" x="3035300" y="1263650"/>
          <p14:tracePt t="26108" x="2990850" y="1282700"/>
          <p14:tracePt t="26124" x="2895600" y="1327150"/>
          <p14:tracePt t="26141" x="2825750" y="1358900"/>
          <p14:tracePt t="26157" x="2705100" y="1397000"/>
          <p14:tracePt t="26174" x="2590800" y="1428750"/>
          <p14:tracePt t="26191" x="2540000" y="1447800"/>
          <p14:tracePt t="26208" x="2457450" y="1466850"/>
          <p14:tracePt t="26224" x="2413000" y="1466850"/>
          <p14:tracePt t="26241" x="2400300" y="1473200"/>
          <p14:tracePt t="26258" x="2387600" y="1473200"/>
          <p14:tracePt t="26274" x="2381250" y="1479550"/>
          <p14:tracePt t="26384" x="2387600" y="1479550"/>
          <p14:tracePt t="26405" x="2393950" y="1479550"/>
          <p14:tracePt t="26412" x="2406650" y="1479550"/>
          <p14:tracePt t="26423" x="2413000" y="1479550"/>
          <p14:tracePt t="26440" x="2438400" y="1485900"/>
          <p14:tracePt t="26456" x="2463800" y="1498600"/>
          <p14:tracePt t="26473" x="2495550" y="1498600"/>
          <p14:tracePt t="26490" x="2597150" y="1524000"/>
          <p14:tracePt t="26506" x="2755900" y="1549400"/>
          <p14:tracePt t="26523" x="2844800" y="1562100"/>
          <p14:tracePt t="26540" x="3022600" y="1581150"/>
          <p14:tracePt t="26556" x="3105150" y="1593850"/>
          <p14:tracePt t="26573" x="3282950" y="1593850"/>
          <p14:tracePt t="26589" x="3460750" y="1574800"/>
          <p14:tracePt t="26606" x="3549650" y="1574800"/>
          <p14:tracePt t="26623" x="3683000" y="1555750"/>
          <p14:tracePt t="26639" x="3797300" y="1543050"/>
          <p14:tracePt t="26656" x="3841750" y="1543050"/>
          <p14:tracePt t="26673" x="3911600" y="1530350"/>
          <p14:tracePt t="26689" x="3930650" y="1530350"/>
          <p14:tracePt t="26706" x="3956050" y="1530350"/>
          <p14:tracePt t="26722" x="3962400" y="1536700"/>
          <p14:tracePt t="26739" x="3968750" y="1536700"/>
          <p14:tracePt t="26772" x="3975100" y="1536700"/>
          <p14:tracePt t="26788" x="3981450" y="1536700"/>
          <p14:tracePt t="26806" x="3994150" y="1543050"/>
          <p14:tracePt t="26822" x="4000500" y="1549400"/>
          <p14:tracePt t="26855" x="4019550" y="1562100"/>
          <p14:tracePt t="26871" x="4038600" y="1568450"/>
          <p14:tracePt t="26888" x="4057650" y="1568450"/>
          <p14:tracePt t="26905" x="4095750" y="1581150"/>
          <p14:tracePt t="26922" x="4171950" y="1612900"/>
          <p14:tracePt t="26939" x="4222750" y="1619250"/>
          <p14:tracePt t="26954" x="4337050" y="1663700"/>
          <p14:tracePt t="26971" x="4394200" y="1701800"/>
          <p14:tracePt t="26989" x="4584700" y="1822450"/>
          <p14:tracePt t="27004" x="4654550" y="1873250"/>
          <p14:tracePt t="27021" x="4705350" y="1917700"/>
          <p14:tracePt t="27038" x="4813300" y="2038350"/>
          <p14:tracePt t="27054" x="4883150" y="2171700"/>
          <p14:tracePt t="27071" x="4921250" y="2254250"/>
          <p14:tracePt t="27088" x="4972050" y="2425700"/>
          <p14:tracePt t="27104" x="5003800" y="2495550"/>
          <p14:tracePt t="27121" x="5041900" y="2654300"/>
          <p14:tracePt t="27137" x="5080000" y="2774950"/>
          <p14:tracePt t="27154" x="5105400" y="2851150"/>
          <p14:tracePt t="27171" x="5156200" y="2997200"/>
          <p14:tracePt t="27187" x="5187950" y="3067050"/>
          <p14:tracePt t="27204" x="5264150" y="3181350"/>
          <p14:tracePt t="27221" x="5346700" y="3289300"/>
          <p14:tracePt t="27237" x="5391150" y="3333750"/>
          <p14:tracePt t="27254" x="5467350" y="3422650"/>
          <p14:tracePt t="27271" x="5518150" y="3511550"/>
          <p14:tracePt t="27287" x="5549900" y="3556000"/>
          <p14:tracePt t="27304" x="5581650" y="3594100"/>
          <p14:tracePt t="27320" x="5588000" y="3594100"/>
          <p14:tracePt t="32407" x="5638800" y="3606800"/>
          <p14:tracePt t="32421" x="5670550" y="3619500"/>
          <p14:tracePt t="32428" x="5727700" y="3651250"/>
          <p14:tracePt t="32443" x="5759450" y="3676650"/>
          <p14:tracePt t="32452" x="5803900" y="3708400"/>
          <p14:tracePt t="32469" x="5848350" y="3740150"/>
          <p14:tracePt t="32486" x="5911850" y="3778250"/>
          <p14:tracePt t="32502" x="5937250" y="3790950"/>
          <p14:tracePt t="32519" x="5975350" y="3803650"/>
          <p14:tracePt t="32536" x="6013450" y="3829050"/>
          <p14:tracePt t="32552" x="6038850" y="3835400"/>
          <p14:tracePt t="32569" x="6076950" y="3854450"/>
          <p14:tracePt t="32585" x="6108700" y="3873500"/>
          <p14:tracePt t="32602" x="6140450" y="3892550"/>
          <p14:tracePt t="32619" x="6203950" y="3911600"/>
          <p14:tracePt t="32635" x="6273800" y="3930650"/>
          <p14:tracePt t="35611" x="6261100" y="3905250"/>
          <p14:tracePt t="35618" x="6216650" y="3867150"/>
          <p14:tracePt t="35633" x="6178550" y="3810000"/>
          <p14:tracePt t="35641" x="6127750" y="3752850"/>
          <p14:tracePt t="35658" x="6070600" y="3683000"/>
          <p14:tracePt t="35675" x="5899150" y="3498850"/>
          <p14:tracePt t="35691" x="5816600" y="3416300"/>
          <p14:tracePt t="35708" x="5645150" y="3225800"/>
          <p14:tracePt t="35725" x="5486400" y="3048000"/>
          <p14:tracePt t="35741" x="5403850" y="2952750"/>
          <p14:tracePt t="35758" x="5327650" y="2876550"/>
          <p14:tracePt t="35774" x="5257800" y="2806700"/>
          <p14:tracePt t="35791" x="5105400" y="2686050"/>
          <p14:tracePt t="35808" x="5010150" y="2609850"/>
          <p14:tracePt t="35824" x="4845050" y="2476500"/>
          <p14:tracePt t="35841" x="4762500" y="2413000"/>
          <p14:tracePt t="35858" x="4610100" y="2292350"/>
          <p14:tracePt t="35874" x="4540250" y="2228850"/>
          <p14:tracePt t="35891" x="4419600" y="2114550"/>
          <p14:tracePt t="35907" x="4368800" y="2044700"/>
          <p14:tracePt t="35924" x="4311650" y="1968500"/>
          <p14:tracePt t="35940" x="4248150" y="1885950"/>
          <p14:tracePt t="35957" x="4095750" y="1701800"/>
          <p14:tracePt t="35973" x="3994150" y="1568450"/>
          <p14:tracePt t="35991" x="3778250" y="1377950"/>
          <p14:tracePt t="36007" x="3651250" y="1270000"/>
          <p14:tracePt t="36024" x="3606800" y="1231900"/>
          <p14:tracePt t="36041" x="3511550" y="1136650"/>
          <p14:tracePt t="36057" x="3479800" y="1111250"/>
          <p14:tracePt t="36073" x="3429000" y="1085850"/>
          <p14:tracePt t="36090" x="3390900" y="1073150"/>
          <p14:tracePt t="36106" x="3384550" y="1066800"/>
          <p14:tracePt t="36123" x="3378200" y="1060450"/>
          <p14:tracePt t="36156" x="3378200" y="1066800"/>
          <p14:tracePt t="36188" x="3378200" y="1079500"/>
          <p14:tracePt t="36272" x="3378200" y="1085850"/>
          <p14:tracePt t="36308" x="3378200" y="1092200"/>
          <p14:tracePt t="36315" x="3378200" y="1098550"/>
          <p14:tracePt t="36336" x="3384550" y="1104900"/>
          <p14:tracePt t="36350" x="3390900" y="1117600"/>
          <p14:tracePt t="36358" x="3403600" y="1130300"/>
          <p14:tracePt t="36373" x="3416300" y="1143000"/>
          <p14:tracePt t="36389" x="3435350" y="1155700"/>
          <p14:tracePt t="36406" x="3473450" y="1193800"/>
          <p14:tracePt t="36422" x="3511550" y="1219200"/>
          <p14:tracePt t="36438" x="3594100" y="1301750"/>
          <p14:tracePt t="36456" x="3683000" y="1384300"/>
          <p14:tracePt t="36472" x="3740150" y="1428750"/>
          <p14:tracePt t="36488" x="3810000" y="1479550"/>
          <p14:tracePt t="36505" x="3956050" y="1600200"/>
          <p14:tracePt t="36521" x="4025900" y="1663700"/>
          <p14:tracePt t="36538" x="4108450" y="1727200"/>
          <p14:tracePt t="36555" x="4260850" y="1847850"/>
          <p14:tracePt t="36571" x="4394200" y="1981200"/>
          <p14:tracePt t="36590" x="4502150" y="2120900"/>
          <p14:tracePt t="36605" x="4552950" y="2203450"/>
          <p14:tracePt t="36621" x="4584700" y="2273300"/>
          <p14:tracePt t="36638" x="4660900" y="2419350"/>
          <p14:tracePt t="36654" x="4711700" y="2501900"/>
          <p14:tracePt t="36671" x="4756150" y="2571750"/>
          <p14:tracePt t="36688" x="4819650" y="2711450"/>
          <p14:tracePt t="36704" x="4883150" y="2844800"/>
          <p14:tracePt t="36721" x="4908550" y="2914650"/>
          <p14:tracePt t="36737" x="4984750" y="3041650"/>
          <p14:tracePt t="36754" x="5029200" y="3105150"/>
          <p14:tracePt t="36771" x="5099050" y="3187700"/>
          <p14:tracePt t="36787" x="5143500" y="3244850"/>
          <p14:tracePt t="36804" x="5181600" y="3276600"/>
          <p14:tracePt t="36821" x="5226050" y="3333750"/>
          <p14:tracePt t="36837" x="5232400" y="3352800"/>
          <p14:tracePt t="36854" x="5245100" y="3378200"/>
          <p14:tracePt t="36871" x="5257800" y="3390900"/>
          <p14:tracePt t="36887" x="5270500" y="3403600"/>
          <p14:tracePt t="36904" x="5276850" y="3403600"/>
          <p14:tracePt t="36920" x="5283200" y="3416300"/>
          <p14:tracePt t="36937" x="5289550" y="3416300"/>
          <p14:tracePt t="36954" x="5289550" y="3429000"/>
          <p14:tracePt t="36970" x="5295900" y="3435350"/>
          <p14:tracePt t="36987" x="5308600" y="3435350"/>
          <p14:tracePt t="37004" x="5321300" y="3448050"/>
          <p14:tracePt t="37020" x="5334000" y="3460750"/>
          <p14:tracePt t="37037" x="5353050" y="3486150"/>
          <p14:tracePt t="37053" x="5365750" y="3517900"/>
          <p14:tracePt t="37070" x="5397500" y="3556000"/>
          <p14:tracePt t="37086" x="5416550" y="3575050"/>
          <p14:tracePt t="37412" x="5435600" y="3575050"/>
          <p14:tracePt t="37420" x="5473700" y="3581400"/>
          <p14:tracePt t="37433" x="5530850" y="3587750"/>
          <p14:tracePt t="37440" x="5568950" y="3600450"/>
          <p14:tracePt t="37455" x="5607050" y="3600450"/>
          <p14:tracePt t="37471" x="5651500" y="3606800"/>
          <p14:tracePt t="37485" x="5702300" y="3625850"/>
          <p14:tracePt t="37502" x="5822950" y="3644900"/>
          <p14:tracePt t="37518" x="5943600" y="3683000"/>
          <p14:tracePt t="37535" x="6013450" y="3702050"/>
          <p14:tracePt t="37552" x="6070600" y="3727450"/>
          <p14:tracePt t="37568" x="6178550" y="3778250"/>
          <p14:tracePt t="37585" x="6267450" y="3810000"/>
          <p14:tracePt t="37602" x="6305550" y="3829050"/>
          <p14:tracePt t="37618" x="6362700" y="3860800"/>
          <p14:tracePt t="37634" x="6394450" y="3873500"/>
          <p14:tracePt t="37652" x="6426200" y="3873500"/>
          <p14:tracePt t="37668" x="6438900" y="3873500"/>
          <p14:tracePt t="37684" x="6483350" y="3854450"/>
          <p14:tracePt t="37701" x="6489700" y="3848100"/>
          <p14:tracePt t="50508" x="6483350" y="3841750"/>
          <p14:tracePt t="50515" x="6457950" y="3829050"/>
          <p14:tracePt t="50523" x="6445250" y="3822700"/>
          <p14:tracePt t="50540" x="6394450" y="3810000"/>
          <p14:tracePt t="50557" x="6311900" y="3765550"/>
          <p14:tracePt t="50573" x="6159500" y="3702050"/>
          <p14:tracePt t="50590" x="6045200" y="3657600"/>
          <p14:tracePt t="50607" x="5867400" y="3562350"/>
          <p14:tracePt t="50623" x="5740400" y="3492500"/>
          <p14:tracePt t="50640" x="5638800" y="3441700"/>
          <p14:tracePt t="50657" x="5486400" y="3365500"/>
          <p14:tracePt t="50673" x="5384800" y="3308350"/>
          <p14:tracePt t="50689" x="5283200" y="3263900"/>
          <p14:tracePt t="50706" x="5168900" y="3213100"/>
          <p14:tracePt t="50722" x="5105400" y="3194050"/>
          <p14:tracePt t="50740" x="5054600" y="3175000"/>
          <p14:tracePt t="50755" x="4997450" y="3155950"/>
          <p14:tracePt t="50772" x="4978400" y="3155950"/>
          <p14:tracePt t="50790" x="4953000" y="3149600"/>
          <p14:tracePt t="50806" x="4940300" y="3149600"/>
          <p14:tracePt t="50822" x="4933950" y="3149600"/>
          <p14:tracePt t="50839" x="4927600" y="3149600"/>
          <p14:tracePt t="50855" x="4921250" y="3149600"/>
          <p14:tracePt t="50872" x="4914900" y="3149600"/>
          <p14:tracePt t="50889" x="4908550" y="3155950"/>
          <p14:tracePt t="50937" x="4908550" y="3162300"/>
          <p14:tracePt t="50951" x="4908550" y="3168650"/>
          <p14:tracePt t="50959" x="4914900" y="3175000"/>
          <p14:tracePt t="50979" x="4914900" y="3181350"/>
          <p14:tracePt t="50988" x="4914900" y="3194050"/>
          <p14:tracePt t="51005" x="4914900" y="3213100"/>
          <p14:tracePt t="51022" x="4921250" y="3270250"/>
          <p14:tracePt t="51038" x="4927600" y="3333750"/>
          <p14:tracePt t="51055" x="4946650" y="3403600"/>
          <p14:tracePt t="51072" x="4978400" y="3517900"/>
          <p14:tracePt t="51088" x="5010150" y="3568700"/>
          <p14:tracePt t="51105" x="5035550" y="3613150"/>
          <p14:tracePt t="51122" x="5092700" y="3663950"/>
          <p14:tracePt t="51138" x="5130800" y="3689350"/>
          <p14:tracePt t="51156" x="5181600" y="3714750"/>
          <p14:tracePt t="51171" x="5219700" y="3721100"/>
          <p14:tracePt t="51188" x="5232400" y="3721100"/>
          <p14:tracePt t="51205" x="5251450" y="3721100"/>
          <p14:tracePt t="51221" x="5257800" y="3721100"/>
          <p14:tracePt t="51237" x="5264150" y="3721100"/>
          <p14:tracePt t="51270" x="5270500" y="3721100"/>
          <p14:tracePt t="51287" x="5270500" y="3714750"/>
          <p14:tracePt t="51304" x="5283200" y="3702050"/>
          <p14:tracePt t="51321" x="5283200" y="3695700"/>
          <p14:tracePt t="51338" x="5295900" y="3683000"/>
          <p14:tracePt t="51354" x="5295900" y="3670300"/>
          <p14:tracePt t="51370" x="5308600" y="3651250"/>
          <p14:tracePt t="51388" x="5308600" y="3632200"/>
          <p14:tracePt t="51403" x="5314950" y="3606800"/>
          <p14:tracePt t="51420" x="5314950" y="3575050"/>
          <p14:tracePt t="51437" x="5295900" y="3517900"/>
          <p14:tracePt t="51453" x="5270500" y="3479800"/>
          <p14:tracePt t="51470" x="5238750" y="3441700"/>
          <p14:tracePt t="51487" x="5175250" y="3390900"/>
          <p14:tracePt t="51503" x="5130800" y="3365500"/>
          <p14:tracePt t="51521" x="5073650" y="3333750"/>
          <p14:tracePt t="51536" x="5041900" y="3321050"/>
          <p14:tracePt t="51553" x="5010150" y="3308350"/>
          <p14:tracePt t="51570" x="4978400" y="3302000"/>
          <p14:tracePt t="51586" x="4965700" y="3302000"/>
          <p14:tracePt t="51603" x="4953000" y="3302000"/>
          <p14:tracePt t="51620" x="4946650" y="3302000"/>
          <p14:tracePt t="51653" x="4946650" y="3314700"/>
          <p14:tracePt t="51670" x="4946650" y="3321050"/>
          <p14:tracePt t="51686" x="4946650" y="3333750"/>
          <p14:tracePt t="51732" x="4953000" y="3333750"/>
          <p14:tracePt t="51753" x="4959350" y="3340100"/>
          <p14:tracePt t="51760" x="4965700" y="3346450"/>
          <p14:tracePt t="51773" x="4972050" y="3346450"/>
          <p14:tracePt t="51786" x="4984750" y="3352800"/>
          <p14:tracePt t="51802" x="5016500" y="3371850"/>
          <p14:tracePt t="51819" x="5048250" y="3390900"/>
          <p14:tracePt t="51835" x="5092700" y="3409950"/>
          <p14:tracePt t="51852" x="5162550" y="3441700"/>
          <p14:tracePt t="51869" x="5219700" y="3454400"/>
          <p14:tracePt t="51886" x="5308600" y="3486150"/>
          <p14:tracePt t="51902" x="5353050" y="3492500"/>
          <p14:tracePt t="51918" x="5391150" y="3492500"/>
          <p14:tracePt t="51936" x="5435600" y="3492500"/>
          <p14:tracePt t="51952" x="5448300" y="3492500"/>
          <p14:tracePt t="51968" x="5461000" y="3492500"/>
          <p14:tracePt t="51985" x="5467350" y="3486150"/>
          <p14:tracePt t="52002" x="5473700" y="3486150"/>
          <p14:tracePt t="52018" x="5473700" y="3479800"/>
          <p14:tracePt t="52035" x="5473700" y="3473450"/>
          <p14:tracePt t="52075" x="5473700" y="3467100"/>
          <p14:tracePt t="52084" x="5473700" y="3460750"/>
          <p14:tracePt t="52146" x="5467350" y="3454400"/>
          <p14:tracePt t="52174" x="5461000" y="3454400"/>
          <p14:tracePt t="52182" x="5454650" y="3454400"/>
          <p14:tracePt t="52195" x="5448300" y="3454400"/>
          <p14:tracePt t="52217" x="5441950" y="3454400"/>
          <p14:tracePt t="52237" x="5435600" y="3460750"/>
          <p14:tracePt t="52245" x="5422900" y="3467100"/>
          <p14:tracePt t="52254" x="5410200" y="3467100"/>
          <p14:tracePt t="52267" x="5384800" y="3479800"/>
          <p14:tracePt t="52283" x="5340350" y="3492500"/>
          <p14:tracePt t="52301" x="5264150" y="3505200"/>
          <p14:tracePt t="52317" x="5200650" y="3530600"/>
          <p14:tracePt t="52334" x="5143500" y="3543300"/>
          <p14:tracePt t="52351" x="5060950" y="3568700"/>
          <p14:tracePt t="52367" x="5016500" y="3581400"/>
          <p14:tracePt t="52383" x="4984750" y="3594100"/>
          <p14:tracePt t="52400" x="4959350" y="3606800"/>
          <p14:tracePt t="52416" x="4953000" y="3613150"/>
          <p14:tracePt t="52512" x="4959350" y="3606800"/>
          <p14:tracePt t="52534" x="4965700" y="3600450"/>
          <p14:tracePt t="52547" x="4978400" y="3600450"/>
          <p14:tracePt t="52554" x="4978400" y="3594100"/>
          <p14:tracePt t="52566" x="4978400" y="3587750"/>
          <p14:tracePt t="52582" x="4978400" y="3581400"/>
          <p14:tracePt t="53833" x="4984750" y="3575050"/>
          <p14:tracePt t="53840" x="4991100" y="3556000"/>
          <p14:tracePt t="53848" x="5003800" y="3543300"/>
          <p14:tracePt t="53862" x="5029200" y="3511550"/>
          <p14:tracePt t="53878" x="5048250" y="3479800"/>
          <p14:tracePt t="53895" x="5073650" y="3454400"/>
          <p14:tracePt t="53912" x="5092700" y="3429000"/>
          <p14:tracePt t="53928" x="5099050" y="3416300"/>
          <p14:tracePt t="53946" x="5111750" y="3397250"/>
          <p14:tracePt t="53962" x="5111750" y="3390900"/>
          <p14:tracePt t="53978" x="5118100" y="3378200"/>
          <p14:tracePt t="53996" x="5124450" y="3365500"/>
          <p14:tracePt t="54011" x="5124450" y="3352800"/>
          <p14:tracePt t="54028" x="5130800" y="3346450"/>
          <p14:tracePt t="54044" x="5130800" y="3333750"/>
          <p14:tracePt t="54061" x="5130800" y="3321050"/>
          <p14:tracePt t="54094" x="5137150" y="3308350"/>
          <p14:tracePt t="54111" x="5137150" y="3302000"/>
          <p14:tracePt t="54128" x="5137150" y="3295650"/>
          <p14:tracePt t="54144" x="5137150" y="3289300"/>
          <p14:tracePt t="54184" x="5137150" y="3282950"/>
          <p14:tracePt t="54255" x="5137150" y="3276600"/>
          <p14:tracePt t="54290" x="5137150" y="3270250"/>
          <p14:tracePt t="54353" x="5137150" y="3263900"/>
          <p14:tracePt t="54445" x="5137150" y="3257550"/>
          <p14:tracePt t="54487" x="5137150" y="3251200"/>
          <p14:tracePt t="54522" x="5137150" y="3244850"/>
          <p14:tracePt t="54564" x="5130800" y="3244850"/>
          <p14:tracePt t="54592" x="5124450" y="3244850"/>
          <p14:tracePt t="54641" x="5118100" y="3244850"/>
          <p14:tracePt t="54663" x="5111750" y="3244850"/>
          <p14:tracePt t="54683" x="5105400" y="3244850"/>
          <p14:tracePt t="54705" x="5099050" y="3244850"/>
          <p14:tracePt t="54726" x="5092700" y="3244850"/>
          <p14:tracePt t="54747" x="5080000" y="3244850"/>
          <p14:tracePt t="54754" x="5067300" y="3244850"/>
          <p14:tracePt t="54768" x="5054600" y="3244850"/>
          <p14:tracePt t="54778" x="5029200" y="3244850"/>
          <p14:tracePt t="54792" x="4978400" y="3244850"/>
          <p14:tracePt t="54809" x="4864100" y="3244850"/>
          <p14:tracePt t="54825" x="4648200" y="3257550"/>
          <p14:tracePt t="54842" x="4521200" y="3257550"/>
          <p14:tracePt t="54859" x="4197350" y="3282950"/>
          <p14:tracePt t="54875" x="3829050" y="3289300"/>
          <p14:tracePt t="54892" x="3644900" y="3289300"/>
          <p14:tracePt t="54909" x="3263900" y="3270250"/>
          <p14:tracePt t="54925" x="2927350" y="3238500"/>
          <p14:tracePt t="54942" x="2781300" y="3213100"/>
          <p14:tracePt t="54958" x="2540000" y="3181350"/>
          <p14:tracePt t="54974" x="2438400" y="3162300"/>
          <p14:tracePt t="54991" x="2266950" y="3130550"/>
          <p14:tracePt t="55008" x="2146300" y="3105150"/>
          <p14:tracePt t="55024" x="2108200" y="3098800"/>
          <p14:tracePt t="55042" x="2051050" y="3079750"/>
          <p14:tracePt t="55057" x="2012950" y="3067050"/>
          <p14:tracePt t="55074" x="2000250" y="3067050"/>
          <p14:tracePt t="55091" x="1981200" y="3054350"/>
          <p14:tracePt t="55108" x="1974850" y="3054350"/>
          <p14:tracePt t="55124" x="1949450" y="3060700"/>
          <p14:tracePt t="55141" x="1936750" y="3092450"/>
          <p14:tracePt t="55689" x="1968500" y="3092450"/>
          <p14:tracePt t="55696" x="2012950" y="3079750"/>
          <p14:tracePt t="55710" x="2082800" y="3048000"/>
          <p14:tracePt t="55722" x="2159000" y="3028950"/>
          <p14:tracePt t="55739" x="2305050" y="2984500"/>
          <p14:tracePt t="55755" x="2413000" y="2952750"/>
          <p14:tracePt t="55772" x="2647950" y="2863850"/>
          <p14:tracePt t="55788" x="2908300" y="2749550"/>
          <p14:tracePt t="55805" x="3016250" y="2698750"/>
          <p14:tracePt t="55823" x="3213100" y="2616200"/>
          <p14:tracePt t="55838" x="3397250" y="2552700"/>
          <p14:tracePt t="55855" x="3454400" y="2533650"/>
          <p14:tracePt t="55872" x="3549650" y="2508250"/>
          <p14:tracePt t="55888" x="3568700" y="2501900"/>
          <p14:tracePt t="55905" x="3587750" y="2495550"/>
          <p14:tracePt t="55922" x="3600450" y="2489200"/>
          <p14:tracePt t="56047" x="3600450" y="2495550"/>
          <p14:tracePt t="56082" x="3606800" y="2495550"/>
          <p14:tracePt t="56089" x="3613150" y="2501900"/>
          <p14:tracePt t="56111" x="3625850" y="2508250"/>
          <p14:tracePt t="56117" x="3638550" y="2508250"/>
          <p14:tracePt t="56132" x="3644900" y="2508250"/>
          <p14:tracePt t="56140" x="3657600" y="2508250"/>
          <p14:tracePt t="56154" x="3670300" y="2514600"/>
          <p14:tracePt t="56171" x="3670300" y="2520950"/>
          <p14:tracePt t="56188" x="3695700" y="2527300"/>
          <p14:tracePt t="56204" x="3708400" y="2533650"/>
          <p14:tracePt t="56220" x="3714750" y="2540000"/>
          <p14:tracePt t="56237" x="3727450" y="2540000"/>
          <p14:tracePt t="56253" x="3733800" y="2546350"/>
          <p14:tracePt t="56270" x="3740150" y="2546350"/>
          <p14:tracePt t="56287" x="3740150" y="2552700"/>
          <p14:tracePt t="56320" x="3746500" y="2552700"/>
          <p14:tracePt t="56342" x="3752850" y="2559050"/>
          <p14:tracePt t="56352" x="3759200" y="2559050"/>
          <p14:tracePt t="56372" x="3765550" y="2559050"/>
          <p14:tracePt t="56392" x="3771900" y="2559050"/>
          <p14:tracePt t="56413" x="3778250" y="2559050"/>
          <p14:tracePt t="56422" x="3790950" y="2559050"/>
          <p14:tracePt t="56435" x="3810000" y="2571750"/>
          <p14:tracePt t="56453" x="3841750" y="2578100"/>
          <p14:tracePt t="56470" x="3994150" y="2597150"/>
          <p14:tracePt t="56485" x="4076700" y="2603500"/>
          <p14:tracePt t="56502" x="4191000" y="2616200"/>
          <p14:tracePt t="56519" x="4451350" y="2622550"/>
          <p14:tracePt t="56535" x="4768850" y="2609850"/>
          <p14:tracePt t="56553" x="4940300" y="2584450"/>
          <p14:tracePt t="56569" x="5257800" y="2540000"/>
          <p14:tracePt t="56586" x="5448300" y="2508250"/>
          <p14:tracePt t="56603" x="5543550" y="2501900"/>
          <p14:tracePt t="56619" x="5575300" y="2501900"/>
          <p14:tracePt t="56636" x="5607050" y="2501900"/>
          <p14:tracePt t="56652" x="5613400" y="2501900"/>
          <p14:tracePt t="56669" x="5619750" y="2495550"/>
          <p14:tracePt t="56702" x="5626100" y="2495550"/>
          <p14:tracePt t="56729" x="5632450" y="2495550"/>
          <p14:tracePt t="56814" x="5638800" y="2495550"/>
          <p14:tracePt t="56862" x="5638800" y="2501900"/>
          <p14:tracePt t="56933" x="5632450" y="2508250"/>
          <p14:tracePt t="56954" x="5626100" y="2514600"/>
          <p14:tracePt t="56961" x="5619750" y="2520950"/>
          <p14:tracePt t="56982" x="5613400" y="2520950"/>
          <p14:tracePt t="56996" x="5613400" y="2527300"/>
          <p14:tracePt t="57004" x="5613400" y="2533650"/>
          <p14:tracePt t="57020" x="5600700" y="2533650"/>
          <p14:tracePt t="57034" x="5562600" y="2552700"/>
          <p14:tracePt t="57051" x="5537200" y="2565400"/>
          <p14:tracePt t="57067" x="5435600" y="2609850"/>
          <p14:tracePt t="57084" x="5378450" y="2641600"/>
          <p14:tracePt t="57101" x="5219700" y="2711450"/>
          <p14:tracePt t="57117" x="5041900" y="2794000"/>
          <p14:tracePt t="57134" x="4953000" y="2844800"/>
          <p14:tracePt t="57151" x="4724400" y="2959100"/>
          <p14:tracePt t="57167" x="4495800" y="3105150"/>
          <p14:tracePt t="57183" x="4387850" y="3194050"/>
          <p14:tracePt t="57201" x="4210050" y="3327400"/>
          <p14:tracePt t="57217" x="4083050" y="3435350"/>
          <p14:tracePt t="57234" x="4038600" y="3473450"/>
          <p14:tracePt t="57250" x="3968750" y="3530600"/>
          <p14:tracePt t="57267" x="3949700" y="3543300"/>
          <p14:tracePt t="57283" x="3930650" y="3549650"/>
          <p14:tracePt t="57300" x="3924300" y="3556000"/>
          <p14:tracePt t="57316" x="3911600" y="3556000"/>
          <p14:tracePt t="57439" x="3911600" y="3549650"/>
          <p14:tracePt t="57467" x="3917950" y="3549650"/>
          <p14:tracePt t="57496" x="3917950" y="3543300"/>
          <p14:tracePt t="57517" x="3924300" y="3543300"/>
          <p14:tracePt t="57545" x="3930650" y="3543300"/>
          <p14:tracePt t="57566" x="3937000" y="3543300"/>
          <p14:tracePt t="57580" x="3943350" y="3543300"/>
          <p14:tracePt t="57594" x="3949700" y="3543300"/>
          <p14:tracePt t="57616" x="3956050" y="3543300"/>
          <p14:tracePt t="57629" x="3962400" y="3543300"/>
          <p14:tracePt t="57650" x="3975100" y="3543300"/>
          <p14:tracePt t="57657" x="3987800" y="3543300"/>
          <p14:tracePt t="57666" x="4006850" y="3543300"/>
          <p14:tracePt t="57681" x="4038600" y="3549650"/>
          <p14:tracePt t="57699" x="4133850" y="3562350"/>
          <p14:tracePt t="57715" x="4184650" y="3568700"/>
          <p14:tracePt t="57732" x="4305300" y="3575050"/>
          <p14:tracePt t="57749" x="4368800" y="3587750"/>
          <p14:tracePt t="57765" x="4483100" y="3594100"/>
          <p14:tracePt t="57782" x="4591050" y="3606800"/>
          <p14:tracePt t="57799" x="4679950" y="3606800"/>
          <p14:tracePt t="57815" x="4718050" y="3606800"/>
          <p14:tracePt t="57831" x="4800600" y="3613150"/>
          <p14:tracePt t="57848" x="4889500" y="3613150"/>
          <p14:tracePt t="57865" x="4933950" y="3613150"/>
          <p14:tracePt t="57882" x="5003800" y="3613150"/>
          <p14:tracePt t="57898" x="5060950" y="3613150"/>
          <p14:tracePt t="57915" x="5080000" y="3613150"/>
          <p14:tracePt t="57932" x="5118100" y="3613150"/>
          <p14:tracePt t="57948" x="5162550" y="3613150"/>
          <p14:tracePt t="57964" x="5175250" y="3613150"/>
          <p14:tracePt t="57981" x="5187950" y="3613150"/>
          <p14:tracePt t="58000" x="5194300" y="3613150"/>
          <p14:tracePt t="58017" x="5194300" y="3606800"/>
          <p14:tracePt t="58036" x="5175250" y="3606800"/>
          <p14:tracePt t="58438" x="5238750" y="3606800"/>
          <p14:tracePt t="58451" x="5314950" y="3606800"/>
          <p14:tracePt t="58459" x="5403850" y="3606800"/>
          <p14:tracePt t="58473" x="5505450" y="3613150"/>
          <p14:tracePt t="58482" x="5594350" y="3638550"/>
          <p14:tracePt t="58495" x="5683250" y="3644900"/>
          <p14:tracePt t="58512" x="5854700" y="3689350"/>
          <p14:tracePt t="58529" x="6013450" y="3727450"/>
          <p14:tracePt t="58545" x="6089650" y="3746500"/>
          <p14:tracePt t="58562" x="6159500" y="3784600"/>
          <p14:tracePt t="58579" x="6292850" y="3835400"/>
          <p14:tracePt t="58595" x="6305550" y="3841750"/>
          <p14:tracePt t="58613" x="6324600" y="3848100"/>
          <p14:tracePt t="58629" x="6343650" y="3854450"/>
          <p14:tracePt t="58645" x="6350000" y="3860800"/>
          <p14:tracePt t="58663" x="6356350" y="3860800"/>
          <p14:tracePt t="58695" x="6356350" y="3854450"/>
          <p14:tracePt t="58740" x="6350000" y="3854450"/>
          <p14:tracePt t="58754" x="6337300" y="3848100"/>
          <p14:tracePt t="58762" x="6324600" y="3848100"/>
          <p14:tracePt t="58775" x="6305550" y="3841750"/>
          <p14:tracePt t="58782" x="6280150" y="3829050"/>
          <p14:tracePt t="58794" x="6254750" y="3816350"/>
          <p14:tracePt t="58811" x="6191250" y="3784600"/>
          <p14:tracePt t="58828" x="6134100" y="3765550"/>
          <p14:tracePt t="58845" x="5994400" y="3689350"/>
          <p14:tracePt t="58861" x="5848350" y="3619500"/>
          <p14:tracePt t="58878" x="5765800" y="3575050"/>
          <p14:tracePt t="58895" x="5594350" y="3492500"/>
          <p14:tracePt t="58911" x="5499100" y="3454400"/>
          <p14:tracePt t="58927" x="5365750" y="3384550"/>
          <p14:tracePt t="58945" x="5238750" y="3321050"/>
          <p14:tracePt t="58961" x="5181600" y="3289300"/>
          <p14:tracePt t="58978" x="5118100" y="3251200"/>
          <p14:tracePt t="58994" x="5086350" y="3232150"/>
          <p14:tracePt t="59010" x="5073650" y="3225800"/>
          <p14:tracePt t="59027" x="5054600" y="3219450"/>
          <p14:tracePt t="59044" x="5048250" y="3219450"/>
          <p14:tracePt t="59078" x="5041900" y="3219450"/>
          <p14:tracePt t="59225" x="5035550" y="3225800"/>
          <p14:tracePt t="59253" x="5029200" y="3225800"/>
          <p14:tracePt t="59274" x="5022850" y="3232150"/>
          <p14:tracePt t="59281" x="5022850" y="3238500"/>
          <p14:tracePt t="59296" x="5022850" y="3244850"/>
          <p14:tracePt t="59323" x="5016500" y="3251200"/>
          <p14:tracePt t="59344" x="5003800" y="3251200"/>
          <p14:tracePt t="59352" x="5003800" y="3263900"/>
          <p14:tracePt t="59366" x="4997450" y="3270250"/>
          <p14:tracePt t="59376" x="4984750" y="3282950"/>
          <p14:tracePt t="59392" x="4978400" y="3295650"/>
          <p14:tracePt t="59409" x="4959350" y="3321050"/>
          <p14:tracePt t="59426" x="4946650" y="3352800"/>
          <p14:tracePt t="59443" x="4933950" y="3365500"/>
          <p14:tracePt t="59459" x="4933950" y="3378200"/>
          <p14:tracePt t="59475" x="4933950" y="3384550"/>
          <p14:tracePt t="59509" x="4940300" y="3384550"/>
          <p14:tracePt t="59526" x="4946650" y="3390900"/>
          <p14:tracePt t="59542" x="4959350" y="3390900"/>
          <p14:tracePt t="59559" x="4972050" y="3390900"/>
          <p14:tracePt t="59576" x="5016500" y="3397250"/>
          <p14:tracePt t="59592" x="5041900" y="3397250"/>
          <p14:tracePt t="59609" x="5130800" y="3397250"/>
          <p14:tracePt t="59625" x="5238750" y="3397250"/>
          <p14:tracePt t="59642" x="5289550" y="3397250"/>
          <p14:tracePt t="59658" x="5391150" y="3384550"/>
          <p14:tracePt t="59675" x="5467350" y="3371850"/>
          <p14:tracePt t="59693" x="5505450" y="3365500"/>
          <p14:tracePt t="59708" x="5518150" y="3359150"/>
          <p14:tracePt t="59725" x="5530850" y="3352800"/>
          <p14:tracePt t="59743" x="5530850" y="3346450"/>
          <p14:tracePt t="59775" x="5530850" y="3333750"/>
          <p14:tracePt t="59792" x="5511800" y="3321050"/>
          <p14:tracePt t="59808" x="5505450" y="3321050"/>
          <p14:tracePt t="59825" x="5499100" y="3314700"/>
          <p14:tracePt t="59841" x="5473700" y="3302000"/>
          <p14:tracePt t="59858" x="5429250" y="3282950"/>
          <p14:tracePt t="59875" x="5397500" y="3276600"/>
          <p14:tracePt t="59891" x="5314950" y="3244850"/>
          <p14:tracePt t="59907" x="5232400" y="3225800"/>
          <p14:tracePt t="59925" x="5137150" y="3219450"/>
          <p14:tracePt t="59940" x="5105400" y="3219450"/>
          <p14:tracePt t="59957" x="5041900" y="3219450"/>
          <p14:tracePt t="59976" x="5003800" y="3219450"/>
          <p14:tracePt t="59990" x="4984750" y="3225800"/>
          <p14:tracePt t="60007" x="4972050" y="3232150"/>
          <p14:tracePt t="60024" x="4965700" y="3244850"/>
          <p14:tracePt t="60040" x="4959350" y="3251200"/>
          <p14:tracePt t="60074" x="4959350" y="3276600"/>
          <p14:tracePt t="60091" x="4959350" y="3282950"/>
          <p14:tracePt t="60094" x="4959350" y="3295650"/>
          <p14:tracePt t="60110" x="4959350" y="3308350"/>
          <p14:tracePt t="60128" x="4959350" y="3327400"/>
          <p14:tracePt t="60140" x="4959350" y="3340100"/>
          <p14:tracePt t="60157" x="4965700" y="3384550"/>
          <p14:tracePt t="60173" x="4972050" y="3403600"/>
          <p14:tracePt t="60190" x="4984750" y="3435350"/>
          <p14:tracePt t="60207" x="5003800" y="3454400"/>
          <p14:tracePt t="60223" x="5010150" y="3473450"/>
          <p14:tracePt t="60240" x="5048250" y="3492500"/>
          <p14:tracePt t="60257" x="5073650" y="3511550"/>
          <p14:tracePt t="60273" x="5086350" y="3517900"/>
          <p14:tracePt t="60290" x="5130800" y="3530600"/>
          <p14:tracePt t="60306" x="5168900" y="3543300"/>
          <p14:tracePt t="60322" x="5200650" y="3543300"/>
          <p14:tracePt t="60340" x="5238750" y="3543300"/>
          <p14:tracePt t="60356" x="5289550" y="3543300"/>
          <p14:tracePt t="60372" x="5314950" y="3543300"/>
          <p14:tracePt t="60389" x="5365750" y="3536950"/>
          <p14:tracePt t="60406" x="5384800" y="3524250"/>
          <p14:tracePt t="60422" x="5435600" y="3511550"/>
          <p14:tracePt t="60439" x="5480050" y="3486150"/>
          <p14:tracePt t="60455" x="5486400" y="3473450"/>
          <p14:tracePt t="60473" x="5505450" y="3460750"/>
          <p14:tracePt t="60488" x="5518150" y="3441700"/>
          <p14:tracePt t="60522" x="5518150" y="3429000"/>
          <p14:tracePt t="60538" x="5505450" y="3409950"/>
          <p14:tracePt t="60555" x="5492750" y="3403600"/>
          <p14:tracePt t="60572" x="5461000" y="3378200"/>
          <p14:tracePt t="60588" x="5384800" y="3346450"/>
          <p14:tracePt t="60605" x="5340350" y="3327400"/>
          <p14:tracePt t="60608" x="5276850" y="3314700"/>
          <p14:tracePt t="60622" x="5200650" y="3295650"/>
          <p14:tracePt t="60638" x="5054600" y="3289300"/>
          <p14:tracePt t="60656" x="4978400" y="3276600"/>
          <p14:tracePt t="60672" x="4851400" y="3276600"/>
          <p14:tracePt t="60688" x="4806950" y="3282950"/>
          <p14:tracePt t="60705" x="4730750" y="3289300"/>
          <p14:tracePt t="60722" x="4724400" y="3295650"/>
          <p14:tracePt t="60738" x="4718050" y="3295650"/>
          <p14:tracePt t="60755" x="4711700" y="3295650"/>
          <p14:tracePt t="60775" x="4711700" y="3302000"/>
          <p14:tracePt t="60797" x="4718050" y="3308350"/>
          <p14:tracePt t="60817" x="4724400" y="3321050"/>
          <p14:tracePt t="60832" x="4724400" y="3333750"/>
          <p14:tracePt t="60840" x="4730750" y="3346450"/>
          <p14:tracePt t="60854" x="4737100" y="3365500"/>
          <p14:tracePt t="60871" x="4756150" y="3403600"/>
          <p14:tracePt t="60888" x="4794250" y="3454400"/>
          <p14:tracePt t="60904" x="4806950" y="3486150"/>
          <p14:tracePt t="60921" x="4851400" y="3530600"/>
          <p14:tracePt t="60938" x="4895850" y="3575050"/>
          <p14:tracePt t="60954" x="4921250" y="3587750"/>
          <p14:tracePt t="60971" x="4953000" y="3600450"/>
          <p14:tracePt t="60988" x="5048250" y="3619500"/>
          <p14:tracePt t="61003" x="5080000" y="3619500"/>
          <p14:tracePt t="61021" x="5130800" y="3619500"/>
          <p14:tracePt t="61037" x="5264150" y="3587750"/>
          <p14:tracePt t="61053" x="5384800" y="3549650"/>
          <p14:tracePt t="61071" x="5480050" y="3505200"/>
          <p14:tracePt t="61087" x="5511800" y="3486150"/>
          <p14:tracePt t="61104" x="5543550" y="3467100"/>
          <p14:tracePt t="61120" x="5562600" y="3448050"/>
          <p14:tracePt t="61137" x="5562600" y="3441700"/>
          <p14:tracePt t="61154" x="5562600" y="3435350"/>
          <p14:tracePt t="61170" x="5549900" y="3384550"/>
          <p14:tracePt t="61186" x="5543550" y="3352800"/>
          <p14:tracePt t="61203" x="5511800" y="3295650"/>
          <p14:tracePt t="61220" x="5473700" y="3225800"/>
          <p14:tracePt t="61236" x="5448300" y="3213100"/>
          <p14:tracePt t="61253" x="5410200" y="3175000"/>
          <p14:tracePt t="61269" x="5378450" y="3162300"/>
          <p14:tracePt t="61286" x="5359400" y="3155950"/>
          <p14:tracePt t="61303" x="5321300" y="3149600"/>
          <p14:tracePt t="61319" x="5289550" y="3149600"/>
          <p14:tracePt t="61336" x="5251450" y="3149600"/>
          <p14:tracePt t="61353" x="5207000" y="3149600"/>
          <p14:tracePt t="61369" x="5194300" y="3155950"/>
          <p14:tracePt t="61386" x="5162550" y="3187700"/>
          <p14:tracePt t="61402" x="5118100" y="3219450"/>
          <p14:tracePt t="61418" x="5105400" y="3244850"/>
          <p14:tracePt t="61436" x="5060950" y="3289300"/>
          <p14:tracePt t="61452" x="5022850" y="3321050"/>
          <p14:tracePt t="61469" x="5010150" y="3346450"/>
          <p14:tracePt t="61486" x="5003800" y="3378200"/>
          <p14:tracePt t="61502" x="4997450" y="3409950"/>
          <p14:tracePt t="61519" x="4997450" y="3422650"/>
          <p14:tracePt t="61535" x="5010150" y="3448050"/>
          <p14:tracePt t="61552" x="5035550" y="3486150"/>
          <p14:tracePt t="61568" x="5048250" y="3498850"/>
          <p14:tracePt t="61585" x="5092700" y="3536950"/>
          <p14:tracePt t="61602" x="5118100" y="3556000"/>
          <p14:tracePt t="61619" x="5200650" y="3619500"/>
          <p14:tracePt t="61635" x="5232400" y="3632200"/>
          <p14:tracePt t="61653" x="5264150" y="3651250"/>
          <p14:tracePt t="61668" x="5327650" y="3683000"/>
          <p14:tracePt t="61685" x="5384800" y="3695700"/>
          <p14:tracePt t="61701" x="5416550" y="3702050"/>
          <p14:tracePt t="61718" x="5473700" y="3702050"/>
          <p14:tracePt t="61735" x="5543550" y="3676650"/>
          <p14:tracePt t="61751" x="5588000" y="3663950"/>
          <p14:tracePt t="61768" x="5657850" y="3600450"/>
          <p14:tracePt t="61784" x="5727700" y="3511550"/>
          <p14:tracePt t="61802" x="5772150" y="3435350"/>
          <p14:tracePt t="61817" x="5797550" y="3403600"/>
          <p14:tracePt t="61834" x="5803900" y="3365500"/>
          <p14:tracePt t="61852" x="5803900" y="3340100"/>
          <p14:tracePt t="61867" x="5791200" y="3333750"/>
          <p14:tracePt t="61883" x="5778500" y="3321050"/>
          <p14:tracePt t="61901" x="5683250" y="3289300"/>
          <p14:tracePt t="61917" x="5626100" y="3282950"/>
          <p14:tracePt t="61934" x="5448300" y="3270250"/>
          <p14:tracePt t="61951" x="5308600" y="3276600"/>
          <p14:tracePt t="61967" x="4800600" y="3397250"/>
          <p14:tracePt t="61984" x="4521200" y="3460750"/>
          <p14:tracePt t="62000" x="4254500" y="3511550"/>
          <p14:tracePt t="62017" x="4159250" y="3543300"/>
          <p14:tracePt t="62034" x="4121150" y="3549650"/>
          <p14:tracePt t="62050" x="4121150" y="3556000"/>
          <p14:tracePt t="62085" x="4127500" y="3556000"/>
          <p14:tracePt t="62100" x="4133850" y="3562350"/>
          <p14:tracePt t="62116" x="4152900" y="3562350"/>
          <p14:tracePt t="62133" x="4171950" y="3562350"/>
          <p14:tracePt t="62150" x="4197350" y="3568700"/>
          <p14:tracePt t="62167" x="4273550" y="3613150"/>
          <p14:tracePt t="62183" x="4375150" y="3676650"/>
          <p14:tracePt t="62200" x="4445000" y="3708400"/>
          <p14:tracePt t="62217" x="4616450" y="3765550"/>
          <p14:tracePt t="62233" x="4705350" y="3810000"/>
          <p14:tracePt t="62250" x="4889500" y="3860800"/>
          <p14:tracePt t="62266" x="5060950" y="3886200"/>
          <p14:tracePt t="62283" x="5149850" y="3898900"/>
          <p14:tracePt t="62299" x="5276850" y="3905250"/>
          <p14:tracePt t="62316" x="5397500" y="3917950"/>
          <p14:tracePt t="62332" x="5448300" y="3911600"/>
          <p14:tracePt t="62349" x="5607050" y="3892550"/>
          <p14:tracePt t="62365" x="5822950" y="3873500"/>
          <p14:tracePt t="62382" x="5949950" y="3873500"/>
          <p14:tracePt t="62399" x="6216650" y="3841750"/>
          <p14:tracePt t="62416" x="6496050" y="3822700"/>
          <p14:tracePt t="62432" x="6629400" y="3810000"/>
          <p14:tracePt t="62449" x="6896100" y="3797300"/>
          <p14:tracePt t="62465" x="7169150" y="3746500"/>
          <p14:tracePt t="62482" x="7340600" y="3663950"/>
          <p14:tracePt t="62498" x="7531100" y="3575050"/>
          <p14:tracePt t="65957" x="7505700" y="3575050"/>
          <p14:tracePt t="65964" x="7467600" y="3575050"/>
          <p14:tracePt t="65978" x="7416800" y="3562350"/>
          <p14:tracePt t="65987" x="7372350" y="3562350"/>
          <p14:tracePt t="66002" x="7334250" y="3562350"/>
          <p14:tracePt t="66021" x="7277100" y="3562350"/>
          <p14:tracePt t="66036" x="7213600" y="3568700"/>
          <p14:tracePt t="66053" x="7169150" y="3568700"/>
          <p14:tracePt t="66070" x="7105650" y="3575050"/>
          <p14:tracePt t="66086" x="7016750" y="3600450"/>
          <p14:tracePt t="66102" x="6965950" y="3606800"/>
          <p14:tracePt t="66119" x="6845300" y="3625850"/>
          <p14:tracePt t="66136" x="6781800" y="3638550"/>
          <p14:tracePt t="66153" x="6642100" y="3644900"/>
          <p14:tracePt t="66169" x="6489700" y="3644900"/>
          <p14:tracePt t="66186" x="6407150" y="3644900"/>
          <p14:tracePt t="66203" x="6254750" y="3644900"/>
          <p14:tracePt t="66219" x="6102350" y="3644900"/>
          <p14:tracePt t="66235" x="6026150" y="3644900"/>
          <p14:tracePt t="66253" x="5886450" y="3625850"/>
          <p14:tracePt t="66269" x="5740400" y="3606800"/>
          <p14:tracePt t="66285" x="5670550" y="3587750"/>
          <p14:tracePt t="66302" x="5524500" y="3543300"/>
          <p14:tracePt t="66319" x="5429250" y="3492500"/>
          <p14:tracePt t="66335" x="5359400" y="3460750"/>
          <p14:tracePt t="66352" x="5245100" y="3384550"/>
          <p14:tracePt t="66369" x="5187950" y="3359150"/>
          <p14:tracePt t="66386" x="5060950" y="3251200"/>
          <p14:tracePt t="66402" x="5016500" y="3219450"/>
          <p14:tracePt t="66418" x="4984750" y="3200400"/>
          <p14:tracePt t="66435" x="4940300" y="3149600"/>
          <p14:tracePt t="66452" x="4895850" y="3111500"/>
          <p14:tracePt t="66468" x="4883150" y="3098800"/>
          <p14:tracePt t="66485" x="4857750" y="3067050"/>
          <p14:tracePt t="66501" x="4845050" y="3048000"/>
          <p14:tracePt t="66518" x="4845050" y="3041650"/>
          <p14:tracePt t="66535" x="4845050" y="3016250"/>
          <p14:tracePt t="66551" x="4845050" y="2978150"/>
          <p14:tracePt t="66569" x="4870450" y="2895600"/>
          <p14:tracePt t="66584" x="4876800" y="2825750"/>
          <p14:tracePt t="66601" x="4940300" y="2654300"/>
          <p14:tracePt t="66618" x="5022850" y="2457450"/>
          <p14:tracePt t="66634" x="5073650" y="2374900"/>
          <p14:tracePt t="66651" x="5111750" y="2305050"/>
          <p14:tracePt t="66668" x="5207000" y="2139950"/>
          <p14:tracePt t="66684" x="5232400" y="2101850"/>
          <p14:tracePt t="66702" x="5238750" y="2089150"/>
          <p14:tracePt t="66717" x="5257800" y="2076450"/>
          <p14:tracePt t="66734" x="5264150" y="2076450"/>
          <p14:tracePt t="66843" x="5264150" y="2082800"/>
          <p14:tracePt t="66850" x="5270500" y="2082800"/>
          <p14:tracePt t="66871" x="5270500" y="2089150"/>
          <p14:tracePt t="66878" x="5270500" y="2095500"/>
          <p14:tracePt t="66900" x="5276850" y="2095500"/>
          <p14:tracePt t="66941" x="5276850" y="2101850"/>
          <p14:tracePt t="66948" x="5276850" y="2108200"/>
          <p14:tracePt t="66969" x="5283200" y="2114550"/>
          <p14:tracePt t="66990" x="5289550" y="2120900"/>
          <p14:tracePt t="67004" x="5289550" y="2127250"/>
          <p14:tracePt t="67018" x="5289550" y="2133600"/>
          <p14:tracePt t="67040" x="5295900" y="2139950"/>
          <p14:tracePt t="67054" x="5295900" y="2146300"/>
          <p14:tracePt t="67060" x="5295900" y="2152650"/>
          <p14:tracePt t="67075" x="5302250" y="2159000"/>
          <p14:tracePt t="67083" x="5308600" y="2171700"/>
          <p14:tracePt t="67099" x="5308600" y="2184400"/>
          <p14:tracePt t="67116" x="5321300" y="2216150"/>
          <p14:tracePt t="67132" x="5327650" y="2247900"/>
          <p14:tracePt t="67149" x="5327650" y="2266950"/>
          <p14:tracePt t="67167" x="5327650" y="2292350"/>
          <p14:tracePt t="67182" x="5327650" y="2317750"/>
          <p14:tracePt t="67199" x="5327650" y="2324100"/>
          <p14:tracePt t="67216" x="5308600" y="2336800"/>
          <p14:tracePt t="67232" x="5283200" y="2349500"/>
          <p14:tracePt t="67249" x="5270500" y="2355850"/>
          <p14:tracePt t="67266" x="5232400" y="2368550"/>
          <p14:tracePt t="67282" x="5200650" y="2374900"/>
          <p14:tracePt t="67300" x="5060950" y="2413000"/>
          <p14:tracePt t="67315" x="5010150" y="2419350"/>
          <p14:tracePt t="67332" x="4933950" y="2432050"/>
          <p14:tracePt t="67349" x="4800600" y="2438400"/>
          <p14:tracePt t="67365" x="4673600" y="2457450"/>
          <p14:tracePt t="67381" x="4603750" y="2470150"/>
          <p14:tracePt t="67398" x="4489450" y="2482850"/>
          <p14:tracePt t="67415" x="4432300" y="2495550"/>
          <p14:tracePt t="67432" x="4337050" y="2520950"/>
          <p14:tracePt t="67448" x="4254500" y="2540000"/>
          <p14:tracePt t="67465" x="4210050" y="2546350"/>
          <p14:tracePt t="67482" x="4191000" y="2546350"/>
          <p14:tracePt t="67497" x="4159250" y="2552700"/>
          <p14:tracePt t="67514" x="4127500" y="2552700"/>
          <p14:tracePt t="67532" x="4102100" y="2546350"/>
          <p14:tracePt t="67548" x="4089400" y="2546350"/>
          <p14:tracePt t="67564" x="4076700" y="2546350"/>
          <p14:tracePt t="67581" x="4057650" y="2546350"/>
          <p14:tracePt t="67614" x="4051300" y="2546350"/>
          <p14:tracePt t="67631" x="4044950" y="2546350"/>
          <p14:tracePt t="67651" x="4044950" y="2552700"/>
          <p14:tracePt t="67693" x="4044950" y="2559050"/>
          <p14:tracePt t="67826" x="4051300" y="2565400"/>
          <p14:tracePt t="67861" x="4051300" y="2571750"/>
          <p14:tracePt t="67876" x="4057650" y="2578100"/>
          <p14:tracePt t="67883" x="4057650" y="2584450"/>
          <p14:tracePt t="67899" x="4064000" y="2590800"/>
          <p14:tracePt t="67913" x="4070350" y="2609850"/>
          <p14:tracePt t="67930" x="4076700" y="2667000"/>
          <p14:tracePt t="67947" x="4095750" y="2774950"/>
          <p14:tracePt t="67963" x="4095750" y="2851150"/>
          <p14:tracePt t="67980" x="4114800" y="2990850"/>
          <p14:tracePt t="67997" x="4114800" y="3130550"/>
          <p14:tracePt t="68013" x="4127500" y="3213100"/>
          <p14:tracePt t="68029" x="4133850" y="3327400"/>
          <p14:tracePt t="68046" x="4140200" y="3409950"/>
          <p14:tracePt t="68063" x="4140200" y="3448050"/>
          <p14:tracePt t="68080" x="4159250" y="3505200"/>
          <p14:tracePt t="68096" x="4165600" y="3549650"/>
          <p14:tracePt t="68112" x="4171950" y="3562350"/>
          <p14:tracePt t="68130" x="4178300" y="3581400"/>
          <p14:tracePt t="68145" x="4184650" y="3581400"/>
          <p14:tracePt t="68180" x="4184650" y="3587750"/>
          <p14:tracePt t="68325" x="4191000" y="3587750"/>
          <p14:tracePt t="68396" x="4197350" y="3587750"/>
          <p14:tracePt t="68412" x="4203700" y="3587750"/>
          <p14:tracePt t="68417" x="4210050" y="3587750"/>
          <p14:tracePt t="68428" x="4216400" y="3587750"/>
          <p14:tracePt t="68445" x="4248150" y="3587750"/>
          <p14:tracePt t="68461" x="4286250" y="3594100"/>
          <p14:tracePt t="68478" x="4330700" y="3600450"/>
          <p14:tracePt t="68495" x="4565650" y="3663950"/>
          <p14:tracePt t="68511" x="4667250" y="3683000"/>
          <p14:tracePt t="68528" x="4787900" y="3714750"/>
          <p14:tracePt t="68544" x="5073650" y="3746500"/>
          <p14:tracePt t="68561" x="5372100" y="3771900"/>
          <p14:tracePt t="68577" x="5549900" y="3771900"/>
          <p14:tracePt t="68594" x="5956300" y="3746500"/>
          <p14:tracePt t="68611" x="6292850" y="3714750"/>
          <p14:tracePt t="68629" x="6584950" y="3676650"/>
          <p14:tracePt t="68645" x="6699250" y="3657600"/>
          <p14:tracePt t="68661" x="6915150" y="3625850"/>
          <p14:tracePt t="68677" x="7092950" y="3619500"/>
          <p14:tracePt t="68694" x="7181850" y="3619500"/>
          <p14:tracePt t="68711" x="7397750" y="3606800"/>
          <p14:tracePt t="68728" x="7626350" y="3619500"/>
          <p14:tracePt t="68744" x="7696200" y="3632200"/>
          <p14:tracePt t="69467" x="7696200" y="3625850"/>
          <p14:tracePt t="69475" x="7689850" y="3625850"/>
          <p14:tracePt t="69488" x="7670800" y="3619500"/>
          <p14:tracePt t="69495" x="7645400" y="3619500"/>
          <p14:tracePt t="69507" x="7620000" y="3613150"/>
          <p14:tracePt t="69524" x="7531100" y="3587750"/>
          <p14:tracePt t="69541" x="7480300" y="3568700"/>
          <p14:tracePt t="69558" x="7321550" y="3505200"/>
          <p14:tracePt t="69574" x="7112000" y="3435350"/>
          <p14:tracePt t="69591" x="6972300" y="3378200"/>
          <p14:tracePt t="69608" x="6673850" y="3270250"/>
          <p14:tracePt t="69624" x="6438900" y="3187700"/>
          <p14:tracePt t="69640" x="6324600" y="3130550"/>
          <p14:tracePt t="69657" x="6115050" y="3048000"/>
          <p14:tracePt t="69674" x="5918200" y="2984500"/>
          <p14:tracePt t="69691" x="5816600" y="2965450"/>
          <p14:tracePt t="69707" x="5607050" y="2914650"/>
          <p14:tracePt t="69723" x="5435600" y="2876550"/>
          <p14:tracePt t="69741" x="5372100" y="2857500"/>
          <p14:tracePt t="69756" x="5238750" y="2819400"/>
          <p14:tracePt t="69773" x="5181600" y="2800350"/>
          <p14:tracePt t="69792" x="5029200" y="2743200"/>
          <p14:tracePt t="69806" x="4997450" y="2743200"/>
          <p14:tracePt t="69823" x="4972050" y="2730500"/>
          <p14:tracePt t="69840" x="4927600" y="2730500"/>
          <p14:tracePt t="69856" x="4895850" y="2730500"/>
          <p14:tracePt t="69873" x="4883150" y="2736850"/>
          <p14:tracePt t="69890" x="4870450" y="2736850"/>
          <p14:tracePt t="69906" x="4864100" y="2736850"/>
          <p14:tracePt t="69923" x="4857750" y="2736850"/>
          <p14:tracePt t="69939" x="4845050" y="2736850"/>
          <p14:tracePt t="69956" x="4826000" y="2730500"/>
          <p14:tracePt t="69974" x="4800600" y="2724150"/>
          <p14:tracePt t="69989" x="4781550" y="2724150"/>
          <p14:tracePt t="70006" x="4743450" y="2717800"/>
          <p14:tracePt t="70023" x="4679950" y="2711450"/>
          <p14:tracePt t="70039" x="4654550" y="2705100"/>
          <p14:tracePt t="70056" x="4616450" y="2705100"/>
          <p14:tracePt t="70072" x="4470400" y="2686050"/>
          <p14:tracePt t="70089" x="4425950" y="2686050"/>
          <p14:tracePt t="70106" x="4400550" y="2686050"/>
          <p14:tracePt t="70122" x="4349750" y="2705100"/>
          <p14:tracePt t="70138" x="4324350" y="2730500"/>
          <p14:tracePt t="70156" x="4305300" y="2768600"/>
          <p14:tracePt t="70172" x="4298950" y="2787650"/>
          <p14:tracePt t="70188" x="4292600" y="2819400"/>
          <p14:tracePt t="70206" x="4292600" y="2863850"/>
          <p14:tracePt t="70222" x="4292600" y="2889250"/>
          <p14:tracePt t="70238" x="4286250" y="2959100"/>
          <p14:tracePt t="70255" x="4286250" y="3035300"/>
          <p14:tracePt t="70272" x="4286250" y="3073400"/>
          <p14:tracePt t="70288" x="4279900" y="3143250"/>
          <p14:tracePt t="70305" x="4273550" y="3200400"/>
          <p14:tracePt t="70322" x="4267200" y="3225800"/>
          <p14:tracePt t="70339" x="4267200" y="3270250"/>
          <p14:tracePt t="70355" x="4267200" y="3321050"/>
          <p14:tracePt t="70371" x="4286250" y="3365500"/>
          <p14:tracePt t="70388" x="4318000" y="3441700"/>
          <p14:tracePt t="70404" x="4356100" y="3486150"/>
          <p14:tracePt t="70421" x="4438650" y="3587750"/>
          <p14:tracePt t="70438" x="4552950" y="3689350"/>
          <p14:tracePt t="70454" x="4622800" y="3714750"/>
          <p14:tracePt t="70472" x="4768850" y="3784600"/>
          <p14:tracePt t="70487" x="4940300" y="3822700"/>
          <p14:tracePt t="70504" x="5048250" y="3848100"/>
          <p14:tracePt t="70521" x="5276850" y="3879850"/>
          <p14:tracePt t="70537" x="5543550" y="3911600"/>
          <p14:tracePt t="70554" x="5689600" y="3943350"/>
          <p14:tracePt t="70571" x="5943600" y="3962400"/>
          <p14:tracePt t="70587" x="6197600" y="3994150"/>
          <p14:tracePt t="70604" x="6337300" y="3994150"/>
          <p14:tracePt t="70621" x="6604000" y="3994150"/>
          <p14:tracePt t="70637" x="6851650" y="3994150"/>
          <p14:tracePt t="70654" x="6946900" y="3994150"/>
          <p14:tracePt t="70670" x="7124700" y="3943350"/>
          <p14:tracePt t="73570" x="7105650" y="3937000"/>
          <p14:tracePt t="73578" x="7061200" y="3924300"/>
          <p14:tracePt t="73590" x="7023100" y="3917950"/>
          <p14:tracePt t="73598" x="6985000" y="3917950"/>
          <p14:tracePt t="73613" x="6927850" y="3917950"/>
          <p14:tracePt t="73626" x="6788150" y="3924300"/>
          <p14:tracePt t="73643" x="6711950" y="3924300"/>
          <p14:tracePt t="73660" x="6635750" y="3930650"/>
          <p14:tracePt t="73676" x="6445250" y="3943350"/>
          <p14:tracePt t="73693" x="6191250" y="3949700"/>
          <p14:tracePt t="73710" x="5949950" y="3962400"/>
          <p14:tracePt t="73726" x="5835650" y="3981450"/>
          <p14:tracePt t="73743" x="5518150" y="4006850"/>
          <p14:tracePt t="73761" x="5238750" y="4013200"/>
          <p14:tracePt t="73777" x="5105400" y="4013200"/>
          <p14:tracePt t="73793" x="4813300" y="4051300"/>
          <p14:tracePt t="73809" x="4559300" y="4070350"/>
          <p14:tracePt t="73826" x="4445000" y="4083050"/>
          <p14:tracePt t="73842" x="4203700" y="4114800"/>
          <p14:tracePt t="73859" x="3987800" y="4133850"/>
          <p14:tracePt t="73876" x="3898900" y="4152900"/>
          <p14:tracePt t="73894" x="3740150" y="4184650"/>
          <p14:tracePt t="73909" x="3594100" y="4203700"/>
          <p14:tracePt t="73925" x="3530600" y="4222750"/>
          <p14:tracePt t="73943" x="3409950" y="4241800"/>
          <p14:tracePt t="73959" x="3359150" y="4241800"/>
          <p14:tracePt t="73975" x="3276600" y="4248150"/>
          <p14:tracePt t="73992" x="3219450" y="4248150"/>
          <p14:tracePt t="74009" x="3194050" y="4248150"/>
          <p14:tracePt t="74025" x="3143250" y="4248150"/>
          <p14:tracePt t="74042" x="3086100" y="4254500"/>
          <p14:tracePt t="74058" x="3060700" y="4254500"/>
          <p14:tracePt t="74076" x="3035300" y="4248150"/>
          <p14:tracePt t="74091" x="2984500" y="4235450"/>
          <p14:tracePt t="74108" x="2965450" y="4229100"/>
          <p14:tracePt t="74125" x="2914650" y="4210050"/>
          <p14:tracePt t="74142" x="2863850" y="4197350"/>
          <p14:tracePt t="74158" x="2851150" y="4191000"/>
          <p14:tracePt t="74175" x="2819400" y="4184650"/>
          <p14:tracePt t="74191" x="2800350" y="4178300"/>
          <p14:tracePt t="74208" x="2800350" y="4171950"/>
          <p14:tracePt t="74224" x="2794000" y="4171950"/>
          <p14:tracePt t="74241" x="2787650" y="4171950"/>
          <p14:tracePt t="74258" x="2781300" y="4171950"/>
          <p14:tracePt t="74441" x="2787650" y="4171950"/>
          <p14:tracePt t="74484" x="2794000" y="4171950"/>
          <p14:tracePt t="74512" x="2794000" y="4178300"/>
          <p14:tracePt t="74534" x="2800350" y="4178300"/>
          <p14:tracePt t="74547" x="2806700" y="4178300"/>
          <p14:tracePt t="74568" x="2813050" y="4178300"/>
          <p14:tracePt t="74575" x="2819400" y="4178300"/>
          <p14:tracePt t="74582" x="2838450" y="4178300"/>
          <p14:tracePt t="74597" x="2857500" y="4178300"/>
          <p14:tracePt t="74607" x="2876550" y="4178300"/>
          <p14:tracePt t="74625" x="2978150" y="4178300"/>
          <p14:tracePt t="74640" x="3041650" y="4178300"/>
          <p14:tracePt t="74656" x="3206750" y="4171950"/>
          <p14:tracePt t="74674" x="3409950" y="4171950"/>
          <p14:tracePt t="74690" x="3511550" y="4171950"/>
          <p14:tracePt t="74707" x="3702050" y="4171950"/>
          <p14:tracePt t="74723" x="3905250" y="4165600"/>
          <p14:tracePt t="74740" x="3981450" y="4165600"/>
          <p14:tracePt t="74756" x="4108450" y="4165600"/>
          <p14:tracePt t="74773" x="4203700" y="4165600"/>
          <p14:tracePt t="74789" x="4229100" y="4165600"/>
          <p14:tracePt t="74807" x="4254500" y="4159250"/>
          <p14:tracePt t="74823" x="4273550" y="4152900"/>
          <p14:tracePt t="74839" x="4273550" y="4146550"/>
          <p14:tracePt t="74843" x="4279900" y="4140200"/>
          <p14:tracePt t="74858" x="4279900" y="4133850"/>
          <p14:tracePt t="74873" x="4286250" y="4121150"/>
          <p14:tracePt t="74889" x="4305300" y="4089400"/>
          <p14:tracePt t="74906" x="4368800" y="4013200"/>
          <p14:tracePt t="74922" x="4419600" y="3930650"/>
          <p14:tracePt t="74940" x="4514850" y="3790950"/>
          <p14:tracePt t="74956" x="4610100" y="3689350"/>
          <p14:tracePt t="74972" x="4648200" y="3638550"/>
          <p14:tracePt t="74989" x="4692650" y="3594100"/>
          <p14:tracePt t="75005" x="4711700" y="3575050"/>
          <p14:tracePt t="75022" x="4718050" y="3575050"/>
          <p14:tracePt t="75039" x="4724400" y="3568700"/>
          <p14:tracePt t="75089" x="4718050" y="3568700"/>
          <p14:tracePt t="75095" x="4711700" y="3568700"/>
          <p14:tracePt t="75105" x="4699000" y="3562350"/>
          <p14:tracePt t="75122" x="4686300" y="3562350"/>
          <p14:tracePt t="75139" x="4660900" y="3556000"/>
          <p14:tracePt t="75155" x="4641850" y="3556000"/>
          <p14:tracePt t="75171" x="4584700" y="3543300"/>
          <p14:tracePt t="75189" x="4502150" y="3517900"/>
          <p14:tracePt t="75205" x="4470400" y="3505200"/>
          <p14:tracePt t="75223" x="4368800" y="3467100"/>
          <p14:tracePt t="75238" x="4286250" y="3441700"/>
          <p14:tracePt t="75254" x="4248150" y="3435350"/>
          <p14:tracePt t="75272" x="4191000" y="3416300"/>
          <p14:tracePt t="75288" x="4159250" y="3409950"/>
          <p14:tracePt t="75304" x="4140200" y="3409950"/>
          <p14:tracePt t="75322" x="4121150" y="3403600"/>
          <p14:tracePt t="75338" x="4108450" y="3403600"/>
          <p14:tracePt t="75354" x="4102100" y="3403600"/>
          <p14:tracePt t="75447" x="4108450" y="3403600"/>
          <p14:tracePt t="75475" x="4114800" y="3403600"/>
          <p14:tracePt t="75489" x="4121150" y="3403600"/>
          <p14:tracePt t="75517" x="4127500" y="3409950"/>
          <p14:tracePt t="75524" x="4133850" y="3409950"/>
          <p14:tracePt t="75539" x="4140200" y="3409950"/>
          <p14:tracePt t="75554" x="4152900" y="3409950"/>
          <p14:tracePt t="75571" x="4203700" y="3416300"/>
          <p14:tracePt t="75588" x="4254500" y="3422650"/>
          <p14:tracePt t="75603" x="4394200" y="3441700"/>
          <p14:tracePt t="75620" x="4578350" y="3460750"/>
          <p14:tracePt t="75639" x="4806950" y="3473450"/>
          <p14:tracePt t="75653" x="4921250" y="3486150"/>
          <p14:tracePt t="75670" x="5149850" y="3505200"/>
          <p14:tracePt t="75687" x="5327650" y="3517900"/>
          <p14:tracePt t="75703" x="5403850" y="3517900"/>
          <p14:tracePt t="75720" x="5492750" y="3517900"/>
          <p14:tracePt t="75736" x="5543550" y="3517900"/>
          <p14:tracePt t="75753" x="5556250" y="3517900"/>
          <p14:tracePt t="75771" x="5575300" y="3517900"/>
          <p14:tracePt t="75802" x="5581650" y="3517900"/>
          <p14:tracePt t="76072" x="5575300" y="3517900"/>
          <p14:tracePt t="76108" x="5568950" y="3517900"/>
          <p14:tracePt t="76157" x="5562600" y="3517900"/>
          <p14:tracePt t="76368" x="5556250" y="3517900"/>
          <p14:tracePt t="76389" x="5549900" y="3517900"/>
          <p14:tracePt t="76431" x="5543550" y="3524250"/>
          <p14:tracePt t="76439" x="5537200" y="3524250"/>
          <p14:tracePt t="76453" x="5530850" y="3530600"/>
          <p14:tracePt t="76474" x="5518150" y="3536950"/>
          <p14:tracePt t="76483" x="5505450" y="3549650"/>
          <p14:tracePt t="76500" x="5486400" y="3562350"/>
          <p14:tracePt t="76517" x="5410200" y="3625850"/>
          <p14:tracePt t="76533" x="5289550" y="3714750"/>
          <p14:tracePt t="76550" x="5219700" y="3759200"/>
          <p14:tracePt t="76566" x="5054600" y="3873500"/>
          <p14:tracePt t="76583" x="4902200" y="3975100"/>
          <p14:tracePt t="76601" x="4781550" y="4044950"/>
          <p14:tracePt t="76616" x="4737100" y="4083050"/>
          <p14:tracePt t="76633" x="4692650" y="4095750"/>
          <p14:tracePt t="76650" x="4597400" y="4133850"/>
          <p14:tracePt t="76666" x="4584700" y="4140200"/>
          <p14:tracePt t="76683" x="4572000" y="4140200"/>
          <p14:tracePt t="76699" x="4565650" y="4146550"/>
          <p14:tracePt t="76716" x="4559300" y="4146550"/>
          <p14:tracePt t="77001" x="4565650" y="4146550"/>
          <p14:tracePt t="77022" x="4572000" y="4146550"/>
          <p14:tracePt t="77043" x="4578350" y="4146550"/>
          <p14:tracePt t="77064" x="4584700" y="4146550"/>
          <p14:tracePt t="77092" x="4591050" y="4146550"/>
          <p14:tracePt t="77114" x="4597400" y="4146550"/>
          <p14:tracePt t="77127" x="4603750" y="4146550"/>
          <p14:tracePt t="77134" x="4610100" y="4146550"/>
          <p14:tracePt t="77149" x="4616450" y="4146550"/>
          <p14:tracePt t="77164" x="4635500" y="4146550"/>
          <p14:tracePt t="77181" x="4648200" y="4146550"/>
          <p14:tracePt t="77198" x="4692650" y="4159250"/>
          <p14:tracePt t="77214" x="4749800" y="4165600"/>
          <p14:tracePt t="77231" x="4781550" y="4165600"/>
          <p14:tracePt t="77248" x="4838700" y="4171950"/>
          <p14:tracePt t="77264" x="4876800" y="4178300"/>
          <p14:tracePt t="77281" x="4927600" y="4184650"/>
          <p14:tracePt t="77297" x="4978400" y="4203700"/>
          <p14:tracePt t="77314" x="5003800" y="4210050"/>
          <p14:tracePt t="77331" x="5054600" y="4210050"/>
          <p14:tracePt t="77347" x="5111750" y="4222750"/>
          <p14:tracePt t="77364" x="5143500" y="4222750"/>
          <p14:tracePt t="77381" x="5187950" y="4229100"/>
          <p14:tracePt t="77397" x="5251450" y="4235450"/>
          <p14:tracePt t="77413" x="5276850" y="4248150"/>
          <p14:tracePt t="77430" x="5334000" y="4254500"/>
          <p14:tracePt t="77447" x="5397500" y="4267200"/>
          <p14:tracePt t="77463" x="5422900" y="4267200"/>
          <p14:tracePt t="77480" x="5537200" y="4267200"/>
          <p14:tracePt t="77496" x="5702300" y="4254500"/>
          <p14:tracePt t="77514" x="5899150" y="4210050"/>
          <p14:tracePt t="77530" x="5988050" y="4203700"/>
          <p14:tracePt t="82286" x="5981700" y="4197350"/>
          <p14:tracePt t="82293" x="5949950" y="4191000"/>
          <p14:tracePt t="82307" x="5918200" y="4171950"/>
          <p14:tracePt t="82316" x="5886450" y="4159250"/>
          <p14:tracePt t="82330" x="5848350" y="4140200"/>
          <p14:tracePt t="82347" x="5791200" y="4121150"/>
          <p14:tracePt t="82364" x="5613400" y="4064000"/>
          <p14:tracePt t="82380" x="5537200" y="4032250"/>
          <p14:tracePt t="82396" x="5467350" y="4013200"/>
          <p14:tracePt t="82413" x="5295900" y="3975100"/>
          <p14:tracePt t="82430" x="5092700" y="3924300"/>
          <p14:tracePt t="82433" x="4997450" y="3905250"/>
          <p14:tracePt t="82449" x="4908550" y="3892550"/>
          <p14:tracePt t="82463" x="4832350" y="3873500"/>
          <p14:tracePt t="82479" x="4749800" y="3867150"/>
          <p14:tracePt t="82496" x="4597400" y="3835400"/>
          <p14:tracePt t="82512" x="4425950" y="3803650"/>
          <p14:tracePt t="82529" x="4349750" y="3803650"/>
          <p14:tracePt t="82547" x="4171950" y="3797300"/>
          <p14:tracePt t="82563" x="4114800" y="3784600"/>
          <p14:tracePt t="82579" x="4032250" y="3778250"/>
          <p14:tracePt t="82596" x="3962400" y="3765550"/>
          <p14:tracePt t="82612" x="3937000" y="3765550"/>
          <p14:tracePt t="82629" x="3898900" y="3765550"/>
          <p14:tracePt t="82645" x="3778250" y="3765550"/>
          <p14:tracePt t="82662" x="3740150" y="3746500"/>
          <p14:tracePt t="82680" x="3670300" y="3740150"/>
          <p14:tracePt t="82695" x="3638550" y="3740150"/>
          <p14:tracePt t="82712" x="3606800" y="3740150"/>
          <p14:tracePt t="82728" x="3587750" y="3727450"/>
          <p14:tracePt t="83130" x="3543300" y="3714750"/>
          <p14:tracePt t="83137" x="3492500" y="3708400"/>
          <p14:tracePt t="83151" x="3435350" y="3702050"/>
          <p14:tracePt t="83160" x="3384550" y="3689350"/>
          <p14:tracePt t="83176" x="3314700" y="3670300"/>
          <p14:tracePt t="83194" x="3206750" y="3644900"/>
          <p14:tracePt t="83210" x="3162300" y="3625850"/>
          <p14:tracePt t="83227" x="3111500" y="3606800"/>
          <p14:tracePt t="83243" x="3022600" y="3575050"/>
          <p14:tracePt t="83260" x="2971800" y="3549650"/>
          <p14:tracePt t="83277" x="2952750" y="3543300"/>
          <p14:tracePt t="83293" x="2908300" y="3524250"/>
          <p14:tracePt t="83369" x="2914650" y="3524250"/>
          <p14:tracePt t="83383" x="2921000" y="3524250"/>
          <p14:tracePt t="83390" x="2927350" y="3524250"/>
          <p14:tracePt t="83398" x="2933700" y="3524250"/>
          <p14:tracePt t="83419" x="2946400" y="3530600"/>
          <p14:tracePt t="83432" x="2959100" y="3530600"/>
          <p14:tracePt t="83442" x="2978150" y="3530600"/>
          <p14:tracePt t="83459" x="2997200" y="3530600"/>
          <p14:tracePt t="83476" x="3073400" y="3530600"/>
          <p14:tracePt t="83493" x="3181350" y="3517900"/>
          <p14:tracePt t="83510" x="3333750" y="3498850"/>
          <p14:tracePt t="83525" x="3403600" y="3492500"/>
          <p14:tracePt t="83542" x="3556000" y="3473450"/>
          <p14:tracePt t="83560" x="3676650" y="3454400"/>
          <p14:tracePt t="83575" x="3740150" y="3454400"/>
          <p14:tracePt t="83592" x="3790950" y="3454400"/>
          <p14:tracePt t="83609" x="3924300" y="3441700"/>
          <p14:tracePt t="83625" x="3956050" y="3441700"/>
          <p14:tracePt t="83642" x="3975100" y="3441700"/>
          <p14:tracePt t="83659" x="4000500" y="3441700"/>
          <p14:tracePt t="83675" x="4019550" y="3441700"/>
          <p14:tracePt t="83692" x="4025900" y="3441700"/>
          <p14:tracePt t="83708" x="4038600" y="3441700"/>
          <p14:tracePt t="83725" x="4057650" y="3441700"/>
          <p14:tracePt t="83744" x="4076700" y="3441700"/>
          <p14:tracePt t="83758" x="4083050" y="3441700"/>
          <p14:tracePt t="83775" x="4095750" y="3441700"/>
          <p14:tracePt t="83792" x="4108450" y="3441700"/>
          <p14:tracePt t="83808" x="4121150" y="3448050"/>
          <p14:tracePt t="83825" x="4133850" y="3448050"/>
          <p14:tracePt t="83841" x="4140200" y="3454400"/>
          <p14:tracePt t="83858" x="4152900" y="3454400"/>
          <p14:tracePt t="83875" x="4159250" y="3460750"/>
          <p14:tracePt t="83891" x="4184650" y="3467100"/>
          <p14:tracePt t="83925" x="4197350" y="3473450"/>
          <p14:tracePt t="83941" x="4203700" y="3473450"/>
          <p14:tracePt t="83958" x="4216400" y="3473450"/>
          <p14:tracePt t="83961" x="4216400" y="3479800"/>
          <p14:tracePt t="83995" x="4222750" y="3479800"/>
          <p14:tracePt t="84416" x="4260850" y="3479800"/>
          <p14:tracePt t="84424" x="4311650" y="3479800"/>
          <p14:tracePt t="84437" x="4349750" y="3479800"/>
          <p14:tracePt t="84444" x="4387850" y="3479800"/>
          <p14:tracePt t="84459" x="4445000" y="3486150"/>
          <p14:tracePt t="84473" x="4521200" y="3486150"/>
          <p14:tracePt t="84489" x="4565650" y="3486150"/>
          <p14:tracePt t="84505" x="4603750" y="3492500"/>
          <p14:tracePt t="84522" x="4673600" y="3492500"/>
          <p14:tracePt t="84539" x="4737100" y="3492500"/>
          <p14:tracePt t="84556" x="4787900" y="3492500"/>
          <p14:tracePt t="84572" x="4806950" y="3492500"/>
          <p14:tracePt t="84589" x="4851400" y="3492500"/>
          <p14:tracePt t="84606" x="4883150" y="3492500"/>
          <p14:tracePt t="84622" x="4895850" y="3492500"/>
          <p14:tracePt t="84639" x="4927600" y="3492500"/>
          <p14:tracePt t="84655" x="4946650" y="3492500"/>
          <p14:tracePt t="84688" x="4953000" y="3492500"/>
          <p14:tracePt t="84705" x="4965700" y="3492500"/>
          <p14:tracePt t="84817" x="4959350" y="3492500"/>
          <p14:tracePt t="84823" x="4946650" y="3492500"/>
          <p14:tracePt t="84845" x="4940300" y="3492500"/>
          <p14:tracePt t="84859" x="4927600" y="3492500"/>
          <p14:tracePt t="84865" x="4908550" y="3492500"/>
          <p14:tracePt t="84879" x="4883150" y="3492500"/>
          <p14:tracePt t="84888" x="4845050" y="3492500"/>
          <p14:tracePt t="84904" x="4794250" y="3492500"/>
          <p14:tracePt t="84922" x="4629150" y="3492500"/>
          <p14:tracePt t="84937" x="4419600" y="3492500"/>
          <p14:tracePt t="84954" x="4292600" y="3492500"/>
          <p14:tracePt t="84958" x="4152900" y="3492500"/>
          <p14:tracePt t="84971" x="4025900" y="3492500"/>
          <p14:tracePt t="84987" x="3784600" y="3479800"/>
          <p14:tracePt t="85004" x="3670300" y="3479800"/>
          <p14:tracePt t="85021" x="3517900" y="3473450"/>
          <p14:tracePt t="85037" x="3435350" y="3460750"/>
          <p14:tracePt t="85054" x="3403600" y="3460750"/>
          <p14:tracePt t="85071" x="3390900" y="3454400"/>
          <p14:tracePt t="85087" x="3384550" y="3454400"/>
          <p14:tracePt t="85399" x="3390900" y="3454400"/>
          <p14:tracePt t="85407" x="3403600" y="3454400"/>
          <p14:tracePt t="85422" x="3409950" y="3454400"/>
          <p14:tracePt t="85436" x="3435350" y="3454400"/>
          <p14:tracePt t="85453" x="3498850" y="3454400"/>
          <p14:tracePt t="85456" x="3549650" y="3454400"/>
          <p14:tracePt t="85471" x="3606800" y="3454400"/>
          <p14:tracePt t="85485" x="3670300" y="3454400"/>
          <p14:tracePt t="85502" x="3797300" y="3454400"/>
          <p14:tracePt t="85519" x="3886200" y="3454400"/>
          <p14:tracePt t="85535" x="3911600" y="3448050"/>
          <p14:tracePt t="85553" x="3949700" y="3441700"/>
          <p14:tracePt t="85569" x="3968750" y="3441700"/>
          <p14:tracePt t="85585" x="3975100" y="3435350"/>
          <p14:tracePt t="85602" x="3981450" y="3435350"/>
          <p14:tracePt t="85702" x="3975100" y="3435350"/>
          <p14:tracePt t="85709" x="3968750" y="3435350"/>
          <p14:tracePt t="85730" x="3962400" y="3435350"/>
          <p14:tracePt t="85752" x="3956050" y="3435350"/>
          <p14:tracePt t="85794" x="3949700" y="3435350"/>
          <p14:tracePt t="85843" x="3956050" y="3435350"/>
          <p14:tracePt t="85864" x="3975100" y="3429000"/>
          <p14:tracePt t="85871" x="4000500" y="3422650"/>
          <p14:tracePt t="85885" x="4038600" y="3397250"/>
          <p14:tracePt t="85900" x="4171950" y="3346450"/>
          <p14:tracePt t="85917" x="4267200" y="3314700"/>
          <p14:tracePt t="85935" x="4464050" y="3263900"/>
          <p14:tracePt t="85951" x="4641850" y="3213100"/>
          <p14:tracePt t="85968" x="4737100" y="3194050"/>
          <p14:tracePt t="85971" x="4800600" y="3175000"/>
          <p14:tracePt t="85986" x="4870450" y="3168650"/>
          <p14:tracePt t="86000" x="4953000" y="3149600"/>
          <p14:tracePt t="86017" x="4978400" y="3149600"/>
          <p14:tracePt t="86034" x="5022850" y="3149600"/>
          <p14:tracePt t="86067" x="5035550" y="3149600"/>
          <p14:tracePt t="86084" x="5048250" y="3149600"/>
          <p14:tracePt t="86124" x="5054600" y="3149600"/>
          <p14:tracePt t="86194" x="5054600" y="3155950"/>
          <p14:tracePt t="86237" x="5054600" y="3162300"/>
          <p14:tracePt t="86244" x="5041900" y="3168650"/>
          <p14:tracePt t="86252" x="5035550" y="3168650"/>
          <p14:tracePt t="86266" x="5022850" y="3175000"/>
          <p14:tracePt t="86282" x="5003800" y="3181350"/>
          <p14:tracePt t="86301" x="4832350" y="3225800"/>
          <p14:tracePt t="86316" x="4730750" y="3251200"/>
          <p14:tracePt t="86333" x="4597400" y="3282950"/>
          <p14:tracePt t="86350" x="4267200" y="3340100"/>
          <p14:tracePt t="86366" x="3790950" y="3429000"/>
          <p14:tracePt t="86383" x="3536950" y="3473450"/>
          <p14:tracePt t="86399" x="3092450" y="3543300"/>
          <p14:tracePt t="86416" x="2724150" y="3594100"/>
          <p14:tracePt t="86432" x="2533650" y="3619500"/>
          <p14:tracePt t="86449" x="2292350" y="3638550"/>
          <p14:tracePt t="86465" x="2190750" y="3638550"/>
          <p14:tracePt t="86483" x="2025650" y="3638550"/>
          <p14:tracePt t="86499" x="1962150" y="3638550"/>
          <p14:tracePt t="86515" x="1854200" y="3625850"/>
          <p14:tracePt t="86532" x="1771650" y="3613150"/>
          <p14:tracePt t="86549" x="1727200" y="3600450"/>
          <p14:tracePt t="86565" x="1689100" y="3594100"/>
          <p14:tracePt t="86582" x="1670050" y="3594100"/>
          <p14:tracePt t="86598" x="1657350" y="3594100"/>
          <p14:tracePt t="86615" x="1651000" y="3594100"/>
          <p14:tracePt t="86673" x="1644650" y="3587750"/>
          <p14:tracePt t="86694" x="1638300" y="3587750"/>
          <p14:tracePt t="86716" x="1625600" y="3587750"/>
          <p14:tracePt t="86722" x="1619250" y="3587750"/>
          <p14:tracePt t="86742" x="1606550" y="3587750"/>
          <p14:tracePt t="86778" x="1600200" y="3587750"/>
          <p14:tracePt t="86785" x="1593850" y="3587750"/>
          <p14:tracePt t="86798" x="1587500" y="3587750"/>
          <p14:tracePt t="86815" x="1581150" y="3587750"/>
          <p14:tracePt t="86834" x="1574800" y="3587750"/>
          <p14:tracePt t="86975" x="1581150" y="3587750"/>
          <p14:tracePt t="86989" x="1587500" y="3587750"/>
          <p14:tracePt t="87003" x="1593850" y="3594100"/>
          <p14:tracePt t="87010" x="1600200" y="3594100"/>
          <p14:tracePt t="87017" x="1619250" y="3600450"/>
          <p14:tracePt t="87030" x="1638300" y="3606800"/>
          <p14:tracePt t="87047" x="1727200" y="3625850"/>
          <p14:tracePt t="87063" x="1797050" y="3644900"/>
          <p14:tracePt t="87080" x="1993900" y="3714750"/>
          <p14:tracePt t="87097" x="2228850" y="3803650"/>
          <p14:tracePt t="87113" x="2349500" y="3867150"/>
          <p14:tracePt t="87130" x="2571750" y="3987800"/>
          <p14:tracePt t="87146" x="2774950" y="4121150"/>
          <p14:tracePt t="87163" x="2844800" y="4184650"/>
          <p14:tracePt t="87180" x="2984500" y="4305300"/>
          <p14:tracePt t="87196" x="3048000" y="4362450"/>
          <p14:tracePt t="87214" x="3168650" y="4502150"/>
          <p14:tracePt t="87229" x="3200400" y="4533900"/>
          <p14:tracePt t="87246" x="3238500" y="4584700"/>
          <p14:tracePt t="87264" x="3302000" y="4673600"/>
          <p14:tracePt t="87279" x="3352800" y="4762500"/>
          <p14:tracePt t="87296" x="3365500" y="4781550"/>
          <p14:tracePt t="87313" x="3390900" y="4832350"/>
          <p14:tracePt t="87329" x="3403600" y="4851400"/>
          <p14:tracePt t="87346" x="3403600" y="4857750"/>
          <p14:tracePt t="87362" x="3409950" y="4857750"/>
          <p14:tracePt t="87379" x="3409950" y="4864100"/>
          <p14:tracePt t="87398" x="3409950" y="4870450"/>
          <p14:tracePt t="87418" x="3403600" y="4870450"/>
          <p14:tracePt t="87428" x="3397250" y="4870450"/>
          <p14:tracePt t="87446" x="3378200" y="4870450"/>
          <p14:tracePt t="87462" x="3371850" y="4876800"/>
          <p14:tracePt t="87497" x="3333750" y="4883150"/>
          <p14:tracePt t="87512" x="3314700" y="4883150"/>
          <p14:tracePt t="87529" x="3289300" y="4889500"/>
          <p14:tracePt t="87545" x="3232150" y="4914900"/>
          <p14:tracePt t="87561" x="3149600" y="4940300"/>
          <p14:tracePt t="87578" x="3105150" y="4959350"/>
          <p14:tracePt t="87594" x="3022600" y="4984750"/>
          <p14:tracePt t="87612" x="2940050" y="4997450"/>
          <p14:tracePt t="87629" x="2863850" y="5029200"/>
          <p14:tracePt t="87645" x="2819400" y="5041900"/>
          <p14:tracePt t="87661" x="2711450" y="5080000"/>
          <p14:tracePt t="87678" x="2597150" y="5086350"/>
          <p14:tracePt t="87695" x="2552700" y="5092700"/>
          <p14:tracePt t="87711" x="2495550" y="5092700"/>
          <p14:tracePt t="87728" x="2470150" y="5092700"/>
          <p14:tracePt t="87744" x="2457450" y="5092700"/>
          <p14:tracePt t="87840" x="2463800" y="5092700"/>
          <p14:tracePt t="87875" x="2457450" y="5092700"/>
          <p14:tracePt t="88354" x="2451100" y="5092700"/>
          <p14:tracePt t="88375" x="2438400" y="5086350"/>
          <p14:tracePt t="88382" x="2425700" y="5086350"/>
          <p14:tracePt t="88392" x="2400300" y="5080000"/>
          <p14:tracePt t="88409" x="2387600" y="5073650"/>
          <p14:tracePt t="88425" x="2349500" y="5060950"/>
          <p14:tracePt t="88443" x="2324100" y="5054600"/>
          <p14:tracePt t="88459" x="2247900" y="5022850"/>
          <p14:tracePt t="88475" x="2216150" y="5016500"/>
          <p14:tracePt t="88492" x="2184400" y="5003800"/>
          <p14:tracePt t="88495" x="2152650" y="4984750"/>
          <p14:tracePt t="88509" x="2133600" y="4978400"/>
          <p14:tracePt t="88525" x="2082800" y="4959350"/>
          <p14:tracePt t="88542" x="2051050" y="4953000"/>
          <p14:tracePt t="88558" x="2012950" y="4933950"/>
          <p14:tracePt t="88575" x="1974850" y="4927600"/>
          <p14:tracePt t="88591" x="1955800" y="4927600"/>
          <p14:tracePt t="88608" x="1936750" y="4921250"/>
          <p14:tracePt t="88644" x="1930400" y="4921250"/>
          <p14:tracePt t="88670" x="1924050" y="4921250"/>
          <p14:tracePt t="88923" x="1930400" y="4921250"/>
          <p14:tracePt t="88951" x="1936750" y="4921250"/>
          <p14:tracePt t="88965" x="1949450" y="4921250"/>
          <p14:tracePt t="88973" x="1962150" y="4921250"/>
          <p14:tracePt t="88986" x="1993900" y="4921250"/>
          <p14:tracePt t="88993" x="2032000" y="4921250"/>
          <p14:tracePt t="89010" x="2082800" y="4914900"/>
          <p14:tracePt t="89024" x="2273300" y="4914900"/>
          <p14:tracePt t="89040" x="2374900" y="4902200"/>
          <p14:tracePt t="89058" x="2628900" y="4895850"/>
          <p14:tracePt t="89074" x="2755900" y="4895850"/>
          <p14:tracePt t="89090" x="3003550" y="4895850"/>
          <p14:tracePt t="89107" x="3219450" y="4895850"/>
          <p14:tracePt t="89123" x="3321050" y="4908550"/>
          <p14:tracePt t="89140" x="3479800" y="4933950"/>
          <p14:tracePt t="89156" x="3625850" y="4965700"/>
          <p14:tracePt t="89173" x="3676650" y="4984750"/>
          <p14:tracePt t="89191" x="3778250" y="5010150"/>
          <p14:tracePt t="89205" x="3835400" y="5035550"/>
          <p14:tracePt t="89223" x="3860800" y="5041900"/>
          <p14:tracePt t="89240" x="3892550" y="5048250"/>
          <p14:tracePt t="89256" x="3911600" y="5054600"/>
          <p14:tracePt t="89273" x="3917950" y="5054600"/>
          <p14:tracePt t="89290" x="3930650" y="5054600"/>
          <p14:tracePt t="89306" x="3949700" y="5054600"/>
          <p14:tracePt t="89323" x="3956050" y="5054600"/>
          <p14:tracePt t="89339" x="3968750" y="5054600"/>
          <p14:tracePt t="89355" x="3987800" y="5060950"/>
          <p14:tracePt t="89374" x="4019550" y="5060950"/>
          <p14:tracePt t="89389" x="4038600" y="5060950"/>
          <p14:tracePt t="89405" x="4051300" y="5067300"/>
          <p14:tracePt t="89423" x="4070350" y="5067300"/>
          <p14:tracePt t="89438" x="4089400" y="5073650"/>
          <p14:tracePt t="89455" x="4095750" y="5073650"/>
          <p14:tracePt t="89472" x="4095750" y="5080000"/>
          <p14:tracePt t="89489" x="4102100" y="5080000"/>
          <p14:tracePt t="89725" x="4095750" y="5080000"/>
          <p14:tracePt t="89746" x="4089400" y="5073650"/>
          <p14:tracePt t="89760" x="4083050" y="5067300"/>
          <p14:tracePt t="89767" x="4076700" y="5060950"/>
          <p14:tracePt t="89781" x="4064000" y="5054600"/>
          <p14:tracePt t="89790" x="4057650" y="5048250"/>
          <p14:tracePt t="89804" x="4044950" y="5048250"/>
          <p14:tracePt t="89821" x="4013200" y="5010150"/>
          <p14:tracePt t="89838" x="3975100" y="4984750"/>
          <p14:tracePt t="89854" x="3962400" y="4959350"/>
          <p14:tracePt t="89871" x="3917950" y="4914900"/>
          <p14:tracePt t="89887" x="3892550" y="4883150"/>
          <p14:tracePt t="89903" x="3867150" y="4857750"/>
          <p14:tracePt t="89921" x="3854450" y="4845050"/>
          <p14:tracePt t="89937" x="3822700" y="4813300"/>
          <p14:tracePt t="89953" x="3810000" y="4800600"/>
          <p14:tracePt t="89971" x="3790950" y="4787900"/>
          <p14:tracePt t="89987" x="3784600" y="4775200"/>
          <p14:tracePt t="90003" x="3771900" y="4762500"/>
          <p14:tracePt t="90022" x="3759200" y="4737100"/>
          <p14:tracePt t="90037" x="3752850" y="4718050"/>
          <p14:tracePt t="90053" x="3727450" y="4622800"/>
          <p14:tracePt t="90070" x="3670300" y="4457700"/>
          <p14:tracePt t="90086" x="3638550" y="4356100"/>
          <p14:tracePt t="90103" x="3549650" y="4146550"/>
          <p14:tracePt t="90120" x="3460750" y="3962400"/>
          <p14:tracePt t="90136" x="3416300" y="3879850"/>
          <p14:tracePt t="90153" x="3365500" y="3790950"/>
          <p14:tracePt t="90169" x="3327400" y="3746500"/>
          <p14:tracePt t="90186" x="3308350" y="3727450"/>
          <p14:tracePt t="90203" x="3282950" y="3714750"/>
          <p14:tracePt t="90219" x="3257550" y="3695700"/>
          <p14:tracePt t="90235" x="3244850" y="3689350"/>
          <p14:tracePt t="90253" x="3219450" y="3689350"/>
          <p14:tracePt t="90269" x="3194050" y="3683000"/>
          <p14:tracePt t="90286" x="3162300" y="3670300"/>
          <p14:tracePt t="90302" x="3117850" y="3651250"/>
          <p14:tracePt t="90319" x="3098800" y="3638550"/>
          <p14:tracePt t="90336" x="3073400" y="3606800"/>
          <p14:tracePt t="90352" x="3067050" y="3581400"/>
          <p14:tracePt t="90386" x="3073400" y="3562350"/>
          <p14:tracePt t="90402" x="3098800" y="3543300"/>
          <p14:tracePt t="90418" x="3130550" y="3524250"/>
          <p14:tracePt t="90435" x="3200400" y="3492500"/>
          <p14:tracePt t="90452" x="3314700" y="3448050"/>
          <p14:tracePt t="90468" x="3378200" y="3429000"/>
          <p14:tracePt t="90485" x="3517900" y="3378200"/>
          <p14:tracePt t="90501" x="3651250" y="3352800"/>
          <p14:tracePt t="90519" x="3714750" y="3340100"/>
          <p14:tracePt t="90522" x="3765550" y="3333750"/>
          <p14:tracePt t="90535" x="3810000" y="3321050"/>
          <p14:tracePt t="90552" x="3835400" y="3321050"/>
          <p14:tracePt t="90569" x="3867150" y="3321050"/>
          <p14:tracePt t="90585" x="3873500" y="3321050"/>
          <p14:tracePt t="90601" x="3879850" y="3321050"/>
          <p14:tracePt t="90634" x="3886200" y="3321050"/>
          <p14:tracePt t="90702" x="3886200" y="3314700"/>
          <p14:tracePt t="90723" x="3879850" y="3314700"/>
          <p14:tracePt t="90730" x="3873500" y="3314700"/>
          <p14:tracePt t="90752" x="3867150" y="3314700"/>
          <p14:tracePt t="90765" x="3860800" y="3314700"/>
          <p14:tracePt t="90772" x="3854450" y="3314700"/>
          <p14:tracePt t="90793" x="3848100" y="3314700"/>
          <p14:tracePt t="90803" x="3835400" y="3314700"/>
          <p14:tracePt t="90817" x="3816350" y="3314700"/>
          <p14:tracePt t="90834" x="3797300" y="3314700"/>
          <p14:tracePt t="90851" x="3708400" y="3314700"/>
          <p14:tracePt t="90867" x="3651250" y="3321050"/>
          <p14:tracePt t="90884" x="3600450" y="3321050"/>
          <p14:tracePt t="90900" x="3486150" y="3321050"/>
          <p14:tracePt t="90917" x="3321050" y="3321050"/>
          <p14:tracePt t="90934" x="3155950" y="3321050"/>
          <p14:tracePt t="90950" x="3067050" y="3321050"/>
          <p14:tracePt t="90966" x="2895600" y="3302000"/>
          <p14:tracePt t="90984" x="2755900" y="3302000"/>
          <p14:tracePt t="91000" x="2679700" y="3302000"/>
          <p14:tracePt t="91016" x="2540000" y="3302000"/>
          <p14:tracePt t="91034" x="2413000" y="3289300"/>
          <p14:tracePt t="91050" x="2355850" y="3289300"/>
          <p14:tracePt t="91067" x="2279650" y="3289300"/>
          <p14:tracePt t="91083" x="2209800" y="3282950"/>
          <p14:tracePt t="91099" x="2190750" y="3282950"/>
          <p14:tracePt t="91117" x="2159000" y="3282950"/>
          <p14:tracePt t="91133" x="2139950" y="3282950"/>
          <p14:tracePt t="91149" x="2127250" y="3282950"/>
          <p14:tracePt t="91166" x="2127250" y="3289300"/>
          <p14:tracePt t="91194" x="2127250" y="3295650"/>
          <p14:tracePt t="91202" x="2133600" y="3295650"/>
          <p14:tracePt t="91217" x="2139950" y="3295650"/>
          <p14:tracePt t="91236" x="2146300" y="3295650"/>
          <p14:tracePt t="91249" x="2146300" y="3302000"/>
          <p14:tracePt t="91266" x="2159000" y="3302000"/>
          <p14:tracePt t="91282" x="2165350" y="3302000"/>
          <p14:tracePt t="91299" x="2190750" y="3302000"/>
          <p14:tracePt t="91315" x="2222500" y="3314700"/>
          <p14:tracePt t="91332" x="2254250" y="3327400"/>
          <p14:tracePt t="91349" x="2355850" y="3340100"/>
          <p14:tracePt t="91365" x="2527300" y="3371850"/>
          <p14:tracePt t="91382" x="2616200" y="3390900"/>
          <p14:tracePt t="91399" x="2813050" y="3422650"/>
          <p14:tracePt t="91415" x="2990850" y="3454400"/>
          <p14:tracePt t="91433" x="3067050" y="3454400"/>
          <p14:tracePt t="91448" x="3187700" y="3460750"/>
          <p14:tracePt t="91465" x="3225800" y="3460750"/>
          <p14:tracePt t="91482" x="3302000" y="3460750"/>
          <p14:tracePt t="91498" x="3308350" y="3460750"/>
          <p14:tracePt t="91515" x="3321050" y="3460750"/>
          <p14:tracePt t="91518" x="3327400" y="3460750"/>
          <p14:tracePt t="91532" x="3346450" y="3460750"/>
          <p14:tracePt t="91564" x="3359150" y="3467100"/>
          <p14:tracePt t="91581" x="3384550" y="3467100"/>
          <p14:tracePt t="91597" x="3422650" y="3467100"/>
          <p14:tracePt t="91614" x="3473450" y="3473450"/>
          <p14:tracePt t="91631" x="3581400" y="3505200"/>
          <p14:tracePt t="91648" x="3752850" y="3524250"/>
          <p14:tracePt t="91665" x="3930650" y="3530600"/>
          <p14:tracePt t="91681" x="4044950" y="3543300"/>
          <p14:tracePt t="91697" x="4260850" y="3556000"/>
          <p14:tracePt t="91715" x="4464050" y="3562350"/>
          <p14:tracePt t="91731" x="4540250" y="3562350"/>
          <p14:tracePt t="91748" x="4591050" y="3562350"/>
          <p14:tracePt t="91764" x="4724400" y="3562350"/>
          <p14:tracePt t="91781" x="4756150" y="3556000"/>
          <p14:tracePt t="91797" x="4794250" y="3543300"/>
          <p14:tracePt t="91814" x="4838700" y="3536950"/>
          <p14:tracePt t="91830" x="4876800" y="3530600"/>
          <p14:tracePt t="91848" x="4889500" y="3530600"/>
          <p14:tracePt t="91863" x="4914900" y="3524250"/>
          <p14:tracePt t="91880" x="4927600" y="3524250"/>
          <p14:tracePt t="91897" x="4933950" y="3524250"/>
          <p14:tracePt t="91913" x="4940300" y="3524250"/>
          <p14:tracePt t="91930" x="4946650" y="3524250"/>
          <p14:tracePt t="91948" x="4940300" y="3530600"/>
          <p14:tracePt t="91963" x="4940300" y="3536950"/>
          <p14:tracePt t="91980" x="4914900" y="3556000"/>
          <p14:tracePt t="91996" x="4883150" y="3568700"/>
          <p14:tracePt t="92013" x="4851400" y="3594100"/>
          <p14:tracePt t="92030" x="4832350" y="3606800"/>
          <p14:tracePt t="92033" x="4800600" y="3632200"/>
          <p14:tracePt t="92046" x="4724400" y="3702050"/>
          <p14:tracePt t="92063" x="4673600" y="3746500"/>
          <p14:tracePt t="92080" x="4578350" y="3854450"/>
          <p14:tracePt t="92095" x="4521200" y="3924300"/>
          <p14:tracePt t="92112" x="4387850" y="4064000"/>
          <p14:tracePt t="92130" x="4273550" y="4210050"/>
          <p14:tracePt t="92145" x="4235450" y="4273550"/>
          <p14:tracePt t="92163" x="4127500" y="4425950"/>
          <p14:tracePt t="92179" x="4032250" y="4565650"/>
          <p14:tracePt t="92196" x="3994150" y="4635500"/>
          <p14:tracePt t="92213" x="3917950" y="4737100"/>
          <p14:tracePt t="92228" x="3860800" y="4819650"/>
          <p14:tracePt t="92245" x="3822700" y="4851400"/>
          <p14:tracePt t="92263" x="3797300" y="4889500"/>
          <p14:tracePt t="92279" x="3778250" y="4921250"/>
          <p14:tracePt t="92296" x="3765550" y="4946650"/>
          <p14:tracePt t="92312" x="3746500" y="4978400"/>
          <p14:tracePt t="92328" x="3727450" y="5029200"/>
          <p14:tracePt t="92345" x="3721100" y="5048250"/>
          <p14:tracePt t="92362" x="3714750" y="5073650"/>
          <p14:tracePt t="92379" x="3714750" y="5080000"/>
          <p14:tracePt t="92396" x="3708400" y="5092700"/>
          <p14:tracePt t="92466" x="3708400" y="5086350"/>
          <p14:tracePt t="92488" x="3714750" y="5080000"/>
          <p14:tracePt t="92509" x="3721100" y="5080000"/>
          <p14:tracePt t="92530" x="3721100" y="5073650"/>
          <p14:tracePt t="92558" x="3727450" y="5073650"/>
          <p14:tracePt t="92579" x="3733800" y="5067300"/>
          <p14:tracePt t="92600" x="3740150" y="5067300"/>
          <p14:tracePt t="92621" x="3746500" y="5067300"/>
          <p14:tracePt t="92629" x="3752850" y="5067300"/>
          <p14:tracePt t="92649" x="3759200" y="5067300"/>
          <p14:tracePt t="92670" x="3765550" y="5067300"/>
          <p14:tracePt t="92679" x="3771900" y="5060950"/>
          <p14:tracePt t="92691" x="3778250" y="5060950"/>
          <p14:tracePt t="92698" x="3790950" y="5054600"/>
          <p14:tracePt t="92714" x="3810000" y="5048250"/>
          <p14:tracePt t="92728" x="3835400" y="5041900"/>
          <p14:tracePt t="92744" x="3873500" y="5022850"/>
          <p14:tracePt t="92760" x="3905250" y="5016500"/>
          <p14:tracePt t="92777" x="3956050" y="4997450"/>
          <p14:tracePt t="92794" x="4006850" y="4978400"/>
          <p14:tracePt t="92811" x="4044950" y="4965700"/>
          <p14:tracePt t="92827" x="4070350" y="4959350"/>
          <p14:tracePt t="92843" x="4083050" y="4953000"/>
          <p14:tracePt t="92861" x="4095750" y="4946650"/>
          <p14:tracePt t="92877" x="4102100" y="4946650"/>
          <p14:tracePt t="92893" x="4114800" y="4946650"/>
          <p14:tracePt t="92910" x="4121150" y="4946650"/>
          <p14:tracePt t="93029" x="4121150" y="4940300"/>
          <p14:tracePt t="93050" x="4114800" y="4940300"/>
          <p14:tracePt t="93064" x="4102100" y="4940300"/>
          <p14:tracePt t="93071" x="4095750" y="4940300"/>
          <p14:tracePt t="93085" x="4089400" y="4940300"/>
          <p14:tracePt t="93095" x="4076700" y="4940300"/>
          <p14:tracePt t="93109" x="4057650" y="4940300"/>
          <p14:tracePt t="93126" x="4000500" y="4946650"/>
          <p14:tracePt t="93143" x="3886200" y="4946650"/>
          <p14:tracePt t="93159" x="3790950" y="4953000"/>
          <p14:tracePt t="93176" x="3556000" y="4965700"/>
          <p14:tracePt t="93192" x="3276600" y="4978400"/>
          <p14:tracePt t="93209" x="3136900" y="4978400"/>
          <p14:tracePt t="93226" x="2895600" y="4978400"/>
          <p14:tracePt t="93242" x="2692400" y="4978400"/>
          <p14:tracePt t="93259" x="2603500" y="4978400"/>
          <p14:tracePt t="93276" x="2514600" y="4965700"/>
          <p14:tracePt t="93292" x="2470150" y="4965700"/>
          <p14:tracePt t="93308" x="2438400" y="4953000"/>
          <p14:tracePt t="93325" x="2419350" y="4946650"/>
          <p14:tracePt t="93342" x="2413000" y="4946650"/>
          <p14:tracePt t="93704" x="2419350" y="4946650"/>
          <p14:tracePt t="93718" x="2432050" y="4946650"/>
          <p14:tracePt t="93727" x="2444750" y="4946650"/>
          <p14:tracePt t="93740" x="2463800" y="4946650"/>
          <p14:tracePt t="93757" x="2520950" y="4953000"/>
          <p14:tracePt t="93775" x="2654300" y="4959350"/>
          <p14:tracePt t="93790" x="2730500" y="4959350"/>
          <p14:tracePt t="93806" x="2895600" y="4972050"/>
          <p14:tracePt t="93824" x="3035300" y="4978400"/>
          <p14:tracePt t="93840" x="3086100" y="4978400"/>
          <p14:tracePt t="93857" x="3130550" y="4978400"/>
          <p14:tracePt t="93873" x="3219450" y="4984750"/>
          <p14:tracePt t="93890" x="3238500" y="4984750"/>
          <p14:tracePt t="93906" x="3251200" y="4984750"/>
          <p14:tracePt t="93923" x="3263900" y="4984750"/>
          <p14:tracePt t="93940" x="3276600" y="4984750"/>
          <p14:tracePt t="93957" x="3302000" y="4984750"/>
          <p14:tracePt t="93973" x="3314700" y="4984750"/>
          <p14:tracePt t="93989" x="3352800" y="4997450"/>
          <p14:tracePt t="94007" x="3384550" y="5003800"/>
          <p14:tracePt t="94023" x="3473450" y="5010150"/>
          <p14:tracePt t="94039" x="3606800" y="5041900"/>
          <p14:tracePt t="94056" x="3790950" y="5080000"/>
          <p14:tracePt t="94072" x="3879850" y="5099050"/>
          <p14:tracePt t="94089" x="4102100" y="5149850"/>
          <p14:tracePt t="94106" x="4305300" y="5194300"/>
          <p14:tracePt t="94122" x="4419600" y="5200650"/>
          <p14:tracePt t="94140" x="4641850" y="5226050"/>
          <p14:tracePt t="94155" x="4832350" y="5232400"/>
          <p14:tracePt t="94172" x="4921250" y="5232400"/>
          <p14:tracePt t="94190" x="5048250" y="5232400"/>
          <p14:tracePt t="94205" x="5099050" y="5232400"/>
          <p14:tracePt t="94222" x="5200650" y="5232400"/>
          <p14:tracePt t="94239" x="5346700" y="5251450"/>
          <p14:tracePt t="94255" x="5422900" y="5264150"/>
          <p14:tracePt t="94272" x="5588000" y="5283200"/>
          <p14:tracePt t="94289" x="5721350" y="5283200"/>
          <p14:tracePt t="94305" x="5765800" y="5283200"/>
          <p14:tracePt t="94322" x="5772150" y="5283200"/>
          <p14:tracePt t="95298" x="5797550" y="5276850"/>
          <p14:tracePt t="95311" x="5822950" y="5270500"/>
          <p14:tracePt t="95321" x="5854700" y="5264150"/>
          <p14:tracePt t="95335" x="5886450" y="5245100"/>
          <p14:tracePt t="95352" x="5918200" y="5232400"/>
          <p14:tracePt t="95368" x="6013450" y="5194300"/>
          <p14:tracePt t="95385" x="6115050" y="5149850"/>
          <p14:tracePt t="95401" x="6172200" y="5130800"/>
          <p14:tracePt t="95418" x="6305550" y="5086350"/>
          <p14:tracePt t="95434" x="6451600" y="5016500"/>
          <p14:tracePt t="95452" x="6534150" y="4984750"/>
          <p14:tracePt t="95468" x="6667500" y="4927600"/>
          <p14:tracePt t="95484" x="6788150" y="4838700"/>
          <p14:tracePt t="95501" x="6845300" y="4800600"/>
          <p14:tracePt t="95518" x="6877050" y="4787900"/>
          <p14:tracePt t="101202" x="6870700" y="4787900"/>
          <p14:tracePt t="101209" x="6845300" y="4787900"/>
          <p14:tracePt t="101217" x="6826250" y="4781550"/>
          <p14:tracePt t="101231" x="6788150" y="4775200"/>
          <p14:tracePt t="101248" x="6737350" y="4762500"/>
          <p14:tracePt t="101265" x="6667500" y="4743450"/>
          <p14:tracePt t="101281" x="6527800" y="4699000"/>
          <p14:tracePt t="101298" x="6445250" y="4679950"/>
          <p14:tracePt t="101315" x="6330950" y="4654550"/>
          <p14:tracePt t="101331" x="6235700" y="4641850"/>
          <p14:tracePt t="101347" x="6153150" y="4622800"/>
          <p14:tracePt t="101364" x="6032500" y="4591050"/>
          <p14:tracePt t="101381" x="5924550" y="4572000"/>
          <p14:tracePt t="101397" x="5803900" y="4552950"/>
          <p14:tracePt t="101414" x="5581650" y="4527550"/>
          <p14:tracePt t="101430" x="5435600" y="4495800"/>
          <p14:tracePt t="101448" x="5213350" y="4457700"/>
          <p14:tracePt t="101464" x="5048250" y="4425950"/>
          <p14:tracePt t="101480" x="4902200" y="4387850"/>
          <p14:tracePt t="101498" x="4667250" y="4356100"/>
          <p14:tracePt t="101513" x="4533900" y="4318000"/>
          <p14:tracePt t="101530" x="4419600" y="4260850"/>
          <p14:tracePt t="101547" x="4279900" y="4197350"/>
          <p14:tracePt t="101563" x="4178300" y="4152900"/>
          <p14:tracePt t="101580" x="4102100" y="4102100"/>
          <p14:tracePt t="101583" x="4070350" y="4070350"/>
          <p14:tracePt t="101597" x="4013200" y="4019550"/>
          <p14:tracePt t="101613" x="3956050" y="3968750"/>
          <p14:tracePt t="101631" x="3930650" y="3924300"/>
          <p14:tracePt t="101646" x="3905250" y="3905250"/>
          <p14:tracePt t="101663" x="3898900" y="3892550"/>
          <p14:tracePt t="101680" x="3898900" y="3886200"/>
          <p14:tracePt t="101697" x="3879850" y="3886200"/>
          <p14:tracePt t="102146" x="3867150" y="3873500"/>
          <p14:tracePt t="102153" x="3860800" y="3841750"/>
          <p14:tracePt t="102161" x="3835400" y="3810000"/>
          <p14:tracePt t="102178" x="3790950" y="3708400"/>
          <p14:tracePt t="102195" x="3702050" y="3530600"/>
          <p14:tracePt t="102211" x="3619500" y="3340100"/>
          <p14:tracePt t="102228" x="3549650" y="3143250"/>
          <p14:tracePt t="102245" x="3467100" y="2870200"/>
          <p14:tracePt t="102261" x="3435350" y="2679700"/>
          <p14:tracePt t="102277" x="3397250" y="2495550"/>
          <p14:tracePt t="102294" x="3346450" y="2260600"/>
          <p14:tracePt t="102311" x="3321050" y="2152650"/>
          <p14:tracePt t="102328" x="3289300" y="2019300"/>
          <p14:tracePt t="102344" x="3263900" y="1917700"/>
          <p14:tracePt t="102361" x="3251200" y="1873250"/>
          <p14:tracePt t="102378" x="3244850" y="1835150"/>
          <p14:tracePt t="102410" x="3244850" y="1822450"/>
          <p14:tracePt t="102427" x="3244850" y="1816100"/>
          <p14:tracePt t="102463" x="3251200" y="1809750"/>
          <p14:tracePt t="102518" x="3251200" y="1803400"/>
          <p14:tracePt t="102539" x="3244850" y="1803400"/>
          <p14:tracePt t="102581" x="3244850" y="1797050"/>
          <p14:tracePt t="102609" x="3244850" y="1784350"/>
          <p14:tracePt t="102631" x="3244850" y="1778000"/>
          <p14:tracePt t="102638" x="3244850" y="1765300"/>
          <p14:tracePt t="102646" x="3244850" y="1758950"/>
          <p14:tracePt t="102660" x="3244850" y="1752600"/>
          <p14:tracePt t="102676" x="3238500" y="1727200"/>
          <p14:tracePt t="102694" x="3238500" y="1701800"/>
          <p14:tracePt t="102709" x="3238500" y="1663700"/>
          <p14:tracePt t="102726" x="3238500" y="1644650"/>
          <p14:tracePt t="102743" x="3238500" y="1638300"/>
          <p14:tracePt t="102759" x="3244850" y="1631950"/>
          <p14:tracePt t="102776" x="3251200" y="1631950"/>
          <p14:tracePt t="102793" x="3257550" y="1631950"/>
          <p14:tracePt t="102809" x="3276600" y="1631950"/>
          <p14:tracePt t="102826" x="3302000" y="1631950"/>
          <p14:tracePt t="102842" x="3346450" y="1631950"/>
          <p14:tracePt t="102859" x="3397250" y="1631950"/>
          <p14:tracePt t="102876" x="3448050" y="1631950"/>
          <p14:tracePt t="102892" x="3524250" y="1631950"/>
          <p14:tracePt t="102908" x="3568700" y="1625600"/>
          <p14:tracePt t="102926" x="3638550" y="1619250"/>
          <p14:tracePt t="102942" x="3689350" y="1619250"/>
          <p14:tracePt t="102958" x="3721100" y="1619250"/>
          <p14:tracePt t="102976" x="3778250" y="1612900"/>
          <p14:tracePt t="102992" x="3797300" y="1612900"/>
          <p14:tracePt t="103009" x="3803650" y="1612900"/>
          <p14:tracePt t="103025" x="3810000" y="1612900"/>
          <p14:tracePt t="103041" x="3816350" y="1612900"/>
          <p14:tracePt t="103058" x="3829050" y="1625600"/>
          <p14:tracePt t="103074" x="3835400" y="1644650"/>
          <p14:tracePt t="103357" x="3829050" y="1689100"/>
          <p14:tracePt t="103364" x="3816350" y="1752600"/>
          <p14:tracePt t="103373" x="3797300" y="1841500"/>
          <p14:tracePt t="103391" x="3765550" y="2051050"/>
          <p14:tracePt t="103408" x="3657600" y="2438400"/>
          <p14:tracePt t="103424" x="3568700" y="2705100"/>
          <p14:tracePt t="103441" x="3435350" y="3200400"/>
          <p14:tracePt t="103456" x="3257550" y="3797300"/>
          <p14:tracePt t="103473" x="3200400" y="4051300"/>
          <p14:tracePt t="103490" x="3162300" y="4248150"/>
          <p14:tracePt t="103507" x="3149600" y="4438650"/>
          <p14:tracePt t="103523" x="3155950" y="4508500"/>
          <p14:tracePt t="103541" x="3168650" y="4610100"/>
          <p14:tracePt t="103556" x="3175000" y="4660900"/>
          <p14:tracePt t="103573" x="3181350" y="4686300"/>
          <p14:tracePt t="103590" x="3181350" y="4724400"/>
          <p14:tracePt t="103606" x="3187700" y="4730750"/>
          <p14:tracePt t="103624" x="3187700" y="4737100"/>
          <p14:tracePt t="103641" x="3194050" y="4743450"/>
          <p14:tracePt t="103666" x="3194050" y="4749800"/>
          <p14:tracePt t="103694" x="3194050" y="4756150"/>
          <p14:tracePt t="103757" x="3200400" y="4756150"/>
          <p14:tracePt t="103786" x="3206750" y="4749800"/>
          <p14:tracePt t="103792" x="3213100" y="4749800"/>
          <p14:tracePt t="103808" x="3219450" y="4749800"/>
          <p14:tracePt t="103822" x="3244850" y="4749800"/>
          <p14:tracePt t="103839" x="3276600" y="4768850"/>
          <p14:tracePt t="103856" x="3321050" y="4794250"/>
          <p14:tracePt t="103872" x="3352800" y="4813300"/>
          <p14:tracePt t="103888" x="3416300" y="4845050"/>
          <p14:tracePt t="103906" x="3479800" y="4889500"/>
          <p14:tracePt t="103922" x="3498850" y="4902200"/>
          <p14:tracePt t="103939" x="3549650" y="4921250"/>
          <p14:tracePt t="103955" x="3581400" y="4953000"/>
          <p14:tracePt t="103972" x="3594100" y="4965700"/>
          <p14:tracePt t="103988" x="3606800" y="4972050"/>
          <p14:tracePt t="104005" x="3638550" y="5010150"/>
          <p14:tracePt t="104022" x="3644900" y="5029200"/>
          <p14:tracePt t="104039" x="3657600" y="5048250"/>
          <p14:tracePt t="104741" x="3695700" y="5041900"/>
          <p14:tracePt t="104747" x="3733800" y="5022850"/>
          <p14:tracePt t="104762" x="3790950" y="5010150"/>
          <p14:tracePt t="104771" x="3848100" y="4991100"/>
          <p14:tracePt t="104785" x="3886200" y="4978400"/>
          <p14:tracePt t="104802" x="3962400" y="4953000"/>
          <p14:tracePt t="104819" x="4019550" y="4940300"/>
          <p14:tracePt t="104835" x="4038600" y="4933950"/>
          <p14:tracePt t="104852" x="4070350" y="4927600"/>
          <p14:tracePt t="104868" x="4121150" y="4921250"/>
          <p14:tracePt t="104885" x="4133850" y="4914900"/>
          <p14:tracePt t="104902" x="4152900" y="4914900"/>
          <p14:tracePt t="104918" x="4165600" y="4914900"/>
          <p14:tracePt t="104935" x="4171950" y="4921250"/>
          <p14:tracePt t="104952" x="4178300" y="4946650"/>
          <p14:tracePt t="104968" x="4178300" y="4965700"/>
          <p14:tracePt t="107096" x="4171950" y="4965700"/>
          <p14:tracePt t="107110" x="4165600" y="4965700"/>
          <p14:tracePt t="107117" x="4152900" y="4965700"/>
          <p14:tracePt t="107131" x="4146550" y="4965700"/>
          <p14:tracePt t="107144" x="4140200" y="4965700"/>
          <p14:tracePt t="107161" x="4114800" y="4965700"/>
          <p14:tracePt t="107177" x="4102100" y="4965700"/>
          <p14:tracePt t="107194" x="4057650" y="4965700"/>
          <p14:tracePt t="107211" x="4025900" y="4959350"/>
          <p14:tracePt t="107227" x="4000500" y="4959350"/>
          <p14:tracePt t="107244" x="3956050" y="4940300"/>
          <p14:tracePt t="107261" x="3898900" y="4927600"/>
          <p14:tracePt t="107277" x="3867150" y="4921250"/>
          <p14:tracePt t="107293" x="3784600" y="4902200"/>
          <p14:tracePt t="107310" x="3689350" y="4876800"/>
          <p14:tracePt t="107327" x="3594100" y="4864100"/>
          <p14:tracePt t="107343" x="3543300" y="4864100"/>
          <p14:tracePt t="107360" x="3492500" y="4851400"/>
          <p14:tracePt t="107377" x="3346450" y="4845050"/>
          <p14:tracePt t="107393" x="3302000" y="4832350"/>
          <p14:tracePt t="107409" x="3263900" y="4826000"/>
          <p14:tracePt t="107427" x="3194050" y="4819650"/>
          <p14:tracePt t="107443" x="3136900" y="4819650"/>
          <p14:tracePt t="107460" x="3105150" y="4819650"/>
          <p14:tracePt t="107476" x="3060700" y="4819650"/>
          <p14:tracePt t="107493" x="3016250" y="4826000"/>
          <p14:tracePt t="107512" x="2984500" y="4826000"/>
          <p14:tracePt t="107526" x="2971800" y="4826000"/>
          <p14:tracePt t="107543" x="2959100" y="4826000"/>
          <p14:tracePt t="107560" x="2946400" y="4826000"/>
          <p14:tracePt t="107576" x="2927350" y="4826000"/>
          <p14:tracePt t="107592" x="2921000" y="4826000"/>
          <p14:tracePt t="107609" x="2901950" y="4826000"/>
          <p14:tracePt t="107626" x="2882900" y="4826000"/>
          <p14:tracePt t="107629" x="2876550" y="4826000"/>
          <p14:tracePt t="107659" x="2851150" y="4826000"/>
          <p14:tracePt t="107676" x="2832100" y="4826000"/>
          <p14:tracePt t="107693" x="2800350" y="4826000"/>
          <p14:tracePt t="107709" x="2781300" y="4826000"/>
          <p14:tracePt t="107725" x="2736850" y="4826000"/>
          <p14:tracePt t="107743" x="2705100" y="4832350"/>
          <p14:tracePt t="107759" x="2692400" y="4838700"/>
          <p14:tracePt t="107775" x="2673350" y="4845050"/>
          <p14:tracePt t="107792" x="2673350" y="4851400"/>
          <p14:tracePt t="107808" x="2673350" y="4857750"/>
          <p14:tracePt t="107825" x="2673350" y="4864100"/>
          <p14:tracePt t="107842" x="2679700" y="4864100"/>
          <p14:tracePt t="107858" x="2686050" y="4864100"/>
          <p14:tracePt t="107876" x="2692400" y="4864100"/>
          <p14:tracePt t="107891" x="2705100" y="4864100"/>
          <p14:tracePt t="107926" x="2717800" y="4864100"/>
          <p14:tracePt t="107942" x="2724150" y="4864100"/>
          <p14:tracePt t="107958" x="2743200" y="4864100"/>
          <p14:tracePt t="107975" x="2794000" y="4870450"/>
          <p14:tracePt t="107991" x="2825750" y="4870450"/>
          <p14:tracePt t="108008" x="2901950" y="4876800"/>
          <p14:tracePt t="108024" x="2997200" y="4889500"/>
          <p14:tracePt t="108041" x="3048000" y="4889500"/>
          <p14:tracePt t="108058" x="3162300" y="4895850"/>
          <p14:tracePt t="108074" x="3282950" y="4908550"/>
          <p14:tracePt t="108091" x="3333750" y="4908550"/>
          <p14:tracePt t="108108" x="3422650" y="4914900"/>
          <p14:tracePt t="108124" x="3517900" y="4921250"/>
          <p14:tracePt t="108141" x="3562350" y="4933950"/>
          <p14:tracePt t="108144" x="3600450" y="4933950"/>
          <p14:tracePt t="108157" x="3625850" y="4940300"/>
          <p14:tracePt t="108174" x="3683000" y="4946650"/>
          <p14:tracePt t="108191" x="3714750" y="4946650"/>
          <p14:tracePt t="108207" x="3771900" y="4953000"/>
          <p14:tracePt t="108223" x="3810000" y="4953000"/>
          <p14:tracePt t="108241" x="3841750" y="4953000"/>
          <p14:tracePt t="108257" x="3879850" y="4953000"/>
          <p14:tracePt t="108273" x="3886200" y="4946650"/>
          <p14:tracePt t="109299" x="3898900" y="4946650"/>
          <p14:tracePt t="109306" x="3911600" y="4946650"/>
          <p14:tracePt t="109322" x="3924300" y="4946650"/>
          <p14:tracePt t="109336" x="3949700" y="4946650"/>
          <p14:tracePt t="109353" x="3962400" y="4946650"/>
          <p14:tracePt t="109370" x="3987800" y="4946650"/>
          <p14:tracePt t="109386" x="3994150" y="4946650"/>
          <p14:tracePt t="109403" x="4000500" y="4946650"/>
          <p14:tracePt t="109420" x="4019550" y="4946650"/>
          <p14:tracePt t="109452" x="4025900" y="4946650"/>
          <p14:tracePt t="109510" x="4032250" y="4946650"/>
          <p14:tracePt t="109567" x="4032250" y="4953000"/>
          <p14:tracePt t="110163" x="4038600" y="4953000"/>
          <p14:tracePt t="110170" x="4064000" y="4953000"/>
          <p14:tracePt t="110187" x="4083050" y="4953000"/>
          <p14:tracePt t="110200" x="4140200" y="4965700"/>
          <p14:tracePt t="110216" x="4159250" y="4972050"/>
          <p14:tracePt t="110234" x="4222750" y="4984750"/>
          <p14:tracePt t="110250" x="4241800" y="4984750"/>
          <p14:tracePt t="110267" x="4292600" y="5003800"/>
          <p14:tracePt t="110283" x="4330700" y="5010150"/>
          <p14:tracePt t="110300" x="4356100" y="5016500"/>
          <p14:tracePt t="110317" x="4387850" y="5022850"/>
          <p14:tracePt t="110333" x="4419600" y="5029200"/>
          <p14:tracePt t="110350" x="4432300" y="5035550"/>
          <p14:tracePt t="110367" x="4451350" y="5035550"/>
          <p14:tracePt t="110383" x="4470400" y="5041900"/>
          <p14:tracePt t="110400" x="4483100" y="5041900"/>
          <p14:tracePt t="110417" x="4495800" y="5041900"/>
          <p14:tracePt t="110433" x="4521200" y="5041900"/>
          <p14:tracePt t="110449" x="4527550" y="5041900"/>
          <p14:tracePt t="110466" x="4559300" y="5041900"/>
          <p14:tracePt t="110482" x="4591050" y="5048250"/>
          <p14:tracePt t="110500" x="4616450" y="5048250"/>
          <p14:tracePt t="110516" x="4660900" y="5048250"/>
          <p14:tracePt t="110532" x="4679950" y="5048250"/>
          <p14:tracePt t="110550" x="4737100" y="5054600"/>
          <p14:tracePt t="110566" x="4756150" y="5060950"/>
          <p14:tracePt t="110583" x="4768850" y="5060950"/>
          <p14:tracePt t="110599" x="4787900" y="5060950"/>
          <p14:tracePt t="110615" x="4806950" y="5067300"/>
          <p14:tracePt t="110632" x="4813300" y="5073650"/>
          <p14:tracePt t="110649" x="4832350" y="5073650"/>
          <p14:tracePt t="110666" x="4845050" y="5080000"/>
          <p14:tracePt t="110698" x="4857750" y="5080000"/>
          <p14:tracePt t="110746" x="4864100" y="5080000"/>
          <p14:tracePt t="110831" x="4870450" y="5086350"/>
          <p14:tracePt t="110873" x="4870450" y="5092700"/>
          <p14:tracePt t="110922" x="4864100" y="5092700"/>
          <p14:tracePt t="110964" x="4857750" y="5092700"/>
          <p14:tracePt t="111013" x="4851400" y="5099050"/>
          <p14:tracePt t="111077" x="4845050" y="5099050"/>
          <p14:tracePt t="111105" x="4838700" y="5099050"/>
          <p14:tracePt t="111154" x="4832350" y="5099050"/>
          <p14:tracePt t="111175" x="4826000" y="5099050"/>
          <p14:tracePt t="111182" x="4819650" y="5099050"/>
          <p14:tracePt t="111203" x="4813300" y="5099050"/>
          <p14:tracePt t="111238" x="4806950" y="5099050"/>
          <p14:tracePt t="111246" x="4800600" y="5092700"/>
          <p14:tracePt t="111252" x="4787900" y="5092700"/>
          <p14:tracePt t="111267" x="4775200" y="5092700"/>
          <p14:tracePt t="111279" x="4756150" y="5092700"/>
          <p14:tracePt t="111297" x="4699000" y="5092700"/>
          <p14:tracePt t="111313" x="4667250" y="5092700"/>
          <p14:tracePt t="111330" x="4565650" y="5092700"/>
          <p14:tracePt t="111346" x="4464050" y="5092700"/>
          <p14:tracePt t="111363" x="4413250" y="5086350"/>
          <p14:tracePt t="111380" x="4318000" y="5086350"/>
          <p14:tracePt t="111396" x="4241800" y="5073650"/>
          <p14:tracePt t="111413" x="4210050" y="5067300"/>
          <p14:tracePt t="111429" x="4152900" y="5054600"/>
          <p14:tracePt t="111446" x="4121150" y="5048250"/>
          <p14:tracePt t="111464" x="4051300" y="5022850"/>
          <p14:tracePt t="111479" x="4038600" y="5016500"/>
          <p14:tracePt t="111496" x="4025900" y="5016500"/>
          <p14:tracePt t="111513" x="4000500" y="5003800"/>
          <p14:tracePt t="111529" x="3987800" y="4997450"/>
          <p14:tracePt t="111545" x="3975100" y="4997450"/>
          <p14:tracePt t="111562" x="3962400" y="4991100"/>
          <p14:tracePt t="111579" x="3956050" y="4991100"/>
          <p14:tracePt t="111595" x="3949700" y="4984750"/>
          <p14:tracePt t="111612" x="3943350" y="4984750"/>
          <p14:tracePt t="111688" x="3937000" y="4984750"/>
          <p14:tracePt t="111787" x="3930650" y="4984750"/>
          <p14:tracePt t="111906" x="3930650" y="4978400"/>
          <p14:tracePt t="112187" x="3937000" y="4978400"/>
          <p14:tracePt t="112202" x="3968750" y="4978400"/>
          <p14:tracePt t="112208" x="4006850" y="4978400"/>
          <p14:tracePt t="112223" x="4070350" y="4991100"/>
          <p14:tracePt t="112230" x="4146550" y="4997450"/>
          <p14:tracePt t="112244" x="4254500" y="5016500"/>
          <p14:tracePt t="112260" x="4495800" y="5060950"/>
          <p14:tracePt t="112276" x="4641850" y="5080000"/>
          <p14:tracePt t="112293" x="4908550" y="5124450"/>
          <p14:tracePt t="112309" x="5149850" y="5168900"/>
          <p14:tracePt t="112326" x="5245100" y="5175250"/>
          <p14:tracePt t="112343" x="5397500" y="5200650"/>
          <p14:tracePt t="112359" x="5454650" y="5207000"/>
          <p14:tracePt t="112376" x="5499100" y="5213350"/>
          <p14:tracePt t="112393" x="5524500" y="5213350"/>
          <p14:tracePt t="112409" x="5530850" y="5213350"/>
          <p14:tracePt t="112426" x="5537200" y="5213350"/>
          <p14:tracePt t="112560" x="5530850" y="5213350"/>
          <p14:tracePt t="112595" x="5524500" y="5213350"/>
          <p14:tracePt t="112623" x="5518150" y="5213350"/>
          <p14:tracePt t="112658" x="5511800" y="5213350"/>
          <p14:tracePt t="112680" x="5505450" y="5213350"/>
          <p14:tracePt t="112707" x="5499100" y="5213350"/>
          <p14:tracePt t="112750" x="5492750" y="5213350"/>
          <p14:tracePt t="112806" x="5486400" y="5213350"/>
          <p14:tracePt t="112819" x="5480050" y="5213350"/>
          <p14:tracePt t="112842" x="5467350" y="5213350"/>
          <p14:tracePt t="112862" x="5461000" y="5213350"/>
          <p14:tracePt t="112869" x="5454650" y="5213350"/>
          <p14:tracePt t="112883" x="5448300" y="5213350"/>
          <p14:tracePt t="112893" x="5441950" y="5213350"/>
          <p14:tracePt t="112907" x="5429250" y="5213350"/>
          <p14:tracePt t="112925" x="5378450" y="5207000"/>
          <p14:tracePt t="112941" x="5302250" y="5207000"/>
          <p14:tracePt t="112957" x="5257800" y="5200650"/>
          <p14:tracePt t="112975" x="5149850" y="5187950"/>
          <p14:tracePt t="112991" x="5086350" y="5181600"/>
          <p14:tracePt t="113007" x="4972050" y="5168900"/>
          <p14:tracePt t="113025" x="4838700" y="5162550"/>
          <p14:tracePt t="113040" x="4775200" y="5156200"/>
          <p14:tracePt t="113057" x="4654550" y="5137150"/>
          <p14:tracePt t="113074" x="4552950" y="5124450"/>
          <p14:tracePt t="113090" x="4508500" y="5118100"/>
          <p14:tracePt t="113107" x="4438650" y="5099050"/>
          <p14:tracePt t="113124" x="4368800" y="5092700"/>
          <p14:tracePt t="113140" x="4349750" y="5092700"/>
          <p14:tracePt t="113156" x="4305300" y="5086350"/>
          <p14:tracePt t="113173" x="4286250" y="5080000"/>
          <p14:tracePt t="113190" x="4260850" y="5080000"/>
          <p14:tracePt t="113208" x="4229100" y="5080000"/>
          <p14:tracePt t="113223" x="4210050" y="5080000"/>
          <p14:tracePt t="113240" x="4203700" y="5080000"/>
          <p14:tracePt t="113256" x="4191000" y="5073650"/>
          <p14:tracePt t="113273" x="4184650" y="5073650"/>
          <p14:tracePt t="113375" x="4184650" y="5067300"/>
          <p14:tracePt t="113425" x="4191000" y="5067300"/>
          <p14:tracePt t="113467" x="4197350" y="5067300"/>
          <p14:tracePt t="113516" x="4203700" y="5067300"/>
          <p14:tracePt t="113537" x="4210050" y="5067300"/>
          <p14:tracePt t="113544" x="4216400" y="5067300"/>
          <p14:tracePt t="113558" x="4222750" y="5067300"/>
          <p14:tracePt t="113573" x="4260850" y="5067300"/>
          <p14:tracePt t="113588" x="4298950" y="5067300"/>
          <p14:tracePt t="113605" x="4337050" y="5067300"/>
          <p14:tracePt t="113622" x="4457700" y="5054600"/>
          <p14:tracePt t="113638" x="4597400" y="5054600"/>
          <p14:tracePt t="113655" x="4673600" y="5041900"/>
          <p14:tracePt t="113672" x="4800600" y="5041900"/>
          <p14:tracePt t="113688" x="4908550" y="5035550"/>
          <p14:tracePt t="113706" x="4933950" y="5035550"/>
          <p14:tracePt t="113721" x="4978400" y="5035550"/>
          <p14:tracePt t="113738" x="4991100" y="5035550"/>
          <p14:tracePt t="113755" x="5003800" y="5035550"/>
          <p14:tracePt t="113787" x="4997450" y="5035550"/>
          <p14:tracePt t="114279" x="4984750" y="5035550"/>
          <p14:tracePt t="114287" x="4972050" y="5035550"/>
          <p14:tracePt t="114300" x="4953000" y="5035550"/>
          <p14:tracePt t="114307" x="4933950" y="5035550"/>
          <p14:tracePt t="114323" x="4908550" y="5035550"/>
          <p14:tracePt t="114336" x="4851400" y="5035550"/>
          <p14:tracePt t="114352" x="4813300" y="5035550"/>
          <p14:tracePt t="114369" x="4768850" y="5035550"/>
          <p14:tracePt t="114386" x="4679950" y="5035550"/>
          <p14:tracePt t="114402" x="4578350" y="5029200"/>
          <p14:tracePt t="114420" x="4432300" y="5016500"/>
          <p14:tracePt t="114435" x="4368800" y="5016500"/>
          <p14:tracePt t="114453" x="4229100" y="5010150"/>
          <p14:tracePt t="114470" x="4108450" y="5010150"/>
          <p14:tracePt t="114485" x="4070350" y="5010150"/>
          <p14:tracePt t="114502" x="4000500" y="5010150"/>
          <p14:tracePt t="114519" x="3968750" y="5010150"/>
          <p14:tracePt t="114535" x="3962400" y="5010150"/>
          <p14:tracePt t="114552" x="3949700" y="5010150"/>
          <p14:tracePt t="114569" x="3937000" y="5003800"/>
          <p14:tracePt t="114585" x="3924300" y="5003800"/>
          <p14:tracePt t="114618" x="3924300" y="4997450"/>
          <p14:tracePt t="114652" x="3917950" y="4991100"/>
          <p14:tracePt t="114659" x="3911600" y="4991100"/>
          <p14:tracePt t="114687" x="3911600" y="4984750"/>
          <p14:tracePt t="114743" x="3905250" y="4984750"/>
          <p14:tracePt t="114751" x="3898900" y="4984750"/>
          <p14:tracePt t="114778" x="3892550" y="4984750"/>
          <p14:tracePt t="114820" x="3886200" y="4984750"/>
          <p14:tracePt t="114849" x="3879850" y="4984750"/>
          <p14:tracePt t="114884" x="3873500" y="4984750"/>
          <p14:tracePt t="114891" x="3867150" y="4984750"/>
          <p14:tracePt t="114901" x="3860800" y="4984750"/>
          <p14:tracePt t="114917" x="3841750" y="4984750"/>
          <p14:tracePt t="114934" x="3784600" y="4984750"/>
          <p14:tracePt t="114951" x="3727450" y="4991100"/>
          <p14:tracePt t="114967" x="3562350" y="5016500"/>
          <p14:tracePt t="114983" x="3333750" y="5035550"/>
          <p14:tracePt t="115000" x="3219450" y="5041900"/>
          <p14:tracePt t="115017" x="2978150" y="5054600"/>
          <p14:tracePt t="115033" x="2863850" y="5054600"/>
          <p14:tracePt t="115050" x="2673350" y="5073650"/>
          <p14:tracePt t="115068" x="2508250" y="5073650"/>
          <p14:tracePt t="115083" x="2362200" y="5060950"/>
          <p14:tracePt t="115100" x="2311400" y="5060950"/>
          <p14:tracePt t="115117" x="2254250" y="5054600"/>
          <p14:tracePt t="115133" x="2209800" y="5048250"/>
          <p14:tracePt t="115150" x="2209800" y="5041900"/>
          <p14:tracePt t="115167" x="2197100" y="5041900"/>
          <p14:tracePt t="115183" x="2190750" y="5041900"/>
          <p14:tracePt t="115284" x="2197100" y="5041900"/>
          <p14:tracePt t="115320" x="2203450" y="5041900"/>
          <p14:tracePt t="115362" x="2209800" y="5041900"/>
          <p14:tracePt t="115383" x="2216150" y="5041900"/>
          <p14:tracePt t="115397" x="2222500" y="5041900"/>
          <p14:tracePt t="115404" x="2228850" y="5041900"/>
          <p14:tracePt t="115419" x="2241550" y="5041900"/>
          <p14:tracePt t="115433" x="2286000" y="5041900"/>
          <p14:tracePt t="115449" x="2330450" y="5035550"/>
          <p14:tracePt t="115465" x="2470150" y="5022850"/>
          <p14:tracePt t="115482" x="2660650" y="5003800"/>
          <p14:tracePt t="115499" x="2749550" y="4997450"/>
          <p14:tracePt t="115515" x="2863850" y="4984750"/>
          <p14:tracePt t="115532" x="3136900" y="4953000"/>
          <p14:tracePt t="115548" x="3200400" y="4953000"/>
          <p14:tracePt t="115566" x="3295650" y="4940300"/>
          <p14:tracePt t="115582" x="3321050" y="4940300"/>
          <p14:tracePt t="115598" x="3359150" y="4933950"/>
          <p14:tracePt t="115615" x="3371850" y="4933950"/>
          <p14:tracePt t="115631" x="3378200" y="4933950"/>
          <p14:tracePt t="115648" x="3390900" y="4927600"/>
          <p14:tracePt t="115665" x="3397250" y="4927600"/>
          <p14:tracePt t="115681" x="3403600" y="4927600"/>
          <p14:tracePt t="115698" x="3416300" y="4927600"/>
          <p14:tracePt t="115715" x="3454400" y="4933950"/>
          <p14:tracePt t="115731" x="3479800" y="4933950"/>
          <p14:tracePt t="115748" x="3562350" y="4946650"/>
          <p14:tracePt t="115764" x="3689350" y="4965700"/>
          <p14:tracePt t="115781" x="3771900" y="4978400"/>
          <p14:tracePt t="115799" x="3937000" y="4997450"/>
          <p14:tracePt t="115814" x="4133850" y="5029200"/>
          <p14:tracePt t="115831" x="4235450" y="5048250"/>
          <p14:tracePt t="115834" x="4311650" y="5054600"/>
          <p14:tracePt t="115849" x="4387850" y="5067300"/>
          <p14:tracePt t="115864" x="4451350" y="5067300"/>
          <p14:tracePt t="115880" x="4572000" y="5086350"/>
          <p14:tracePt t="115897" x="4679950" y="5092700"/>
          <p14:tracePt t="115914" x="4743450" y="5105400"/>
          <p14:tracePt t="115932" x="4864100" y="5118100"/>
          <p14:tracePt t="115946" x="4895850" y="5118100"/>
          <p14:tracePt t="115964" x="4921250" y="5118100"/>
          <p14:tracePt t="115981" x="4965700" y="5124450"/>
          <p14:tracePt t="115996" x="5016500" y="5130800"/>
          <p14:tracePt t="116013" x="5029200" y="5130800"/>
          <p14:tracePt t="116030" x="5080000" y="5149850"/>
          <p14:tracePt t="116046" x="5124450" y="5156200"/>
          <p14:tracePt t="116064" x="5156200" y="5156200"/>
          <p14:tracePt t="116080" x="5213350" y="5168900"/>
          <p14:tracePt t="116096" x="5257800" y="5175250"/>
          <p14:tracePt t="116113" x="5276850" y="5175250"/>
          <p14:tracePt t="116129" x="5302250" y="5175250"/>
          <p14:tracePt t="116146" x="5314950" y="5181600"/>
          <p14:tracePt t="116163" x="5334000" y="5181600"/>
          <p14:tracePt t="116180" x="5346700" y="5187950"/>
          <p14:tracePt t="116196" x="5353050" y="5187950"/>
          <p14:tracePt t="116213" x="5372100" y="5194300"/>
          <p14:tracePt t="116229" x="5384800" y="5194300"/>
          <p14:tracePt t="116246" x="5429250" y="5207000"/>
          <p14:tracePt t="116263" x="5467350" y="5207000"/>
          <p14:tracePt t="121128" x="5448300" y="5207000"/>
          <p14:tracePt t="121135" x="5416550" y="5207000"/>
          <p14:tracePt t="121149" x="5378450" y="5207000"/>
          <p14:tracePt t="121162" x="5346700" y="5207000"/>
          <p14:tracePt t="121179" x="5289550" y="5207000"/>
          <p14:tracePt t="121195" x="5264150" y="5207000"/>
          <p14:tracePt t="121213" x="5213350" y="5207000"/>
          <p14:tracePt t="121229" x="5156200" y="5207000"/>
          <p14:tracePt t="121246" x="5143500" y="5213350"/>
          <p14:tracePt t="121262" x="5105400" y="5219700"/>
          <p14:tracePt t="121279" x="5067300" y="5226050"/>
          <p14:tracePt t="121295" x="5048250" y="5226050"/>
          <p14:tracePt t="121313" x="5010150" y="5245100"/>
          <p14:tracePt t="121328" x="4984750" y="5245100"/>
          <p14:tracePt t="121345" x="4959350" y="5257800"/>
          <p14:tracePt t="121361" x="4870450" y="5276850"/>
          <p14:tracePt t="121378" x="4838700" y="5289550"/>
          <p14:tracePt t="121396" x="4768850" y="5302250"/>
          <p14:tracePt t="121411" x="4749800" y="5308600"/>
          <p14:tracePt t="121428" x="4724400" y="5308600"/>
          <p14:tracePt t="121445" x="4679950" y="5321300"/>
          <p14:tracePt t="121461" x="4667250" y="5321300"/>
          <p14:tracePt t="121478" x="4654550" y="5321300"/>
          <p14:tracePt t="121494" x="4648200" y="5321300"/>
          <p14:tracePt t="121511" x="4641850" y="5327650"/>
          <p14:tracePt t="121529" x="4629150" y="5334000"/>
          <p14:tracePt t="121544" x="4622800" y="5334000"/>
          <p14:tracePt t="121561" x="4616450" y="5340350"/>
          <p14:tracePt t="121578" x="4610100" y="5340350"/>
          <p14:tracePt t="121594" x="4603750" y="5340350"/>
          <p14:tracePt t="121611" x="4584700" y="5340350"/>
          <p14:tracePt t="121628" x="4578350" y="5340350"/>
          <p14:tracePt t="121644" x="4572000" y="5346700"/>
          <p14:tracePt t="121661" x="4559300" y="5346700"/>
          <p14:tracePt t="121677" x="4546600" y="5353050"/>
          <p14:tracePt t="121694" x="4527550" y="5353050"/>
          <p14:tracePt t="121711" x="4514850" y="5359400"/>
          <p14:tracePt t="121727" x="4502150" y="5365750"/>
          <p14:tracePt t="121744" x="4489450" y="5365750"/>
          <p14:tracePt t="121761" x="4489450" y="5372100"/>
          <p14:tracePt t="121793" x="4489450" y="5378450"/>
          <p14:tracePt t="121824" x="4483100" y="5384800"/>
          <p14:tracePt t="121873" x="4483100" y="5391150"/>
          <p14:tracePt t="122119" x="4483100" y="5397500"/>
          <p14:tracePt t="122169" x="4489450" y="5397500"/>
          <p14:tracePt t="122210" x="4495800" y="5397500"/>
          <p14:tracePt t="122239" x="4502150" y="5397500"/>
          <p14:tracePt t="122260" x="4508500" y="5397500"/>
          <p14:tracePt t="122295" x="4514850" y="5397500"/>
          <p14:tracePt t="122330" x="4521200" y="5397500"/>
          <p14:tracePt t="122351" x="4527550" y="5397500"/>
          <p14:tracePt t="122359" x="4540250" y="5397500"/>
          <p14:tracePt t="122372" x="4552950" y="5397500"/>
          <p14:tracePt t="122386" x="4572000" y="5397500"/>
          <p14:tracePt t="122394" x="4603750" y="5397500"/>
          <p14:tracePt t="122408" x="4641850" y="5397500"/>
          <p14:tracePt t="122425" x="4768850" y="5403850"/>
          <p14:tracePt t="122442" x="4851400" y="5416550"/>
          <p14:tracePt t="122458" x="5016500" y="5435600"/>
          <p14:tracePt t="122474" x="5175250" y="5467350"/>
          <p14:tracePt t="122492" x="5302250" y="5473700"/>
          <p14:tracePt t="122508" x="5353050" y="5480050"/>
          <p14:tracePt t="122524" x="5435600" y="5480050"/>
          <p14:tracePt t="122542" x="5486400" y="5492750"/>
          <p14:tracePt t="122557" x="5505450" y="5492750"/>
          <p14:tracePt t="122574" x="5524500" y="5492750"/>
          <p14:tracePt t="122591" x="5530850" y="5492750"/>
          <p14:tracePt t="122640" x="5537200" y="5492750"/>
          <p14:tracePt t="122773" x="5543550" y="5492750"/>
          <p14:tracePt t="122794" x="5549900" y="5492750"/>
          <p14:tracePt t="122801" x="5556250" y="5492750"/>
          <p14:tracePt t="122815" x="5562600" y="5492750"/>
          <p14:tracePt t="122824" x="5568950" y="5492750"/>
          <p14:tracePt t="122840" x="5575300" y="5492750"/>
          <p14:tracePt t="122856" x="5594350" y="5492750"/>
          <p14:tracePt t="122873" x="5638800" y="5480050"/>
          <p14:tracePt t="122890" x="5664200" y="5480050"/>
          <p14:tracePt t="122907" x="5727700" y="5461000"/>
          <p14:tracePt t="122923" x="5778500" y="5454650"/>
          <p14:tracePt t="122940" x="5899150" y="5422900"/>
          <p14:tracePt t="122957" x="6007100" y="5410200"/>
          <p14:tracePt t="122973" x="6070600" y="5397500"/>
          <p14:tracePt t="122990" x="6178550" y="5372100"/>
          <p14:tracePt t="123006" x="6273800" y="5365750"/>
          <p14:tracePt t="123022" x="6305550" y="5353050"/>
          <p14:tracePt t="123040" x="6369050" y="5346700"/>
          <p14:tracePt t="123056" x="6432550" y="5340350"/>
          <p14:tracePt t="123072" x="6457950" y="5334000"/>
          <p14:tracePt t="123090" x="6572250" y="5302250"/>
          <p14:tracePt t="123106" x="6616700" y="5283200"/>
          <p14:tracePt t="123122" x="6654800" y="527685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80" y="1219200"/>
            <a:ext cx="8500220" cy="550940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96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# In Python3, there's no difference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96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# between: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96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C1(object): pass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96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# or: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zh-TW" sz="2800" spc="-96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C2(): 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pass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zh-TW" sz="4400" b="1" dirty="0" smtClean="0">
                <a:latin typeface="Elephant" panose="02020904090505020303" pitchFamily="18" charset="0"/>
              </a:rPr>
              <a:t>Sidebar: </a:t>
            </a:r>
            <a:r>
              <a:rPr lang="en-US" altLang="zh-TW" sz="4400" b="1" dirty="0" smtClean="0">
                <a:latin typeface="Lucida Console" panose="020B0609040504020204" pitchFamily="49" charset="0"/>
              </a:rPr>
              <a:t>class...(object)</a:t>
            </a:r>
            <a:endParaRPr lang="zh-TW" altLang="en-US" sz="4400" b="1" dirty="0"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38940"/>
      </p:ext>
    </p:extLst>
  </p:cSld>
  <p:clrMapOvr>
    <a:masterClrMapping/>
  </p:clrMapOvr>
  <p:transition spd="slow" advTm="37716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19" x="6642100" y="5156200"/>
          <p14:tracePt t="3526" x="6623050" y="5067300"/>
          <p14:tracePt t="3538" x="6597650" y="4953000"/>
          <p14:tracePt t="3555" x="6502400" y="4756150"/>
          <p14:tracePt t="3571" x="6426200" y="4641850"/>
          <p14:tracePt t="3587" x="6381750" y="4559300"/>
          <p14:tracePt t="3605" x="6305550" y="4476750"/>
          <p14:tracePt t="3621" x="6267450" y="4400550"/>
          <p14:tracePt t="3639" x="6210300" y="4260850"/>
          <p14:tracePt t="3654" x="6178550" y="4165600"/>
          <p14:tracePt t="3671" x="6146800" y="4038600"/>
          <p14:tracePt t="3688" x="6070600" y="3752850"/>
          <p14:tracePt t="3704" x="6019800" y="3549650"/>
          <p14:tracePt t="3721" x="5981700" y="3352800"/>
          <p14:tracePt t="3738" x="5905500" y="3054350"/>
          <p14:tracePt t="3754" x="5848350" y="2882900"/>
          <p14:tracePt t="3772" x="5746750" y="2628900"/>
          <p14:tracePt t="3788" x="5664200" y="2419350"/>
          <p14:tracePt t="3804" x="5632450" y="2336800"/>
          <p14:tracePt t="3821" x="5575300" y="2209800"/>
          <p14:tracePt t="3837" x="5543550" y="2159000"/>
          <p14:tracePt t="3854" x="5499100" y="2044700"/>
          <p14:tracePt t="3871" x="5454650" y="1943100"/>
          <p14:tracePt t="3887" x="5422900" y="1854200"/>
          <p14:tracePt t="3904" x="5365750" y="1720850"/>
          <p14:tracePt t="3920" x="5334000" y="1562100"/>
          <p14:tracePt t="3936" x="5314950" y="1492250"/>
          <p14:tracePt t="3954" x="5276850" y="1358900"/>
          <p14:tracePt t="3970" x="5238750" y="1238250"/>
          <p14:tracePt t="3987" x="5219700" y="1162050"/>
          <p14:tracePt t="4004" x="5181600" y="1003300"/>
          <p14:tracePt t="4020" x="5143500" y="831850"/>
          <p14:tracePt t="4037" x="5111750" y="730250"/>
          <p14:tracePt t="4053" x="5067300" y="533400"/>
          <p14:tracePt t="4069" x="5029200" y="349250"/>
          <p14:tracePt t="4087" x="4997450" y="247650"/>
          <p14:tracePt t="4103" x="4946650" y="88900"/>
          <p14:tracePt t="4119" x="4921250" y="0"/>
          <p14:tracePt t="4136" x="4914900" y="0"/>
          <p14:tracePt t="4152" x="4908550" y="0"/>
          <p14:tracePt t="4179" x="4902200" y="0"/>
          <p14:tracePt t="4222" x="4902200" y="6350"/>
          <p14:tracePt t="4229" x="4902200" y="12700"/>
          <p14:tracePt t="4257" x="4902200" y="19050"/>
          <p14:tracePt t="4278" x="4914900" y="25400"/>
          <p14:tracePt t="4292" x="4933950" y="31750"/>
          <p14:tracePt t="4299" x="4953000" y="44450"/>
          <p14:tracePt t="4306" x="4978400" y="50800"/>
          <p14:tracePt t="4322" x="5003800" y="69850"/>
          <p14:tracePt t="4336" x="5035550" y="82550"/>
          <p14:tracePt t="4352" x="5099050" y="114300"/>
          <p14:tracePt t="4369" x="5175250" y="165100"/>
          <p14:tracePt t="4385" x="5232400" y="203200"/>
          <p14:tracePt t="4402" x="5346700" y="273050"/>
          <p14:tracePt t="4419" x="5486400" y="336550"/>
          <p14:tracePt t="4436" x="5556250" y="368300"/>
          <p14:tracePt t="4439" x="5619750" y="400050"/>
          <p14:tracePt t="4452" x="5702300" y="419100"/>
          <p14:tracePt t="4468" x="5822950" y="457200"/>
          <p14:tracePt t="4485" x="5886450" y="463550"/>
          <p14:tracePt t="4501" x="5943600" y="469900"/>
          <p14:tracePt t="4518" x="6096000" y="482600"/>
          <p14:tracePt t="4535" x="6140450" y="482600"/>
          <p14:tracePt t="4553" x="6178550" y="463550"/>
          <p14:tracePt t="4568" x="6191250" y="463550"/>
          <p14:tracePt t="4584" x="6216650" y="463550"/>
          <p14:tracePt t="4602" x="6229350" y="463550"/>
          <p14:tracePt t="4618" x="6235700" y="463550"/>
          <p14:tracePt t="4635" x="6242050" y="463550"/>
          <p14:tracePt t="4749" x="6242050" y="469900"/>
          <p14:tracePt t="4790" x="6242050" y="476250"/>
          <p14:tracePt t="4819" x="6248400" y="476250"/>
          <p14:tracePt t="4854" x="6254750" y="482600"/>
          <p14:tracePt t="4889" x="6261100" y="488950"/>
          <p14:tracePt t="4903" x="6267450" y="488950"/>
          <p14:tracePt t="4924" x="6273800" y="495300"/>
          <p14:tracePt t="4931" x="6280150" y="495300"/>
          <p14:tracePt t="4938" x="6292850" y="495300"/>
          <p14:tracePt t="4953" x="6305550" y="495300"/>
          <p14:tracePt t="4967" x="6311900" y="495300"/>
          <p14:tracePt t="4983" x="6356350" y="495300"/>
          <p14:tracePt t="5000" x="6375400" y="495300"/>
          <p14:tracePt t="5016" x="6419850" y="495300"/>
          <p14:tracePt t="5032" x="6477000" y="495300"/>
          <p14:tracePt t="5050" x="6515100" y="495300"/>
          <p14:tracePt t="5066" x="6572250" y="495300"/>
          <p14:tracePt t="5083" x="6661150" y="488950"/>
          <p14:tracePt t="5100" x="6750050" y="488950"/>
          <p14:tracePt t="5116" x="6800850" y="495300"/>
          <p14:tracePt t="5132" x="6870700" y="501650"/>
          <p14:tracePt t="5150" x="7086600" y="533400"/>
          <p14:tracePt t="5166" x="7156450" y="539750"/>
          <p14:tracePt t="5182" x="7219950" y="552450"/>
          <p14:tracePt t="5199" x="7340600" y="571500"/>
          <p14:tracePt t="5216" x="7448550" y="584200"/>
          <p14:tracePt t="5233" x="7486650" y="596900"/>
          <p14:tracePt t="5249" x="7569200" y="603250"/>
          <p14:tracePt t="5265" x="7607300" y="609600"/>
          <p14:tracePt t="5283" x="7639050" y="609600"/>
          <p14:tracePt t="5299" x="7645400" y="609600"/>
          <p14:tracePt t="5315" x="7658100" y="609600"/>
          <p14:tracePt t="5424" x="7664450" y="615950"/>
          <p14:tracePt t="5445" x="7670800" y="615950"/>
          <p14:tracePt t="6145" x="7664450" y="615950"/>
          <p14:tracePt t="6159" x="7651750" y="615950"/>
          <p14:tracePt t="6166" x="7632700" y="622300"/>
          <p14:tracePt t="6182" x="7600950" y="628650"/>
          <p14:tracePt t="6195" x="7512050" y="673100"/>
          <p14:tracePt t="6212" x="7448550" y="704850"/>
          <p14:tracePt t="6230" x="7296150" y="781050"/>
          <p14:tracePt t="6245" x="7188200" y="825500"/>
          <p14:tracePt t="6262" x="6940550" y="933450"/>
          <p14:tracePt t="6279" x="6648450" y="1066800"/>
          <p14:tracePt t="6295" x="6502400" y="1136650"/>
          <p14:tracePt t="6312" x="6362700" y="1200150"/>
          <p14:tracePt t="6328" x="6096000" y="1308100"/>
          <p14:tracePt t="6345" x="5949950" y="1384300"/>
          <p14:tracePt t="6362" x="5588000" y="1530350"/>
          <p14:tracePt t="6379" x="5308600" y="1644650"/>
          <p14:tracePt t="6395" x="5168900" y="1708150"/>
          <p14:tracePt t="6412" x="4965700" y="1809750"/>
          <p14:tracePt t="6428" x="4768850" y="1917700"/>
          <p14:tracePt t="6445" x="4673600" y="1968500"/>
          <p14:tracePt t="6448" x="4578350" y="2032000"/>
          <p14:tracePt t="6464" x="4502150" y="2082800"/>
          <p14:tracePt t="6478" x="4324350" y="2165350"/>
          <p14:tracePt t="6494" x="4254500" y="2203450"/>
          <p14:tracePt t="6511" x="4108450" y="2279650"/>
          <p14:tracePt t="6527" x="4038600" y="2324100"/>
          <p14:tracePt t="6544" x="3924300" y="2374900"/>
          <p14:tracePt t="6561" x="3848100" y="2432050"/>
          <p14:tracePt t="6578" x="3790950" y="2457450"/>
          <p14:tracePt t="6595" x="3714750" y="2501900"/>
          <p14:tracePt t="6611" x="3644900" y="2520950"/>
          <p14:tracePt t="6627" x="3619500" y="2533650"/>
          <p14:tracePt t="6644" x="3562350" y="2540000"/>
          <p14:tracePt t="6661" x="3505200" y="2546350"/>
          <p14:tracePt t="6677" x="3486150" y="2546350"/>
          <p14:tracePt t="6694" x="3435350" y="2552700"/>
          <p14:tracePt t="6711" x="3390900" y="2559050"/>
          <p14:tracePt t="6727" x="3378200" y="2565400"/>
          <p14:tracePt t="6744" x="3352800" y="2565400"/>
          <p14:tracePt t="6760" x="3340100" y="2565400"/>
          <p14:tracePt t="6778" x="3327400" y="2565400"/>
          <p14:tracePt t="6793" x="3321050" y="2565400"/>
          <p14:tracePt t="6810" x="3314700" y="2565400"/>
          <p14:tracePt t="6827" x="3308350" y="2565400"/>
          <p14:tracePt t="6860" x="3308350" y="2552700"/>
          <p14:tracePt t="6877" x="3321050" y="2552700"/>
          <p14:tracePt t="7585" x="3321050" y="2540000"/>
          <p14:tracePt t="7592" x="3321050" y="2527300"/>
          <p14:tracePt t="7606" x="3321050" y="2508250"/>
          <p14:tracePt t="7613" x="3321050" y="2482850"/>
          <p14:tracePt t="7623" x="3321050" y="2463800"/>
          <p14:tracePt t="7641" x="3321050" y="2400300"/>
          <p14:tracePt t="7657" x="3321050" y="2362200"/>
          <p14:tracePt t="7674" x="3321050" y="2305050"/>
          <p14:tracePt t="7691" x="3333750" y="2159000"/>
          <p14:tracePt t="7708" x="3340100" y="2133600"/>
          <p14:tracePt t="7724" x="3346450" y="2089150"/>
          <p14:tracePt t="7740" x="3352800" y="2032000"/>
          <p14:tracePt t="7757" x="3371850" y="1981200"/>
          <p14:tracePt t="7773" x="3371850" y="1962150"/>
          <p14:tracePt t="7790" x="3378200" y="1930400"/>
          <p14:tracePt t="7807" x="3378200" y="1898650"/>
          <p14:tracePt t="7824" x="3390900" y="1873250"/>
          <p14:tracePt t="7840" x="3397250" y="1866900"/>
          <p14:tracePt t="7857" x="3397250" y="1847850"/>
          <p14:tracePt t="7874" x="3403600" y="1841500"/>
          <p14:tracePt t="7890" x="3403600" y="1835150"/>
          <p14:tracePt t="7907" x="3403600" y="1828800"/>
          <p14:tracePt t="7923" x="3409950" y="1828800"/>
          <p14:tracePt t="7956" x="3409950" y="1822450"/>
          <p14:tracePt t="8027" x="3422650" y="1816100"/>
          <p14:tracePt t="8056" x="3429000" y="1809750"/>
          <p14:tracePt t="8084" x="3441700" y="1803400"/>
          <p14:tracePt t="8098" x="3448050" y="1797050"/>
          <p14:tracePt t="8105" x="3454400" y="1790700"/>
          <p14:tracePt t="8111" x="3473450" y="1784350"/>
          <p14:tracePt t="8126" x="3486150" y="1771650"/>
          <p14:tracePt t="8139" x="3505200" y="1765300"/>
          <p14:tracePt t="8156" x="3568700" y="1727200"/>
          <p14:tracePt t="8172" x="3600450" y="1708150"/>
          <p14:tracePt t="8189" x="3676650" y="1657350"/>
          <p14:tracePt t="8206" x="3733800" y="1619250"/>
          <p14:tracePt t="8222" x="3752850" y="1606550"/>
          <p14:tracePt t="8239" x="3784600" y="1587500"/>
          <p14:tracePt t="8255" x="3803650" y="1574800"/>
          <p14:tracePt t="8272" x="3810000" y="1574800"/>
          <p14:tracePt t="8289" x="3816350" y="1574800"/>
          <p14:tracePt t="8305" x="3822700" y="1574800"/>
          <p14:tracePt t="8365" x="3822700" y="1581150"/>
          <p14:tracePt t="8379" x="3822700" y="1587500"/>
          <p14:tracePt t="8386" x="3816350" y="1593850"/>
          <p14:tracePt t="8393" x="3816350" y="1600200"/>
          <p14:tracePt t="8414" x="3810000" y="1606550"/>
          <p14:tracePt t="8428" x="3810000" y="1612900"/>
          <p14:tracePt t="8457" x="3803650" y="1619250"/>
          <p14:tracePt t="8463" x="3797300" y="1619250"/>
          <p14:tracePt t="8477" x="3797300" y="1625600"/>
          <p14:tracePt t="8488" x="3797300" y="1631950"/>
          <p14:tracePt t="8504" x="3797300" y="1638300"/>
          <p14:tracePt t="8521" x="3784600" y="1663700"/>
          <p14:tracePt t="8538" x="3759200" y="1714500"/>
          <p14:tracePt t="8555" x="3727450" y="1797050"/>
          <p14:tracePt t="8571" x="3708400" y="1854200"/>
          <p14:tracePt t="8587" x="3689350" y="1898650"/>
          <p14:tracePt t="8604" x="3651250" y="2025650"/>
          <p14:tracePt t="8621" x="3638550" y="2044700"/>
          <p14:tracePt t="8637" x="3632200" y="2076450"/>
          <p14:tracePt t="8654" x="3625850" y="2120900"/>
          <p14:tracePt t="8670" x="3625850" y="2152650"/>
          <p14:tracePt t="8687" x="3625850" y="2159000"/>
          <p14:tracePt t="8703" x="3619500" y="2178050"/>
          <p14:tracePt t="8720" x="3619500" y="2184400"/>
          <p14:tracePt t="8737" x="3619500" y="2190750"/>
          <p14:tracePt t="8770" x="3613150" y="2197100"/>
          <p14:tracePt t="8808" x="3613150" y="2203450"/>
          <p14:tracePt t="8836" x="3613150" y="2216150"/>
          <p14:tracePt t="8850" x="3606800" y="2216150"/>
          <p14:tracePt t="8857" x="3606800" y="2228850"/>
          <p14:tracePt t="8872" x="3606800" y="2235200"/>
          <p14:tracePt t="8886" x="3600450" y="2247900"/>
          <p14:tracePt t="8903" x="3594100" y="2260600"/>
          <p14:tracePt t="8920" x="3587750" y="2298700"/>
          <p14:tracePt t="8936" x="3581400" y="2311400"/>
          <p14:tracePt t="8952" x="3575050" y="2355850"/>
          <p14:tracePt t="8970" x="3556000" y="2381250"/>
          <p14:tracePt t="8986" x="3549650" y="2393950"/>
          <p14:tracePt t="9003" x="3549650" y="2406650"/>
          <p14:tracePt t="9019" x="3543300" y="2413000"/>
          <p14:tracePt t="9061" x="3543300" y="2419350"/>
          <p14:tracePt t="9117" x="3543300" y="2413000"/>
          <p14:tracePt t="9482" x="3536950" y="2413000"/>
          <p14:tracePt t="9489" x="3524250" y="2413000"/>
          <p14:tracePt t="9504" x="3505200" y="2413000"/>
          <p14:tracePt t="9518" x="3492500" y="2419350"/>
          <p14:tracePt t="9534" x="3448050" y="2425700"/>
          <p14:tracePt t="9551" x="3422650" y="2425700"/>
          <p14:tracePt t="9567" x="3371850" y="2432050"/>
          <p14:tracePt t="9584" x="3314700" y="2438400"/>
          <p14:tracePt t="9601" x="3251200" y="2438400"/>
          <p14:tracePt t="9617" x="3219450" y="2438400"/>
          <p14:tracePt t="9633" x="3168650" y="2438400"/>
          <p14:tracePt t="9651" x="3117850" y="2432050"/>
          <p14:tracePt t="9667" x="3105150" y="2432050"/>
          <p14:tracePt t="9683" x="3073400" y="2432050"/>
          <p14:tracePt t="9700" x="3048000" y="2425700"/>
          <p14:tracePt t="9717" x="3035300" y="2425700"/>
          <p14:tracePt t="9749" x="3016250" y="2425700"/>
          <p14:tracePt t="9766" x="3009900" y="2425700"/>
          <p14:tracePt t="9784" x="3003550" y="2425700"/>
          <p14:tracePt t="9800" x="2997200" y="2425700"/>
          <p14:tracePt t="9981" x="3009900" y="2425700"/>
          <p14:tracePt t="10023" x="3016250" y="2425700"/>
          <p14:tracePt t="10030" x="3022600" y="2425700"/>
          <p14:tracePt t="10044" x="3028950" y="2425700"/>
          <p14:tracePt t="10066" x="3041650" y="2425700"/>
          <p14:tracePt t="10072" x="3054350" y="2425700"/>
          <p14:tracePt t="10086" x="3073400" y="2425700"/>
          <p14:tracePt t="10099" x="3098800" y="2413000"/>
          <p14:tracePt t="10115" x="3175000" y="2413000"/>
          <p14:tracePt t="10132" x="3213100" y="2413000"/>
          <p14:tracePt t="10149" x="3295650" y="2406650"/>
          <p14:tracePt t="10165" x="3384550" y="2400300"/>
          <p14:tracePt t="10182" x="3429000" y="2387600"/>
          <p14:tracePt t="10199" x="3498850" y="2381250"/>
          <p14:tracePt t="10215" x="3549650" y="2381250"/>
          <p14:tracePt t="10232" x="3568700" y="2381250"/>
          <p14:tracePt t="10249" x="3587750" y="2381250"/>
          <p14:tracePt t="10265" x="3587750" y="2374900"/>
          <p14:tracePt t="10281" x="3594100" y="2374900"/>
          <p14:tracePt t="10314" x="3600450" y="2374900"/>
          <p14:tracePt t="10346" x="3606800" y="2374900"/>
          <p14:tracePt t="10438" x="3613150" y="2374900"/>
          <p14:tracePt t="10452" x="3619500" y="2374900"/>
          <p14:tracePt t="10466" x="3625850" y="2374900"/>
          <p14:tracePt t="10473" x="3632200" y="2374900"/>
          <p14:tracePt t="10487" x="3644900" y="2381250"/>
          <p14:tracePt t="10497" x="3657600" y="2381250"/>
          <p14:tracePt t="10515" x="3733800" y="2387600"/>
          <p14:tracePt t="10530" x="3790950" y="2387600"/>
          <p14:tracePt t="10547" x="3956050" y="2406650"/>
          <p14:tracePt t="10564" x="4171950" y="2406650"/>
          <p14:tracePt t="10580" x="4286250" y="2419350"/>
          <p14:tracePt t="10597" x="4502150" y="2438400"/>
          <p14:tracePt t="10614" x="4692650" y="2457450"/>
          <p14:tracePt t="10630" x="4749800" y="2470150"/>
          <p14:tracePt t="10647" x="4800600" y="2470150"/>
          <p14:tracePt t="10664" x="4864100" y="2489200"/>
          <p14:tracePt t="10680" x="4870450" y="2495550"/>
          <p14:tracePt t="10713" x="4870450" y="2501900"/>
          <p14:tracePt t="10730" x="4870450" y="2508250"/>
          <p14:tracePt t="10747" x="4845050" y="2520950"/>
          <p14:tracePt t="10763" x="4826000" y="2527300"/>
          <p14:tracePt t="10780" x="4768850" y="2552700"/>
          <p14:tracePt t="10797" x="4724400" y="2584450"/>
          <p14:tracePt t="10813" x="4679950" y="2609850"/>
          <p14:tracePt t="10829" x="4533900" y="2698750"/>
          <p14:tracePt t="10846" x="4330700" y="2825750"/>
          <p14:tracePt t="10863" x="4121150" y="2940050"/>
          <p14:tracePt t="10880" x="4025900" y="3003550"/>
          <p14:tracePt t="10896" x="3803650" y="3124200"/>
          <p14:tracePt t="10912" x="3746500" y="3162300"/>
          <p14:tracePt t="10930" x="3657600" y="3206750"/>
          <p14:tracePt t="10946" x="3587750" y="3238500"/>
          <p14:tracePt t="10962" x="3543300" y="3270250"/>
          <p14:tracePt t="10980" x="3479800" y="3295650"/>
          <p14:tracePt t="10996" x="3448050" y="3314700"/>
          <p14:tracePt t="11012" x="3397250" y="3333750"/>
          <p14:tracePt t="11029" x="3346450" y="3359150"/>
          <p14:tracePt t="11046" x="3321050" y="3371850"/>
          <p14:tracePt t="11062" x="3289300" y="3378200"/>
          <p14:tracePt t="11079" x="3270250" y="3384550"/>
          <p14:tracePt t="11096" x="3263900" y="3390900"/>
          <p14:tracePt t="11113" x="3251200" y="3397250"/>
          <p14:tracePt t="11129" x="3238500" y="3403600"/>
          <p14:tracePt t="11162" x="3232150" y="3403600"/>
          <p14:tracePt t="11211" x="3232150" y="3409950"/>
          <p14:tracePt t="11246" x="3238500" y="3409950"/>
          <p14:tracePt t="11287" x="3238500" y="3416300"/>
          <p14:tracePt t="11316" x="3238500" y="3422650"/>
          <p14:tracePt t="11337" x="3238500" y="3429000"/>
          <p14:tracePt t="11352" x="3232150" y="3429000"/>
          <p14:tracePt t="11358" x="3232150" y="3435350"/>
          <p14:tracePt t="11365" x="3225800" y="3435350"/>
          <p14:tracePt t="11387" x="3225800" y="3441700"/>
          <p14:tracePt t="11408" x="3225800" y="3448050"/>
          <p14:tracePt t="11436" x="3219450" y="3454400"/>
          <p14:tracePt t="11450" x="3219450" y="3460750"/>
          <p14:tracePt t="11457" x="3219450" y="3467100"/>
          <p14:tracePt t="11479" x="3219450" y="3473450"/>
          <p14:tracePt t="11492" x="3219450" y="3479800"/>
          <p14:tracePt t="11527" x="3219450" y="3486150"/>
          <p14:tracePt t="11541" x="3219450" y="3492500"/>
          <p14:tracePt t="11547" x="3213100" y="3492500"/>
          <p14:tracePt t="11569" x="3213100" y="3498850"/>
          <p14:tracePt t="11597" x="3213100" y="3505200"/>
          <p14:tracePt t="11632" x="3213100" y="3511550"/>
          <p14:tracePt t="11660" x="3219450" y="3517900"/>
          <p14:tracePt t="11681" x="3225800" y="3517900"/>
          <p14:tracePt t="11703" x="3232150" y="3517900"/>
          <p14:tracePt t="11717" x="3238500" y="3517900"/>
          <p14:tracePt t="11731" x="3238500" y="3524250"/>
          <p14:tracePt t="11738" x="3244850" y="3524250"/>
          <p14:tracePt t="11752" x="3251200" y="3530600"/>
          <p14:tracePt t="11762" x="3251200" y="3536950"/>
          <p14:tracePt t="11780" x="3257550" y="3543300"/>
          <p14:tracePt t="11809" x="3263900" y="3549650"/>
          <p14:tracePt t="11829" x="3270250" y="3556000"/>
          <p14:tracePt t="11857" x="3276600" y="3556000"/>
          <p14:tracePt t="11878" x="3282950" y="3556000"/>
          <p14:tracePt t="11899" x="3282950" y="3562350"/>
          <p14:tracePt t="11921" x="3289300" y="3568700"/>
          <p14:tracePt t="11963" x="3295650" y="3568700"/>
          <p14:tracePt t="11970" x="3295650" y="3575050"/>
          <p14:tracePt t="11991" x="3295650" y="3581400"/>
          <p14:tracePt t="11998" x="3302000" y="3587750"/>
          <p14:tracePt t="12054" x="3302000" y="3594100"/>
          <p14:tracePt t="12061" x="3308350" y="3594100"/>
          <p14:tracePt t="12083" x="3314700" y="3594100"/>
          <p14:tracePt t="12090" x="3314700" y="3600450"/>
          <p14:tracePt t="12104" x="3321050" y="3606800"/>
          <p14:tracePt t="12126" x="3327400" y="3613150"/>
          <p14:tracePt t="12132" x="3327400" y="3619500"/>
          <p14:tracePt t="12141" x="3333750" y="3619500"/>
          <p14:tracePt t="12158" x="3346450" y="3625850"/>
          <p14:tracePt t="12175" x="3365500" y="3638550"/>
          <p14:tracePt t="12192" x="3378200" y="3644900"/>
          <p14:tracePt t="12209" x="3416300" y="3657600"/>
          <p14:tracePt t="12225" x="3435350" y="3663950"/>
          <p14:tracePt t="12241" x="3448050" y="3670300"/>
          <p14:tracePt t="12259" x="3492500" y="3670300"/>
          <p14:tracePt t="12274" x="3530600" y="3676650"/>
          <p14:tracePt t="12291" x="3562350" y="3676650"/>
          <p14:tracePt t="12308" x="3619500" y="3683000"/>
          <p14:tracePt t="12324" x="3676650" y="3695700"/>
          <p14:tracePt t="12341" x="3708400" y="3695700"/>
          <p14:tracePt t="12358" x="3746500" y="3708400"/>
          <p14:tracePt t="12374" x="3784600" y="3721100"/>
          <p14:tracePt t="12392" x="3810000" y="3727450"/>
          <p14:tracePt t="12407" x="3816350" y="3727450"/>
          <p14:tracePt t="12863" x="3810000" y="3727450"/>
          <p14:tracePt t="12877" x="3797300" y="3721100"/>
          <p14:tracePt t="12884" x="3771900" y="3702050"/>
          <p14:tracePt t="12898" x="3759200" y="3695700"/>
          <p14:tracePt t="12906" x="3740150" y="3683000"/>
          <p14:tracePt t="12922" x="3708400" y="3670300"/>
          <p14:tracePt t="12939" x="3663950" y="3644900"/>
          <p14:tracePt t="12955" x="3625850" y="3632200"/>
          <p14:tracePt t="12972" x="3613150" y="3625850"/>
          <p14:tracePt t="12989" x="3568700" y="3619500"/>
          <p14:tracePt t="13005" x="3536950" y="3619500"/>
          <p14:tracePt t="13022" x="3517900" y="3613150"/>
          <p14:tracePt t="13039" x="3486150" y="3613150"/>
          <p14:tracePt t="13055" x="3448050" y="3619500"/>
          <p14:tracePt t="13072" x="3422650" y="3625850"/>
          <p14:tracePt t="13089" x="3384550" y="3651250"/>
          <p14:tracePt t="13105" x="3371850" y="3657600"/>
          <p14:tracePt t="13122" x="3346450" y="3670300"/>
          <p14:tracePt t="13138" x="3321050" y="3676650"/>
          <p14:tracePt t="13155" x="3314700" y="3676650"/>
          <p14:tracePt t="13172" x="3308350" y="3676650"/>
          <p14:tracePt t="13188" x="3302000" y="3676650"/>
          <p14:tracePt t="13354" x="3308350" y="3676650"/>
          <p14:tracePt t="13390" x="3314700" y="3676650"/>
          <p14:tracePt t="13397" x="3321050" y="3676650"/>
          <p14:tracePt t="13406" x="3327400" y="3676650"/>
          <p14:tracePt t="13420" x="3340100" y="3676650"/>
          <p14:tracePt t="13437" x="3352800" y="3676650"/>
          <p14:tracePt t="13454" x="3422650" y="3651250"/>
          <p14:tracePt t="13470" x="3543300" y="3606800"/>
          <p14:tracePt t="13487" x="3613150" y="3587750"/>
          <p14:tracePt t="13503" x="3810000" y="3511550"/>
          <p14:tracePt t="13520" x="4019550" y="3429000"/>
          <p14:tracePt t="13538" x="4241800" y="3352800"/>
          <p14:tracePt t="13554" x="4337050" y="3314700"/>
          <p14:tracePt t="13570" x="4495800" y="3263900"/>
          <p14:tracePt t="13588" x="4603750" y="3219450"/>
          <p14:tracePt t="13603" x="4648200" y="3200400"/>
          <p14:tracePt t="13620" x="4705350" y="3175000"/>
          <p14:tracePt t="13637" x="4743450" y="3162300"/>
          <p14:tracePt t="13653" x="4762500" y="3155950"/>
          <p14:tracePt t="13669" x="4775200" y="3155950"/>
          <p14:tracePt t="13686" x="4832350" y="3130550"/>
          <p14:tracePt t="13703" x="4851400" y="3111500"/>
          <p14:tracePt t="13721" x="4883150" y="3092450"/>
          <p14:tracePt t="13736" x="4908550" y="3073400"/>
          <p14:tracePt t="13753" x="4953000" y="3035300"/>
          <p14:tracePt t="13770" x="4991100" y="2959100"/>
          <p14:tracePt t="13786" x="4997450" y="2946400"/>
          <p14:tracePt t="16790" x="4997450" y="2940050"/>
          <p14:tracePt t="16818" x="4997450" y="2933700"/>
          <p14:tracePt t="16840" x="4997450" y="2927350"/>
          <p14:tracePt t="16854" x="4978400" y="2914650"/>
          <p14:tracePt t="16862" x="4959350" y="2901950"/>
          <p14:tracePt t="16875" x="4927600" y="2889250"/>
          <p14:tracePt t="16892" x="4864100" y="2844800"/>
          <p14:tracePt t="16908" x="4826000" y="2832100"/>
          <p14:tracePt t="16925" x="4737100" y="2774950"/>
          <p14:tracePt t="16942" x="4635500" y="2730500"/>
          <p14:tracePt t="16959" x="4514850" y="2692400"/>
          <p14:tracePt t="16975" x="4470400" y="2667000"/>
          <p14:tracePt t="16992" x="4413250" y="2647950"/>
          <p14:tracePt t="17009" x="4311650" y="2597150"/>
          <p14:tracePt t="17025" x="4279900" y="2590800"/>
          <p14:tracePt t="17041" x="4260850" y="2578100"/>
          <p14:tracePt t="17059" x="4216400" y="2546350"/>
          <p14:tracePt t="17075" x="4178300" y="2533650"/>
          <p14:tracePt t="17091" x="4165600" y="2527300"/>
          <p14:tracePt t="17108" x="4133850" y="2501900"/>
          <p14:tracePt t="17124" x="4108450" y="2489200"/>
          <p14:tracePt t="17142" x="4089400" y="2476500"/>
          <p14:tracePt t="17158" x="4076700" y="2476500"/>
          <p14:tracePt t="17174" x="4064000" y="2470150"/>
          <p14:tracePt t="17191" x="4057650" y="2457450"/>
          <p14:tracePt t="17208" x="4051300" y="2457450"/>
          <p14:tracePt t="17224" x="4038600" y="2457450"/>
          <p14:tracePt t="17241" x="4025900" y="2451100"/>
          <p14:tracePt t="17274" x="4019550" y="2451100"/>
          <p14:tracePt t="17291" x="4019550" y="2444750"/>
          <p14:tracePt t="17451" x="4025900" y="2451100"/>
          <p14:tracePt t="17472" x="4032250" y="2451100"/>
          <p14:tracePt t="17492" x="4038600" y="2451100"/>
          <p14:tracePt t="17499" x="4038600" y="2457450"/>
          <p14:tracePt t="17535" x="4044950" y="2457450"/>
          <p14:tracePt t="17542" x="4044950" y="2463800"/>
          <p14:tracePt t="17558" x="4051300" y="2463800"/>
          <p14:tracePt t="17563" x="4051300" y="2470150"/>
          <p14:tracePt t="17572" x="4051300" y="2476500"/>
          <p14:tracePt t="17589" x="4057650" y="2482850"/>
          <p14:tracePt t="21440" x="4057650" y="2495550"/>
          <p14:tracePt t="21446" x="4051300" y="2527300"/>
          <p14:tracePt t="21462" x="4032250" y="2546350"/>
          <p14:tracePt t="21476" x="4006850" y="2590800"/>
          <p14:tracePt t="21493" x="3956050" y="2717800"/>
          <p14:tracePt t="21510" x="3930650" y="2774950"/>
          <p14:tracePt t="21526" x="3867150" y="2933700"/>
          <p14:tracePt t="21542" x="3784600" y="3105150"/>
          <p14:tracePt t="21560" x="3740150" y="3244850"/>
          <p14:tracePt t="21575" x="3708400" y="3295650"/>
          <p14:tracePt t="21593" x="3676650" y="3384550"/>
          <p14:tracePt t="21609" x="3644900" y="3448050"/>
          <p14:tracePt t="21626" x="3625850" y="3479800"/>
          <p14:tracePt t="21642" x="3606800" y="3524250"/>
          <p14:tracePt t="21659" x="3587750" y="3549650"/>
          <p14:tracePt t="21675" x="3575050" y="3568700"/>
          <p14:tracePt t="21693" x="3562350" y="3594100"/>
          <p14:tracePt t="21709" x="3549650" y="3606800"/>
          <p14:tracePt t="21725" x="3543300" y="3613150"/>
          <p14:tracePt t="21742" x="3543300" y="3619500"/>
          <p14:tracePt t="21770" x="3536950" y="3619500"/>
          <p14:tracePt t="21798" x="3536950" y="3613150"/>
          <p14:tracePt t="21819" x="3536950" y="3600450"/>
          <p14:tracePt t="21833" x="3536950" y="3594100"/>
          <p14:tracePt t="21841" x="3536950" y="3581400"/>
          <p14:tracePt t="21855" x="3543300" y="3556000"/>
          <p14:tracePt t="21869" x="3543300" y="3505200"/>
          <p14:tracePt t="21877" x="3543300" y="3441700"/>
          <p14:tracePt t="21891" x="3575050" y="3206750"/>
          <p14:tracePt t="21908" x="3600450" y="3079750"/>
          <p14:tracePt t="21925" x="3644900" y="2774950"/>
          <p14:tracePt t="21941" x="3702050" y="2508250"/>
          <p14:tracePt t="21958" x="3733800" y="2400300"/>
          <p14:tracePt t="21975" x="3771900" y="2254250"/>
          <p14:tracePt t="21990" x="3790950" y="2184400"/>
          <p14:tracePt t="22008" x="3790950" y="2171700"/>
          <p14:tracePt t="22025" x="3803650" y="2152650"/>
          <p14:tracePt t="22079" x="3810000" y="2152650"/>
          <p14:tracePt t="22093" x="3810000" y="2159000"/>
          <p14:tracePt t="22114" x="3810000" y="2171700"/>
          <p14:tracePt t="22122" x="3810000" y="2178050"/>
          <p14:tracePt t="22129" x="3810000" y="2197100"/>
          <p14:tracePt t="22144" x="3810000" y="2216150"/>
          <p14:tracePt t="22157" x="3810000" y="2254250"/>
          <p14:tracePt t="22173" x="3790950" y="2336800"/>
          <p14:tracePt t="22190" x="3784600" y="2406650"/>
          <p14:tracePt t="22207" x="3752850" y="2571750"/>
          <p14:tracePt t="22224" x="3702050" y="2755900"/>
          <p14:tracePt t="22241" x="3644900" y="2940050"/>
          <p14:tracePt t="22257" x="3619500" y="3028950"/>
          <p14:tracePt t="22273" x="3562350" y="3194050"/>
          <p14:tracePt t="22292" x="3511550" y="3352800"/>
          <p14:tracePt t="22306" x="3492500" y="3416300"/>
          <p14:tracePt t="22323" x="3486150" y="3473450"/>
          <p14:tracePt t="22340" x="3448050" y="3562350"/>
          <p14:tracePt t="22356" x="3441700" y="3575050"/>
          <p14:tracePt t="22373" x="3441700" y="3581400"/>
          <p14:tracePt t="22390" x="3441700" y="3587750"/>
          <p14:tracePt t="22445" x="3435350" y="3587750"/>
          <p14:tracePt t="22473" x="3435350" y="3581400"/>
          <p14:tracePt t="22494" x="3435350" y="3575050"/>
          <p14:tracePt t="22501" x="3441700" y="3568700"/>
          <p14:tracePt t="22515" x="3441700" y="3562350"/>
          <p14:tracePt t="22525" x="3448050" y="3549650"/>
          <p14:tracePt t="22539" x="3460750" y="3536950"/>
          <p14:tracePt t="22556" x="3486150" y="3479800"/>
          <p14:tracePt t="22573" x="3530600" y="3378200"/>
          <p14:tracePt t="22589" x="3549650" y="3321050"/>
          <p14:tracePt t="22606" x="3581400" y="3257550"/>
          <p14:tracePt t="22622" x="3644900" y="3041650"/>
          <p14:tracePt t="22639" x="3663950" y="2965450"/>
          <p14:tracePt t="22657" x="3714750" y="2838450"/>
          <p14:tracePt t="22672" x="3733800" y="2781300"/>
          <p14:tracePt t="22688" x="3759200" y="2698750"/>
          <p14:tracePt t="22706" x="3771900" y="2641600"/>
          <p14:tracePt t="22722" x="3778250" y="2628900"/>
          <p14:tracePt t="22738" x="3784600" y="2609850"/>
          <p14:tracePt t="22755" x="3784600" y="2603500"/>
          <p14:tracePt t="22788" x="3790950" y="2597150"/>
          <p14:tracePt t="23014" x="3784600" y="2609850"/>
          <p14:tracePt t="23028" x="3778250" y="2616200"/>
          <p14:tracePt t="23042" x="3771900" y="2628900"/>
          <p14:tracePt t="23049" x="3759200" y="2641600"/>
          <p14:tracePt t="23057" x="3746500" y="2673350"/>
          <p14:tracePt t="23073" x="3721100" y="2705100"/>
          <p14:tracePt t="23087" x="3657600" y="2794000"/>
          <p14:tracePt t="23104" x="3625850" y="2851150"/>
          <p14:tracePt t="23120" x="3562350" y="2965450"/>
          <p14:tracePt t="23137" x="3505200" y="3079750"/>
          <p14:tracePt t="23153" x="3492500" y="3111500"/>
          <p14:tracePt t="23170" x="3467100" y="3162300"/>
          <p14:tracePt t="23187" x="3454400" y="3194050"/>
          <p14:tracePt t="23204" x="3448050" y="3206750"/>
          <p14:tracePt t="23295" x="3448050" y="3200400"/>
          <p14:tracePt t="23317" x="3448050" y="3187700"/>
          <p14:tracePt t="23323" x="3448050" y="3181350"/>
          <p14:tracePt t="23339" x="3448050" y="3175000"/>
          <p14:tracePt t="23353" x="3448050" y="3168650"/>
          <p14:tracePt t="23369" x="3448050" y="3124200"/>
          <p14:tracePt t="23388" x="3460750" y="3041650"/>
          <p14:tracePt t="23403" x="3473450" y="2990850"/>
          <p14:tracePt t="23419" x="3492500" y="2857500"/>
          <p14:tracePt t="23436" x="3536950" y="2698750"/>
          <p14:tracePt t="23453" x="3556000" y="2609850"/>
          <p14:tracePt t="23469" x="3594100" y="2476500"/>
          <p14:tracePt t="23486" x="3619500" y="2387600"/>
          <p14:tracePt t="23502" x="3625850" y="2368550"/>
          <p14:tracePt t="23519" x="3638550" y="2355850"/>
          <p14:tracePt t="23535" x="3638550" y="2343150"/>
          <p14:tracePt t="23577" x="3644900" y="2343150"/>
          <p14:tracePt t="23605" x="3644900" y="2349500"/>
          <p14:tracePt t="23640" x="3644900" y="2355850"/>
          <p14:tracePt t="23647" x="3644900" y="2362200"/>
          <p14:tracePt t="23661" x="3644900" y="2368550"/>
          <p14:tracePt t="23675" x="3638550" y="2374900"/>
          <p14:tracePt t="23689" x="3638550" y="2381250"/>
          <p14:tracePt t="23702" x="3632200" y="2393950"/>
          <p14:tracePt t="23719" x="3619500" y="2419350"/>
          <p14:tracePt t="23735" x="3606800" y="2438400"/>
          <p14:tracePt t="23752" x="3581400" y="2489200"/>
          <p14:tracePt t="23768" x="3530600" y="2590800"/>
          <p14:tracePt t="23785" x="3505200" y="2635250"/>
          <p14:tracePt t="23802" x="3460750" y="2736850"/>
          <p14:tracePt t="23818" x="3441700" y="2774950"/>
          <p14:tracePt t="23835" x="3403600" y="2844800"/>
          <p14:tracePt t="23851" x="3371850" y="2889250"/>
          <p14:tracePt t="23868" x="3359150" y="2901950"/>
          <p14:tracePt t="23884" x="3346450" y="2914650"/>
          <p14:tracePt t="23949" x="3346450" y="2908300"/>
          <p14:tracePt t="23984" x="3346450" y="2901950"/>
          <p14:tracePt t="24048" x="3346450" y="2895600"/>
          <p14:tracePt t="24054" x="3346450" y="2889250"/>
          <p14:tracePt t="25156" x="3346450" y="2882900"/>
          <p14:tracePt t="25164" x="3359150" y="2857500"/>
          <p14:tracePt t="25177" x="3365500" y="2838450"/>
          <p14:tracePt t="25184" x="3378200" y="2819400"/>
          <p14:tracePt t="25196" x="3384550" y="2794000"/>
          <p14:tracePt t="25213" x="3397250" y="2743200"/>
          <p14:tracePt t="25230" x="3409950" y="2724150"/>
          <p14:tracePt t="25246" x="3422650" y="2705100"/>
          <p14:tracePt t="25263" x="3441700" y="2667000"/>
          <p14:tracePt t="25280" x="3448050" y="2647950"/>
          <p14:tracePt t="25298" x="3454400" y="2641600"/>
          <p14:tracePt t="25313" x="3454400" y="2635250"/>
          <p14:tracePt t="25329" x="3460750" y="2628900"/>
          <p14:tracePt t="25346" x="3467100" y="2616200"/>
          <p14:tracePt t="25379" x="3473450" y="2603500"/>
          <p14:tracePt t="25396" x="3479800" y="2597150"/>
          <p14:tracePt t="25430" x="3486150" y="2584450"/>
          <p14:tracePt t="25472" x="3492500" y="2578100"/>
          <p14:tracePt t="25515" x="3492500" y="2571750"/>
          <p14:tracePt t="25543" x="3492500" y="2565400"/>
          <p14:tracePt t="25578" x="3492500" y="2559050"/>
          <p14:tracePt t="25606" x="3498850" y="2552700"/>
          <p14:tracePt t="25641" x="3505200" y="2546350"/>
          <p14:tracePt t="25655" x="3505200" y="2540000"/>
          <p14:tracePt t="25683" x="3511550" y="2533650"/>
          <p14:tracePt t="26408" x="3543300" y="2527300"/>
          <p14:tracePt t="26422" x="3568700" y="2527300"/>
          <p14:tracePt t="26429" x="3594100" y="2514600"/>
          <p14:tracePt t="26442" x="3625850" y="2514600"/>
          <p14:tracePt t="26458" x="3683000" y="2514600"/>
          <p14:tracePt t="26476" x="3727450" y="2514600"/>
          <p14:tracePt t="26493" x="3816350" y="2514600"/>
          <p14:tracePt t="26508" x="3911600" y="2508250"/>
          <p14:tracePt t="26525" x="3956050" y="2501900"/>
          <p14:tracePt t="26542" x="4032250" y="2495550"/>
          <p14:tracePt t="26559" x="4064000" y="2495550"/>
          <p14:tracePt t="26575" x="4127500" y="2495550"/>
          <p14:tracePt t="26592" x="4171950" y="2495550"/>
          <p14:tracePt t="26608" x="4184650" y="2489200"/>
          <p14:tracePt t="26625" x="4210050" y="2489200"/>
          <p14:tracePt t="26641" x="4222750" y="2482850"/>
          <p14:tracePt t="26675" x="4229100" y="2482850"/>
          <p14:tracePt t="26704" x="4235450" y="2482850"/>
          <p14:tracePt t="26718" x="4241800" y="2482850"/>
          <p14:tracePt t="26808" x="4235450" y="2482850"/>
          <p14:tracePt t="26830" x="4222750" y="2482850"/>
          <p14:tracePt t="26844" x="4216400" y="2482850"/>
          <p14:tracePt t="26872" x="4203700" y="2482850"/>
          <p14:tracePt t="26879" x="4191000" y="2482850"/>
          <p14:tracePt t="26893" x="4171950" y="2482850"/>
          <p14:tracePt t="26908" x="4146550" y="2476500"/>
          <p14:tracePt t="26924" x="4070350" y="2476500"/>
          <p14:tracePt t="26940" x="4019550" y="2476500"/>
          <p14:tracePt t="26957" x="3892550" y="2470150"/>
          <p14:tracePt t="26974" x="3759200" y="2470150"/>
          <p14:tracePt t="26990" x="3695700" y="2470150"/>
          <p14:tracePt t="27007" x="3581400" y="2470150"/>
          <p14:tracePt t="27023" x="3486150" y="2470150"/>
          <p14:tracePt t="27041" x="3435350" y="2470150"/>
          <p14:tracePt t="27057" x="3416300" y="2476500"/>
          <p14:tracePt t="27073" x="3403600" y="2476500"/>
          <p14:tracePt t="27132" x="3409950" y="2476500"/>
          <p14:tracePt t="27153" x="3416300" y="2476500"/>
          <p14:tracePt t="27160" x="3422650" y="2476500"/>
          <p14:tracePt t="27176" x="3429000" y="2476500"/>
          <p14:tracePt t="27196" x="3435350" y="2476500"/>
          <p14:tracePt t="27206" x="3441700" y="2476500"/>
          <p14:tracePt t="27226" x="3454400" y="2476500"/>
          <p14:tracePt t="27239" x="3467100" y="2476500"/>
          <p14:tracePt t="27256" x="3505200" y="2476500"/>
          <p14:tracePt t="27273" x="3600450" y="2463800"/>
          <p14:tracePt t="27289" x="3651250" y="2457450"/>
          <p14:tracePt t="27306" x="3778250" y="2457450"/>
          <p14:tracePt t="27323" x="3937000" y="2451100"/>
          <p14:tracePt t="27339" x="4000500" y="2451100"/>
          <p14:tracePt t="27356" x="4114800" y="2451100"/>
          <p14:tracePt t="27372" x="4216400" y="2451100"/>
          <p14:tracePt t="27389" x="4267200" y="2451100"/>
          <p14:tracePt t="27406" x="4337050" y="2451100"/>
          <p14:tracePt t="27422" x="4368800" y="2451100"/>
          <p14:tracePt t="27438" x="4381500" y="2451100"/>
          <p14:tracePt t="27456" x="4400550" y="2451100"/>
          <p14:tracePt t="27472" x="4406900" y="2451100"/>
          <p14:tracePt t="27488" x="4406900" y="2444750"/>
          <p14:tracePt t="27526" x="4406900" y="2438400"/>
          <p14:tracePt t="27555" x="4400550" y="2438400"/>
          <p14:tracePt t="27561" x="4394200" y="2432050"/>
          <p14:tracePt t="27575" x="4381500" y="2432050"/>
          <p14:tracePt t="27591" x="4368800" y="2425700"/>
          <p14:tracePt t="27605" x="4362450" y="2425700"/>
          <p14:tracePt t="27621" x="4343400" y="2419350"/>
          <p14:tracePt t="27639" x="4292600" y="2413000"/>
          <p14:tracePt t="27655" x="4254500" y="2400300"/>
          <p14:tracePt t="27671" x="4203700" y="2393950"/>
          <p14:tracePt t="27688" x="4057650" y="2374900"/>
          <p14:tracePt t="27704" x="3994150" y="2368550"/>
          <p14:tracePt t="27721" x="3911600" y="2355850"/>
          <p14:tracePt t="27738" x="3784600" y="2349500"/>
          <p14:tracePt t="27754" x="3733800" y="2349500"/>
          <p14:tracePt t="27772" x="3651250" y="2349500"/>
          <p14:tracePt t="27788" x="3632200" y="2349500"/>
          <p14:tracePt t="27804" x="3613150" y="2349500"/>
          <p14:tracePt t="27822" x="3594100" y="2349500"/>
          <p14:tracePt t="27997" x="3600450" y="2349500"/>
          <p14:tracePt t="28025" x="3606800" y="2349500"/>
          <p14:tracePt t="28032" x="3613150" y="2349500"/>
          <p14:tracePt t="28074" x="3619500" y="2349500"/>
          <p14:tracePt t="28081" x="3625850" y="2349500"/>
          <p14:tracePt t="28095" x="3638550" y="2349500"/>
          <p14:tracePt t="28109" x="3657600" y="2349500"/>
          <p14:tracePt t="28120" x="3689350" y="2349500"/>
          <p14:tracePt t="28136" x="3727450" y="2349500"/>
          <p14:tracePt t="28153" x="3765550" y="2349500"/>
          <p14:tracePt t="28169" x="3892550" y="2349500"/>
          <p14:tracePt t="28187" x="3968750" y="2349500"/>
          <p14:tracePt t="28203" x="4095750" y="2349500"/>
          <p14:tracePt t="28219" x="4152900" y="2349500"/>
          <p14:tracePt t="28236" x="4191000" y="2349500"/>
          <p14:tracePt t="28252" x="4235450" y="2349500"/>
          <p14:tracePt t="28269" x="4260850" y="2349500"/>
          <p14:tracePt t="28286" x="4267200" y="2349500"/>
          <p14:tracePt t="28327" x="4254500" y="2349500"/>
          <p14:tracePt t="28335" x="4235450" y="2349500"/>
          <p14:tracePt t="28352" x="4222750" y="2349500"/>
          <p14:tracePt t="28369" x="4197350" y="2343150"/>
          <p14:tracePt t="28385" x="4133850" y="2336800"/>
          <p14:tracePt t="28402" x="4089400" y="2324100"/>
          <p14:tracePt t="28419" x="3968750" y="2305050"/>
          <p14:tracePt t="28435" x="3905250" y="2298700"/>
          <p14:tracePt t="28452" x="3841750" y="2298700"/>
          <p14:tracePt t="28469" x="3752850" y="2298700"/>
          <p14:tracePt t="28485" x="3714750" y="2298700"/>
          <p14:tracePt t="28502" x="3670300" y="2298700"/>
          <p14:tracePt t="28518" x="3625850" y="2298700"/>
          <p14:tracePt t="28535" x="3613150" y="2298700"/>
          <p14:tracePt t="28552" x="3600450" y="2305050"/>
          <p14:tracePt t="28568" x="3594100" y="2305050"/>
          <p14:tracePt t="28602" x="3594100" y="2311400"/>
          <p14:tracePt t="28630" x="3606800" y="2311400"/>
          <p14:tracePt t="28651" x="3619500" y="2311400"/>
          <p14:tracePt t="28679" x="3632200" y="2311400"/>
          <p14:tracePt t="28686" x="3638550" y="2311400"/>
          <p14:tracePt t="28700" x="3651250" y="2311400"/>
          <p14:tracePt t="28714" x="3663950" y="2317750"/>
          <p14:tracePt t="28721" x="3683000" y="2317750"/>
          <p14:tracePt t="28737" x="3714750" y="2324100"/>
          <p14:tracePt t="28751" x="3752850" y="2330450"/>
          <p14:tracePt t="28768" x="3898900" y="2349500"/>
          <p14:tracePt t="28785" x="4051300" y="2368550"/>
          <p14:tracePt t="28801" x="4197350" y="2400300"/>
          <p14:tracePt t="28817" x="4254500" y="2406650"/>
          <p14:tracePt t="28820" x="4305300" y="2419350"/>
          <p14:tracePt t="28834" x="4349750" y="2425700"/>
          <p14:tracePt t="28851" x="4413250" y="2432050"/>
          <p14:tracePt t="28868" x="4445000" y="2438400"/>
          <p14:tracePt t="28884" x="4470400" y="2438400"/>
          <p14:tracePt t="28900" x="4483100" y="2438400"/>
          <p14:tracePt t="28918" x="4489450" y="2438400"/>
          <p14:tracePt t="28968" x="4489450" y="2432050"/>
          <p14:tracePt t="28974" x="4489450" y="2425700"/>
          <p14:tracePt t="29002" x="4489450" y="2419350"/>
          <p14:tracePt t="29017" x="4489450" y="2406650"/>
          <p14:tracePt t="29023" x="4476750" y="2400300"/>
          <p14:tracePt t="29037" x="4464050" y="2400300"/>
          <p14:tracePt t="29053" x="4438650" y="2393950"/>
          <p14:tracePt t="29066" x="4413250" y="2387600"/>
          <p14:tracePt t="29083" x="4381500" y="2381250"/>
          <p14:tracePt t="29100" x="4267200" y="2381250"/>
          <p14:tracePt t="29117" x="4191000" y="2381250"/>
          <p14:tracePt t="29133" x="3987800" y="2406650"/>
          <p14:tracePt t="29150" x="3765550" y="2432050"/>
          <p14:tracePt t="29166" x="3581400" y="2482850"/>
          <p14:tracePt t="29183" x="3505200" y="2495550"/>
          <p14:tracePt t="29199" x="3340100" y="2540000"/>
          <p14:tracePt t="29216" x="3302000" y="2546350"/>
          <p14:tracePt t="29233" x="3289300" y="2552700"/>
          <p14:tracePt t="29249" x="3270250" y="2571750"/>
          <p14:tracePt t="29284" x="3282950" y="2578100"/>
          <p14:tracePt t="29299" x="3289300" y="2578100"/>
          <p14:tracePt t="29316" x="3302000" y="2584450"/>
          <p14:tracePt t="29333" x="3321050" y="2584450"/>
          <p14:tracePt t="29349" x="3327400" y="2584450"/>
          <p14:tracePt t="29365" x="3346450" y="2584450"/>
          <p14:tracePt t="29382" x="3384550" y="2590800"/>
          <p14:tracePt t="29399" x="3403600" y="2590800"/>
          <p14:tracePt t="29415" x="3460750" y="2609850"/>
          <p14:tracePt t="29432" x="3543300" y="2628900"/>
          <p14:tracePt t="29448" x="3587750" y="2647950"/>
          <p14:tracePt t="29466" x="3683000" y="2654300"/>
          <p14:tracePt t="29481" x="3771900" y="2654300"/>
          <p14:tracePt t="29498" x="3810000" y="2654300"/>
          <p14:tracePt t="29515" x="3886200" y="2635250"/>
          <p14:tracePt t="29531" x="3943350" y="2622550"/>
          <p14:tracePt t="29548" x="3962400" y="2597150"/>
          <p14:tracePt t="29565" x="4019550" y="2578100"/>
          <p14:tracePt t="29581" x="4038600" y="2559050"/>
          <p14:tracePt t="29598" x="4064000" y="2540000"/>
          <p14:tracePt t="29615" x="4083050" y="2520950"/>
          <p14:tracePt t="29631" x="4089400" y="2508250"/>
          <p14:tracePt t="29649" x="4102100" y="2489200"/>
          <p14:tracePt t="29664" x="4108450" y="2489200"/>
          <p14:tracePt t="29681" x="4108450" y="2476500"/>
          <p14:tracePt t="29698" x="4108450" y="2463800"/>
          <p14:tracePt t="29714" x="4108450" y="2457450"/>
          <p14:tracePt t="29731" x="4102100" y="2457450"/>
          <p14:tracePt t="29748" x="4076700" y="2444750"/>
          <p14:tracePt t="29764" x="4064000" y="2444750"/>
          <p14:tracePt t="29781" x="4044950" y="2444750"/>
          <p14:tracePt t="29797" x="3994150" y="2444750"/>
          <p14:tracePt t="29814" x="3968750" y="2444750"/>
          <p14:tracePt t="29831" x="3873500" y="2463800"/>
          <p14:tracePt t="29847" x="3778250" y="2489200"/>
          <p14:tracePt t="29864" x="3733800" y="2501900"/>
          <p14:tracePt t="29882" x="3651250" y="2527300"/>
          <p14:tracePt t="29897" x="3644900" y="2533650"/>
          <p14:tracePt t="29914" x="3638550" y="2533650"/>
          <p14:tracePt t="29930" x="3638550" y="2540000"/>
          <p14:tracePt t="29946" x="3657600" y="2540000"/>
          <p14:tracePt t="29963" x="3663950" y="2540000"/>
          <p14:tracePt t="29981" x="3689350" y="2540000"/>
          <p14:tracePt t="29997" x="3708400" y="2540000"/>
          <p14:tracePt t="30014" x="3733800" y="2540000"/>
          <p14:tracePt t="30029" x="3790950" y="2546350"/>
          <p14:tracePt t="30046" x="3854450" y="2546350"/>
          <p14:tracePt t="30064" x="3956050" y="2546350"/>
          <p14:tracePt t="30080" x="4013200" y="2527300"/>
          <p14:tracePt t="30096" x="4140200" y="2470150"/>
          <p14:tracePt t="30113" x="4184650" y="2432050"/>
          <p14:tracePt t="34822" x="4184650" y="2425700"/>
          <p14:tracePt t="34836" x="4171950" y="2419350"/>
          <p14:tracePt t="34843" x="4159250" y="2419350"/>
          <p14:tracePt t="34857" x="4146550" y="2419350"/>
          <p14:tracePt t="34866" x="4127500" y="2413000"/>
          <p14:tracePt t="34880" x="4108450" y="2413000"/>
          <p14:tracePt t="34896" x="4057650" y="2413000"/>
          <p14:tracePt t="34914" x="3981450" y="2419350"/>
          <p14:tracePt t="34929" x="3924300" y="2419350"/>
          <p14:tracePt t="34946" x="3860800" y="2432050"/>
          <p14:tracePt t="34963" x="3708400" y="2432050"/>
          <p14:tracePt t="34979" x="3568700" y="2432050"/>
          <p14:tracePt t="34996" x="3505200" y="2432050"/>
          <p14:tracePt t="35013" x="3390900" y="2444750"/>
          <p14:tracePt t="35029" x="3371850" y="2444750"/>
          <p14:tracePt t="35046" x="3359150" y="2444750"/>
          <p14:tracePt t="35062" x="3346450" y="2444750"/>
          <p14:tracePt t="35079" x="3340100" y="2444750"/>
          <p14:tracePt t="35145" x="3346450" y="2444750"/>
          <p14:tracePt t="35152" x="3352800" y="2444750"/>
          <p14:tracePt t="35173" x="3359150" y="2444750"/>
          <p14:tracePt t="35216" x="3365500" y="2444750"/>
          <p14:tracePt t="35223" x="3371850" y="2444750"/>
          <p14:tracePt t="35265" x="3384550" y="2444750"/>
          <p14:tracePt t="35286" x="3390900" y="2444750"/>
          <p14:tracePt t="35300" x="3397250" y="2444750"/>
          <p14:tracePt t="35307" x="3403600" y="2444750"/>
          <p14:tracePt t="35321" x="3409950" y="2444750"/>
          <p14:tracePt t="35331" x="3441700" y="2444750"/>
          <p14:tracePt t="35345" x="3479800" y="2444750"/>
          <p14:tracePt t="35361" x="3625850" y="2463800"/>
          <p14:tracePt t="35378" x="3829050" y="2501900"/>
          <p14:tracePt t="35395" x="3943350" y="2527300"/>
          <p14:tracePt t="35411" x="4191000" y="2578100"/>
          <p14:tracePt t="35428" x="4387850" y="2647950"/>
          <p14:tracePt t="35444" x="4546600" y="272415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80" y="914400"/>
            <a:ext cx="8500220" cy="5814203"/>
          </a:xfrm>
        </p:spPr>
        <p:txBody>
          <a:bodyPr>
            <a:noAutofit/>
          </a:bodyPr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The most base type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#So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4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12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just a boring data type…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/>
            </a:r>
            <a:b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</a:b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800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800" spc="-96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chemeClr val="accent2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b="1" spc="-96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zh-TW" sz="2800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96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800" spc="-96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b="1" spc="-96" dirty="0">
                <a:solidFill>
                  <a:srgbClr val="FF0000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sz="280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spc="-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59742" y="914400"/>
            <a:ext cx="914400" cy="533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96" dirty="0" smtClean="0">
              <a:solidFill>
                <a:srgbClr val="CC00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b="1" kern="0" spc="-96" dirty="0" smtClean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96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800" kern="0" spc="-96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800" kern="0" spc="-96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b="1" kern="0" spc="-96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800" kern="0" spc="-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077200" cy="762000"/>
          </a:xfrm>
        </p:spPr>
        <p:txBody>
          <a:bodyPr/>
          <a:lstStyle/>
          <a:p>
            <a:r>
              <a:rPr lang="en-US" altLang="zh-TW" sz="4400" b="1" dirty="0" smtClean="0">
                <a:latin typeface="Lucida Console" panose="020B0609040504020204" pitchFamily="49" charset="0"/>
              </a:rPr>
              <a:t>object()</a:t>
            </a:r>
            <a:endParaRPr lang="zh-TW" altLang="en-US" sz="4400" b="1" dirty="0"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72374"/>
      </p:ext>
    </p:extLst>
  </p:cSld>
  <p:clrMapOvr>
    <a:masterClrMapping/>
  </p:clrMapOvr>
  <p:transition spd="slow" advTm="13316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69" x="4546600" y="2717800"/>
          <p14:tracePt t="383" x="4540250" y="2711450"/>
          <p14:tracePt t="390" x="4533900" y="2705100"/>
          <p14:tracePt t="404" x="4521200" y="2698750"/>
          <p14:tracePt t="415" x="4502150" y="2686050"/>
          <p14:tracePt t="432" x="4451350" y="2654300"/>
          <p14:tracePt t="448" x="4432300" y="2635250"/>
          <p14:tracePt t="465" x="4375150" y="2597150"/>
          <p14:tracePt t="482" x="4311650" y="2533650"/>
          <p14:tracePt t="498" x="4260850" y="2501900"/>
          <p14:tracePt t="515" x="4159250" y="2413000"/>
          <p14:tracePt t="531" x="4019550" y="2279650"/>
          <p14:tracePt t="548" x="3937000" y="2209800"/>
          <p14:tracePt t="565" x="3848100" y="2139950"/>
          <p14:tracePt t="581" x="3695700" y="1993900"/>
          <p14:tracePt t="598" x="3562350" y="1860550"/>
          <p14:tracePt t="615" x="3505200" y="1809750"/>
          <p14:tracePt t="631" x="3397250" y="1714500"/>
          <p14:tracePt t="648" x="3352800" y="1670050"/>
          <p14:tracePt t="665" x="3276600" y="1600200"/>
          <p14:tracePt t="681" x="3251200" y="1581150"/>
          <p14:tracePt t="697" x="3225800" y="1562100"/>
          <p14:tracePt t="714" x="3194050" y="1536700"/>
          <p14:tracePt t="731" x="3168650" y="1524000"/>
          <p14:tracePt t="748" x="3143250" y="1485900"/>
          <p14:tracePt t="764" x="3105150" y="1441450"/>
          <p14:tracePt t="780" x="3079750" y="1409700"/>
          <p14:tracePt t="797" x="3048000" y="1365250"/>
          <p14:tracePt t="814" x="3009900" y="1320800"/>
          <p14:tracePt t="830" x="2984500" y="1301750"/>
          <p14:tracePt t="847" x="2952750" y="1263650"/>
          <p14:tracePt t="863" x="2908300" y="1225550"/>
          <p14:tracePt t="880" x="2895600" y="1212850"/>
          <p14:tracePt t="897" x="2851150" y="1187450"/>
          <p14:tracePt t="913" x="2838450" y="1181100"/>
          <p14:tracePt t="930" x="2813050" y="1168400"/>
          <p14:tracePt t="947" x="2794000" y="1162050"/>
          <p14:tracePt t="963" x="2794000" y="1155700"/>
          <p14:tracePt t="980" x="2787650" y="1155700"/>
          <p14:tracePt t="996" x="2787650" y="1162050"/>
          <p14:tracePt t="1030" x="2787650" y="1168400"/>
          <p14:tracePt t="1046" x="2787650" y="1174750"/>
          <p14:tracePt t="1066" x="2787650" y="1187450"/>
          <p14:tracePt t="1093" x="2787650" y="1193800"/>
          <p14:tracePt t="1114" x="2787650" y="1200150"/>
          <p14:tracePt t="1142" x="2787650" y="1206500"/>
          <p14:tracePt t="1184" x="2781300" y="1212850"/>
          <p14:tracePt t="1199" x="2781300" y="1219200"/>
          <p14:tracePt t="1205" x="2774950" y="1219200"/>
          <p14:tracePt t="1226" x="2768600" y="1225550"/>
          <p14:tracePt t="1233" x="2762250" y="1231900"/>
          <p14:tracePt t="1254" x="2755900" y="1238250"/>
          <p14:tracePt t="1276" x="2749550" y="1244600"/>
          <p14:tracePt t="1304" x="2749550" y="1250950"/>
          <p14:tracePt t="1318" x="2749550" y="1257300"/>
          <p14:tracePt t="1346" x="2749550" y="1263650"/>
          <p14:tracePt t="1367" x="2749550" y="1270000"/>
          <p14:tracePt t="1388" x="2755900" y="1276350"/>
          <p14:tracePt t="1396" x="2768600" y="1282700"/>
          <p14:tracePt t="1409" x="2787650" y="1282700"/>
          <p14:tracePt t="1416" x="2819400" y="1289050"/>
          <p14:tracePt t="1428" x="2857500" y="1295400"/>
          <p14:tracePt t="1445" x="2965450" y="1320800"/>
          <p14:tracePt t="1461" x="3048000" y="1339850"/>
          <p14:tracePt t="1479" x="3111500" y="1352550"/>
          <p14:tracePt t="1495" x="3257550" y="1390650"/>
          <p14:tracePt t="1511" x="3390900" y="1422400"/>
          <p14:tracePt t="1529" x="3486150" y="1435100"/>
          <p14:tracePt t="1544" x="3530600" y="1454150"/>
          <p14:tracePt t="1561" x="3568700" y="1460500"/>
          <p14:tracePt t="1578" x="3587750" y="1473200"/>
          <p14:tracePt t="1594" x="3594100" y="1473200"/>
          <p14:tracePt t="1611" x="3600450" y="1479550"/>
          <p14:tracePt t="1644" x="3600450" y="1485900"/>
          <p14:tracePt t="1669" x="3594100" y="1492250"/>
          <p14:tracePt t="1690" x="3581400" y="1492250"/>
          <p14:tracePt t="1697" x="3568700" y="1492250"/>
          <p14:tracePt t="1714" x="3556000" y="1492250"/>
          <p14:tracePt t="1727" x="3517900" y="1492250"/>
          <p14:tracePt t="1744" x="3486150" y="1492250"/>
          <p14:tracePt t="1761" x="3397250" y="1492250"/>
          <p14:tracePt t="1777" x="3270250" y="1492250"/>
          <p14:tracePt t="1793" x="3194050" y="1485900"/>
          <p14:tracePt t="1810" x="3035300" y="1479550"/>
          <p14:tracePt t="1827" x="2946400" y="1466850"/>
          <p14:tracePt t="1843" x="2806700" y="1454150"/>
          <p14:tracePt t="1860" x="2686050" y="1447800"/>
          <p14:tracePt t="1876" x="2660650" y="1447800"/>
          <p14:tracePt t="1894" x="2628900" y="1447800"/>
          <p14:tracePt t="1910" x="2616200" y="1454150"/>
          <p14:tracePt t="1926" x="2616200" y="1460500"/>
          <p14:tracePt t="1960" x="2635250" y="1460500"/>
          <p14:tracePt t="1976" x="2654300" y="1460500"/>
          <p14:tracePt t="1993" x="2692400" y="1460500"/>
          <p14:tracePt t="2010" x="2819400" y="1460500"/>
          <p14:tracePt t="2026" x="2908300" y="1460500"/>
          <p14:tracePt t="2043" x="3194050" y="1435100"/>
          <p14:tracePt t="2059" x="3365500" y="1409700"/>
          <p14:tracePt t="2077" x="4083050" y="1308100"/>
          <p14:tracePt t="2092" x="4298950" y="1295400"/>
          <p14:tracePt t="2109" x="4489450" y="1270000"/>
          <p14:tracePt t="2126" x="4845050" y="1250950"/>
          <p14:tracePt t="2142" x="4927600" y="1238250"/>
          <p14:tracePt t="2159" x="4965700" y="1238250"/>
          <p14:tracePt t="2176" x="5003800" y="1238250"/>
          <p14:tracePt t="2193" x="5016500" y="1238250"/>
          <p14:tracePt t="2232" x="5016500" y="1257300"/>
          <p14:tracePt t="2242" x="5016500" y="1270000"/>
          <p14:tracePt t="10080" x="5029200" y="1282700"/>
          <p14:tracePt t="10087" x="5041900" y="1301750"/>
          <p14:tracePt t="10098" x="5060950" y="1327150"/>
          <p14:tracePt t="10115" x="5099050" y="1371600"/>
          <p14:tracePt t="10131" x="5130800" y="1416050"/>
          <p14:tracePt t="10148" x="5137150" y="1447800"/>
          <p14:tracePt t="10165" x="5156200" y="1498600"/>
          <p14:tracePt t="10181" x="5168900" y="1524000"/>
          <p14:tracePt t="10197" x="5181600" y="1562100"/>
          <p14:tracePt t="10215" x="5194300" y="1581150"/>
          <p14:tracePt t="10248" x="5200650" y="1587500"/>
          <p14:tracePt t="10264" x="5207000" y="1593850"/>
          <p14:tracePt t="10298" x="5207000" y="1600200"/>
          <p14:tracePt t="10326" x="5207000" y="1606550"/>
          <p14:tracePt t="10334" x="5213350" y="1606550"/>
          <p14:tracePt t="10348" x="5213350" y="1619250"/>
          <p14:tracePt t="10364" x="5213350" y="162560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it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is returned instead of raising </a:t>
            </a: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.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chemeClr val="bg1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chemeClr val="bg1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B6B67C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B6B67C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>
                <a:solidFill>
                  <a:srgbClr val="B6B67C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B6B67C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b="1" spc="-5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StillLeft.clear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r>
              <a:rPr lang="en-US" altLang="zh-TW" sz="2600" b="1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b="1" spc="-94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Built-in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4008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udio 9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7679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7688"/>
    </mc:Choice>
    <mc:Fallback>
      <p:transition advTm="76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2013" x="5575300" y="3816350"/>
          <p14:tracePt t="2062" x="5645150" y="4057650"/>
          <p14:tracePt t="2091" x="5715000" y="4356100"/>
          <p14:tracePt t="2124" x="5810250" y="4819650"/>
          <p14:tracePt t="2141" x="5842000" y="4991100"/>
          <p14:tracePt t="2174" x="5867400" y="5162550"/>
          <p14:tracePt t="2207" x="5873750" y="5295900"/>
          <p14:tracePt t="2240" x="5873750" y="5391150"/>
          <p14:tracePt t="2275" x="5873750" y="5480050"/>
          <p14:tracePt t="2307" x="5848350" y="5632450"/>
          <p14:tracePt t="2358" x="5791200" y="6038850"/>
          <p14:tracePt t="2390" x="5778500" y="6216650"/>
          <p14:tracePt t="2423" x="5772150" y="6350000"/>
          <p14:tracePt t="2456" x="5772150" y="6394450"/>
          <p14:tracePt t="2490" x="5772150" y="6438900"/>
          <p14:tracePt t="2522" x="5772150" y="6457950"/>
          <p14:tracePt t="2556" x="5772150" y="6464300"/>
          <p14:tracePt t="2606" x="5759450" y="6477000"/>
          <p14:tracePt t="2641" x="5727700" y="6489700"/>
          <p14:tracePt t="2672" x="5721350" y="6489700"/>
          <p14:tracePt t="2722" x="5715000" y="6496050"/>
          <p14:tracePt t="2874" x="5759450" y="6451600"/>
          <p14:tracePt t="2905" x="5822950" y="6407150"/>
          <p14:tracePt t="2938" x="6019800" y="6311900"/>
          <p14:tracePt t="2971" x="6197600" y="6235700"/>
          <p14:tracePt t="2977" x="6242050" y="6216650"/>
          <p14:tracePt t="3021" x="6356350" y="6178550"/>
          <p14:tracePt t="3055" x="6369050" y="6172200"/>
          <p14:tracePt t="3155" x="6305550" y="6172200"/>
          <p14:tracePt t="3204" x="6096000" y="6172200"/>
          <p14:tracePt t="3240" x="5911850" y="6159500"/>
          <p14:tracePt t="3270" x="5784850" y="6159500"/>
          <p14:tracePt t="3276" x="5753100" y="6159500"/>
          <p14:tracePt t="3320" x="5702300" y="6159500"/>
          <p14:tracePt t="3353" x="5695950" y="6159500"/>
          <p14:tracePt t="3403" x="5689600" y="6159500"/>
          <p14:tracePt t="3470" x="5721350" y="6159500"/>
          <p14:tracePt t="3475" x="5727700" y="6159500"/>
          <p14:tracePt t="3519" x="5848350" y="6140450"/>
          <p14:tracePt t="3525" x="5905500" y="6127750"/>
          <p14:tracePt t="3553" x="5994400" y="6121400"/>
          <p14:tracePt t="3569" x="6057900" y="6108700"/>
          <p14:tracePt t="3575" x="6083300" y="6096000"/>
          <p14:tracePt t="3619" x="6153150" y="6089650"/>
          <p14:tracePt t="3669" x="6159500" y="6083300"/>
          <p14:tracePt t="3752" x="6165850" y="6070600"/>
          <p14:tracePt t="3768" x="6165850" y="606425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56" dirty="0" smtClean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6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47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282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188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85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03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47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29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56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385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56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56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282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_</a:t>
            </a:r>
            <a:endParaRPr lang="en-US" altLang="zh-TW" sz="2600" spc="-282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2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2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CACACA"/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spc="-50" dirty="0" err="1">
                <a:solidFill>
                  <a:srgbClr val="CACACA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];</a:t>
            </a:r>
            <a:r>
              <a:rPr lang="en-US" altLang="zh-TW" sz="2600" spc="-5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CA6464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CA6464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CACACA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DAD9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CACACA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DAD9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CACACA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>
                <a:solidFill>
                  <a:srgbClr val="ADAD96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600" spc="-94" dirty="0" smtClean="0">
                <a:solidFill>
                  <a:srgbClr val="CACACA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CACACA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>
                <a:solidFill>
                  <a:srgbClr val="ADAD96"/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spc="-94" dirty="0" smtClean="0">
                <a:solidFill>
                  <a:srgbClr val="CACACA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b="1" spc="-5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StillLeft.clear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r>
              <a:rPr lang="en-US" altLang="zh-TW" sz="2600" b="1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b="1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b="1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[]</a:t>
            </a:r>
            <a:endParaRPr lang="en-US" altLang="zh-TW" sz="2600" b="1" spc="-9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Built-in Functions</a:t>
            </a: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8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564"/>
    </mc:Choice>
    <mc:Fallback>
      <p:transition advTm="5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 mod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860842"/>
            <a:ext cx="8865237" cy="59971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', 'super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94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 help(</a:t>
            </a:r>
            <a:r>
              <a:rPr lang="en-US" altLang="zh-TW" sz="2600" spc="-94" dirty="0" err="1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94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sz="1400" spc="-94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del</a:t>
            </a:r>
            <a:r>
              <a:rPr lang="en-US" altLang="zh-TW" sz="24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[0];</a:t>
            </a:r>
            <a:r>
              <a:rPr lang="en-US" altLang="zh-TW" sz="22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[:3];del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[-2];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'object', 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'property',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spc="-50" dirty="0" err="1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50" dirty="0">
                <a:solidFill>
                  <a:srgbClr val="A6A6A6"/>
                </a:solidFill>
                <a:latin typeface="Consolas" panose="020B0609020204030204" pitchFamily="49" charset="0"/>
              </a:rPr>
              <a:t>[-2</a:t>
            </a:r>
            <a:r>
              <a:rPr lang="en-US" altLang="zh-TW" sz="2600" spc="-50" dirty="0" smtClean="0">
                <a:solidFill>
                  <a:srgbClr val="A6A6A6"/>
                </a:solidFill>
                <a:latin typeface="Consolas" panose="020B0609020204030204" pitchFamily="49" charset="0"/>
              </a:rPr>
              <a:t>]; </a:t>
            </a:r>
            <a:r>
              <a:rPr lang="en-US" altLang="zh-TW" sz="2600" spc="-50" dirty="0" err="1" smtClean="0">
                <a:solidFill>
                  <a:srgbClr val="A6A6A6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spc="-50" dirty="0" smtClean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94" dirty="0" err="1">
                <a:solidFill>
                  <a:srgbClr val="A6A6A6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', 'object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spc="-94" dirty="0">
                <a:solidFill>
                  <a:srgbClr val="A6A6A6"/>
                </a:solidFill>
                <a:latin typeface="Consolas" panose="020B0609020204030204" pitchFamily="49" charset="0"/>
              </a:rPr>
              <a:t>'super</a:t>
            </a: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']</a:t>
            </a: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spc="-94" dirty="0" smtClean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94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 </a:t>
            </a:r>
            <a:r>
              <a:rPr lang="en-US" altLang="zh-TW" sz="2600" b="1" spc="-50" dirty="0" err="1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StillLeft.clear</a:t>
            </a:r>
            <a:r>
              <a:rPr lang="en-US" altLang="zh-TW" sz="2600" b="1" spc="-50" dirty="0" smtClean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();</a:t>
            </a:r>
            <a:r>
              <a:rPr lang="en-US" altLang="zh-TW" sz="2600" b="1" spc="-5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endParaRPr lang="en-US" altLang="zh-TW" sz="2600" b="1" spc="-5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600" b="1" spc="-94" dirty="0" smtClean="0">
                <a:solidFill>
                  <a:schemeClr val="bg1"/>
                </a:solidFill>
                <a:latin typeface="Consolas" panose="020B0609020204030204" pitchFamily="49" charset="0"/>
              </a:rPr>
              <a:t>[]</a:t>
            </a:r>
            <a:endParaRPr lang="en-US" altLang="zh-TW" sz="2600" b="1" spc="-94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Remaining Built-in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085" y="6438913"/>
            <a:ext cx="732893" cy="37814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rgbClr val="00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652881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76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45314"/>
    </mc:Choice>
    <mc:Fallback>
      <p:transition advTm="45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32" x="6108700" y="6007100"/>
          <p14:tracePt t="664" x="5937250" y="5880100"/>
          <p14:tracePt t="697" x="5715000" y="5759450"/>
          <p14:tracePt t="703" x="5632450" y="5715000"/>
          <p14:tracePt t="747" x="5302250" y="5619750"/>
          <p14:tracePt t="797" x="4921250" y="5549900"/>
          <p14:tracePt t="830" x="4705350" y="5549900"/>
          <p14:tracePt t="836" x="4641850" y="5549900"/>
          <p14:tracePt t="880" x="4464050" y="5575300"/>
          <p14:tracePt t="914" x="4318000" y="5632450"/>
          <p14:tracePt t="963" x="4152900" y="5702300"/>
          <p14:tracePt t="969" x="4114800" y="5721350"/>
          <p14:tracePt t="1013" x="3962400" y="5784850"/>
          <p14:tracePt t="1029" x="3898900" y="5816600"/>
          <p14:tracePt t="1079" x="3778250" y="5861050"/>
          <p14:tracePt t="1113" x="3733800" y="5880100"/>
          <p14:tracePt t="1130" x="3721100" y="5892800"/>
          <p14:tracePt t="1146" x="3714750" y="5899150"/>
          <p14:tracePt t="1230" x="3714750" y="5905500"/>
          <p14:tracePt t="1533" x="3727450" y="5905500"/>
          <p14:tracePt t="1561" x="3740150" y="5886450"/>
          <p14:tracePt t="1567" x="3746500" y="5880100"/>
          <p14:tracePt t="1611" x="3784600" y="5854700"/>
          <p14:tracePt t="1628" x="3803650" y="5848350"/>
          <p14:tracePt t="1660" x="3829050" y="5816600"/>
          <p14:tracePt t="1678" x="3835400" y="5810250"/>
          <p14:tracePt t="1683" x="3841750" y="5810250"/>
          <p14:tracePt t="1744" x="3848100" y="5803900"/>
          <p14:tracePt t="1778" x="3854450" y="5803900"/>
          <p14:tracePt t="1831" x="3867150" y="5797550"/>
          <p14:tracePt t="1926" x="3873500" y="5791200"/>
          <p14:tracePt t="1960" x="3879850" y="5791200"/>
          <p14:tracePt t="1993" x="3892550" y="5778500"/>
          <p14:tracePt t="2010" x="3898900" y="5772150"/>
          <p14:tracePt t="2043" x="3905250" y="5765800"/>
          <p14:tracePt t="2080" x="3911600" y="5765800"/>
          <p14:tracePt t="2109" x="3917950" y="5753100"/>
          <p14:tracePt t="2159" x="3930650" y="5753100"/>
          <p14:tracePt t="2193" x="3937000" y="5753100"/>
          <p14:tracePt t="2263" x="3937000" y="5746750"/>
          <p14:tracePt t="2546" x="3968750" y="5746750"/>
          <p14:tracePt t="2591" x="4025900" y="5753100"/>
          <p14:tracePt t="2608" x="4076700" y="5759450"/>
          <p14:tracePt t="2658" x="4210050" y="5765800"/>
          <p14:tracePt t="2674" x="4267200" y="5765800"/>
          <p14:tracePt t="2724" x="4330700" y="5765800"/>
          <p14:tracePt t="2775" x="4356100" y="5765800"/>
          <p14:tracePt t="2824" x="4368800" y="5765800"/>
          <p14:tracePt t="2874" x="4375150" y="5765800"/>
          <p14:tracePt t="2939" x="4349750" y="5765800"/>
          <p14:tracePt t="2974" x="4318000" y="5772150"/>
          <p14:tracePt t="3006" x="4267200" y="5778500"/>
          <p14:tracePt t="3039" x="4064000" y="5822950"/>
          <p14:tracePt t="3045" x="4006850" y="5829300"/>
          <p14:tracePt t="3090" x="3778250" y="5842000"/>
          <p14:tracePt t="3122" x="3613150" y="5822950"/>
          <p14:tracePt t="3126" x="3562350" y="5810250"/>
          <p14:tracePt t="3172" x="3333750" y="5740400"/>
          <p14:tracePt t="3205" x="3111500" y="5676900"/>
          <p14:tracePt t="3239" x="3003550" y="5651500"/>
          <p14:tracePt t="3272" x="2940050" y="5651500"/>
          <p14:tracePt t="3305" x="2889250" y="5670550"/>
          <p14:tracePt t="3355" x="2825750" y="5683250"/>
          <p14:tracePt t="3405" x="2813050" y="5683250"/>
          <p14:tracePt t="3454" x="2806700" y="5683250"/>
          <p14:tracePt t="3554" x="2825750" y="5689600"/>
          <p14:tracePt t="3560" x="2838450" y="5689600"/>
          <p14:tracePt t="3605" x="2959100" y="5683250"/>
          <p14:tracePt t="3608" x="3035300" y="5683250"/>
          <p14:tracePt t="3655" x="3467100" y="5689600"/>
          <p14:tracePt t="3660" x="3619500" y="5702300"/>
          <p14:tracePt t="3705" x="4425950" y="5740400"/>
          <p14:tracePt t="3737" x="4933950" y="5734050"/>
          <p14:tracePt t="3743" x="5048250" y="5721350"/>
          <p14:tracePt t="3788" x="5334000" y="5676900"/>
          <p14:tracePt t="3820" x="5384800" y="5664200"/>
          <p14:tracePt t="3986" x="5359400" y="5664200"/>
          <p14:tracePt t="3991" x="5346700" y="5657850"/>
          <p14:tracePt t="4020" x="5283200" y="5645150"/>
          <p14:tracePt t="4036" x="5232400" y="5632450"/>
          <p14:tracePt t="4069" x="4914900" y="5562600"/>
          <p14:tracePt t="4075" x="4813300" y="5530850"/>
          <p14:tracePt t="4119" x="4349750" y="5416550"/>
          <p14:tracePt t="4169" x="3854450" y="5314950"/>
          <p14:tracePt t="4218" x="3695700" y="5321300"/>
          <p14:tracePt t="4235" x="3689350" y="5321300"/>
          <p14:tracePt t="4268" x="3683000" y="5334000"/>
          <p14:tracePt t="9683" x="3727450" y="5175250"/>
          <p14:tracePt t="9689" x="3727450" y="5149850"/>
          <p14:tracePt t="9716" x="3746500" y="5067300"/>
          <p14:tracePt t="9750" x="3740150" y="4997450"/>
          <p14:tracePt t="9782" x="3727450" y="4889500"/>
          <p14:tracePt t="9788" x="3721100" y="4838700"/>
          <p14:tracePt t="9833" x="3663950" y="4629150"/>
          <p14:tracePt t="9865" x="3556000" y="4451350"/>
          <p14:tracePt t="9915" x="3498850" y="4375150"/>
          <p14:tracePt t="9949" x="3479800" y="4343400"/>
          <p14:tracePt t="9982" x="3448050" y="4279900"/>
          <p14:tracePt t="10033" x="3397250" y="4057650"/>
          <p14:tracePt t="10065" x="3390900" y="3886200"/>
          <p14:tracePt t="10070" x="3384550" y="3822700"/>
          <p14:tracePt t="10115" x="3352800" y="3511550"/>
          <p14:tracePt t="10148" x="3314700" y="3302000"/>
          <p14:tracePt t="10181" x="3289300" y="3168650"/>
          <p14:tracePt t="10187" x="3282950" y="3136900"/>
          <p14:tracePt t="10231" x="3257550" y="3009900"/>
          <p14:tracePt t="10235" x="3251200" y="2984500"/>
          <p14:tracePt t="10264" x="3251200" y="2940050"/>
          <p14:tracePt t="10281" x="3244850" y="2889250"/>
          <p14:tracePt t="10287" x="3244850" y="2870200"/>
          <p14:tracePt t="10331" x="3308350" y="2724150"/>
          <p14:tracePt t="10364" x="3429000" y="2571750"/>
          <p14:tracePt t="10380" x="3581400" y="2438400"/>
          <p14:tracePt t="10398" x="3771900" y="2324100"/>
          <p14:tracePt t="10448" x="4229100" y="2178050"/>
          <p14:tracePt t="10480" x="4559300" y="2152650"/>
          <p14:tracePt t="10497" x="4749800" y="2165350"/>
          <p14:tracePt t="10547" x="4895850" y="2190750"/>
          <p14:tracePt t="10596" x="4902200" y="2209800"/>
          <p14:tracePt t="10613" x="4902200" y="2279650"/>
          <p14:tracePt t="10619" x="4902200" y="230505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Exam in 2 Weeks?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534400" cy="6172200"/>
          </a:xfrm>
        </p:spPr>
        <p:txBody>
          <a:bodyPr/>
          <a:lstStyle/>
          <a:p>
            <a:r>
              <a:rPr lang="en-US" dirty="0" smtClean="0"/>
              <a:t>How will we take the final exam?</a:t>
            </a:r>
          </a:p>
          <a:p>
            <a:r>
              <a:rPr lang="en-US" dirty="0" smtClean="0"/>
              <a:t>It will be taken online, during regular class hours.</a:t>
            </a:r>
          </a:p>
          <a:p>
            <a:r>
              <a:rPr lang="en-US" spc="-20" dirty="0"/>
              <a:t>D</a:t>
            </a:r>
            <a:r>
              <a:rPr lang="en-US" spc="-20" dirty="0" smtClean="0"/>
              <a:t>etails of how to take the exam will be posted late</a:t>
            </a:r>
            <a:r>
              <a:rPr lang="en-US" spc="-100" dirty="0" smtClean="0"/>
              <a:t>r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now, verify that you meet these requirements:</a:t>
            </a:r>
          </a:p>
          <a:p>
            <a:pPr marL="627063" lvl="1" indent="-288925">
              <a:spcBef>
                <a:spcPts val="0"/>
              </a:spcBef>
            </a:pPr>
            <a:r>
              <a:rPr lang="en-US" b="1" dirty="0" smtClean="0"/>
              <a:t>A stable internet connection</a:t>
            </a:r>
            <a:r>
              <a:rPr lang="en-US" dirty="0" smtClean="0"/>
              <a:t> from </a:t>
            </a:r>
            <a:r>
              <a:rPr lang="en-US" dirty="0" smtClean="0"/>
              <a:t>2</a:t>
            </a:r>
            <a:r>
              <a:rPr lang="en-US" dirty="0" smtClean="0"/>
              <a:t>:10-5:00 </a:t>
            </a:r>
            <a:r>
              <a:rPr lang="en-US" dirty="0" smtClean="0"/>
              <a:t>on </a:t>
            </a:r>
            <a:r>
              <a:rPr lang="en-US" dirty="0" smtClean="0"/>
              <a:t>Tuesday </a:t>
            </a:r>
            <a:r>
              <a:rPr lang="en-US" dirty="0" smtClean="0"/>
              <a:t>June </a:t>
            </a:r>
            <a:r>
              <a:rPr lang="en-US" dirty="0" smtClean="0"/>
              <a:t>22. </a:t>
            </a:r>
            <a:r>
              <a:rPr lang="en-US" dirty="0" smtClean="0"/>
              <a:t>The exam will be taken live, and dropped signals are not acceptable. (You may consider having a backup </a:t>
            </a:r>
            <a:r>
              <a:rPr lang="en-US" dirty="0" err="1" smtClean="0"/>
              <a:t>wifi</a:t>
            </a:r>
            <a:r>
              <a:rPr lang="en-US" dirty="0" smtClean="0"/>
              <a:t>, such as a cell </a:t>
            </a:r>
            <a:r>
              <a:rPr lang="en-US" dirty="0" smtClean="0"/>
              <a:t>phone.)</a:t>
            </a:r>
            <a:endParaRPr lang="en-US" dirty="0" smtClean="0"/>
          </a:p>
          <a:p>
            <a:pPr marL="627063" lvl="1" indent="-288925"/>
            <a:r>
              <a:rPr lang="en-US" b="1" dirty="0" smtClean="0"/>
              <a:t>A webcam.</a:t>
            </a:r>
          </a:p>
          <a:p>
            <a:pPr marL="627063" lvl="1" indent="-288925"/>
            <a:r>
              <a:rPr lang="en-US" b="1" dirty="0" smtClean="0"/>
              <a:t>A</a:t>
            </a:r>
            <a:r>
              <a:rPr lang="en-US" dirty="0" smtClean="0"/>
              <a:t> </a:t>
            </a:r>
            <a:r>
              <a:rPr lang="en-US" b="1" dirty="0" smtClean="0"/>
              <a:t>mirror</a:t>
            </a:r>
            <a:r>
              <a:rPr lang="en-US" dirty="0" smtClean="0"/>
              <a:t> large enough so that it can be placed such that:</a:t>
            </a:r>
          </a:p>
          <a:p>
            <a:pPr marL="852488" lvl="2" indent="-225425">
              <a:spcBef>
                <a:spcPts val="0"/>
              </a:spcBef>
            </a:pPr>
            <a:r>
              <a:rPr lang="en-US" dirty="0" smtClean="0"/>
              <a:t>I can see your face and the mirror in the </a:t>
            </a:r>
            <a:r>
              <a:rPr lang="en-US" dirty="0" smtClean="0"/>
              <a:t>webcam.</a:t>
            </a:r>
            <a:endParaRPr lang="en-US" dirty="0" smtClean="0"/>
          </a:p>
          <a:p>
            <a:pPr marL="852488" lvl="2" indent="-225425"/>
            <a:r>
              <a:rPr lang="en-US" spc="-30" dirty="0" smtClean="0"/>
              <a:t>I can see your computer screen &amp; keyboard in the mirror.</a:t>
            </a:r>
          </a:p>
          <a:p>
            <a:pPr marL="627063" lvl="1" indent="-288925"/>
            <a:r>
              <a:rPr lang="en-US" b="1" spc="-20" dirty="0"/>
              <a:t>A </a:t>
            </a:r>
            <a:r>
              <a:rPr lang="en-US" b="1" spc="-20" dirty="0" err="1" smtClean="0"/>
              <a:t>gmail</a:t>
            </a:r>
            <a:r>
              <a:rPr lang="en-US" b="1" spc="-20" dirty="0" smtClean="0"/>
              <a:t>(?) account </a:t>
            </a:r>
            <a:r>
              <a:rPr lang="en-US" spc="-20" dirty="0" smtClean="0"/>
              <a:t>with enough space to record 3 hours.</a:t>
            </a:r>
            <a:endParaRPr lang="en-US" spc="-20" dirty="0"/>
          </a:p>
          <a:p>
            <a:pPr marL="852488" lvl="2" indent="-225425">
              <a:spcBef>
                <a:spcPts val="0"/>
              </a:spcBef>
            </a:pPr>
            <a:r>
              <a:rPr lang="en-US" dirty="0" smtClean="0"/>
              <a:t>I'm considering that you might record on google-meet...</a:t>
            </a:r>
            <a:endParaRPr lang="en-US" dirty="0"/>
          </a:p>
          <a:p>
            <a:pPr marL="852488" lvl="2" indent="-225425"/>
            <a:endParaRPr lang="en-US" spc="-30" dirty="0" smtClean="0"/>
          </a:p>
          <a:p>
            <a:pPr lvl="1"/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0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451"/>
    </mc:Choice>
    <mc:Fallback xmlns="">
      <p:transition spd="slow" advTm="3214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6474" x="5784850" y="2838450"/>
          <p14:tracePt t="6481" x="5784850" y="2762250"/>
          <p14:tracePt t="6488" x="5784850" y="2698750"/>
          <p14:tracePt t="6503" x="5791200" y="2520950"/>
          <p14:tracePt t="6518" x="5835650" y="2298700"/>
          <p14:tracePt t="6535" x="5873750" y="2127250"/>
          <p14:tracePt t="6552" x="5924550" y="1905000"/>
          <p14:tracePt t="6568" x="5937250" y="1797050"/>
          <p14:tracePt t="6585" x="5930900" y="1644650"/>
          <p14:tracePt t="6601" x="5880100" y="1498600"/>
          <p14:tracePt t="6618" x="5835650" y="1352550"/>
          <p14:tracePt t="6635" x="5784850" y="1168400"/>
          <p14:tracePt t="6651" x="5556250" y="698500"/>
          <p14:tracePt t="6668" x="5441950" y="520700"/>
          <p14:tracePt t="6685" x="5232400" y="304800"/>
          <p14:tracePt t="6701" x="5200650" y="279400"/>
          <p14:tracePt t="6718" x="5168900" y="266700"/>
          <p14:tracePt t="6734" x="5086350" y="234950"/>
          <p14:tracePt t="6751" x="5060950" y="234950"/>
          <p14:tracePt t="6768" x="5003800" y="228600"/>
          <p14:tracePt t="6784" x="4965700" y="228600"/>
          <p14:tracePt t="6800" x="4857750" y="241300"/>
          <p14:tracePt t="6818" x="4743450" y="279400"/>
          <p14:tracePt t="6834" x="4679950" y="304800"/>
          <p14:tracePt t="6851" x="4514850" y="400050"/>
          <p14:tracePt t="6867" x="4349750" y="501650"/>
          <p14:tracePt t="6884" x="4279900" y="539750"/>
          <p14:tracePt t="6901" x="4191000" y="590550"/>
          <p14:tracePt t="6917" x="4083050" y="641350"/>
          <p14:tracePt t="6934" x="3968750" y="685800"/>
          <p14:tracePt t="6951" x="3638550" y="787400"/>
          <p14:tracePt t="6967" x="3505200" y="831850"/>
          <p14:tracePt t="6983" x="3238500" y="901700"/>
          <p14:tracePt t="7000" x="3028950" y="971550"/>
          <p14:tracePt t="7017" x="2940050" y="1003300"/>
          <p14:tracePt t="7034" x="2781300" y="1060450"/>
          <p14:tracePt t="7050" x="2641600" y="1123950"/>
          <p14:tracePt t="7067" x="2590800" y="1149350"/>
          <p14:tracePt t="7084" x="2381250" y="1257300"/>
          <p14:tracePt t="7100" x="2336800" y="1282700"/>
          <p14:tracePt t="7116" x="2292350" y="1308100"/>
          <p14:tracePt t="7133" x="2228850" y="1339850"/>
          <p14:tracePt t="7150" x="2178050" y="1377950"/>
          <p14:tracePt t="7166" x="2146300" y="1397000"/>
          <p14:tracePt t="7183" x="2108200" y="1422400"/>
          <p14:tracePt t="7199" x="2076450" y="1460500"/>
          <p14:tracePt t="7217" x="2038350" y="1492250"/>
          <p14:tracePt t="7233" x="2032000" y="1504950"/>
          <p14:tracePt t="7249" x="2019300" y="1524000"/>
          <p14:tracePt t="7266" x="2012950" y="1536700"/>
          <p14:tracePt t="7299" x="2019300" y="1536700"/>
          <p14:tracePt t="7316" x="2044700" y="1536700"/>
          <p14:tracePt t="7332" x="2063750" y="1536700"/>
          <p14:tracePt t="7350" x="2120900" y="1536700"/>
          <p14:tracePt t="7366" x="2159000" y="1555750"/>
          <p14:tracePt t="7382" x="2279650" y="1593850"/>
          <p14:tracePt t="7399" x="2425700" y="1638300"/>
          <p14:tracePt t="7415" x="2520950" y="1670050"/>
          <p14:tracePt t="7432" x="2711450" y="1714500"/>
          <p14:tracePt t="7449" x="2933700" y="1733550"/>
          <p14:tracePt t="7465" x="3035300" y="1733550"/>
          <p14:tracePt t="7482" x="3270250" y="1733550"/>
          <p14:tracePt t="7498" x="3397250" y="1733550"/>
          <p14:tracePt t="7515" x="3651250" y="1765300"/>
          <p14:tracePt t="7532" x="3905250" y="1784350"/>
          <p14:tracePt t="7548" x="4019550" y="1803400"/>
          <p14:tracePt t="7565" x="4216400" y="1860550"/>
          <p14:tracePt t="7582" x="4356100" y="1866900"/>
          <p14:tracePt t="7598" x="4419600" y="1866900"/>
          <p14:tracePt t="7615" x="4476750" y="1854200"/>
          <p14:tracePt t="7631" x="4654550" y="1809750"/>
          <p14:tracePt t="7648" x="4699000" y="1790700"/>
          <p14:tracePt t="7665" x="4781550" y="1765300"/>
          <p14:tracePt t="7681" x="4851400" y="1739900"/>
          <p14:tracePt t="7698" x="4895850" y="1733550"/>
          <p14:tracePt t="7715" x="4953000" y="1727200"/>
          <p14:tracePt t="7731" x="5029200" y="1708150"/>
          <p14:tracePt t="7748" x="5073650" y="1701800"/>
          <p14:tracePt t="7764" x="5181600" y="1682750"/>
          <p14:tracePt t="7781" x="5270500" y="1676400"/>
          <p14:tracePt t="7798" x="5353050" y="1670050"/>
          <p14:tracePt t="7814" x="5397500" y="1657350"/>
          <p14:tracePt t="7831" x="5473700" y="1657350"/>
          <p14:tracePt t="7848" x="5543550" y="1657350"/>
          <p14:tracePt t="7864" x="5568950" y="1657350"/>
          <p14:tracePt t="7880" x="5638800" y="1651000"/>
          <p14:tracePt t="7897" x="5715000" y="1644650"/>
          <p14:tracePt t="7914" x="5759450" y="1644650"/>
          <p14:tracePt t="7931" x="5822950" y="1638300"/>
          <p14:tracePt t="7947" x="5854700" y="1638300"/>
          <p14:tracePt t="7963" x="5911850" y="1638300"/>
          <p14:tracePt t="7981" x="5943600" y="1638300"/>
          <p14:tracePt t="7997" x="5988050" y="1631950"/>
          <p14:tracePt t="8013" x="6019800" y="1631950"/>
          <p14:tracePt t="8030" x="6076950" y="1619250"/>
          <p14:tracePt t="8047" x="6115050" y="1612900"/>
          <p14:tracePt t="8063" x="6146800" y="1612900"/>
          <p14:tracePt t="8080" x="6203950" y="1606550"/>
          <p14:tracePt t="8096" x="6229350" y="1606550"/>
          <p14:tracePt t="8114" x="6292850" y="1606550"/>
          <p14:tracePt t="8130" x="6330950" y="1612900"/>
          <p14:tracePt t="8146" x="6400800" y="1631950"/>
          <p14:tracePt t="8163" x="6483350" y="1657350"/>
          <p14:tracePt t="8180" x="6527800" y="1663700"/>
          <p14:tracePt t="8183" x="6565900" y="1670050"/>
          <p14:tracePt t="8196" x="6610350" y="1689100"/>
          <p14:tracePt t="8213" x="6667500" y="1701800"/>
          <p14:tracePt t="8230" x="6711950" y="1714500"/>
          <p14:tracePt t="8246" x="6750050" y="1727200"/>
          <p14:tracePt t="8263" x="6788150" y="1739900"/>
          <p14:tracePt t="8279" x="6800850" y="1746250"/>
          <p14:tracePt t="8296" x="6845300" y="1790700"/>
          <p14:tracePt t="10088" x="6756400" y="1765300"/>
          <p14:tracePt t="10095" x="6635750" y="1727200"/>
          <p14:tracePt t="10106" x="6521450" y="1695450"/>
          <p14:tracePt t="10123" x="6273800" y="1631950"/>
          <p14:tracePt t="10139" x="6146800" y="1593850"/>
          <p14:tracePt t="10156" x="6019800" y="1574800"/>
          <p14:tracePt t="10173" x="5683250" y="1517650"/>
          <p14:tracePt t="10189" x="5473700" y="1473200"/>
          <p14:tracePt t="10206" x="5384800" y="1460500"/>
          <p14:tracePt t="10223" x="5181600" y="1466850"/>
          <p14:tracePt t="10239" x="5099050" y="1504950"/>
          <p14:tracePt t="10242" x="5029200" y="1555750"/>
          <p14:tracePt t="10257" x="4946650" y="1600200"/>
          <p14:tracePt t="10272" x="4806950" y="1676400"/>
          <p14:tracePt t="10289" x="4743450" y="1708150"/>
          <p14:tracePt t="10306" x="4603750" y="1784350"/>
          <p14:tracePt t="10322" x="4521200" y="1822450"/>
          <p14:tracePt t="10338" x="4438650" y="1866900"/>
          <p14:tracePt t="10355" x="4267200" y="1949450"/>
          <p14:tracePt t="10372" x="4159250" y="1987550"/>
          <p14:tracePt t="10389" x="4000500" y="2057400"/>
          <p14:tracePt t="10405" x="3841750" y="2108200"/>
          <p14:tracePt t="10422" x="3765550" y="2127250"/>
          <p14:tracePt t="10439" x="3644900" y="2146300"/>
          <p14:tracePt t="10455" x="3505200" y="2146300"/>
          <p14:tracePt t="10472" x="3441700" y="2146300"/>
          <p14:tracePt t="10489" x="3270250" y="2159000"/>
          <p14:tracePt t="10505" x="3219450" y="2165350"/>
          <p14:tracePt t="10521" x="3162300" y="2171700"/>
          <p14:tracePt t="10538" x="3073400" y="2171700"/>
          <p14:tracePt t="10555" x="2965450" y="2178050"/>
          <p14:tracePt t="10572" x="2882900" y="2203450"/>
          <p14:tracePt t="10588" x="2838450" y="2216150"/>
          <p14:tracePt t="10605" x="2762250" y="2247900"/>
          <p14:tracePt t="10622" x="2686050" y="2286000"/>
          <p14:tracePt t="10638" x="2647950" y="2298700"/>
          <p14:tracePt t="10654" x="2584450" y="2330450"/>
          <p14:tracePt t="10671" x="2540000" y="2355850"/>
          <p14:tracePt t="10687" x="2520950" y="2362200"/>
          <p14:tracePt t="10705" x="2501900" y="2368550"/>
          <p14:tracePt t="10721" x="2495550" y="2368550"/>
          <p14:tracePt t="10761" x="2495550" y="2362200"/>
          <p14:tracePt t="10782" x="2501900" y="2355850"/>
          <p14:tracePt t="10790" x="2501900" y="2349500"/>
          <p14:tracePt t="10809" x="2508250" y="2349500"/>
          <p14:tracePt t="10852" x="2508250" y="2343150"/>
          <p14:tracePt t="10894" x="2508250" y="2336800"/>
          <p14:tracePt t="10922" x="2508250" y="2330450"/>
          <p14:tracePt t="10964" x="2514600" y="2324100"/>
          <p14:tracePt t="10971" x="2520950" y="2317750"/>
          <p14:tracePt t="10992" x="2527300" y="2311400"/>
          <p14:tracePt t="10999" x="2533650" y="2311400"/>
          <p14:tracePt t="11013" x="2546350" y="2305050"/>
          <p14:tracePt t="11022" x="2559050" y="2298700"/>
          <p14:tracePt t="11036" x="2584450" y="2292350"/>
          <p14:tracePt t="11053" x="2667000" y="2279650"/>
          <p14:tracePt t="11069" x="2800350" y="2260600"/>
          <p14:tracePt t="11086" x="2876550" y="2247900"/>
          <p14:tracePt t="11104" x="2959100" y="2241550"/>
          <p14:tracePt t="11119" x="3225800" y="2228850"/>
          <p14:tracePt t="11136" x="3314700" y="2228850"/>
          <p14:tracePt t="11153" x="3479800" y="2228850"/>
          <p14:tracePt t="11169" x="3556000" y="2228850"/>
          <p14:tracePt t="11186" x="3695700" y="2235200"/>
          <p14:tracePt t="11203" x="3803650" y="2241550"/>
          <p14:tracePt t="11219" x="3867150" y="2241550"/>
          <p14:tracePt t="11236" x="3956050" y="2241550"/>
          <p14:tracePt t="11252" x="4051300" y="2247900"/>
          <p14:tracePt t="11269" x="4089400" y="2247900"/>
          <p14:tracePt t="11286" x="4159250" y="2247900"/>
          <p14:tracePt t="11302" x="4203700" y="2254250"/>
          <p14:tracePt t="11318" x="4222750" y="2254250"/>
          <p14:tracePt t="11336" x="4248150" y="2254250"/>
          <p14:tracePt t="11352" x="4279900" y="2254250"/>
          <p14:tracePt t="11369" x="4305300" y="2254250"/>
          <p14:tracePt t="11385" x="4362450" y="2247900"/>
          <p14:tracePt t="11402" x="4445000" y="2247900"/>
          <p14:tracePt t="11418" x="4470400" y="2247900"/>
          <p14:tracePt t="11435" x="4572000" y="2247900"/>
          <p14:tracePt t="11452" x="4622800" y="2247900"/>
          <p14:tracePt t="11469" x="4794250" y="2266950"/>
          <p14:tracePt t="11484" x="4832350" y="2266950"/>
          <p14:tracePt t="11501" x="4889500" y="2266950"/>
          <p14:tracePt t="11518" x="4972050" y="2254250"/>
          <p14:tracePt t="11534" x="5048250" y="2254250"/>
          <p14:tracePt t="11551" x="5073650" y="2254250"/>
          <p14:tracePt t="11567" x="5156200" y="2254250"/>
          <p14:tracePt t="11584" x="5232400" y="2247900"/>
          <p14:tracePt t="11601" x="5276850" y="2241550"/>
          <p14:tracePt t="11617" x="5327650" y="2228850"/>
          <p14:tracePt t="11634" x="5372100" y="2222500"/>
          <p14:tracePt t="11651" x="5422900" y="2216150"/>
          <p14:tracePt t="11667" x="5492750" y="2197100"/>
          <p14:tracePt t="11684" x="5626100" y="2159000"/>
          <p14:tracePt t="11700" x="5689600" y="2139950"/>
          <p14:tracePt t="11717" x="5797550" y="2127250"/>
          <p14:tracePt t="11734" x="5848350" y="2133600"/>
          <p14:tracePt t="11750" x="5994400" y="2171700"/>
          <p14:tracePt t="11767" x="6076950" y="2190750"/>
          <p14:tracePt t="11770" x="6165850" y="2209800"/>
          <p14:tracePt t="11786" x="6242050" y="2222500"/>
          <p14:tracePt t="11800" x="6400800" y="2228850"/>
          <p14:tracePt t="11817" x="6451600" y="2228850"/>
          <p14:tracePt t="11834" x="6540500" y="2228850"/>
          <p14:tracePt t="11851" x="6591300" y="2228850"/>
          <p14:tracePt t="11867" x="6635750" y="2222500"/>
          <p14:tracePt t="11883" x="6750050" y="2222500"/>
          <p14:tracePt t="11900" x="6819900" y="2222500"/>
          <p14:tracePt t="11918" x="6946900" y="2222500"/>
          <p14:tracePt t="11933" x="7048500" y="2228850"/>
          <p14:tracePt t="11950" x="7086600" y="2228850"/>
          <p14:tracePt t="11967" x="7162800" y="2247900"/>
          <p14:tracePt t="11983" x="7213600" y="2260600"/>
          <p14:tracePt t="12000" x="7239000" y="2260600"/>
          <p14:tracePt t="12016" x="7296150" y="2266950"/>
          <p14:tracePt t="12033" x="7315200" y="2266950"/>
          <p14:tracePt t="12050" x="7397750" y="2273300"/>
          <p14:tracePt t="12066" x="7423150" y="2273300"/>
          <p14:tracePt t="12083" x="7442200" y="2273300"/>
          <p14:tracePt t="12100" x="7499350" y="2273300"/>
          <p14:tracePt t="12116" x="7512050" y="2266950"/>
          <p14:tracePt t="12133" x="7531100" y="2266950"/>
          <p14:tracePt t="12149" x="7550150" y="2260600"/>
          <p14:tracePt t="12165" x="7556500" y="2260600"/>
          <p14:tracePt t="12184" x="7562850" y="2254250"/>
          <p14:tracePt t="12215" x="7569200" y="2247900"/>
          <p14:tracePt t="12233" x="7575550" y="2228850"/>
          <p14:tracePt t="12249" x="7581900" y="2216150"/>
          <p14:tracePt t="12265" x="7581900" y="2209800"/>
          <p14:tracePt t="13505" x="7512050" y="2203450"/>
          <p14:tracePt t="13512" x="7391400" y="2184400"/>
          <p14:tracePt t="13526" x="7270750" y="2184400"/>
          <p14:tracePt t="13533" x="7143750" y="2184400"/>
          <p14:tracePt t="13547" x="7004050" y="2184400"/>
          <p14:tracePt t="13563" x="6864350" y="2184400"/>
          <p14:tracePt t="13578" x="6527800" y="2197100"/>
          <p14:tracePt t="13594" x="6369050" y="2209800"/>
          <p14:tracePt t="13611" x="6070600" y="2222500"/>
          <p14:tracePt t="13627" x="5803900" y="2235200"/>
          <p14:tracePt t="13645" x="5549900" y="2273300"/>
          <p14:tracePt t="13660" x="5422900" y="2305050"/>
          <p14:tracePt t="13677" x="5175250" y="2349500"/>
          <p14:tracePt t="13695" x="4933950" y="2368550"/>
          <p14:tracePt t="13710" x="4832350" y="2381250"/>
          <p14:tracePt t="13727" x="4641850" y="2400300"/>
          <p14:tracePt t="13744" x="4438650" y="2419350"/>
          <p14:tracePt t="13760" x="4324350" y="2419350"/>
          <p14:tracePt t="13777" x="4102100" y="2463800"/>
          <p14:tracePt t="13793" x="3886200" y="2482850"/>
          <p14:tracePt t="13810" x="3784600" y="2495550"/>
          <p14:tracePt t="13827" x="3619500" y="2501900"/>
          <p14:tracePt t="13843" x="3429000" y="2520950"/>
          <p14:tracePt t="13860" x="3352800" y="2520950"/>
          <p14:tracePt t="13877" x="3219450" y="2520950"/>
          <p14:tracePt t="13893" x="3168650" y="2520950"/>
          <p14:tracePt t="13910" x="3105150" y="2520950"/>
          <p14:tracePt t="13926" x="3035300" y="2520950"/>
          <p14:tracePt t="13942" x="3009900" y="2520950"/>
          <p14:tracePt t="13960" x="2952750" y="2533650"/>
          <p14:tracePt t="13976" x="2901950" y="2540000"/>
          <p14:tracePt t="13993" x="2870200" y="2540000"/>
          <p14:tracePt t="14010" x="2832100" y="2552700"/>
          <p14:tracePt t="14026" x="2794000" y="2565400"/>
          <p14:tracePt t="14043" x="2787650" y="2578100"/>
          <p14:tracePt t="14059" x="2787650" y="2603500"/>
          <p14:tracePt t="14076" x="2800350" y="2609850"/>
          <p14:tracePt t="14463" x="2730500" y="2609850"/>
          <p14:tracePt t="14478" x="2628900" y="2609850"/>
          <p14:tracePt t="14485" x="2527300" y="2603500"/>
          <p14:tracePt t="14493" x="2425700" y="2603500"/>
          <p14:tracePt t="14507" x="2336800" y="2603500"/>
          <p14:tracePt t="14524" x="2235200" y="2603500"/>
          <p14:tracePt t="14541" x="2057400" y="2609850"/>
          <p14:tracePt t="14557" x="1892300" y="2609850"/>
          <p14:tracePt t="14574" x="1816100" y="2609850"/>
          <p14:tracePt t="14591" x="1682750" y="2635250"/>
          <p14:tracePt t="14607" x="1593850" y="2679700"/>
          <p14:tracePt t="14624" x="1562100" y="2698750"/>
          <p14:tracePt t="14640" x="1517650" y="2711450"/>
          <p14:tracePt t="14657" x="1498600" y="2730500"/>
          <p14:tracePt t="14690" x="1492250" y="2730500"/>
          <p14:tracePt t="14707" x="1485900" y="2736850"/>
          <p14:tracePt t="14814" x="1492250" y="2736850"/>
          <p14:tracePt t="14828" x="1504950" y="2736850"/>
          <p14:tracePt t="14835" x="1517650" y="2736850"/>
          <p14:tracePt t="14849" x="1549400" y="2736850"/>
          <p14:tracePt t="14859" x="1587500" y="2736850"/>
          <p14:tracePt t="14873" x="1625600" y="2736850"/>
          <p14:tracePt t="14889" x="1765300" y="2736850"/>
          <p14:tracePt t="14906" x="1898650" y="2749550"/>
          <p14:tracePt t="14923" x="1949450" y="2749550"/>
          <p14:tracePt t="14940" x="2044700" y="2762250"/>
          <p14:tracePt t="14956" x="2108200" y="2762250"/>
          <p14:tracePt t="14973" x="2133600" y="2755900"/>
          <p14:tracePt t="14990" x="2159000" y="2755900"/>
          <p14:tracePt t="15006" x="2171700" y="2755900"/>
          <p14:tracePt t="15023" x="2178050" y="2755900"/>
          <p14:tracePt t="15728" x="2184400" y="2755900"/>
          <p14:tracePt t="15735" x="2197100" y="2768600"/>
          <p14:tracePt t="15749" x="2222500" y="2794000"/>
          <p14:tracePt t="15756" x="2241550" y="2813050"/>
          <p14:tracePt t="15770" x="2266950" y="2838450"/>
          <p14:tracePt t="15786" x="2330450" y="2895600"/>
          <p14:tracePt t="15803" x="2368550" y="2927350"/>
          <p14:tracePt t="15820" x="2432050" y="2978150"/>
          <p14:tracePt t="15836" x="2476500" y="3016250"/>
          <p14:tracePt t="15853" x="2495550" y="3035300"/>
          <p14:tracePt t="15856" x="2508250" y="3041650"/>
          <p14:tracePt t="15870" x="2520950" y="3060700"/>
          <p14:tracePt t="15886" x="2540000" y="3067050"/>
          <p14:tracePt t="15904" x="2565400" y="3086100"/>
          <p14:tracePt t="15919" x="2571750" y="3086100"/>
          <p14:tracePt t="15953" x="2578100" y="3086100"/>
          <p14:tracePt t="15970" x="2590800" y="3086100"/>
          <p14:tracePt t="15986" x="2597150" y="3092450"/>
          <p14:tracePt t="16002" x="2616200" y="3105150"/>
          <p14:tracePt t="16019" x="2628900" y="3111500"/>
          <p14:tracePt t="17405" x="2660650" y="3098800"/>
          <p14:tracePt t="17412" x="2679700" y="3079750"/>
          <p14:tracePt t="17419" x="2692400" y="3067050"/>
          <p14:tracePt t="17434" x="2705100" y="3054350"/>
          <p14:tracePt t="17447" x="2724150" y="3028950"/>
          <p14:tracePt t="17464" x="2743200" y="3009900"/>
          <p14:tracePt t="17481" x="2762250" y="2965450"/>
          <p14:tracePt t="17498" x="2800350" y="2901950"/>
          <p14:tracePt t="17514" x="2825750" y="2882900"/>
          <p14:tracePt t="17532" x="2863850" y="2813050"/>
          <p14:tracePt t="17547" x="2901950" y="2762250"/>
          <p14:tracePt t="17564" x="2933700" y="2736850"/>
          <p14:tracePt t="17581" x="2978150" y="2692400"/>
          <p14:tracePt t="17596" x="3003550" y="2673350"/>
          <p14:tracePt t="17614" x="3067050" y="2622550"/>
          <p14:tracePt t="17630" x="3124200" y="2565400"/>
          <p14:tracePt t="17646" x="3155950" y="2540000"/>
          <p14:tracePt t="17664" x="3213100" y="2482850"/>
          <p14:tracePt t="17680" x="3270250" y="2444750"/>
          <p14:tracePt t="17696" x="3289300" y="2425700"/>
          <p14:tracePt t="17714" x="3333750" y="2381250"/>
          <p14:tracePt t="17730" x="3378200" y="2349500"/>
          <p14:tracePt t="17746" x="3390900" y="2343150"/>
          <p14:tracePt t="17763" x="3416300" y="2336800"/>
          <p14:tracePt t="17779" x="3429000" y="2330450"/>
          <p14:tracePt t="17818" x="3435350" y="2336800"/>
          <p14:tracePt t="17829" x="3435350" y="2349500"/>
          <p14:tracePt t="17848" x="3435350" y="2362200"/>
          <p14:tracePt t="17862" x="3435350" y="2368550"/>
          <p14:tracePt t="17879" x="3435350" y="2374900"/>
          <p14:tracePt t="17896" x="3435350" y="2413000"/>
          <p14:tracePt t="17913" x="3435350" y="2425700"/>
          <p14:tracePt t="17929" x="3429000" y="2451100"/>
          <p14:tracePt t="17946" x="3409950" y="2489200"/>
          <p14:tracePt t="17962" x="3384550" y="2540000"/>
          <p14:tracePt t="17981" x="3359150" y="2590800"/>
          <p14:tracePt t="17995" x="3340100" y="2622550"/>
          <p14:tracePt t="18012" x="3302000" y="2686050"/>
          <p14:tracePt t="18030" x="3270250" y="2736850"/>
          <p14:tracePt t="18046" x="3257550" y="2762250"/>
          <p14:tracePt t="18062" x="3225800" y="2825750"/>
          <p14:tracePt t="18079" x="3194050" y="2882900"/>
          <p14:tracePt t="18095" x="3181350" y="2914650"/>
          <p14:tracePt t="18113" x="3149600" y="2971800"/>
          <p14:tracePt t="18129" x="3130550" y="3009900"/>
          <p14:tracePt t="18146" x="3117850" y="3022600"/>
          <p14:tracePt t="18163" x="3092450" y="3060700"/>
          <p14:tracePt t="18179" x="3079750" y="3073400"/>
          <p14:tracePt t="18195" x="3073400" y="3086100"/>
          <p14:tracePt t="18212" x="3048000" y="3117850"/>
          <p14:tracePt t="18228" x="3041650" y="3136900"/>
          <p14:tracePt t="18246" x="3035300" y="3194050"/>
          <p14:tracePt t="18261" x="3035300" y="3213100"/>
          <p14:tracePt t="18278" x="3035300" y="3225800"/>
          <p14:tracePt t="18295" x="3035300" y="3238500"/>
          <p14:tracePt t="18311" x="3035300" y="3251200"/>
          <p14:tracePt t="18327" x="3035300" y="3257550"/>
          <p14:tracePt t="18345" x="3035300" y="3270250"/>
          <p14:tracePt t="18361" x="3035300" y="3276600"/>
          <p14:tracePt t="18377" x="3041650" y="3276600"/>
          <p14:tracePt t="18791" x="3028950" y="3282950"/>
          <p14:tracePt t="18798" x="2997200" y="3289300"/>
          <p14:tracePt t="18813" x="2965450" y="3302000"/>
          <p14:tracePt t="18827" x="2895600" y="3321050"/>
          <p14:tracePt t="18843" x="2870200" y="3327400"/>
          <p14:tracePt t="18859" x="2838450" y="3333750"/>
          <p14:tracePt t="18876" x="2794000" y="3346450"/>
          <p14:tracePt t="18892" x="2749550" y="3359150"/>
          <p14:tracePt t="18909" x="2724150" y="3371850"/>
          <p14:tracePt t="18912" x="2705100" y="3371850"/>
          <p14:tracePt t="18925" x="2673350" y="3378200"/>
          <p14:tracePt t="18942" x="2628900" y="3384550"/>
          <p14:tracePt t="18960" x="2584450" y="3390900"/>
          <p14:tracePt t="18975" x="2559050" y="3390900"/>
          <p14:tracePt t="18992" x="2514600" y="3390900"/>
          <p14:tracePt t="19009" x="2476500" y="3397250"/>
          <p14:tracePt t="19025" x="2444750" y="3397250"/>
          <p14:tracePt t="19042" x="2400300" y="3397250"/>
          <p14:tracePt t="19059" x="2362200" y="3397250"/>
          <p14:tracePt t="19075" x="2349500" y="3397250"/>
          <p14:tracePt t="19093" x="2336800" y="3397250"/>
          <p14:tracePt t="19108" x="2330450" y="3397250"/>
          <p14:tracePt t="19125" x="2324100" y="3397250"/>
          <p14:tracePt t="19170" x="2317750" y="3397250"/>
          <p14:tracePt t="19429" x="2324100" y="3397250"/>
          <p14:tracePt t="19443" x="2330450" y="3397250"/>
          <p14:tracePt t="19472" x="2336800" y="3390900"/>
          <p14:tracePt t="19492" x="2343150" y="3384550"/>
          <p14:tracePt t="19499" x="2349500" y="3384550"/>
          <p14:tracePt t="19513" x="2355850" y="3378200"/>
          <p14:tracePt t="19523" x="2362200" y="3378200"/>
          <p14:tracePt t="19540" x="2368550" y="3378200"/>
          <p14:tracePt t="19557" x="2393950" y="3359150"/>
          <p14:tracePt t="19573" x="2419350" y="3327400"/>
          <p14:tracePt t="19591" x="2451100" y="3308350"/>
          <p14:tracePt t="19606" x="2476500" y="3295650"/>
          <p14:tracePt t="19623" x="2501900" y="3263900"/>
          <p14:tracePt t="19640" x="2527300" y="3251200"/>
          <p14:tracePt t="19673" x="2533650" y="3251200"/>
          <p14:tracePt t="19690" x="2540000" y="3244850"/>
          <p14:tracePt t="19710" x="2546350" y="3244850"/>
          <p14:tracePt t="19725" x="2546350" y="3238500"/>
          <p14:tracePt t="19739" x="2552700" y="3232150"/>
          <p14:tracePt t="19756" x="2559050" y="3225800"/>
          <p14:tracePt t="19773" x="2571750" y="3213100"/>
          <p14:tracePt t="19789" x="2578100" y="3213100"/>
          <p14:tracePt t="19806" x="2584450" y="3206750"/>
          <p14:tracePt t="19823" x="2584450" y="3200400"/>
          <p14:tracePt t="19839" x="2590800" y="3194050"/>
          <p14:tracePt t="19864" x="2597150" y="3187700"/>
          <p14:tracePt t="19913" x="2603500" y="3181350"/>
          <p14:tracePt t="19941" x="2609850" y="3181350"/>
          <p14:tracePt t="19983" x="2616200" y="3181350"/>
          <p14:tracePt t="20018" x="2622550" y="3181350"/>
          <p14:tracePt t="20039" x="2628900" y="3181350"/>
          <p14:tracePt t="20046" x="2641600" y="3181350"/>
          <p14:tracePt t="20054" x="2647950" y="3181350"/>
          <p14:tracePt t="20072" x="2660650" y="3181350"/>
          <p14:tracePt t="20089" x="2698750" y="3181350"/>
          <p14:tracePt t="20105" x="2755900" y="3181350"/>
          <p14:tracePt t="20122" x="2794000" y="3181350"/>
          <p14:tracePt t="20138" x="2863850" y="3194050"/>
          <p14:tracePt t="20155" x="2933700" y="3194050"/>
          <p14:tracePt t="20172" x="2971800" y="3194050"/>
          <p14:tracePt t="20188" x="3022600" y="3194050"/>
          <p14:tracePt t="20204" x="3060700" y="3194050"/>
          <p14:tracePt t="20222" x="3098800" y="3194050"/>
          <p14:tracePt t="20238" x="3124200" y="3194050"/>
          <p14:tracePt t="20254" x="3136900" y="3194050"/>
          <p14:tracePt t="20271" x="3162300" y="3194050"/>
          <p14:tracePt t="20287" x="3175000" y="3194050"/>
          <p14:tracePt t="20304" x="3200400" y="3194050"/>
          <p14:tracePt t="20321" x="3219450" y="3194050"/>
          <p14:tracePt t="20337" x="3225800" y="3194050"/>
          <p14:tracePt t="20355" x="3244850" y="3194050"/>
          <p14:tracePt t="20370" x="3263900" y="3194050"/>
          <p14:tracePt t="20387" x="3276600" y="3194050"/>
          <p14:tracePt t="20404" x="3302000" y="3187700"/>
          <p14:tracePt t="20420" x="3308350" y="3187700"/>
          <p14:tracePt t="20437" x="3352800" y="3181350"/>
          <p14:tracePt t="20440" x="3371850" y="3175000"/>
          <p14:tracePt t="20454" x="3390900" y="3175000"/>
          <p14:tracePt t="20470" x="3422650" y="3162300"/>
          <p14:tracePt t="20487" x="3467100" y="3155950"/>
          <p14:tracePt t="20503" x="3511550" y="3143250"/>
          <p14:tracePt t="20520" x="3536950" y="3143250"/>
          <p14:tracePt t="20537" x="3575050" y="3143250"/>
          <p14:tracePt t="20553" x="3619500" y="3136900"/>
          <p14:tracePt t="20570" x="3644900" y="3136900"/>
          <p14:tracePt t="20587" x="3695700" y="3136900"/>
          <p14:tracePt t="20603" x="3740150" y="3136900"/>
          <p14:tracePt t="20620" x="3765550" y="3136900"/>
          <p14:tracePt t="20636" x="3810000" y="3136900"/>
          <p14:tracePt t="20653" x="3835400" y="3136900"/>
          <p14:tracePt t="20671" x="3905250" y="3143250"/>
          <p14:tracePt t="20686" x="3924300" y="3143250"/>
          <p14:tracePt t="20703" x="3949700" y="3149600"/>
          <p14:tracePt t="20720" x="3994150" y="3155950"/>
          <p14:tracePt t="20736" x="4044950" y="3168650"/>
          <p14:tracePt t="20752" x="4064000" y="3175000"/>
          <p14:tracePt t="20769" x="4102100" y="3181350"/>
          <p14:tracePt t="20786" x="4140200" y="3181350"/>
          <p14:tracePt t="20804" x="4171950" y="3181350"/>
          <p14:tracePt t="20819" x="4191000" y="3181350"/>
          <p14:tracePt t="20836" x="4203700" y="3181350"/>
          <p14:tracePt t="20853" x="4222750" y="3181350"/>
          <p14:tracePt t="20869" x="4235450" y="3181350"/>
          <p14:tracePt t="20886" x="4241800" y="3181350"/>
          <p14:tracePt t="20903" x="4254500" y="3181350"/>
          <p14:tracePt t="20919" x="4260850" y="3181350"/>
          <p14:tracePt t="20935" x="4267200" y="3181350"/>
          <p14:tracePt t="20952" x="4267200" y="3187700"/>
          <p14:tracePt t="20968" x="4273550" y="3187700"/>
          <p14:tracePt t="20993" x="4279900" y="3187700"/>
          <p14:tracePt t="21028" x="4286250" y="3187700"/>
          <p14:tracePt t="21036" x="4286250" y="3194050"/>
          <p14:tracePt t="21049" x="4292600" y="3194050"/>
          <p14:tracePt t="21070" x="4298950" y="3200400"/>
          <p14:tracePt t="21105" x="4305300" y="3200400"/>
          <p14:tracePt t="21126" x="4311650" y="3206750"/>
          <p14:tracePt t="21140" x="4318000" y="3206750"/>
          <p14:tracePt t="21147" x="4324350" y="3206750"/>
          <p14:tracePt t="21162" x="4330700" y="3213100"/>
          <p14:tracePt t="21176" x="4343400" y="3213100"/>
          <p14:tracePt t="21184" x="4362450" y="3213100"/>
          <p14:tracePt t="21201" x="4381500" y="3213100"/>
          <p14:tracePt t="21218" x="4438650" y="3219450"/>
          <p14:tracePt t="21234" x="4476750" y="3219450"/>
          <p14:tracePt t="21251" x="4521200" y="3225800"/>
          <p14:tracePt t="21268" x="4597400" y="3238500"/>
          <p14:tracePt t="21284" x="4679950" y="3244850"/>
          <p14:tracePt t="21303" x="4749800" y="3251200"/>
          <p14:tracePt t="21317" x="4768850" y="3251200"/>
          <p14:tracePt t="21334" x="4826000" y="3257550"/>
          <p14:tracePt t="21351" x="4845050" y="3263900"/>
          <p14:tracePt t="21367" x="4895850" y="3270250"/>
          <p14:tracePt t="21384" x="4927600" y="3270250"/>
          <p14:tracePt t="21400" x="5003800" y="3270250"/>
          <p14:tracePt t="21417" x="5029200" y="3270250"/>
          <p14:tracePt t="21434" x="5054600" y="3270250"/>
          <p14:tracePt t="21450" x="5099050" y="3270250"/>
          <p14:tracePt t="21467" x="5137150" y="3263900"/>
          <p14:tracePt t="21484" x="5181600" y="3257550"/>
          <p14:tracePt t="21500" x="5207000" y="3257550"/>
          <p14:tracePt t="21516" x="5251450" y="3251200"/>
          <p14:tracePt t="21534" x="5289550" y="3238500"/>
          <p14:tracePt t="21550" x="5308600" y="3238500"/>
          <p14:tracePt t="21567" x="5346700" y="3232150"/>
          <p14:tracePt t="21583" x="5384800" y="3225800"/>
          <p14:tracePt t="21600" x="5397500" y="3225800"/>
          <p14:tracePt t="21617" x="5422900" y="3219450"/>
          <p14:tracePt t="21633" x="5441950" y="3219450"/>
          <p14:tracePt t="21650" x="5473700" y="3213100"/>
          <p14:tracePt t="21667" x="5499100" y="3206750"/>
          <p14:tracePt t="21683" x="5511800" y="3206750"/>
          <p14:tracePt t="21699" x="5530850" y="3194050"/>
          <p14:tracePt t="21716" x="5556250" y="3194050"/>
          <p14:tracePt t="21733" x="5575300" y="3194050"/>
          <p14:tracePt t="21749" x="5581650" y="3194050"/>
          <p14:tracePt t="21766" x="5588000" y="3200400"/>
          <p14:tracePt t="21782" x="5588000" y="3213100"/>
          <p14:tracePt t="22211" x="5607050" y="3213100"/>
          <p14:tracePt t="22218" x="5638800" y="3213100"/>
          <p14:tracePt t="22233" x="5676900" y="3200400"/>
          <p14:tracePt t="22247" x="5708650" y="3200400"/>
          <p14:tracePt t="22264" x="5791200" y="3181350"/>
          <p14:tracePt t="22282" x="5861050" y="3162300"/>
          <p14:tracePt t="22297" x="5892800" y="3155950"/>
          <p14:tracePt t="22314" x="5962650" y="3130550"/>
          <p14:tracePt t="22331" x="6013450" y="3117850"/>
          <p14:tracePt t="22347" x="6038850" y="3111500"/>
          <p14:tracePt t="22364" x="6102350" y="3092450"/>
          <p14:tracePt t="22380" x="6184900" y="3079750"/>
          <p14:tracePt t="22397" x="6210300" y="3073400"/>
          <p14:tracePt t="22414" x="6280150" y="3073400"/>
          <p14:tracePt t="22430" x="6330950" y="3073400"/>
          <p14:tracePt t="22447" x="6350000" y="3073400"/>
          <p14:tracePt t="22463" x="6381750" y="3073400"/>
          <p14:tracePt t="22480" x="6413500" y="3073400"/>
          <p14:tracePt t="22497" x="6432550" y="3073400"/>
          <p14:tracePt t="22513" x="6457950" y="3079750"/>
          <p14:tracePt t="22530" x="6464300" y="3086100"/>
          <p14:tracePt t="22547" x="6477000" y="3086100"/>
          <p14:tracePt t="22563" x="6496050" y="3086100"/>
          <p14:tracePt t="22580" x="6502400" y="3086100"/>
          <p14:tracePt t="22597" x="6502400" y="3092450"/>
          <p14:tracePt t="22613" x="6508750" y="3092450"/>
          <p14:tracePt t="22792" x="6502400" y="3092450"/>
          <p14:tracePt t="22799" x="6496050" y="3092450"/>
          <p14:tracePt t="22815" x="6489700" y="3092450"/>
          <p14:tracePt t="22828" x="6470650" y="3092450"/>
          <p14:tracePt t="22845" x="6451600" y="3092450"/>
          <p14:tracePt t="22863" x="6356350" y="3124200"/>
          <p14:tracePt t="22878" x="6280150" y="3149600"/>
          <p14:tracePt t="22896" x="6038850" y="3238500"/>
          <p14:tracePt t="22913" x="5740400" y="3333750"/>
          <p14:tracePt t="22928" x="5530850" y="3403600"/>
          <p14:tracePt t="22945" x="5086350" y="3530600"/>
          <p14:tracePt t="22962" x="4673600" y="3638550"/>
          <p14:tracePt t="22978" x="4470400" y="3695700"/>
          <p14:tracePt t="22981" x="4267200" y="3733800"/>
          <p14:tracePt t="22995" x="4121150" y="3759200"/>
          <p14:tracePt t="23011" x="3803650" y="3803650"/>
          <p14:tracePt t="23028" x="3663950" y="3816350"/>
          <p14:tracePt t="23046" x="3390900" y="3860800"/>
          <p14:tracePt t="23061" x="3143250" y="3873500"/>
          <p14:tracePt t="23078" x="3028950" y="3873500"/>
          <p14:tracePt t="23095" x="2838450" y="3873500"/>
          <p14:tracePt t="23111" x="2647950" y="3867150"/>
          <p14:tracePt t="23128" x="2559050" y="3854450"/>
          <p14:tracePt t="23144" x="2413000" y="3816350"/>
          <p14:tracePt t="23161" x="2343150" y="3810000"/>
          <p14:tracePt t="23178" x="2222500" y="3746500"/>
          <p14:tracePt t="23194" x="2203450" y="3733800"/>
          <p14:tracePt t="23211" x="2171700" y="3714750"/>
          <p14:tracePt t="23228" x="2127250" y="3683000"/>
          <p14:tracePt t="23244" x="2095500" y="3663950"/>
          <p14:tracePt t="23261" x="2076450" y="3657600"/>
          <p14:tracePt t="23277" x="2051050" y="3651250"/>
          <p14:tracePt t="23294" x="2032000" y="3638550"/>
          <p14:tracePt t="23311" x="2025650" y="3638550"/>
          <p14:tracePt t="23361" x="2019300" y="3632200"/>
          <p14:tracePt t="23389" x="2019300" y="3625850"/>
          <p14:tracePt t="23410" x="2019300" y="3619500"/>
          <p14:tracePt t="23431" x="2025650" y="3619500"/>
          <p14:tracePt t="23452" x="2032000" y="3613150"/>
          <p14:tracePt t="23460" x="2032000" y="3606800"/>
          <p14:tracePt t="23473" x="2038350" y="3600450"/>
          <p14:tracePt t="23480" x="2044700" y="3594100"/>
          <p14:tracePt t="23496" x="2044700" y="3587750"/>
          <p14:tracePt t="23510" x="2051050" y="3575050"/>
          <p14:tracePt t="23526" x="2076450" y="3556000"/>
          <p14:tracePt t="23543" x="2101850" y="3536950"/>
          <p14:tracePt t="23560" x="2146300" y="3517900"/>
          <p14:tracePt t="23576" x="2203450" y="3486150"/>
          <p14:tracePt t="23593" x="2266950" y="3454400"/>
          <p14:tracePt t="23609" x="2298700" y="3448050"/>
          <p14:tracePt t="23626" x="2355850" y="3429000"/>
          <p14:tracePt t="23642" x="2406650" y="3422650"/>
          <p14:tracePt t="23659" x="2425700" y="3422650"/>
          <p14:tracePt t="23676" x="2476500" y="3422650"/>
          <p14:tracePt t="23692" x="2514600" y="3429000"/>
          <p14:tracePt t="23709" x="2527300" y="3429000"/>
          <p14:tracePt t="23726" x="2565400" y="3435350"/>
          <p14:tracePt t="23742" x="2578100" y="3441700"/>
          <p14:tracePt t="23759" x="2584450" y="3448050"/>
          <p14:tracePt t="23775" x="2603500" y="3448050"/>
          <p14:tracePt t="23792" x="2616200" y="3441700"/>
          <p14:tracePt t="23810" x="2641600" y="3435350"/>
          <p14:tracePt t="23825" x="2647950" y="3435350"/>
          <p14:tracePt t="23859" x="2654300" y="3435350"/>
          <p14:tracePt t="23915" x="2660650" y="3435350"/>
          <p14:tracePt t="23950" x="2660650" y="3441700"/>
          <p14:tracePt t="24062" x="2667000" y="3441700"/>
          <p14:tracePt t="24083" x="2667000" y="3435350"/>
          <p14:tracePt t="24089" x="2673350" y="3435350"/>
          <p14:tracePt t="25367" x="2679700" y="3435350"/>
          <p14:tracePt t="25388" x="2686050" y="3441700"/>
          <p14:tracePt t="25394" x="2698750" y="3448050"/>
          <p14:tracePt t="25409" x="2711450" y="3454400"/>
          <p14:tracePt t="25419" x="2724150" y="3460750"/>
          <p14:tracePt t="25438" x="2749550" y="3473450"/>
          <p14:tracePt t="25453" x="2755900" y="3479800"/>
          <p14:tracePt t="25469" x="2787650" y="3479800"/>
          <p14:tracePt t="25487" x="2832100" y="3486150"/>
          <p14:tracePt t="25503" x="2851150" y="3486150"/>
          <p14:tracePt t="25519" x="2895600" y="3492500"/>
          <p14:tracePt t="25536" x="2940050" y="3498850"/>
          <p14:tracePt t="25552" x="2965450" y="3498850"/>
          <p14:tracePt t="25570" x="3009900" y="3498850"/>
          <p14:tracePt t="25586" x="3054350" y="3498850"/>
          <p14:tracePt t="25603" x="3073400" y="3492500"/>
          <p14:tracePt t="25620" x="3117850" y="3486150"/>
          <p14:tracePt t="25636" x="3130550" y="3479800"/>
          <p14:tracePt t="25652" x="3149600" y="3479800"/>
          <p14:tracePt t="25670" x="3175000" y="3467100"/>
          <p14:tracePt t="25685" x="3200400" y="3454400"/>
          <p14:tracePt t="25702" x="3213100" y="3448050"/>
          <p14:tracePt t="25719" x="3238500" y="3441700"/>
          <p14:tracePt t="25735" x="3263900" y="3441700"/>
          <p14:tracePt t="25753" x="3276600" y="3441700"/>
          <p14:tracePt t="25768" x="3295650" y="3441700"/>
          <p14:tracePt t="25785" x="3302000" y="3441700"/>
          <p14:tracePt t="25803" x="3327400" y="3441700"/>
          <p14:tracePt t="25818" x="3359150" y="3441700"/>
          <p14:tracePt t="25835" x="3378200" y="3441700"/>
          <p14:tracePt t="25852" x="3409950" y="3441700"/>
          <p14:tracePt t="25868" x="3454400" y="3441700"/>
          <p14:tracePt t="25885" x="3473450" y="3441700"/>
          <p14:tracePt t="25901" x="3498850" y="3441700"/>
          <p14:tracePt t="25917" x="3530600" y="3448050"/>
          <p14:tracePt t="25936" x="3556000" y="3460750"/>
          <p14:tracePt t="25951" x="3568700" y="3467100"/>
          <p14:tracePt t="25968" x="3581400" y="3467100"/>
          <p14:tracePt t="25985" x="3625850" y="3467100"/>
          <p14:tracePt t="26001" x="3644900" y="3467100"/>
          <p14:tracePt t="26018" x="3663950" y="3467100"/>
          <p14:tracePt t="26034" x="3695700" y="3467100"/>
          <p14:tracePt t="26051" x="3733800" y="3467100"/>
          <p14:tracePt t="26068" x="3759200" y="3460750"/>
          <p14:tracePt t="26084" x="3771900" y="3460750"/>
          <p14:tracePt t="26101" x="3784600" y="3454400"/>
          <p14:tracePt t="26118" x="3803650" y="3454400"/>
          <p14:tracePt t="26134" x="3803650" y="3448050"/>
          <p14:tracePt t="26151" x="3816350" y="3448050"/>
          <p14:tracePt t="26184" x="3822700" y="3448050"/>
          <p14:tracePt t="26216" x="3829050" y="3441700"/>
          <p14:tracePt t="26237" x="3835400" y="3441700"/>
          <p14:tracePt t="26258" x="3841750" y="3441700"/>
          <p14:tracePt t="26265" x="3848100" y="3441700"/>
          <p14:tracePt t="26286" x="3854450" y="3435350"/>
          <p14:tracePt t="26307" x="3860800" y="3435350"/>
          <p14:tracePt t="26335" x="3867150" y="3435350"/>
          <p14:tracePt t="26356" x="3873500" y="3435350"/>
          <p14:tracePt t="26377" x="3879850" y="3435350"/>
          <p14:tracePt t="26397" x="3892550" y="3435350"/>
          <p14:tracePt t="26419" x="3898900" y="3435350"/>
          <p14:tracePt t="26440" x="3905250" y="3435350"/>
          <p14:tracePt t="26447" x="3917950" y="3435350"/>
          <p14:tracePt t="26462" x="3930650" y="3435350"/>
          <p14:tracePt t="26469" x="3949700" y="3435350"/>
          <p14:tracePt t="26483" x="3981450" y="3448050"/>
          <p14:tracePt t="26499" x="4044950" y="3448050"/>
          <p14:tracePt t="26516" x="4089400" y="3448050"/>
          <p14:tracePt t="26519" x="4127500" y="3454400"/>
          <p14:tracePt t="26533" x="4178300" y="3454400"/>
          <p14:tracePt t="26549" x="4273550" y="3448050"/>
          <p14:tracePt t="26565" x="4324350" y="3448050"/>
          <p14:tracePt t="26582" x="4400550" y="3448050"/>
          <p14:tracePt t="26599" x="4445000" y="3441700"/>
          <p14:tracePt t="26616" x="4495800" y="3441700"/>
          <p14:tracePt t="26632" x="4533900" y="3441700"/>
          <p14:tracePt t="26649" x="4552950" y="3441700"/>
          <p14:tracePt t="26666" x="4578350" y="3441700"/>
          <p14:tracePt t="26682" x="4603750" y="3441700"/>
          <p14:tracePt t="26699" x="4616450" y="3441700"/>
          <p14:tracePt t="26715" x="4629150" y="3441700"/>
          <p14:tracePt t="26732" x="4635500" y="3441700"/>
          <p14:tracePt t="26749" x="4660900" y="3441700"/>
          <p14:tracePt t="26765" x="4667250" y="3441700"/>
          <p14:tracePt t="26782" x="4679950" y="3441700"/>
          <p14:tracePt t="26799" x="4686300" y="3441700"/>
          <p14:tracePt t="26831" x="4692650" y="3454400"/>
          <p14:tracePt t="26848" x="4705350" y="3460750"/>
          <p14:tracePt t="27303" x="4756150" y="3467100"/>
          <p14:tracePt t="27310" x="4819650" y="3473450"/>
          <p14:tracePt t="27317" x="4908550" y="3473450"/>
          <p14:tracePt t="27333" x="4997450" y="3473450"/>
          <p14:tracePt t="27347" x="5092700" y="3473450"/>
          <p14:tracePt t="27363" x="5283200" y="3460750"/>
          <p14:tracePt t="27380" x="5435600" y="3441700"/>
          <p14:tracePt t="27396" x="5499100" y="3435350"/>
          <p14:tracePt t="27412" x="5619750" y="3416300"/>
          <p14:tracePt t="27430" x="5683250" y="3390900"/>
          <p14:tracePt t="27446" x="5702300" y="3390900"/>
          <p14:tracePt t="27463" x="5721350" y="3397250"/>
          <p14:tracePt t="27480" x="5727700" y="3409950"/>
          <p14:tracePt t="32084" x="5715000" y="3422650"/>
          <p14:tracePt t="32091" x="5676900" y="3448050"/>
          <p14:tracePt t="32106" x="5619750" y="3467100"/>
          <p14:tracePt t="32114" x="5568950" y="3473450"/>
          <p14:tracePt t="32129" x="5480050" y="3486150"/>
          <p14:tracePt t="32147" x="5289550" y="3492500"/>
          <p14:tracePt t="32163" x="5035550" y="3486150"/>
          <p14:tracePt t="32180" x="4883150" y="3486150"/>
          <p14:tracePt t="32197" x="4552950" y="3467100"/>
          <p14:tracePt t="32213" x="4286250" y="3435350"/>
          <p14:tracePt t="32230" x="4159250" y="3422650"/>
          <p14:tracePt t="32246" x="3968750" y="3409950"/>
          <p14:tracePt t="32263" x="3841750" y="3409950"/>
          <p14:tracePt t="32279" x="3790950" y="3409950"/>
          <p14:tracePt t="32296" x="3683000" y="3422650"/>
          <p14:tracePt t="32313" x="3594100" y="3448050"/>
          <p14:tracePt t="32330" x="3498850" y="3473450"/>
          <p14:tracePt t="32345" x="3460750" y="3486150"/>
          <p14:tracePt t="32363" x="3416300" y="3498850"/>
          <p14:tracePt t="32380" x="3270250" y="3517900"/>
          <p14:tracePt t="32396" x="3213100" y="3530600"/>
          <p14:tracePt t="32413" x="3175000" y="3530600"/>
          <p14:tracePt t="32429" x="3086100" y="3536950"/>
          <p14:tracePt t="32445" x="3003550" y="3536950"/>
          <p14:tracePt t="32463" x="2965450" y="3536950"/>
          <p14:tracePt t="32478" x="2895600" y="3543300"/>
          <p14:tracePt t="32495" x="2825750" y="3549650"/>
          <p14:tracePt t="32513" x="2768600" y="3568700"/>
          <p14:tracePt t="32529" x="2743200" y="3575050"/>
          <p14:tracePt t="32545" x="2667000" y="3600450"/>
          <p14:tracePt t="32562" x="2609850" y="3613150"/>
          <p14:tracePt t="32578" x="2578100" y="3619500"/>
          <p14:tracePt t="32595" x="2540000" y="3632200"/>
          <p14:tracePt t="32612" x="2520950" y="3638550"/>
          <p14:tracePt t="32629" x="2514600" y="3644900"/>
          <p14:tracePt t="32646" x="2508250" y="3644900"/>
          <p14:tracePt t="32681" x="2508250" y="3651250"/>
          <p14:tracePt t="32751" x="2520950" y="3651250"/>
          <p14:tracePt t="32765" x="2527300" y="3657600"/>
          <p14:tracePt t="32786" x="2540000" y="3657600"/>
          <p14:tracePt t="32793" x="2546350" y="3657600"/>
          <p14:tracePt t="32800" x="2565400" y="3663950"/>
          <p14:tracePt t="32814" x="2597150" y="3670300"/>
          <p14:tracePt t="32828" x="2635250" y="3670300"/>
          <p14:tracePt t="32844" x="2755900" y="3689350"/>
          <p14:tracePt t="32861" x="2832100" y="3702050"/>
          <p14:tracePt t="32878" x="3022600" y="3727450"/>
          <p14:tracePt t="32894" x="3232150" y="3759200"/>
          <p14:tracePt t="32911" x="3333750" y="3759200"/>
          <p14:tracePt t="32927" x="3536950" y="3771900"/>
          <p14:tracePt t="32944" x="3740150" y="3778250"/>
          <p14:tracePt t="32962" x="3905250" y="3790950"/>
          <p14:tracePt t="32977" x="3994150" y="3803650"/>
          <p14:tracePt t="32993" x="4070350" y="3810000"/>
          <p14:tracePt t="33011" x="4267200" y="3816350"/>
          <p14:tracePt t="33027" x="4318000" y="3829050"/>
          <p14:tracePt t="33043" x="4356100" y="3829050"/>
          <p14:tracePt t="33061" x="4425950" y="3829050"/>
          <p14:tracePt t="33077" x="4476750" y="3829050"/>
          <p14:tracePt t="33093" x="4495800" y="3822700"/>
          <p14:tracePt t="33110" x="4514850" y="3822700"/>
          <p14:tracePt t="33126" x="4565650" y="3822700"/>
          <p14:tracePt t="33143" x="4584700" y="3822700"/>
          <p14:tracePt t="33160" x="4641850" y="3822700"/>
          <p14:tracePt t="33176" x="4679950" y="3822700"/>
          <p14:tracePt t="33193" x="4730750" y="3822700"/>
          <p14:tracePt t="33209" x="4826000" y="3810000"/>
          <p14:tracePt t="33226" x="4870450" y="3797300"/>
          <p14:tracePt t="33243" x="4921250" y="3784600"/>
          <p14:tracePt t="33259" x="5016500" y="3759200"/>
          <p14:tracePt t="33276" x="5048250" y="3752850"/>
          <p14:tracePt t="33293" x="5092700" y="3721100"/>
          <p14:tracePt t="33309" x="5118100" y="3708400"/>
          <p14:tracePt t="33326" x="5130800" y="3702050"/>
          <p14:tracePt t="44358" x="5118100" y="3702050"/>
          <p14:tracePt t="44366" x="5105400" y="3702050"/>
          <p14:tracePt t="44373" x="5092700" y="3702050"/>
          <p14:tracePt t="44388" x="5073650" y="3702050"/>
          <p14:tracePt t="44404" x="5035550" y="3689350"/>
          <p14:tracePt t="44422" x="4953000" y="3651250"/>
          <p14:tracePt t="44437" x="4889500" y="3613150"/>
          <p14:tracePt t="44454" x="4787900" y="3568700"/>
          <p14:tracePt t="44471" x="4629150" y="3486150"/>
          <p14:tracePt t="44487" x="4533900" y="3441700"/>
          <p14:tracePt t="44504" x="4445000" y="3403600"/>
          <p14:tracePt t="44520" x="4375150" y="3378200"/>
          <p14:tracePt t="44537" x="4349750" y="3371850"/>
          <p14:tracePt t="44553" x="4330700" y="3359150"/>
          <p14:tracePt t="44571" x="4318000" y="3346450"/>
          <p14:tracePt t="44590" x="4311650" y="3346450"/>
          <p14:tracePt t="44604" x="4305300" y="3346450"/>
          <p14:tracePt t="44620" x="4292600" y="3346450"/>
          <p14:tracePt t="44636" x="4286250" y="3346450"/>
          <p14:tracePt t="44669" x="4279900" y="3346450"/>
          <p14:tracePt t="44689" x="4273550" y="3346450"/>
          <p14:tracePt t="44704" x="4267200" y="3346450"/>
          <p14:tracePt t="44720" x="4248150" y="3352800"/>
          <p14:tracePt t="44737" x="4229100" y="3365500"/>
          <p14:tracePt t="44752" x="4184650" y="3390900"/>
          <p14:tracePt t="44770" x="4140200" y="3416300"/>
          <p14:tracePt t="44787" x="4057650" y="3460750"/>
          <p14:tracePt t="44803" x="4006850" y="3486150"/>
          <p14:tracePt t="44819" x="3962400" y="3517900"/>
          <p14:tracePt t="44836" x="3892550" y="3556000"/>
          <p14:tracePt t="44853" x="3841750" y="3575050"/>
          <p14:tracePt t="44869" x="3778250" y="3587750"/>
          <p14:tracePt t="44886" x="3702050" y="3594100"/>
          <p14:tracePt t="44902" x="3651250" y="3606800"/>
          <p14:tracePt t="44920" x="3606800" y="3613150"/>
          <p14:tracePt t="44936" x="3581400" y="3613150"/>
          <p14:tracePt t="44952" x="3562350" y="3619500"/>
          <p14:tracePt t="44970" x="3543300" y="3619500"/>
          <p14:tracePt t="44985" x="3536950" y="3619500"/>
          <p14:tracePt t="45002" x="3530600" y="3619500"/>
          <p14:tracePt t="45039" x="3524250" y="3625850"/>
          <p14:tracePt t="45526" x="3517900" y="3625850"/>
          <p14:tracePt t="45535" x="3505200" y="3613150"/>
          <p14:tracePt t="45541" x="3486150" y="3600450"/>
          <p14:tracePt t="45550" x="3460750" y="3587750"/>
          <p14:tracePt t="45567" x="3422650" y="3549650"/>
          <p14:tracePt t="45584" x="3365500" y="3498850"/>
          <p14:tracePt t="45600" x="3321050" y="3473450"/>
          <p14:tracePt t="45617" x="3282950" y="3448050"/>
          <p14:tracePt t="45633" x="3251200" y="3429000"/>
          <p14:tracePt t="45650" x="3225800" y="3403600"/>
          <p14:tracePt t="45667" x="3194050" y="3390900"/>
          <p14:tracePt t="45683" x="3181350" y="3378200"/>
          <p14:tracePt t="45700" x="3175000" y="3371850"/>
          <p14:tracePt t="45717" x="3162300" y="3365500"/>
          <p14:tracePt t="45733" x="3162300" y="3359150"/>
          <p14:tracePt t="45766" x="3155950" y="3359150"/>
          <p14:tracePt t="45794" x="3155950" y="3346450"/>
          <p14:tracePt t="45802" x="3155950" y="3340100"/>
          <p14:tracePt t="45822" x="3155950" y="3333750"/>
          <p14:tracePt t="45832" x="3155950" y="3327400"/>
          <p14:tracePt t="45850" x="3162300" y="3314700"/>
          <p14:tracePt t="45866" x="3168650" y="3314700"/>
          <p14:tracePt t="45882" x="3168650" y="3308350"/>
          <p14:tracePt t="45899" x="3175000" y="3302000"/>
          <p14:tracePt t="45915" x="3181350" y="3295650"/>
          <p14:tracePt t="45941" x="3187700" y="3289300"/>
          <p14:tracePt t="45962" x="3187700" y="3282950"/>
          <p14:tracePt t="45983" x="3194050" y="3282950"/>
          <p14:tracePt t="45990" x="3200400" y="3282950"/>
          <p14:tracePt t="46004" x="3206750" y="3282950"/>
          <p14:tracePt t="46015" x="3213100" y="3276600"/>
          <p14:tracePt t="46033" x="3232150" y="3276600"/>
          <p14:tracePt t="46048" x="3251200" y="3276600"/>
          <p14:tracePt t="46065" x="3282950" y="3276600"/>
          <p14:tracePt t="46082" x="3327400" y="3276600"/>
          <p14:tracePt t="46098" x="3352800" y="3282950"/>
          <p14:tracePt t="46115" x="3384550" y="3289300"/>
          <p14:tracePt t="46132" x="3429000" y="3289300"/>
          <p14:tracePt t="46148" x="3454400" y="3295650"/>
          <p14:tracePt t="46165" x="3473450" y="3295650"/>
          <p14:tracePt t="46181" x="3492500" y="3302000"/>
          <p14:tracePt t="46198" x="3505200" y="3308350"/>
          <p14:tracePt t="46215" x="3511550" y="3308350"/>
          <p14:tracePt t="46453" x="3511550" y="3314700"/>
          <p14:tracePt t="46460" x="3511550" y="3321050"/>
          <p14:tracePt t="46474" x="3517900" y="3321050"/>
          <p14:tracePt t="46483" x="3524250" y="3327400"/>
          <p14:tracePt t="46496" x="3530600" y="3327400"/>
          <p14:tracePt t="46513" x="3536950" y="3327400"/>
          <p14:tracePt t="46530" x="3556000" y="3333750"/>
          <p14:tracePt t="46547" x="3568700" y="3340100"/>
          <p14:tracePt t="46563" x="3587750" y="3346450"/>
          <p14:tracePt t="46580" x="3625850" y="3352800"/>
          <p14:tracePt t="46597" x="3657600" y="3352800"/>
          <p14:tracePt t="46613" x="3676650" y="3359150"/>
          <p14:tracePt t="46630" x="3733800" y="3365500"/>
          <p14:tracePt t="46646" x="3778250" y="3384550"/>
          <p14:tracePt t="46663" x="3803650" y="3390900"/>
          <p14:tracePt t="46679" x="3848100" y="3403600"/>
          <p14:tracePt t="46696" x="3879850" y="3416300"/>
          <p14:tracePt t="46714" x="3917950" y="3429000"/>
          <p14:tracePt t="46729" x="3937000" y="3435350"/>
          <p14:tracePt t="46748" x="3962400" y="3441700"/>
          <p14:tracePt t="46763" x="3987800" y="3448050"/>
          <p14:tracePt t="46779" x="3994150" y="3448050"/>
          <p14:tracePt t="46782" x="4006850" y="3448050"/>
          <p14:tracePt t="46799" x="4019550" y="3454400"/>
          <p14:tracePt t="46818" x="4032250" y="3460750"/>
          <p14:tracePt t="46829" x="4044950" y="3460750"/>
          <p14:tracePt t="46846" x="4051300" y="3460750"/>
          <p14:tracePt t="46862" x="4064000" y="3467100"/>
          <p14:tracePt t="46879" x="4083050" y="3467100"/>
          <p14:tracePt t="46896" x="4089400" y="3467100"/>
          <p14:tracePt t="46912" x="4102100" y="3473450"/>
          <p14:tracePt t="46929" x="4108450" y="3473450"/>
          <p14:tracePt t="46945" x="4114800" y="3473450"/>
          <p14:tracePt t="46962" x="4121150" y="3473450"/>
          <p14:tracePt t="46979" x="4127500" y="3479800"/>
          <p14:tracePt t="47011" x="4133850" y="3479800"/>
          <p14:tracePt t="47043" x="4140200" y="3479800"/>
          <p14:tracePt t="47049" x="4146550" y="3479800"/>
          <p14:tracePt t="47065" x="4152900" y="3479800"/>
          <p14:tracePt t="47092" x="4165600" y="3479800"/>
          <p14:tracePt t="47113" x="4171950" y="3479800"/>
          <p14:tracePt t="48731" x="4146550" y="3486150"/>
          <p14:tracePt t="48739" x="4095750" y="3486150"/>
          <p14:tracePt t="48745" x="4051300" y="3505200"/>
          <p14:tracePt t="48759" x="4019550" y="3517900"/>
          <p14:tracePt t="48773" x="4000500" y="3536950"/>
          <p14:tracePt t="48789" x="3975100" y="3549650"/>
          <p14:tracePt t="48805" x="3975100" y="3556000"/>
          <p14:tracePt t="48823" x="3968750" y="3562350"/>
          <p14:tracePt t="48839" x="3975100" y="3568700"/>
          <p14:tracePt t="48855" x="3981450" y="3568700"/>
          <p14:tracePt t="48872" x="4025900" y="3568700"/>
          <p14:tracePt t="48888" x="4057650" y="3568700"/>
          <p14:tracePt t="48905" x="4089400" y="3562350"/>
          <p14:tracePt t="48922" x="4146550" y="3543300"/>
          <p14:tracePt t="48938" x="4178300" y="3536950"/>
          <p14:tracePt t="48956" x="4298950" y="3505200"/>
          <p14:tracePt t="48972" x="4343400" y="3498850"/>
          <p14:tracePt t="48988" x="4381500" y="3486150"/>
          <p14:tracePt t="49005" x="4445000" y="3479800"/>
          <p14:tracePt t="49022" x="4483100" y="3473450"/>
          <p14:tracePt t="49038" x="4508500" y="3473450"/>
          <p14:tracePt t="49055" x="4521200" y="3473450"/>
          <p14:tracePt t="49071" x="4533900" y="3473450"/>
          <p14:tracePt t="49088" x="4546600" y="3479800"/>
          <p14:tracePt t="49104" x="4559300" y="3479800"/>
          <p14:tracePt t="49121" x="4584700" y="3492500"/>
          <p14:tracePt t="49139" x="4622800" y="3498850"/>
          <p14:tracePt t="49154" x="4635500" y="3505200"/>
          <p14:tracePt t="49171" x="4699000" y="3517900"/>
          <p14:tracePt t="49188" x="4737100" y="3530600"/>
          <p14:tracePt t="49204" x="4819650" y="3543300"/>
          <p14:tracePt t="49221" x="4876800" y="3556000"/>
          <p14:tracePt t="49237" x="5003800" y="3562350"/>
          <p14:tracePt t="49254" x="5080000" y="3575050"/>
          <p14:tracePt t="49272" x="5251450" y="3594100"/>
          <p14:tracePt t="49287" x="5410200" y="3632200"/>
          <p14:tracePt t="49304" x="5486400" y="3644900"/>
          <p14:tracePt t="49321" x="5613400" y="3663950"/>
          <p14:tracePt t="49337" x="5746750" y="3670300"/>
          <p14:tracePt t="49354" x="5810250" y="3670300"/>
          <p14:tracePt t="49370" x="5937250" y="3670300"/>
          <p14:tracePt t="49387" x="6051550" y="3670300"/>
          <p14:tracePt t="49403" x="6096000" y="3670300"/>
          <p14:tracePt t="49420" x="6172200" y="3670300"/>
          <p14:tracePt t="49436" x="6242050" y="3670300"/>
          <p14:tracePt t="49454" x="6305550" y="3670300"/>
          <p14:tracePt t="49470" x="6350000" y="3670300"/>
          <p14:tracePt t="49487" x="6426200" y="3670300"/>
          <p14:tracePt t="49504" x="6483350" y="3670300"/>
          <p14:tracePt t="49520" x="6515100" y="3670300"/>
          <p14:tracePt t="49536" x="6534150" y="3676650"/>
          <p14:tracePt t="49553" x="6604000" y="3689350"/>
          <p14:tracePt t="49569" x="6642100" y="3702050"/>
          <p14:tracePt t="49587" x="6711950" y="3708400"/>
          <p14:tracePt t="49603" x="6762750" y="3714750"/>
          <p14:tracePt t="49619" x="6870700" y="3727450"/>
          <p14:tracePt t="49637" x="6946900" y="3727450"/>
          <p14:tracePt t="49653" x="6985000" y="3727450"/>
          <p14:tracePt t="49669" x="7029450" y="3727450"/>
          <p14:tracePt t="49686" x="7048500" y="3721100"/>
          <p14:tracePt t="49702" x="7054850" y="3721100"/>
          <p14:tracePt t="49777" x="7048500" y="3721100"/>
          <p14:tracePt t="49819" x="7042150" y="3721100"/>
          <p14:tracePt t="49826" x="7035800" y="3721100"/>
          <p14:tracePt t="49840" x="7029450" y="3721100"/>
          <p14:tracePt t="49852" x="7023100" y="3721100"/>
          <p14:tracePt t="49869" x="7010400" y="3721100"/>
          <p14:tracePt t="49885" x="6991350" y="3721100"/>
          <p14:tracePt t="49902" x="6921500" y="3721100"/>
          <p14:tracePt t="49918" x="6794500" y="3714750"/>
          <p14:tracePt t="49935" x="6705600" y="3714750"/>
          <p14:tracePt t="49952" x="6337300" y="3702050"/>
          <p14:tracePt t="49968" x="6216650" y="3702050"/>
          <p14:tracePt t="49985" x="6076950" y="3702050"/>
          <p14:tracePt t="50002" x="5810250" y="3708400"/>
          <p14:tracePt t="50018" x="5568950" y="3727450"/>
          <p14:tracePt t="50035" x="5467350" y="3740150"/>
          <p14:tracePt t="50051" x="5207000" y="3759200"/>
          <p14:tracePt t="50068" x="5143500" y="3771900"/>
          <p14:tracePt t="50085" x="5048250" y="3784600"/>
          <p14:tracePt t="50101" x="5022850" y="3797300"/>
          <p14:tracePt t="50118" x="4978400" y="3803650"/>
          <p14:tracePt t="50135" x="4965700" y="3803650"/>
          <p14:tracePt t="50151" x="4940300" y="3810000"/>
          <p14:tracePt t="50168" x="4927600" y="3810000"/>
          <p14:tracePt t="50184" x="4902200" y="3816350"/>
          <p14:tracePt t="50201" x="4876800" y="3816350"/>
          <p14:tracePt t="50218" x="4832350" y="3829050"/>
          <p14:tracePt t="50234" x="4794250" y="3835400"/>
          <p14:tracePt t="50251" x="4768850" y="3848100"/>
          <p14:tracePt t="50268" x="4730750" y="3854450"/>
          <p14:tracePt t="50284" x="4692650" y="3879850"/>
          <p14:tracePt t="50300" x="4673600" y="3892550"/>
          <p14:tracePt t="50317" x="4648200" y="3911600"/>
          <p14:tracePt t="50334" x="4629150" y="3930650"/>
          <p14:tracePt t="50351" x="4622800" y="3937000"/>
          <p14:tracePt t="50367" x="4610100" y="3943350"/>
          <p14:tracePt t="50383" x="4603750" y="3949700"/>
          <p14:tracePt t="50443" x="4597400" y="3949700"/>
          <p14:tracePt t="50521" x="4597400" y="3943350"/>
          <p14:tracePt t="50555" x="4591050" y="3937000"/>
          <p14:tracePt t="50563" x="4591050" y="3930650"/>
          <p14:tracePt t="50569" x="4584700" y="3930650"/>
          <p14:tracePt t="50591" x="4578350" y="3924300"/>
          <p14:tracePt t="50605" x="4572000" y="3924300"/>
          <p14:tracePt t="50626" x="4565650" y="3917950"/>
          <p14:tracePt t="50635" x="4559300" y="3917950"/>
          <p14:tracePt t="50649" x="4546600" y="3911600"/>
          <p14:tracePt t="50666" x="4514850" y="3898900"/>
          <p14:tracePt t="50683" x="4445000" y="3873500"/>
          <p14:tracePt t="50699" x="4387850" y="3867150"/>
          <p14:tracePt t="50717" x="4267200" y="3841750"/>
          <p14:tracePt t="50733" x="4114800" y="3822700"/>
          <p14:tracePt t="50749" x="4025900" y="3797300"/>
          <p14:tracePt t="50766" x="3854450" y="3790950"/>
          <p14:tracePt t="50782" x="3689350" y="3790950"/>
          <p14:tracePt t="50799" x="3613150" y="3790950"/>
          <p14:tracePt t="50816" x="3486150" y="3790950"/>
          <p14:tracePt t="50832" x="3422650" y="3790950"/>
          <p14:tracePt t="50848" x="3289300" y="3810000"/>
          <p14:tracePt t="50865" x="3181350" y="3829050"/>
          <p14:tracePt t="50882" x="3143250" y="3835400"/>
          <p14:tracePt t="50898" x="3073400" y="3848100"/>
          <p14:tracePt t="50915" x="3003550" y="3854450"/>
          <p14:tracePt t="50932" x="2984500" y="3860800"/>
          <p14:tracePt t="50949" x="2940050" y="3867150"/>
          <p14:tracePt t="50965" x="2908300" y="3867150"/>
          <p14:tracePt t="50981" x="2895600" y="3873500"/>
          <p14:tracePt t="50998" x="2870200" y="3879850"/>
          <p14:tracePt t="51015" x="2857500" y="3886200"/>
          <p14:tracePt t="51032" x="2851150" y="3892550"/>
          <p14:tracePt t="51064" x="2844800" y="3898900"/>
          <p14:tracePt t="51286" x="2851150" y="3898900"/>
          <p14:tracePt t="51293" x="2863850" y="3898900"/>
          <p14:tracePt t="51307" x="2895600" y="3898900"/>
          <p14:tracePt t="51317" x="2921000" y="3898900"/>
          <p14:tracePt t="51330" x="2959100" y="3892550"/>
          <p14:tracePt t="51347" x="3079750" y="3886200"/>
          <p14:tracePt t="51364" x="3187700" y="3867150"/>
          <p14:tracePt t="51380" x="3251200" y="3860800"/>
          <p14:tracePt t="51397" x="3302000" y="3848100"/>
          <p14:tracePt t="51413" x="3429000" y="3816350"/>
          <p14:tracePt t="51430" x="3460750" y="3810000"/>
          <p14:tracePt t="51447" x="3479800" y="3803650"/>
          <p14:tracePt t="51463" x="3517900" y="3784600"/>
          <p14:tracePt t="51480" x="3530600" y="3778250"/>
          <p14:tracePt t="51496" x="3536950" y="3771900"/>
          <p14:tracePt t="51513" x="3543300" y="3771900"/>
          <p14:tracePt t="51552" x="3549650" y="3771900"/>
          <p14:tracePt t="51573" x="3556000" y="3765550"/>
          <p14:tracePt t="51594" x="3562350" y="3765550"/>
          <p14:tracePt t="51608" x="3568700" y="3759200"/>
          <p14:tracePt t="51622" x="3575050" y="3759200"/>
          <p14:tracePt t="51637" x="3581400" y="3752850"/>
          <p14:tracePt t="51645" x="3587750" y="3752850"/>
          <p14:tracePt t="51663" x="3594100" y="3752850"/>
          <p14:tracePt t="51680" x="3606800" y="3752850"/>
          <p14:tracePt t="51696" x="3606800" y="3746500"/>
          <p14:tracePt t="51712" x="3619500" y="3746500"/>
          <p14:tracePt t="51729" x="3632200" y="3746500"/>
          <p14:tracePt t="51745" x="3638550" y="3746500"/>
          <p14:tracePt t="51763" x="3651250" y="3746500"/>
          <p14:tracePt t="51779" x="3657600" y="3746500"/>
          <p14:tracePt t="51795" x="3663950" y="3746500"/>
          <p14:tracePt t="51812" x="3676650" y="3746500"/>
          <p14:tracePt t="51828" x="3683000" y="3746500"/>
          <p14:tracePt t="51845" x="3695700" y="3746500"/>
          <p14:tracePt t="51848" x="3702050" y="3746500"/>
          <p14:tracePt t="51862" x="3721100" y="3746500"/>
          <p14:tracePt t="51879" x="3740150" y="3746500"/>
          <p14:tracePt t="51897" x="3759200" y="3746500"/>
          <p14:tracePt t="51912" x="3771900" y="3746500"/>
          <p14:tracePt t="51928" x="3790950" y="3746500"/>
          <p14:tracePt t="51945" x="3797300" y="3746500"/>
          <p14:tracePt t="51961" x="3803650" y="3746500"/>
          <p14:tracePt t="51997" x="3810000" y="3740150"/>
          <p14:tracePt t="52036" x="3816350" y="3740150"/>
          <p14:tracePt t="52058" x="3822700" y="3740150"/>
          <p14:tracePt t="52078" x="3829050" y="3740150"/>
          <p14:tracePt t="52086" x="3835400" y="3740150"/>
          <p14:tracePt t="52099" x="3841750" y="3740150"/>
          <p14:tracePt t="52110" x="3848100" y="3740150"/>
          <p14:tracePt t="52134" x="3860800" y="3740150"/>
          <p14:tracePt t="52143" x="3873500" y="3746500"/>
          <p14:tracePt t="59931" x="3873500" y="3759200"/>
          <p14:tracePt t="59938" x="3879850" y="3759200"/>
          <p14:tracePt t="59950" x="3892550" y="3771900"/>
          <p14:tracePt t="59967" x="3911600" y="3803650"/>
          <p14:tracePt t="59983" x="3924300" y="3822700"/>
          <p14:tracePt t="60000" x="3943350" y="3841750"/>
          <p14:tracePt t="60017" x="3956050" y="3860800"/>
          <p14:tracePt t="60034" x="3962400" y="3860800"/>
          <p14:tracePt t="60051" x="3962400" y="3867150"/>
          <p14:tracePt t="60066" x="3968750" y="3867150"/>
          <p14:tracePt t="60083" x="3987800" y="3867150"/>
          <p14:tracePt t="60100" x="4000500" y="3867150"/>
          <p14:tracePt t="60117" x="4019550" y="3867150"/>
          <p14:tracePt t="60133" x="4032250" y="3867150"/>
          <p14:tracePt t="60150" x="4044950" y="3867150"/>
          <p14:tracePt t="60166" x="4051300" y="3873500"/>
          <p14:tracePt t="60184" x="4064000" y="3873500"/>
          <p14:tracePt t="60199" x="4070350" y="3873500"/>
          <p14:tracePt t="60216" x="4076700" y="3873500"/>
          <p14:tracePt t="60233" x="4095750" y="3873500"/>
          <p14:tracePt t="60249" x="4108450" y="3873500"/>
          <p14:tracePt t="60265" x="4114800" y="3873500"/>
          <p14:tracePt t="60283" x="4121150" y="3873500"/>
          <p14:tracePt t="60299" x="4133850" y="3873500"/>
          <p14:tracePt t="60332" x="4140200" y="3873500"/>
          <p14:tracePt t="64386" x="4140200" y="3879850"/>
          <p14:tracePt t="64393" x="4140200" y="3886200"/>
          <p14:tracePt t="64402" x="4127500" y="3892550"/>
          <p14:tracePt t="64419" x="4108450" y="3905250"/>
          <p14:tracePt t="64435" x="4057650" y="3930650"/>
          <p14:tracePt t="64452" x="4013200" y="3949700"/>
          <p14:tracePt t="64468" x="3930650" y="3975100"/>
          <p14:tracePt t="64485" x="3797300" y="4013200"/>
          <p14:tracePt t="64501" x="3702050" y="4019550"/>
          <p14:tracePt t="64518" x="3606800" y="4038600"/>
          <p14:tracePt t="64535" x="3492500" y="4070350"/>
          <p14:tracePt t="64551" x="3416300" y="4102100"/>
          <p14:tracePt t="64569" x="3340100" y="4133850"/>
          <p14:tracePt t="64584" x="3295650" y="4159250"/>
          <p14:tracePt t="64601" x="3263900" y="4178300"/>
          <p14:tracePt t="64619" x="3206750" y="4210050"/>
          <p14:tracePt t="64634" x="3162300" y="4222750"/>
          <p14:tracePt t="64651" x="3105150" y="4229100"/>
          <p14:tracePt t="64667" x="3035300" y="4235450"/>
          <p14:tracePt t="64684" x="2978150" y="4235450"/>
          <p14:tracePt t="64701" x="2921000" y="4241800"/>
          <p14:tracePt t="64717" x="2825750" y="4248150"/>
          <p14:tracePt t="64734" x="2787650" y="4248150"/>
          <p14:tracePt t="64751" x="2749550" y="4260850"/>
          <p14:tracePt t="64766" x="2736850" y="4267200"/>
          <p14:tracePt t="64784" x="2724150" y="4273550"/>
          <p14:tracePt t="64801" x="2717800" y="4279900"/>
          <p14:tracePt t="64817" x="2711450" y="4279900"/>
          <p14:tracePt t="64834" x="2705100" y="4279900"/>
          <p14:tracePt t="64850" x="2698750" y="4273550"/>
          <p14:tracePt t="64867" x="2692400" y="4273550"/>
          <p14:tracePt t="64883" x="2679700" y="4254500"/>
          <p14:tracePt t="64899" x="2660650" y="4235450"/>
          <p14:tracePt t="64916" x="2660650" y="4222750"/>
          <p14:tracePt t="64934" x="2641600" y="4210050"/>
          <p14:tracePt t="64950" x="2641600" y="4203700"/>
          <p14:tracePt t="91438" x="2660650" y="4203700"/>
          <p14:tracePt t="91445" x="2692400" y="4222750"/>
          <p14:tracePt t="91458" x="2730500" y="4229100"/>
          <p14:tracePt t="91474" x="2819400" y="4254500"/>
          <p14:tracePt t="91491" x="2857500" y="4260850"/>
          <p14:tracePt t="91509" x="2940050" y="4248150"/>
          <p14:tracePt t="91525" x="3028950" y="4216400"/>
          <p14:tracePt t="91541" x="3073400" y="4197350"/>
          <p14:tracePt t="91558" x="3117850" y="4184650"/>
          <p14:tracePt t="91574" x="3155950" y="4159250"/>
          <p14:tracePt t="91591" x="3162300" y="4140200"/>
          <p14:tracePt t="91608" x="3175000" y="4133850"/>
          <p14:tracePt t="91624" x="3175000" y="4121150"/>
          <p14:tracePt t="91642" x="3175000" y="4108450"/>
          <p14:tracePt t="91657" x="3175000" y="4102100"/>
          <p14:tracePt t="91674" x="3168650" y="4095750"/>
          <p14:tracePt t="91692" x="3162300" y="4083050"/>
          <p14:tracePt t="91707" x="3155950" y="4076700"/>
          <p14:tracePt t="91724" x="3149600" y="4070350"/>
          <p14:tracePt t="91741" x="3117850" y="4032250"/>
          <p14:tracePt t="91757" x="3098800" y="4019550"/>
          <p14:tracePt t="91774" x="3028950" y="3962400"/>
          <p14:tracePt t="91790" x="2933700" y="3879850"/>
          <p14:tracePt t="91807" x="2876550" y="3841750"/>
          <p14:tracePt t="91824" x="2730500" y="3771900"/>
          <p14:tracePt t="91840" x="2571750" y="3727450"/>
          <p14:tracePt t="91856" x="2508250" y="3721100"/>
          <p14:tracePt t="91874" x="2387600" y="3702050"/>
          <p14:tracePt t="91890" x="2305050" y="3702050"/>
          <p14:tracePt t="91906" x="2286000" y="3708400"/>
          <p14:tracePt t="91923" x="2254250" y="3721100"/>
          <p14:tracePt t="91939" x="2241550" y="3727450"/>
          <p14:tracePt t="91956" x="2235200" y="3727450"/>
          <p14:tracePt t="91972" x="2235200" y="3733800"/>
          <p14:tracePt t="92007" x="2235200" y="3740150"/>
          <p14:tracePt t="92020" x="2247900" y="3746500"/>
          <p14:tracePt t="92028" x="2260600" y="3746500"/>
          <p14:tracePt t="92043" x="2273300" y="3746500"/>
          <p14:tracePt t="92057" x="2298700" y="3746500"/>
          <p14:tracePt t="92072" x="2349500" y="3746500"/>
          <p14:tracePt t="92089" x="2501900" y="3733800"/>
          <p14:tracePt t="92106" x="2736850" y="3670300"/>
          <p14:tracePt t="92122" x="2863850" y="3638550"/>
          <p14:tracePt t="92140" x="3117850" y="3524250"/>
          <p14:tracePt t="92156" x="3321050" y="3397250"/>
          <p14:tracePt t="92172" x="3403600" y="3340100"/>
          <p14:tracePt t="92189" x="3498850" y="3219450"/>
          <p14:tracePt t="92205" x="3536950" y="3168650"/>
          <p14:tracePt t="92223" x="3536950" y="3149600"/>
          <p14:tracePt t="92239" x="3524250" y="3105150"/>
          <p14:tracePt t="92255" x="3409950" y="3060700"/>
          <p14:tracePt t="92274" x="3238500" y="3009900"/>
          <p14:tracePt t="92288" x="3035300" y="2984500"/>
          <p14:tracePt t="92305" x="2933700" y="2978150"/>
          <p14:tracePt t="92322" x="2755900" y="2990850"/>
          <p14:tracePt t="92338" x="2660650" y="3009900"/>
          <p14:tracePt t="92355" x="2590800" y="3048000"/>
          <p14:tracePt t="92372" x="2463800" y="3136900"/>
          <p14:tracePt t="92388" x="2393950" y="3238500"/>
          <p14:tracePt t="92405" x="2374900" y="3295650"/>
          <p14:tracePt t="92422" x="2355850" y="3378200"/>
          <p14:tracePt t="92438" x="2374900" y="3429000"/>
          <p14:tracePt t="92455" x="2381250" y="3460750"/>
          <p14:tracePt t="92471" x="2425700" y="3492500"/>
          <p14:tracePt t="92488" x="2463800" y="3505200"/>
          <p14:tracePt t="92506" x="2584450" y="3530600"/>
          <p14:tracePt t="92521" x="2660650" y="3543300"/>
          <p14:tracePt t="92538" x="2832100" y="3549650"/>
          <p14:tracePt t="92555" x="2971800" y="3549650"/>
          <p14:tracePt t="92571" x="3028950" y="3530600"/>
          <p14:tracePt t="92587" x="3111500" y="3486150"/>
          <p14:tracePt t="92604" x="3162300" y="3448050"/>
          <p14:tracePt t="92621" x="3162300" y="3435350"/>
          <p14:tracePt t="92638" x="3168650" y="3422650"/>
          <p14:tracePt t="92654" x="3162300" y="3409950"/>
          <p14:tracePt t="92671" x="3060700" y="3359150"/>
          <p14:tracePt t="92688" x="2901950" y="3302000"/>
          <p14:tracePt t="92704" x="2781300" y="3270250"/>
          <p14:tracePt t="92720" x="2667000" y="3244850"/>
          <p14:tracePt t="92737" x="2286000" y="3219450"/>
          <p14:tracePt t="92753" x="2197100" y="3232150"/>
          <p14:tracePt t="92771" x="2070100" y="3276600"/>
          <p14:tracePt t="92787" x="2038350" y="3314700"/>
          <p14:tracePt t="92803" x="2032000" y="3327400"/>
          <p14:tracePt t="92821" x="2032000" y="3371850"/>
          <p14:tracePt t="92836" x="2044700" y="3384550"/>
          <p14:tracePt t="92853" x="2082800" y="3409950"/>
          <p14:tracePt t="92870" x="2178050" y="3473450"/>
          <p14:tracePt t="92886" x="2241550" y="3498850"/>
          <p14:tracePt t="92903" x="2336800" y="3530600"/>
          <p14:tracePt t="92920" x="2654300" y="3562350"/>
          <p14:tracePt t="92936" x="2755900" y="3556000"/>
          <p14:tracePt t="92954" x="2927350" y="3498850"/>
          <p14:tracePt t="92970" x="2984500" y="3460750"/>
          <p14:tracePt t="92986" x="3060700" y="3378200"/>
          <p14:tracePt t="93003" x="3098800" y="3327400"/>
          <p14:tracePt t="93019" x="3098800" y="3314700"/>
          <p14:tracePt t="93036" x="3079750" y="3270250"/>
          <p14:tracePt t="93052" x="2965450" y="3200400"/>
          <p14:tracePt t="93069" x="2901950" y="3181350"/>
          <p14:tracePt t="93086" x="2825750" y="3175000"/>
          <p14:tracePt t="93103" x="2603500" y="3187700"/>
          <p14:tracePt t="93119" x="2413000" y="3232150"/>
          <p14:tracePt t="93136" x="2298700" y="3276600"/>
          <p14:tracePt t="93152" x="2279650" y="3289300"/>
          <p14:tracePt t="93169" x="2260600" y="3308350"/>
          <p14:tracePt t="93186" x="2273300" y="3333750"/>
          <p14:tracePt t="93202" x="2311400" y="3359150"/>
          <p14:tracePt t="93218" x="2393950" y="3397250"/>
          <p14:tracePt t="93235" x="2660650" y="3473450"/>
          <p14:tracePt t="93252" x="3130550" y="3549650"/>
          <p14:tracePt t="93270" x="3587750" y="3587750"/>
          <p14:tracePt t="93285" x="3803650" y="3581400"/>
          <p14:tracePt t="93302" x="4025900" y="3556000"/>
          <p14:tracePt t="93319" x="4311650" y="3511550"/>
          <p14:tracePt t="93335" x="4552950" y="3467100"/>
          <p14:tracePt t="93351" x="4654550" y="3448050"/>
          <p14:tracePt t="93368" x="4813300" y="3409950"/>
          <p14:tracePt t="93384" x="4946650" y="3371850"/>
          <p14:tracePt t="93402" x="5016500" y="3352800"/>
          <p14:tracePt t="93418" x="5162550" y="3302000"/>
          <p14:tracePt t="93434" x="5245100" y="3263900"/>
          <p14:tracePt t="93452" x="5403850" y="3200400"/>
          <p14:tracePt t="93468" x="5505450" y="3181350"/>
          <p14:tracePt t="93484" x="5613400" y="3162300"/>
          <p14:tracePt t="93502" x="5861050" y="3073400"/>
          <p14:tracePt t="93518" x="6115050" y="3009900"/>
          <p14:tracePt t="93534" x="6229350" y="2990850"/>
          <p14:tracePt t="93551" x="6464300" y="2927350"/>
          <p14:tracePt t="93567" x="6699250" y="2851150"/>
          <p14:tracePt t="93585" x="6807200" y="2832100"/>
          <p14:tracePt t="93601" x="7080250" y="2736850"/>
          <p14:tracePt t="93617" x="7162800" y="2705100"/>
          <p14:tracePt t="93635" x="7283450" y="2667000"/>
          <p14:tracePt t="93650" x="7378700" y="2641600"/>
          <p14:tracePt t="93667" x="7410450" y="2628900"/>
          <p14:tracePt t="93684" x="7435850" y="2622550"/>
          <p14:tracePt t="93700" x="7442200" y="2622550"/>
          <p14:tracePt t="93717" x="7442200" y="2616200"/>
          <p14:tracePt t="93733" x="7442200" y="2609850"/>
          <p14:tracePt t="93750" x="7429500" y="2609850"/>
          <p14:tracePt t="93767" x="7359650" y="2628900"/>
          <p14:tracePt t="93783" x="7226300" y="2654300"/>
          <p14:tracePt t="93800" x="7124700" y="2667000"/>
          <p14:tracePt t="93817" x="6851650" y="2686050"/>
          <p14:tracePt t="93833" x="6286500" y="2749550"/>
          <p14:tracePt t="93850" x="5943600" y="2781300"/>
          <p14:tracePt t="93866" x="5016500" y="2889250"/>
          <p14:tracePt t="93883" x="4495800" y="2927350"/>
          <p14:tracePt t="93900" x="3365500" y="3060700"/>
          <p14:tracePt t="93916" x="2406650" y="3206750"/>
          <p14:tracePt t="93933" x="1974850" y="3276600"/>
          <p14:tracePt t="93950" x="1022350" y="3454400"/>
          <p14:tracePt t="93966" x="812800" y="3511550"/>
          <p14:tracePt t="93983" x="685800" y="3543300"/>
          <p14:tracePt t="94000" x="476250" y="3606800"/>
          <p14:tracePt t="94016" x="393700" y="3644900"/>
          <p14:tracePt t="94033" x="273050" y="3695700"/>
          <p14:tracePt t="94049" x="228600" y="3721100"/>
          <p14:tracePt t="94066" x="222250" y="3727450"/>
          <p14:tracePt t="94083" x="215900" y="3727450"/>
          <p14:tracePt t="94134" x="222250" y="3727450"/>
          <p14:tracePt t="94153" x="228600" y="3727450"/>
          <p14:tracePt t="94161" x="234950" y="3727450"/>
          <p14:tracePt t="94174" x="247650" y="3727450"/>
          <p14:tracePt t="94184" x="266700" y="3727450"/>
          <p14:tracePt t="94198" x="285750" y="3714750"/>
          <p14:tracePt t="94215" x="317500" y="3721100"/>
          <p14:tracePt t="94232" x="431800" y="3721100"/>
          <p14:tracePt t="94248" x="609600" y="3727450"/>
          <p14:tracePt t="94266" x="895350" y="3752850"/>
          <p14:tracePt t="94282" x="1079500" y="3752850"/>
          <p14:tracePt t="94298" x="1600200" y="3752850"/>
          <p14:tracePt t="94301" x="1905000" y="3752850"/>
          <p14:tracePt t="94317" x="2273300" y="3740150"/>
          <p14:tracePt t="94332" x="2622550" y="3708400"/>
          <p14:tracePt t="94348" x="2965450" y="3676650"/>
          <p14:tracePt t="94365" x="3562350" y="3594100"/>
          <p14:tracePt t="94381" x="3778250" y="3568700"/>
          <p14:tracePt t="94398" x="4197350" y="3517900"/>
          <p14:tracePt t="94414" x="4483100" y="3467100"/>
          <p14:tracePt t="94431" x="4559300" y="3441700"/>
          <p14:tracePt t="94449" x="4679950" y="3422650"/>
          <p14:tracePt t="94464" x="4711700" y="3403600"/>
          <p14:tracePt t="94481" x="4743450" y="3397250"/>
          <p14:tracePt t="94498" x="4749800" y="3397250"/>
          <p14:tracePt t="94554" x="4737100" y="3403600"/>
          <p14:tracePt t="94568" x="4737100" y="3409950"/>
          <p14:tracePt t="94589" x="4743450" y="3409950"/>
          <p14:tracePt t="95871" x="4724400" y="3416300"/>
          <p14:tracePt t="95885" x="4673600" y="3422650"/>
          <p14:tracePt t="95891" x="4616450" y="3435350"/>
          <p14:tracePt t="95906" x="4540250" y="3454400"/>
          <p14:tracePt t="95912" x="4476750" y="3460750"/>
          <p14:tracePt t="95926" x="4419600" y="3479800"/>
          <p14:tracePt t="95943" x="4324350" y="3505200"/>
          <p14:tracePt t="95959" x="4235450" y="3549650"/>
          <p14:tracePt t="95976" x="4191000" y="3568700"/>
          <p14:tracePt t="95992" x="4114800" y="3613150"/>
          <p14:tracePt t="96009" x="4057650" y="3638550"/>
          <p14:tracePt t="96026" x="3930650" y="3714750"/>
          <p14:tracePt t="96042" x="3810000" y="3784600"/>
          <p14:tracePt t="96060" x="3765550" y="3810000"/>
          <p14:tracePt t="96076" x="3594100" y="3886200"/>
          <p14:tracePt t="96092" x="3530600" y="3911600"/>
          <p14:tracePt t="96110" x="3416300" y="3949700"/>
          <p14:tracePt t="96125" x="3365500" y="3968750"/>
          <p14:tracePt t="96142" x="3289300" y="3987800"/>
          <p14:tracePt t="96159" x="3238500" y="4013200"/>
          <p14:tracePt t="96175" x="3219450" y="4032250"/>
          <p14:tracePt t="96192" x="3181350" y="4051300"/>
          <p14:tracePt t="96209" x="3149600" y="4064000"/>
          <p14:tracePt t="96225" x="3136900" y="4076700"/>
          <p14:tracePt t="96243" x="3105150" y="4089400"/>
          <p14:tracePt t="96258" x="3073400" y="4108450"/>
          <p14:tracePt t="96275" x="3060700" y="4114800"/>
          <p14:tracePt t="96292" x="3035300" y="4146550"/>
          <p14:tracePt t="96308" x="3003550" y="4159250"/>
          <p14:tracePt t="96325" x="2978150" y="4165600"/>
          <p14:tracePt t="96341" x="2927350" y="4191000"/>
          <p14:tracePt t="96358" x="2876550" y="4216400"/>
          <p14:tracePt t="96375" x="2838450" y="4229100"/>
          <p14:tracePt t="96391" x="2787650" y="4260850"/>
          <p14:tracePt t="96408" x="2755900" y="4286250"/>
          <p14:tracePt t="96425" x="2673350" y="4330700"/>
          <p14:tracePt t="96441" x="2641600" y="4343400"/>
          <p14:tracePt t="96457" x="2616200" y="4362450"/>
          <p14:tracePt t="96474" x="2590800" y="4375150"/>
          <p14:tracePt t="96491" x="2571750" y="4381500"/>
          <p14:tracePt t="96524" x="2571750" y="4387850"/>
          <p14:tracePt t="96628" x="2565400" y="4394200"/>
          <p14:tracePt t="96671" x="2559050" y="4394200"/>
          <p14:tracePt t="96697" x="2552700" y="4394200"/>
          <p14:tracePt t="96740" x="2546350" y="4394200"/>
          <p14:tracePt t="96775" x="2540000" y="4394200"/>
          <p14:tracePt t="96817" x="2533650" y="4394200"/>
          <p14:tracePt t="96972" x="2540000" y="4394200"/>
          <p14:tracePt t="96979" x="2546350" y="4394200"/>
          <p14:tracePt t="96988" x="2552700" y="4394200"/>
          <p14:tracePt t="97005" x="2565400" y="4394200"/>
          <p14:tracePt t="97022" x="2597150" y="4394200"/>
          <p14:tracePt t="97039" x="2616200" y="4387850"/>
          <p14:tracePt t="97056" x="2667000" y="4381500"/>
          <p14:tracePt t="97072" x="2736850" y="4381500"/>
          <p14:tracePt t="97088" x="2762250" y="4381500"/>
          <p14:tracePt t="97106" x="2819400" y="4375150"/>
          <p14:tracePt t="97122" x="2870200" y="4375150"/>
          <p14:tracePt t="97138" x="2889250" y="4375150"/>
          <p14:tracePt t="97155" x="2914650" y="4375150"/>
          <p14:tracePt t="97172" x="2927350" y="4375150"/>
          <p14:tracePt t="97448" x="2927350" y="4368800"/>
          <p14:tracePt t="97463" x="2933700" y="4368800"/>
          <p14:tracePt t="97470" x="2933700" y="4362450"/>
          <p14:tracePt t="97491" x="2940050" y="4356100"/>
          <p14:tracePt t="97498" x="2946400" y="4343400"/>
          <p14:tracePt t="97512" x="2946400" y="4337050"/>
          <p14:tracePt t="97520" x="2946400" y="4330700"/>
          <p14:tracePt t="97536" x="2952750" y="4305300"/>
          <p14:tracePt t="97554" x="2952750" y="4229100"/>
          <p14:tracePt t="97570" x="2927350" y="4108450"/>
          <p14:tracePt t="97587" x="2895600" y="4032250"/>
          <p14:tracePt t="97604" x="2825750" y="3835400"/>
          <p14:tracePt t="97620" x="2781300" y="3727450"/>
          <p14:tracePt t="97637" x="2730500" y="3632200"/>
          <p14:tracePt t="97653" x="2635250" y="3422650"/>
          <p14:tracePt t="97669" x="2552700" y="3263900"/>
          <p14:tracePt t="97687" x="2495550" y="3136900"/>
          <p14:tracePt t="97703" x="2463800" y="3060700"/>
          <p14:tracePt t="97720" x="2457450" y="3035300"/>
          <p14:tracePt t="97737" x="2432050" y="2997200"/>
          <p14:tracePt t="97753" x="2432050" y="2990850"/>
          <p14:tracePt t="97786" x="2432050" y="2984500"/>
          <p14:tracePt t="97849" x="2432050" y="2978150"/>
          <p14:tracePt t="97961" x="2432050" y="2984500"/>
          <p14:tracePt t="97996" x="2432050" y="2990850"/>
          <p14:tracePt t="98003" x="2432050" y="3003550"/>
          <p14:tracePt t="98017" x="2432050" y="3022600"/>
          <p14:tracePt t="98024" x="2432050" y="3060700"/>
          <p14:tracePt t="98035" x="2438400" y="3130550"/>
          <p14:tracePt t="98053" x="2444750" y="3295650"/>
          <p14:tracePt t="98068" x="2457450" y="3422650"/>
          <p14:tracePt t="98085" x="2489200" y="3676650"/>
          <p14:tracePt t="98102" x="2514600" y="3930650"/>
          <p14:tracePt t="98118" x="2520950" y="4044950"/>
          <p14:tracePt t="98135" x="2540000" y="4241800"/>
          <p14:tracePt t="98152" x="2552700" y="4356100"/>
          <p14:tracePt t="98168" x="2559050" y="4400550"/>
          <p14:tracePt t="98185" x="2565400" y="4432300"/>
          <p14:tracePt t="98201" x="2565400" y="4451350"/>
          <p14:tracePt t="98290" x="2571750" y="4457700"/>
          <p14:tracePt t="98382" x="2571750" y="4470400"/>
          <p14:tracePt t="98403" x="2571750" y="4483100"/>
          <p14:tracePt t="98409" x="2571750" y="4489450"/>
          <p14:tracePt t="98424" x="2578100" y="4495800"/>
          <p14:tracePt t="98434" x="2584450" y="4502150"/>
          <p14:tracePt t="98451" x="2584450" y="4508500"/>
          <p14:tracePt t="98467" x="2603500" y="4540250"/>
          <p14:tracePt t="98484" x="2635250" y="4572000"/>
          <p14:tracePt t="98501" x="2667000" y="4597400"/>
          <p14:tracePt t="98517" x="2686050" y="4616450"/>
          <p14:tracePt t="98534" x="2717800" y="4629150"/>
          <p14:tracePt t="98551" x="2755900" y="4641850"/>
          <p14:tracePt t="98567" x="2774950" y="4641850"/>
          <p14:tracePt t="98583" x="2794000" y="4641850"/>
          <p14:tracePt t="98600" x="2838450" y="4635500"/>
          <p14:tracePt t="98616" x="2844800" y="4635500"/>
          <p14:tracePt t="98635" x="2863850" y="4635500"/>
          <p14:tracePt t="98650" x="2870200" y="4629150"/>
          <p14:tracePt t="98667" x="2876550" y="4629150"/>
          <p14:tracePt t="98684" x="2882900" y="4629150"/>
          <p14:tracePt t="98699" x="2882900" y="4622800"/>
          <p14:tracePt t="98716" x="2889250" y="4622800"/>
          <p14:tracePt t="98735" x="2895600" y="4622800"/>
          <p14:tracePt t="98774" x="2901950" y="4622800"/>
          <p14:tracePt t="101798" x="2901950" y="4629150"/>
          <p14:tracePt t="101812" x="2889250" y="4635500"/>
          <p14:tracePt t="101819" x="2876550" y="4641850"/>
          <p14:tracePt t="101826" x="2857500" y="4648200"/>
          <p14:tracePt t="101841" x="2838450" y="4654550"/>
          <p14:tracePt t="101856" x="2813050" y="4667250"/>
          <p14:tracePt t="101872" x="2755900" y="4699000"/>
          <p14:tracePt t="101889" x="2692400" y="4737100"/>
          <p14:tracePt t="101905" x="2660650" y="4756150"/>
          <p14:tracePt t="101922" x="2603500" y="4800600"/>
          <p14:tracePt t="101939" x="2559050" y="4832350"/>
          <p14:tracePt t="101955" x="2527300" y="4845050"/>
          <p14:tracePt t="101972" x="2508250" y="4857750"/>
          <p14:tracePt t="101988" x="2451100" y="4902200"/>
          <p14:tracePt t="102005" x="2432050" y="4908550"/>
          <p14:tracePt t="102022" x="2406650" y="4927600"/>
          <p14:tracePt t="102038" x="2374900" y="4946650"/>
          <p14:tracePt t="102055" x="2368550" y="4953000"/>
          <p14:tracePt t="102072" x="2355850" y="4959350"/>
          <p14:tracePt t="102088" x="2343150" y="4965700"/>
          <p14:tracePt t="102105" x="2336800" y="4972050"/>
          <p14:tracePt t="102142" x="2330450" y="4978400"/>
          <p14:tracePt t="102169" x="2324100" y="4978400"/>
          <p14:tracePt t="102198" x="2317750" y="4978400"/>
          <p14:tracePt t="102212" x="2311400" y="4978400"/>
          <p14:tracePt t="102218" x="2305050" y="4978400"/>
          <p14:tracePt t="102240" x="2298700" y="4978400"/>
          <p14:tracePt t="102247" x="2292350" y="4978400"/>
          <p14:tracePt t="102261" x="2286000" y="4978400"/>
          <p14:tracePt t="102282" x="2279650" y="4978400"/>
          <p14:tracePt t="102290" x="2266950" y="4978400"/>
          <p14:tracePt t="102304" x="2254250" y="4978400"/>
          <p14:tracePt t="102320" x="2222500" y="4972050"/>
          <p14:tracePt t="102338" x="2203450" y="4972050"/>
          <p14:tracePt t="102353" x="2190750" y="4972050"/>
          <p14:tracePt t="102370" x="2178050" y="4965700"/>
          <p14:tracePt t="102387" x="2165350" y="4965700"/>
          <p14:tracePt t="102421" x="2159000" y="4959350"/>
          <p14:tracePt t="102492" x="2165350" y="4959350"/>
          <p14:tracePt t="102500" x="2171700" y="4953000"/>
          <p14:tracePt t="102513" x="2178050" y="4953000"/>
          <p14:tracePt t="102527" x="2184400" y="4953000"/>
          <p14:tracePt t="102548" x="2190750" y="4953000"/>
          <p14:tracePt t="102563" x="2197100" y="4953000"/>
          <p14:tracePt t="102591" x="2203450" y="4946650"/>
          <p14:tracePt t="102597" x="2209800" y="4946650"/>
          <p14:tracePt t="102620" x="2216150" y="4946650"/>
          <p14:tracePt t="102633" x="2228850" y="4946650"/>
          <p14:tracePt t="102639" x="2235200" y="4946650"/>
          <p14:tracePt t="102656" x="2247900" y="4940300"/>
          <p14:tracePt t="102669" x="2286000" y="4940300"/>
          <p14:tracePt t="102686" x="2305050" y="4940300"/>
          <p14:tracePt t="102703" x="2355850" y="4940300"/>
          <p14:tracePt t="102719" x="2381250" y="4940300"/>
          <p14:tracePt t="102736" x="2432050" y="4933950"/>
          <p14:tracePt t="102753" x="2482850" y="4933950"/>
          <p14:tracePt t="102769" x="2508250" y="4927600"/>
          <p14:tracePt t="102786" x="2552700" y="4927600"/>
          <p14:tracePt t="102802" x="2590800" y="4914900"/>
          <p14:tracePt t="102819" x="2616200" y="4908550"/>
          <p14:tracePt t="102836" x="2654300" y="4902200"/>
          <p14:tracePt t="102852" x="2698750" y="4895850"/>
          <p14:tracePt t="102869" x="2717800" y="4883150"/>
          <p14:tracePt t="102886" x="2762250" y="4870450"/>
          <p14:tracePt t="102902" x="2794000" y="4864100"/>
          <p14:tracePt t="102918" x="2806700" y="4864100"/>
          <p14:tracePt t="102935" x="2832100" y="4864100"/>
          <p14:tracePt t="102951" x="2838450" y="4857750"/>
          <p14:tracePt t="102969" x="2844800" y="4857750"/>
          <p14:tracePt t="103004" x="2851150" y="4857750"/>
          <p14:tracePt t="103012" x="2857500" y="4857750"/>
          <p14:tracePt t="103020" x="2863850" y="4857750"/>
          <p14:tracePt t="107233" x="2857500" y="4857750"/>
          <p14:tracePt t="107240" x="2844800" y="4864100"/>
          <p14:tracePt t="107254" x="2832100" y="4870450"/>
          <p14:tracePt t="107270" x="2806700" y="4889500"/>
          <p14:tracePt t="107287" x="2787650" y="4889500"/>
          <p14:tracePt t="107304" x="2762250" y="4895850"/>
          <p14:tracePt t="107320" x="2692400" y="4902200"/>
          <p14:tracePt t="107337" x="2667000" y="4902200"/>
          <p14:tracePt t="107353" x="2597150" y="4902200"/>
          <p14:tracePt t="107370" x="2571750" y="4902200"/>
          <p14:tracePt t="107387" x="2508250" y="4914900"/>
          <p14:tracePt t="107403" x="2495550" y="4914900"/>
          <p14:tracePt t="107420" x="2489200" y="4914900"/>
          <p14:tracePt t="107437" x="2482850" y="4921250"/>
          <p14:tracePt t="107453" x="2476500" y="4921250"/>
          <p14:tracePt t="107486" x="2470150" y="4921250"/>
          <p14:tracePt t="107521" x="2463800" y="4921250"/>
          <p14:tracePt t="107549" x="2451100" y="4921250"/>
          <p14:tracePt t="107563" x="2444750" y="4921250"/>
          <p14:tracePt t="107571" x="2438400" y="4927600"/>
          <p14:tracePt t="107591" x="2432050" y="4927600"/>
          <p14:tracePt t="107602" x="2425700" y="4927600"/>
          <p14:tracePt t="107620" x="2400300" y="4927600"/>
          <p14:tracePt t="107636" x="2381250" y="4927600"/>
          <p14:tracePt t="107652" x="2368550" y="4927600"/>
          <p14:tracePt t="107669" x="2279650" y="4921250"/>
          <p14:tracePt t="107685" x="2254250" y="4914900"/>
          <p14:tracePt t="107702" x="2228850" y="4908550"/>
          <p14:tracePt t="107718" x="2190750" y="4889500"/>
          <p14:tracePt t="107735" x="2165350" y="4889500"/>
          <p14:tracePt t="107752" x="2152650" y="4883150"/>
          <p14:tracePt t="107768" x="2146300" y="4883150"/>
          <p14:tracePt t="107785" x="2146300" y="4876800"/>
          <p14:tracePt t="107822" x="2139950" y="4870450"/>
          <p14:tracePt t="108054" x="2152650" y="4870450"/>
          <p14:tracePt t="108060" x="2171700" y="4870450"/>
          <p14:tracePt t="108074" x="2203450" y="4870450"/>
          <p14:tracePt t="108083" x="2228850" y="4876800"/>
          <p14:tracePt t="108101" x="2260600" y="4876800"/>
          <p14:tracePt t="108117" x="2317750" y="4883150"/>
          <p14:tracePt t="108134" x="2368550" y="4895850"/>
          <p14:tracePt t="108150" x="2400300" y="4902200"/>
          <p14:tracePt t="108167" x="2457450" y="4914900"/>
          <p14:tracePt t="108183" x="2514600" y="4927600"/>
          <p14:tracePt t="108201" x="2565400" y="4946650"/>
          <p14:tracePt t="108217" x="2597150" y="4953000"/>
          <p14:tracePt t="108233" x="2603500" y="4953000"/>
          <p14:tracePt t="108250" x="2622550" y="4959350"/>
          <p14:tracePt t="108266" x="2635250" y="4965700"/>
          <p14:tracePt t="108283" x="2641600" y="4965700"/>
          <p14:tracePt t="108306" x="2641600" y="4972050"/>
          <p14:tracePt t="108426" x="2647950" y="4972050"/>
          <p14:tracePt t="108503" x="2641600" y="4972050"/>
          <p14:tracePt t="108524" x="2635250" y="4972050"/>
          <p14:tracePt t="108530" x="2635250" y="4978400"/>
          <p14:tracePt t="108594" x="2635250" y="4984750"/>
          <p14:tracePt t="108671" x="2635250" y="4991100"/>
          <p14:tracePt t="108692" x="2641600" y="4991100"/>
          <p14:tracePt t="108706" x="2647950" y="4991100"/>
          <p14:tracePt t="108713" x="2654300" y="4991100"/>
          <p14:tracePt t="108727" x="2660650" y="4991100"/>
          <p14:tracePt t="108735" x="2673350" y="4997450"/>
          <p14:tracePt t="108749" x="2686050" y="4997450"/>
          <p14:tracePt t="108765" x="2717800" y="4997450"/>
          <p14:tracePt t="108782" x="2736850" y="5003800"/>
          <p14:tracePt t="108798" x="2787650" y="5010150"/>
          <p14:tracePt t="108815" x="2813050" y="5016500"/>
          <p14:tracePt t="108831" x="2838450" y="5016500"/>
          <p14:tracePt t="108848" x="2901950" y="5022850"/>
          <p14:tracePt t="108864" x="2933700" y="5035550"/>
          <p14:tracePt t="108882" x="2990850" y="5048250"/>
          <p14:tracePt t="108898" x="3009900" y="5054600"/>
          <p14:tracePt t="108914" x="3035300" y="5060950"/>
          <p14:tracePt t="108931" x="3060700" y="5067300"/>
          <p14:tracePt t="108947" x="3067050" y="5067300"/>
          <p14:tracePt t="108964" x="3067050" y="5073650"/>
          <p14:tracePt t="109015" x="3067050" y="5080000"/>
          <p14:tracePt t="109036" x="3060700" y="5080000"/>
          <p14:tracePt t="109630" x="2984500" y="5080000"/>
          <p14:tracePt t="109637" x="2895600" y="5080000"/>
          <p14:tracePt t="109651" x="2781300" y="5080000"/>
          <p14:tracePt t="109665" x="2667000" y="5080000"/>
          <p14:tracePt t="109679" x="2540000" y="5080000"/>
          <p14:tracePt t="109695" x="2190750" y="5118100"/>
          <p14:tracePt t="109712" x="2044700" y="5137150"/>
          <p14:tracePt t="109729" x="1816100" y="5149850"/>
          <p14:tracePt t="109745" x="1600200" y="5187950"/>
          <p14:tracePt t="109762" x="1511300" y="5207000"/>
          <p14:tracePt t="109778" x="1333500" y="5245100"/>
          <p14:tracePt t="109795" x="1308100" y="5251450"/>
          <p14:tracePt t="109811" x="1263650" y="5270500"/>
          <p14:tracePt t="109828" x="1244600" y="5276850"/>
          <p14:tracePt t="109844" x="1244600" y="5283200"/>
          <p14:tracePt t="109862" x="1238250" y="5283200"/>
          <p14:tracePt t="109946" x="1238250" y="5276850"/>
          <p14:tracePt t="109974" x="1244600" y="5276850"/>
          <p14:tracePt t="109988" x="1250950" y="5270500"/>
          <p14:tracePt t="109996" x="1257300" y="5264150"/>
          <p14:tracePt t="110011" x="1270000" y="5251450"/>
          <p14:tracePt t="110027" x="1308100" y="5232400"/>
          <p14:tracePt t="110045" x="1371600" y="5200650"/>
          <p14:tracePt t="110060" x="1416050" y="5194300"/>
          <p14:tracePt t="110077" x="1466850" y="5175250"/>
          <p14:tracePt t="110094" x="1714500" y="5124450"/>
          <p14:tracePt t="110111" x="1778000" y="5124450"/>
          <p14:tracePt t="110128" x="1847850" y="5124450"/>
          <p14:tracePt t="110143" x="1936750" y="5124450"/>
          <p14:tracePt t="110160" x="1974850" y="5118100"/>
          <p14:tracePt t="110178" x="2012950" y="5118100"/>
          <p14:tracePt t="110193" x="2025650" y="5118100"/>
          <p14:tracePt t="110227" x="2044700" y="5124450"/>
          <p14:tracePt t="110243" x="2051050" y="5124450"/>
          <p14:tracePt t="110260" x="2057400" y="5124450"/>
          <p14:tracePt t="110276" x="2076450" y="5124450"/>
          <p14:tracePt t="110293" x="2082800" y="5124450"/>
          <p14:tracePt t="110310" x="2089150" y="5124450"/>
          <p14:tracePt t="110326" x="2108200" y="5118100"/>
          <p14:tracePt t="110343" x="2120900" y="5118100"/>
          <p14:tracePt t="110360" x="2133600" y="5111750"/>
          <p14:tracePt t="110376" x="2146300" y="5111750"/>
          <p14:tracePt t="110393" x="2159000" y="5105400"/>
          <p14:tracePt t="110410" x="2203450" y="5105400"/>
          <p14:tracePt t="110426" x="2260600" y="5105400"/>
          <p14:tracePt t="110443" x="2286000" y="5105400"/>
          <p14:tracePt t="110459" x="2349500" y="5105400"/>
          <p14:tracePt t="110475" x="2406650" y="5124450"/>
          <p14:tracePt t="110493" x="2432050" y="5124450"/>
          <p14:tracePt t="110509" x="2533650" y="5137150"/>
          <p14:tracePt t="110526" x="2552700" y="5137150"/>
          <p14:tracePt t="110543" x="2609850" y="5149850"/>
          <p14:tracePt t="110559" x="2628900" y="5149850"/>
          <p14:tracePt t="110575" x="2686050" y="5162550"/>
          <p14:tracePt t="110592" x="2736850" y="5168900"/>
          <p14:tracePt t="110608" x="2787650" y="5175250"/>
          <p14:tracePt t="110625" x="2806700" y="5181600"/>
          <p14:tracePt t="110642" x="2844800" y="5181600"/>
          <p14:tracePt t="110658" x="2857500" y="5187950"/>
          <p14:tracePt t="110676" x="2882900" y="5187950"/>
          <p14:tracePt t="110691" x="2889250" y="5194300"/>
          <p14:tracePt t="110708" x="2901950" y="5194300"/>
          <p14:tracePt t="110725" x="2933700" y="5194300"/>
          <p14:tracePt t="110742" x="2952750" y="5200650"/>
          <p14:tracePt t="110758" x="2971800" y="5200650"/>
          <p14:tracePt t="110775" x="3003550" y="5200650"/>
          <p14:tracePt t="110791" x="3041650" y="5200650"/>
          <p14:tracePt t="110808" x="3060700" y="5200650"/>
          <p14:tracePt t="110824" x="3130550" y="5207000"/>
          <p14:tracePt t="110841" x="3187700" y="5213350"/>
          <p14:tracePt t="110858" x="3244850" y="5219700"/>
          <p14:tracePt t="110874" x="3263900" y="5219700"/>
          <p14:tracePt t="110891" x="3302000" y="5226050"/>
          <p14:tracePt t="110908" x="3327400" y="5238750"/>
          <p14:tracePt t="110924" x="3340100" y="5245100"/>
          <p14:tracePt t="110941" x="3352800" y="5276850"/>
          <p14:tracePt t="110957" x="3384550" y="5283200"/>
          <p14:tracePt t="118661" x="3390900" y="5289550"/>
          <p14:tracePt t="118668" x="3416300" y="5289550"/>
          <p14:tracePt t="118683" x="3448050" y="5295900"/>
          <p14:tracePt t="118697" x="3505200" y="5302250"/>
          <p14:tracePt t="118714" x="3543300" y="5302250"/>
          <p14:tracePt t="118731" x="3625850" y="5308600"/>
          <p14:tracePt t="118747" x="3695700" y="5327650"/>
          <p14:tracePt t="118763" x="3721100" y="5327650"/>
          <p14:tracePt t="118781" x="3771900" y="5327650"/>
          <p14:tracePt t="118797" x="3822700" y="5327650"/>
          <p14:tracePt t="118813" x="3841750" y="5327650"/>
          <p14:tracePt t="118830" x="3867150" y="5334000"/>
          <p14:tracePt t="118847" x="3879850" y="5334000"/>
          <p14:tracePt t="118863" x="3905250" y="5340350"/>
          <p14:tracePt t="118880" x="3924300" y="5346700"/>
          <p14:tracePt t="118914" x="3937000" y="5346700"/>
          <p14:tracePt t="118929" x="3956050" y="5353050"/>
          <p14:tracePt t="118946" x="3962400" y="5359400"/>
          <p14:tracePt t="118964" x="3981450" y="5372100"/>
          <p14:tracePt t="118979" x="3994150" y="5378450"/>
          <p14:tracePt t="118996" x="4013200" y="5384800"/>
          <p14:tracePt t="119013" x="4076700" y="5410200"/>
          <p14:tracePt t="119029" x="4108450" y="5422900"/>
          <p14:tracePt t="119047" x="4165600" y="5435600"/>
          <p14:tracePt t="119062" x="4203700" y="5435600"/>
          <p14:tracePt t="119079" x="4298950" y="5435600"/>
          <p14:tracePt t="119096" x="4387850" y="5435600"/>
          <p14:tracePt t="119112" x="4445000" y="5422900"/>
          <p14:tracePt t="119129" x="4521200" y="5422900"/>
          <p14:tracePt t="119146" x="4578350" y="5422900"/>
          <p14:tracePt t="119162" x="4597400" y="5422900"/>
          <p14:tracePt t="119179" x="4641850" y="5422900"/>
          <p14:tracePt t="119195" x="4673600" y="5422900"/>
          <p14:tracePt t="119212" x="4686300" y="5422900"/>
          <p14:tracePt t="119229" x="4699000" y="5422900"/>
          <p14:tracePt t="119245" x="4730750" y="5422900"/>
          <p14:tracePt t="119262" x="4749800" y="5422900"/>
          <p14:tracePt t="119279" x="4768850" y="5422900"/>
          <p14:tracePt t="119295" x="4794250" y="5429250"/>
          <p14:tracePt t="119312" x="4838700" y="5435600"/>
          <p14:tracePt t="119329" x="4921250" y="5448300"/>
          <p14:tracePt t="119345" x="4959350" y="5448300"/>
          <p14:tracePt t="119362" x="5067300" y="5473700"/>
          <p14:tracePt t="119378" x="5149850" y="5492750"/>
          <p14:tracePt t="119395" x="5194300" y="5499100"/>
          <p14:tracePt t="119412" x="5276850" y="5511800"/>
          <p14:tracePt t="119428" x="5327650" y="5511800"/>
          <p14:tracePt t="119445" x="5365750" y="5524500"/>
          <p14:tracePt t="119461" x="5435600" y="5524500"/>
          <p14:tracePt t="119478" x="5454650" y="5524500"/>
          <p14:tracePt t="119494" x="5473700" y="5524500"/>
          <p14:tracePt t="119511" x="5499100" y="5524500"/>
          <p14:tracePt t="119527" x="5511800" y="5524500"/>
          <p14:tracePt t="119545" x="5537200" y="5524500"/>
          <p14:tracePt t="119577" x="5549900" y="5524500"/>
          <p14:tracePt t="119595" x="5562600" y="5524500"/>
          <p14:tracePt t="119615" x="5568950" y="5524500"/>
          <p14:tracePt t="119630" x="5581650" y="5524500"/>
          <p14:tracePt t="119644" x="5588000" y="5524500"/>
          <p14:tracePt t="119661" x="5594350" y="5524500"/>
          <p14:tracePt t="119677" x="5607050" y="5524500"/>
          <p14:tracePt t="119694" x="5619750" y="5524500"/>
          <p14:tracePt t="119710" x="5632450" y="5524500"/>
          <p14:tracePt t="119727" x="5651500" y="5524500"/>
          <p14:tracePt t="119743" x="5683250" y="5524500"/>
          <p14:tracePt t="119760" x="5702300" y="5524500"/>
          <p14:tracePt t="119777" x="5740400" y="5524500"/>
          <p14:tracePt t="119793" x="5791200" y="5524500"/>
          <p14:tracePt t="119810" x="5810250" y="5524500"/>
          <p14:tracePt t="119826" x="5842000" y="5524500"/>
          <p14:tracePt t="119843" x="5886450" y="5530850"/>
          <p14:tracePt t="119861" x="5924550" y="5530850"/>
          <p14:tracePt t="119876" x="5943600" y="5537200"/>
          <p14:tracePt t="119893" x="5969000" y="5537200"/>
          <p14:tracePt t="119910" x="5994400" y="5549900"/>
          <p14:tracePt t="119926" x="6019800" y="5549900"/>
          <p14:tracePt t="119943" x="6038850" y="5556250"/>
          <p14:tracePt t="119959" x="6076950" y="5562600"/>
          <p14:tracePt t="119976" x="6140450" y="5568950"/>
          <p14:tracePt t="119994" x="6184900" y="5581650"/>
          <p14:tracePt t="120009" x="6210300" y="5581650"/>
          <p14:tracePt t="120026" x="6235700" y="5581650"/>
          <p14:tracePt t="120043" x="6286500" y="5575300"/>
          <p14:tracePt t="120059" x="6311900" y="5568950"/>
          <p14:tracePt t="120076" x="6324600" y="5568950"/>
          <p14:tracePt t="120093" x="6362700" y="5568950"/>
          <p14:tracePt t="120109" x="6369050" y="5568950"/>
          <p14:tracePt t="120126" x="6394450" y="5575300"/>
          <p14:tracePt t="124448" x="6407150" y="5562600"/>
          <p14:tracePt t="124455" x="6438900" y="5530850"/>
          <p14:tracePt t="124469" x="6470650" y="5505450"/>
          <p14:tracePt t="124477" x="6496050" y="5486400"/>
          <p14:tracePt t="124494" x="6527800" y="5467350"/>
          <p14:tracePt t="124511" x="6578600" y="5448300"/>
          <p14:tracePt t="124527" x="6616700" y="5429250"/>
          <p14:tracePt t="124543" x="6629400" y="5422900"/>
          <p14:tracePt t="124560" x="6654800" y="5410200"/>
          <p14:tracePt t="124577" x="6667500" y="5403850"/>
          <p14:tracePt t="124615" x="6667500" y="5397500"/>
          <p14:tracePt t="124645" x="6661150" y="5397500"/>
          <p14:tracePt t="124756" x="6654800" y="5397500"/>
          <p14:tracePt t="124960" x="6591300" y="5391150"/>
          <p14:tracePt t="124967" x="6483350" y="5378450"/>
          <p14:tracePt t="124975" x="6350000" y="5365750"/>
          <p14:tracePt t="124992" x="6172200" y="5359400"/>
          <p14:tracePt t="125010" x="5740400" y="5327650"/>
          <p14:tracePt t="125025" x="5505450" y="5327650"/>
          <p14:tracePt t="125042" x="5041900" y="5327650"/>
          <p14:tracePt t="125059" x="4610100" y="5353050"/>
          <p14:tracePt t="125075" x="4406900" y="5391150"/>
          <p14:tracePt t="125092" x="4032250" y="5467350"/>
          <p14:tracePt t="125108" x="3784600" y="5530850"/>
          <p14:tracePt t="125124" x="3695700" y="5562600"/>
          <p14:tracePt t="125142" x="3549650" y="5613400"/>
          <p14:tracePt t="125158" x="3448050" y="5645150"/>
          <p14:tracePt t="125175" x="3409950" y="5664200"/>
          <p14:tracePt t="125192" x="3346450" y="5689600"/>
          <p14:tracePt t="125208" x="3302000" y="5702300"/>
          <p14:tracePt t="125224" x="3289300" y="5708650"/>
          <p14:tracePt t="125242" x="3270250" y="5721350"/>
          <p14:tracePt t="125258" x="3263900" y="5734050"/>
          <p14:tracePt t="125325" x="3263900" y="5740400"/>
          <p14:tracePt t="125381" x="3276600" y="5740400"/>
          <p14:tracePt t="125388" x="3282950" y="5740400"/>
          <p14:tracePt t="125395" x="3295650" y="5746750"/>
          <p14:tracePt t="125410" x="3314700" y="5746750"/>
          <p14:tracePt t="125424" x="3346450" y="5759450"/>
          <p14:tracePt t="125440" x="3422650" y="5759450"/>
          <p14:tracePt t="125458" x="3543300" y="5772150"/>
          <p14:tracePt t="125473" x="3606800" y="5772150"/>
          <p14:tracePt t="125490" x="3670300" y="5784850"/>
          <p14:tracePt t="125508" x="3822700" y="5784850"/>
          <p14:tracePt t="125524" x="3975100" y="5784850"/>
          <p14:tracePt t="125540" x="4051300" y="5784850"/>
          <p14:tracePt t="125557" x="4197350" y="5772150"/>
          <p14:tracePt t="125573" x="4305300" y="5753100"/>
          <p14:tracePt t="125590" x="4343400" y="5746750"/>
          <p14:tracePt t="125607" x="4419600" y="5740400"/>
          <p14:tracePt t="125624" x="4432300" y="5740400"/>
          <p14:tracePt t="125642" x="4476750" y="5734050"/>
          <p14:tracePt t="125657" x="4489450" y="5734050"/>
          <p14:tracePt t="125673" x="4514850" y="5734050"/>
          <p14:tracePt t="125691" x="4540250" y="5734050"/>
          <p14:tracePt t="125710" x="4552950" y="5734050"/>
          <p14:tracePt t="125724" x="4565650" y="5734050"/>
          <p14:tracePt t="125740" x="4591050" y="5734050"/>
          <p14:tracePt t="125756" x="4603750" y="5734050"/>
          <p14:tracePt t="125773" x="4635500" y="5734050"/>
          <p14:tracePt t="125789" x="4679950" y="5740400"/>
          <p14:tracePt t="125806" x="4705350" y="5740400"/>
          <p14:tracePt t="125823" x="4762500" y="5740400"/>
          <p14:tracePt t="125839" x="4845050" y="5740400"/>
          <p14:tracePt t="125856" x="4870450" y="5740400"/>
          <p14:tracePt t="125873" x="4946650" y="5740400"/>
          <p14:tracePt t="125889" x="4978400" y="5746750"/>
          <p14:tracePt t="125906" x="5054600" y="5746750"/>
          <p14:tracePt t="125922" x="5124450" y="5753100"/>
          <p14:tracePt t="125939" x="5156200" y="5753100"/>
          <p14:tracePt t="125956" x="5251450" y="5759450"/>
          <p14:tracePt t="125972" x="5276850" y="5765800"/>
          <p14:tracePt t="125988" x="5308600" y="5765800"/>
          <p14:tracePt t="126006" x="5365750" y="5765800"/>
          <p14:tracePt t="126022" x="5391150" y="5765800"/>
          <p14:tracePt t="126039" x="5422900" y="5778500"/>
          <p14:tracePt t="126055" x="5461000" y="5778500"/>
          <p14:tracePt t="126072" x="5492750" y="5778500"/>
          <p14:tracePt t="126088" x="5518150" y="5778500"/>
          <p14:tracePt t="126104" x="5549900" y="5778500"/>
          <p14:tracePt t="126122" x="5575300" y="5784850"/>
          <p14:tracePt t="126139" x="5588000" y="5784850"/>
          <p14:tracePt t="126155" x="5594350" y="5784850"/>
          <p14:tracePt t="126171" x="5600700" y="5791200"/>
          <p14:tracePt t="126202" x="5607050" y="5791200"/>
          <p14:tracePt t="126412" x="5619750" y="5791200"/>
          <p14:tracePt t="126425" x="5638800" y="5791200"/>
          <p14:tracePt t="126440" x="5676900" y="5791200"/>
          <p14:tracePt t="126455" x="5715000" y="5791200"/>
          <p14:tracePt t="126475" x="5765800" y="5791200"/>
          <p14:tracePt t="126489" x="5829300" y="5791200"/>
          <p14:tracePt t="126504" x="5911850" y="5797550"/>
          <p14:tracePt t="126524" x="5988050" y="5797550"/>
          <p14:tracePt t="126531" x="6064250" y="5797550"/>
          <p14:tracePt t="126545" x="6140450" y="5797550"/>
          <p14:tracePt t="126560" x="6216650" y="5797550"/>
          <p14:tracePt t="126573" x="6280150" y="5797550"/>
          <p14:tracePt t="126586" x="6343650" y="5797550"/>
          <p14:tracePt t="126603" x="6381750" y="5797550"/>
          <p14:tracePt t="126620" x="6451600" y="5797550"/>
          <p14:tracePt t="126637" x="6477000" y="5803900"/>
          <p14:tracePt t="126653" x="6502400" y="5803900"/>
          <p14:tracePt t="126670" x="6527800" y="5803900"/>
          <p14:tracePt t="126686" x="6534150" y="5803900"/>
          <p14:tracePt t="126703" x="6540500" y="5803900"/>
          <p14:tracePt t="126742" x="6546850" y="5803900"/>
          <p14:tracePt t="126812" x="6553200" y="5803900"/>
          <p14:tracePt t="126861" x="6559550" y="5803900"/>
          <p14:tracePt t="126882" x="6565900" y="5803900"/>
          <p14:tracePt t="126896" x="6572250" y="5803900"/>
          <p14:tracePt t="126917" x="6578600" y="5803900"/>
          <p14:tracePt t="126931" x="6584950" y="5803900"/>
          <p14:tracePt t="126945" x="6604000" y="5803900"/>
          <p14:tracePt t="126959" x="6616700" y="5803900"/>
          <p14:tracePt t="126968" x="6648450" y="5810250"/>
          <p14:tracePt t="126985" x="6673850" y="5810250"/>
          <p14:tracePt t="127002" x="6762750" y="5810250"/>
          <p14:tracePt t="127018" x="6813550" y="5810250"/>
          <p14:tracePt t="127035" x="6864350" y="5816600"/>
          <p14:tracePt t="127052" x="6946900" y="5822950"/>
          <p14:tracePt t="127068" x="6985000" y="5822950"/>
          <p14:tracePt t="127085" x="7016750" y="5822950"/>
          <p14:tracePt t="127102" x="7048500" y="5829300"/>
          <p14:tracePt t="127118" x="7061200" y="5829300"/>
          <p14:tracePt t="127135" x="7080250" y="5829300"/>
          <p14:tracePt t="127168" x="7086600" y="5822950"/>
          <p14:tracePt t="127184" x="7099300" y="5816600"/>
          <p14:tracePt t="173477" x="7086600" y="5803900"/>
          <p14:tracePt t="173484" x="7054850" y="5791200"/>
          <p14:tracePt t="173493" x="7029450" y="5791200"/>
          <p14:tracePt t="173508" x="6946900" y="5784850"/>
          <p14:tracePt t="173524" x="6858000" y="5778500"/>
          <p14:tracePt t="173541" x="6724650" y="5772150"/>
          <p14:tracePt t="173557" x="6623050" y="5772150"/>
          <p14:tracePt t="173575" x="6477000" y="5778500"/>
          <p14:tracePt t="173591" x="6369050" y="5797550"/>
          <p14:tracePt t="173607" x="6273800" y="5822950"/>
          <p14:tracePt t="173624" x="6140450" y="5873750"/>
          <p14:tracePt t="173641" x="6070600" y="5899150"/>
          <p14:tracePt t="173657" x="5988050" y="5924550"/>
          <p14:tracePt t="173674" x="5861050" y="5949950"/>
          <p14:tracePt t="173690" x="5791200" y="5969000"/>
          <p14:tracePt t="173708" x="5708650" y="6007100"/>
          <p14:tracePt t="173724" x="5664200" y="6026150"/>
          <p14:tracePt t="173741" x="5632450" y="6032500"/>
          <p14:tracePt t="173757" x="5594350" y="6045200"/>
          <p14:tracePt t="173773" x="5543550" y="6057900"/>
          <p14:tracePt t="173790" x="5518150" y="6064250"/>
          <p14:tracePt t="173807" x="5473700" y="6070600"/>
          <p14:tracePt t="173823" x="5454650" y="6076950"/>
          <p14:tracePt t="173840" x="5435600" y="6076950"/>
          <p14:tracePt t="173856" x="5384800" y="6070600"/>
          <p14:tracePt t="173873" x="5353050" y="6057900"/>
          <p14:tracePt t="173890" x="5314950" y="6045200"/>
          <p14:tracePt t="173906" x="5283200" y="6032500"/>
          <p14:tracePt t="173922" x="5264150" y="6019800"/>
          <p14:tracePt t="173940" x="5207000" y="5994400"/>
          <p14:tracePt t="173956" x="5175250" y="5969000"/>
          <p14:tracePt t="173973" x="5130800" y="5943600"/>
          <p14:tracePt t="173989" x="5073650" y="5905500"/>
          <p14:tracePt t="174006" x="5029200" y="5880100"/>
          <p14:tracePt t="174023" x="4978400" y="5848350"/>
          <p14:tracePt t="174039" x="4965700" y="5848350"/>
          <p14:tracePt t="174505" x="4921250" y="5842000"/>
          <p14:tracePt t="174512" x="4864100" y="5829300"/>
          <p14:tracePt t="174521" x="4800600" y="5829300"/>
          <p14:tracePt t="174537" x="4667250" y="5803900"/>
          <p14:tracePt t="174555" x="4483100" y="5797550"/>
          <p14:tracePt t="174571" x="4368800" y="5797550"/>
          <p14:tracePt t="174588" x="4254500" y="5803900"/>
          <p14:tracePt t="174604" x="4070350" y="5810250"/>
          <p14:tracePt t="174620" x="3962400" y="5816600"/>
          <p14:tracePt t="174637" x="3848100" y="5816600"/>
          <p14:tracePt t="174654" x="3727450" y="5842000"/>
          <p14:tracePt t="174670" x="3670300" y="5842000"/>
          <p14:tracePt t="174688" x="3632200" y="5848350"/>
          <p14:tracePt t="174703" x="3619500" y="5848350"/>
          <p14:tracePt t="174737" x="3613150" y="5848350"/>
          <p14:tracePt t="174863" x="3619500" y="5848350"/>
          <p14:tracePt t="174871" x="3625850" y="5848350"/>
          <p14:tracePt t="195367" x="3613150" y="5842000"/>
          <p14:tracePt t="195373" x="3581400" y="5822950"/>
          <p14:tracePt t="195381" x="3549650" y="5784850"/>
          <p14:tracePt t="195399" x="3473450" y="5695950"/>
          <p14:tracePt t="195416" x="3365500" y="5556250"/>
          <p14:tracePt t="195432" x="3289300" y="5467350"/>
          <p14:tracePt t="195449" x="3219450" y="5397500"/>
          <p14:tracePt t="195465" x="3130550" y="5308600"/>
          <p14:tracePt t="195482" x="3060700" y="5238750"/>
          <p14:tracePt t="195498" x="3016250" y="5181600"/>
          <p14:tracePt t="195515" x="2952750" y="5118100"/>
          <p14:tracePt t="195532" x="2921000" y="5060950"/>
          <p14:tracePt t="195549" x="2895600" y="4984750"/>
          <p14:tracePt t="195565" x="2870200" y="4921250"/>
          <p14:tracePt t="195582" x="2851150" y="4870450"/>
          <p14:tracePt t="195599" x="2819400" y="4756150"/>
          <p14:tracePt t="195615" x="2800350" y="4679950"/>
          <p14:tracePt t="195631" x="2787650" y="4559300"/>
          <p14:tracePt t="195648" x="2781300" y="4330700"/>
          <p14:tracePt t="195664" x="2781300" y="4152900"/>
          <p14:tracePt t="195681" x="2787650" y="3962400"/>
          <p14:tracePt t="195697" x="2806700" y="3657600"/>
          <p14:tracePt t="195714" x="2838450" y="3448050"/>
          <p14:tracePt t="195732" x="2895600" y="3162300"/>
          <p14:tracePt t="195747" x="2940050" y="2997200"/>
          <p14:tracePt t="195764" x="2978150" y="2870200"/>
          <p14:tracePt t="195781" x="3009900" y="2736850"/>
          <p14:tracePt t="195797" x="3041650" y="2692400"/>
          <p14:tracePt t="195816" x="3073400" y="2635250"/>
          <p14:tracePt t="195830" x="3111500" y="2622550"/>
          <p14:tracePt t="195847" x="3111500" y="2609850"/>
          <p14:tracePt t="195865" x="3117850" y="2597150"/>
          <p14:tracePt t="195880" x="3124200" y="2578100"/>
          <p14:tracePt t="195897" x="3136900" y="2578100"/>
          <p14:tracePt t="196242" x="3149600" y="2571750"/>
          <p14:tracePt t="196249" x="3175000" y="2559050"/>
          <p14:tracePt t="196263" x="3238500" y="2514600"/>
          <p14:tracePt t="196279" x="3314700" y="2463800"/>
          <p14:tracePt t="196295" x="3429000" y="2387600"/>
          <p14:tracePt t="196313" x="3600450" y="2266950"/>
          <p14:tracePt t="196329" x="3714750" y="2197100"/>
          <p14:tracePt t="196346" x="3810000" y="2127250"/>
          <p14:tracePt t="196362" x="3892550" y="2025650"/>
          <p14:tracePt t="196378" x="3930650" y="1962150"/>
          <p14:tracePt t="196396" x="3981450" y="1905000"/>
          <p14:tracePt t="196412" x="4019550" y="1847850"/>
          <p14:tracePt t="196428" x="4051300" y="1803400"/>
          <p14:tracePt t="196446" x="4076700" y="1758950"/>
          <p14:tracePt t="196461" x="4083050" y="1739900"/>
          <p14:tracePt t="196478" x="4095750" y="1720850"/>
          <p14:tracePt t="196495" x="4095750" y="1708150"/>
          <p14:tracePt t="196511" x="4095750" y="1701800"/>
          <p14:tracePt t="196528" x="4095750" y="1689100"/>
          <p14:tracePt t="196545" x="4095750" y="1670050"/>
          <p14:tracePt t="196561" x="4102100" y="1657350"/>
          <p14:tracePt t="196577" x="4102100" y="1651000"/>
          <p14:tracePt t="196594" x="4114800" y="1644650"/>
          <p14:tracePt t="196611" x="4127500" y="1638300"/>
          <p14:tracePt t="196628" x="4140200" y="1631950"/>
          <p14:tracePt t="196644" x="4152900" y="1619250"/>
          <p14:tracePt t="196661" x="4159250" y="1619250"/>
          <p14:tracePt t="196678" x="4165600" y="1606550"/>
          <p14:tracePt t="196694" x="4165600" y="1600200"/>
          <p14:tracePt t="196711" x="4165600" y="1593850"/>
          <p14:tracePt t="196747" x="4159250" y="1593850"/>
          <p14:tracePt t="196761" x="4152900" y="1593850"/>
          <p14:tracePt t="196777" x="4133850" y="1593850"/>
          <p14:tracePt t="196794" x="4121150" y="1593850"/>
          <p14:tracePt t="196811" x="4095750" y="1600200"/>
          <p14:tracePt t="196826" x="4070350" y="1600200"/>
          <p14:tracePt t="196844" x="4038600" y="1606550"/>
          <p14:tracePt t="196847" x="4025900" y="1606550"/>
          <p14:tracePt t="196860" x="4000500" y="1612900"/>
          <p14:tracePt t="196877" x="3956050" y="1625600"/>
          <p14:tracePt t="196894" x="3892550" y="1663700"/>
          <p14:tracePt t="196910" x="3841750" y="1689100"/>
          <p14:tracePt t="196927" x="3778250" y="1720850"/>
          <p14:tracePt t="196944" x="3683000" y="1797050"/>
          <p14:tracePt t="196960" x="3575050" y="1879600"/>
          <p14:tracePt t="196976" x="3505200" y="1955800"/>
          <p14:tracePt t="196993" x="3403600" y="2044700"/>
          <p14:tracePt t="197009" x="3340100" y="2095500"/>
          <p14:tracePt t="201377" x="3340100" y="2101850"/>
          <p14:tracePt t="201385" x="3340100" y="2114550"/>
          <p14:tracePt t="201394" x="3340100" y="2120900"/>
          <p14:tracePt t="201411" x="3340100" y="2139950"/>
          <p14:tracePt t="201428" x="3340100" y="2190750"/>
          <p14:tracePt t="201444" x="3346450" y="2228850"/>
          <p14:tracePt t="201461" x="3346450" y="2292350"/>
          <p14:tracePt t="201477" x="3352800" y="2336800"/>
          <p14:tracePt t="201494" x="3359150" y="2387600"/>
          <p14:tracePt t="201511" x="3365500" y="2476500"/>
          <p14:tracePt t="201528" x="3365500" y="2533650"/>
          <p14:tracePt t="201544" x="3371850" y="2609850"/>
          <p14:tracePt t="201561" x="3390900" y="2724150"/>
          <p14:tracePt t="201577" x="3397250" y="2800350"/>
          <p14:tracePt t="201594" x="3403600" y="2895600"/>
          <p14:tracePt t="201610" x="3422650" y="2946400"/>
          <p14:tracePt t="201627" x="3429000" y="2990850"/>
          <p14:tracePt t="201644" x="3435350" y="3054350"/>
          <p14:tracePt t="201660" x="3441700" y="3098800"/>
          <p14:tracePt t="201677" x="3441700" y="3149600"/>
          <p14:tracePt t="201693" x="3441700" y="3200400"/>
          <p14:tracePt t="201710" x="3441700" y="3251200"/>
          <p14:tracePt t="201728" x="3448050" y="3308350"/>
          <p14:tracePt t="201743" x="3448050" y="3340100"/>
          <p14:tracePt t="201760" x="3448050" y="3371850"/>
          <p14:tracePt t="201777" x="3435350" y="3422650"/>
          <p14:tracePt t="201793" x="3416300" y="3492500"/>
          <p14:tracePt t="201810" x="3397250" y="3549650"/>
          <p14:tracePt t="201828" x="3359150" y="3695700"/>
          <p14:tracePt t="201843" x="3340100" y="3784600"/>
          <p14:tracePt t="201860" x="3302000" y="3994150"/>
          <p14:tracePt t="201876" x="3238500" y="4203700"/>
          <p14:tracePt t="201893" x="3194050" y="4292600"/>
          <p14:tracePt t="201910" x="3098800" y="4502150"/>
          <p14:tracePt t="201926" x="2984500" y="4800600"/>
          <p14:tracePt t="201943" x="2940050" y="4933950"/>
          <p14:tracePt t="201960" x="2851150" y="5156200"/>
          <p14:tracePt t="201976" x="2787650" y="5289550"/>
          <p14:tracePt t="201993" x="2768600" y="5321300"/>
          <p14:tracePt t="202009" x="2762250" y="5321300"/>
          <p14:tracePt t="202516" x="2749550" y="5353050"/>
          <p14:tracePt t="202524" x="2730500" y="5391150"/>
          <p14:tracePt t="202537" x="2698750" y="5435600"/>
          <p14:tracePt t="202545" x="2660650" y="5486400"/>
          <p14:tracePt t="202560" x="2622550" y="5530850"/>
          <p14:tracePt t="202574" x="2559050" y="5619750"/>
          <p14:tracePt t="202590" x="2527300" y="5657850"/>
          <p14:tracePt t="202608" x="2463800" y="5759450"/>
          <p14:tracePt t="202623" x="2425700" y="5803900"/>
          <p14:tracePt t="202640" x="2349500" y="5905500"/>
          <p14:tracePt t="202657" x="2298700" y="5981700"/>
          <p14:tracePt t="202674" x="2273300" y="6007100"/>
          <p14:tracePt t="202690" x="2241550" y="6038850"/>
          <p14:tracePt t="202707" x="2216150" y="6057900"/>
          <p14:tracePt t="202723" x="2203450" y="6057900"/>
          <p14:tracePt t="202740" x="2190750" y="6064250"/>
          <p14:tracePt t="202756" x="2178050" y="6070600"/>
          <p14:tracePt t="202773" x="2171700" y="6070600"/>
          <p14:tracePt t="202790" x="2159000" y="6083300"/>
          <p14:tracePt t="202806" x="2152650" y="6096000"/>
          <p14:tracePt t="202823" x="2133600" y="6102350"/>
          <p14:tracePt t="202840" x="2127250" y="6115050"/>
          <p14:tracePt t="202856" x="2120900" y="6121400"/>
          <p14:tracePt t="202873" x="2108200" y="6127750"/>
          <p14:tracePt t="202889" x="2101850" y="6127750"/>
          <p14:tracePt t="202906" x="2095500" y="6127750"/>
          <p14:tracePt t="202923" x="2089150" y="6127750"/>
          <p14:tracePt t="202939" x="2089150" y="6134100"/>
          <p14:tracePt t="202956" x="2076450" y="6140450"/>
          <p14:tracePt t="202989" x="2063750" y="6146800"/>
          <p14:tracePt t="203006" x="2057400" y="6153150"/>
          <p14:tracePt t="203022" x="2051050" y="6159500"/>
          <p14:tracePt t="203039" x="2044700" y="6159500"/>
          <p14:tracePt t="203063" x="2044700" y="6165850"/>
          <p14:tracePt t="203084" x="2038350" y="6172200"/>
          <p14:tracePt t="203107" x="2032000" y="6172200"/>
          <p14:tracePt t="203133" x="2025650" y="6172200"/>
          <p14:tracePt t="203154" x="2019300" y="6178550"/>
          <p14:tracePt t="203175" x="2012950" y="6178550"/>
          <p14:tracePt t="203197" x="2012950" y="6184900"/>
          <p14:tracePt t="203266" x="2019300" y="6184900"/>
          <p14:tracePt t="203273" x="2025650" y="6184900"/>
          <p14:tracePt t="203280" x="2038350" y="6184900"/>
          <p14:tracePt t="203294" x="2051050" y="6184900"/>
          <p14:tracePt t="203304" x="2070100" y="6184900"/>
          <p14:tracePt t="203322" x="2139950" y="6178550"/>
          <p14:tracePt t="203338" x="2190750" y="6178550"/>
          <p14:tracePt t="203354" x="2317750" y="6165850"/>
          <p14:tracePt t="203372" x="2489200" y="6146800"/>
          <p14:tracePt t="203387" x="2578100" y="6146800"/>
          <p14:tracePt t="203404" x="2755900" y="6140450"/>
          <p14:tracePt t="203421" x="2921000" y="6140450"/>
          <p14:tracePt t="203438" x="3060700" y="6140450"/>
          <p14:tracePt t="203454" x="3124200" y="6140450"/>
          <p14:tracePt t="203471" x="3232150" y="6140450"/>
          <p14:tracePt t="203487" x="3270250" y="6140450"/>
          <p14:tracePt t="203505" x="3340100" y="6146800"/>
          <p14:tracePt t="203520" x="3378200" y="6153150"/>
          <p14:tracePt t="203537" x="3384550" y="6153150"/>
          <p14:tracePt t="203554" x="3409950" y="6159500"/>
          <p14:tracePt t="203570" x="3429000" y="6165850"/>
          <p14:tracePt t="203587" x="3435350" y="6172200"/>
          <p14:tracePt t="203604" x="3441700" y="6172200"/>
          <p14:tracePt t="203620" x="3448050" y="6178550"/>
          <p14:tracePt t="203653" x="3454400" y="6178550"/>
          <p14:tracePt t="203680" x="3460750" y="6178550"/>
          <p14:tracePt t="204821" x="3486150" y="6178550"/>
          <p14:tracePt t="204828" x="3511550" y="6178550"/>
          <p14:tracePt t="204842" x="3549650" y="6172200"/>
          <p14:tracePt t="204852" x="3594100" y="6172200"/>
          <p14:tracePt t="204865" x="3632200" y="6172200"/>
          <p14:tracePt t="204882" x="3670300" y="6172200"/>
          <p14:tracePt t="204899" x="3746500" y="6172200"/>
          <p14:tracePt t="204915" x="3797300" y="6172200"/>
          <p14:tracePt t="204932" x="3867150" y="6165850"/>
          <p14:tracePt t="204949" x="3924300" y="6153150"/>
          <p14:tracePt t="204965" x="3949700" y="6153150"/>
          <p14:tracePt t="204983" x="3981450" y="6146800"/>
          <p14:tracePt t="204999" x="3994150" y="6140450"/>
          <p14:tracePt t="205060" x="3981450" y="6140450"/>
          <p14:tracePt t="205066" x="3968750" y="6140450"/>
          <p14:tracePt t="205082" x="3930650" y="6140450"/>
          <p14:tracePt t="205088" x="3886200" y="6140450"/>
          <p14:tracePt t="205102" x="3810000" y="6140450"/>
          <p14:tracePt t="205115" x="3733800" y="6140450"/>
          <p14:tracePt t="205132" x="3530600" y="6140450"/>
          <p14:tracePt t="205148" x="3416300" y="6140450"/>
          <p14:tracePt t="205165" x="3181350" y="6134100"/>
          <p14:tracePt t="205181" x="2921000" y="6096000"/>
          <p14:tracePt t="205198" x="2794000" y="6070600"/>
          <p14:tracePt t="205215" x="2527300" y="6038850"/>
          <p14:tracePt t="205232" x="2387600" y="6026150"/>
          <p14:tracePt t="205249" x="2044700" y="6007100"/>
          <p14:tracePt t="205264" x="1955800" y="6007100"/>
          <p14:tracePt t="205281" x="1854200" y="6007100"/>
          <p14:tracePt t="205299" x="1797050" y="6007100"/>
          <p14:tracePt t="205314" x="1771650" y="6007100"/>
          <p14:tracePt t="205331" x="1746250" y="6007100"/>
          <p14:tracePt t="205348" x="1714500" y="6007100"/>
          <p14:tracePt t="205410" x="1708150" y="6007100"/>
          <p14:tracePt t="205558" x="1701800" y="6007100"/>
          <p14:tracePt t="205600" x="1708150" y="6007100"/>
          <p14:tracePt t="205621" x="1720850" y="6013450"/>
          <p14:tracePt t="205628" x="1727200" y="6013450"/>
          <p14:tracePt t="205642" x="1739900" y="6019800"/>
          <p14:tracePt t="205650" x="1758950" y="6026150"/>
          <p14:tracePt t="205665" x="1771650" y="6032500"/>
          <p14:tracePt t="205680" x="1803400" y="6038850"/>
          <p14:tracePt t="205696" x="1835150" y="6057900"/>
          <p14:tracePt t="205713" x="1873250" y="6064250"/>
          <p14:tracePt t="205729" x="1917700" y="6076950"/>
          <p14:tracePt t="205746" x="1974850" y="6089650"/>
          <p14:tracePt t="205763" x="2012950" y="6102350"/>
          <p14:tracePt t="205780" x="2070100" y="6108700"/>
          <p14:tracePt t="205796" x="2108200" y="6115050"/>
          <p14:tracePt t="205813" x="2165350" y="6127750"/>
          <p14:tracePt t="205829" x="2184400" y="6127750"/>
          <p14:tracePt t="205846" x="2222500" y="6134100"/>
          <p14:tracePt t="205862" x="2228850" y="6134100"/>
          <p14:tracePt t="205880" x="2235200" y="6140450"/>
          <p14:tracePt t="205895" x="2247900" y="6140450"/>
          <p14:tracePt t="205912" x="2254250" y="6140450"/>
          <p14:tracePt t="205929" x="2266950" y="6140450"/>
          <p14:tracePt t="205945" x="2273300" y="6140450"/>
          <p14:tracePt t="205962" x="2279650" y="6140450"/>
          <p14:tracePt t="205979" x="2292350" y="6140450"/>
          <p14:tracePt t="205995" x="2298700" y="6140450"/>
          <p14:tracePt t="206012" x="2311400" y="6146800"/>
          <p14:tracePt t="206028" x="2330450" y="6153150"/>
          <p14:tracePt t="206045" x="2336800" y="6159500"/>
          <p14:tracePt t="206063" x="2355850" y="6172200"/>
          <p14:tracePt t="206079" x="2381250" y="6178550"/>
          <p14:tracePt t="206095" x="2432050" y="6210300"/>
          <p14:tracePt t="206113" x="2482850" y="6235700"/>
          <p14:tracePt t="206128" x="2501900" y="6248400"/>
          <p14:tracePt t="206145" x="2514600" y="6261100"/>
          <p14:tracePt t="206162" x="2546350" y="6273800"/>
          <p14:tracePt t="206195" x="2552700" y="6280150"/>
          <p14:tracePt t="206251" x="2559050" y="6280150"/>
          <p14:tracePt t="206343" x="2565400" y="6286500"/>
          <p14:tracePt t="206385" x="2565400" y="6292850"/>
          <p14:tracePt t="206420" x="2571750" y="6299200"/>
          <p14:tracePt t="206483" x="2571750" y="6305550"/>
          <p14:tracePt t="221140" x="2578100" y="6311900"/>
          <p14:tracePt t="221148" x="2584450" y="6324600"/>
          <p14:tracePt t="221159" x="2590800" y="6337300"/>
          <p14:tracePt t="221176" x="2628900" y="6375400"/>
          <p14:tracePt t="221192" x="2667000" y="6419850"/>
          <p14:tracePt t="221209" x="2711450" y="6464300"/>
          <p14:tracePt t="221226" x="2800350" y="6546850"/>
          <p14:tracePt t="221242" x="2857500" y="6584950"/>
          <p14:tracePt t="221260" x="2959100" y="6642100"/>
          <p14:tracePt t="221276" x="3022600" y="6667500"/>
          <p14:tracePt t="221292" x="3073400" y="6692900"/>
          <p14:tracePt t="221309" x="3124200" y="6711950"/>
          <p14:tracePt t="221325" x="3194050" y="6724650"/>
          <p14:tracePt t="221342" x="3251200" y="6731000"/>
          <p14:tracePt t="221359" x="3327400" y="6737350"/>
          <p14:tracePt t="221375" x="3384550" y="6743700"/>
          <p14:tracePt t="221393" x="3460750" y="6743700"/>
          <p14:tracePt t="221408" x="3505200" y="6743700"/>
          <p14:tracePt t="221425" x="3556000" y="6743700"/>
          <p14:tracePt t="221442" x="3644900" y="6756400"/>
          <p14:tracePt t="221458" x="3702050" y="6756400"/>
          <p14:tracePt t="221475" x="3765550" y="6750050"/>
          <p14:tracePt t="221491" x="3867150" y="6743700"/>
          <p14:tracePt t="221508" x="3956050" y="6737350"/>
          <p14:tracePt t="221525" x="4038600" y="6731000"/>
          <p14:tracePt t="221541" x="4140200" y="6705600"/>
          <p14:tracePt t="221558" x="4222750" y="6680200"/>
          <p14:tracePt t="221575" x="4362450" y="6654800"/>
          <p14:tracePt t="221591" x="4457700" y="6629400"/>
          <p14:tracePt t="221608" x="4527550" y="6610350"/>
          <p14:tracePt t="221625" x="4629150" y="6572250"/>
          <p14:tracePt t="221641" x="4686300" y="6559550"/>
          <p14:tracePt t="221658" x="4730750" y="6534150"/>
          <p14:tracePt t="221661" x="4756150" y="6527800"/>
          <p14:tracePt t="221674" x="4800600" y="6515100"/>
          <p14:tracePt t="221691" x="4826000" y="6508750"/>
          <p14:tracePt t="221709" x="4889500" y="6477000"/>
          <p14:tracePt t="221724" x="4914900" y="6470650"/>
          <p14:tracePt t="221741" x="4940300" y="6457950"/>
          <p14:tracePt t="221759" x="4972050" y="6451600"/>
          <p14:tracePt t="221774" x="4984750" y="6438900"/>
          <p14:tracePt t="221791" x="5003800" y="6432550"/>
          <p14:tracePt t="221807" x="5022850" y="6426200"/>
          <p14:tracePt t="221824" x="5029200" y="6419850"/>
          <p14:tracePt t="221857" x="5035550" y="6394450"/>
          <p14:tracePt t="221873" x="5035550" y="6369050"/>
          <p14:tracePt t="270525" x="4997450" y="6369050"/>
          <p14:tracePt t="270533" x="4946650" y="6369050"/>
          <p14:tracePt t="270541" x="4883150" y="6375400"/>
          <p14:tracePt t="270555" x="4756150" y="6375400"/>
          <p14:tracePt t="270572" x="4635500" y="6369050"/>
          <p14:tracePt t="270589" x="4445000" y="6375400"/>
          <p14:tracePt t="270605" x="4324350" y="6381750"/>
          <p14:tracePt t="270622" x="4235450" y="6394450"/>
          <p14:tracePt t="270639" x="4152900" y="6400800"/>
          <p14:tracePt t="270655" x="4057650" y="6407150"/>
          <p14:tracePt t="270672" x="4006850" y="6407150"/>
          <p14:tracePt t="270688" x="3956050" y="6407150"/>
          <p14:tracePt t="270705" x="3905250" y="6400800"/>
          <p14:tracePt t="270722" x="3848100" y="6394450"/>
          <p14:tracePt t="270738" x="3816350" y="6381750"/>
          <p14:tracePt t="270754" x="3778250" y="6362700"/>
          <p14:tracePt t="270772" x="3683000" y="6337300"/>
          <p14:tracePt t="270788" x="3638550" y="6324600"/>
          <p14:tracePt t="270804" x="3594100" y="6311900"/>
          <p14:tracePt t="270821" x="3549650" y="6305550"/>
          <p14:tracePt t="270838" x="3505200" y="6299200"/>
          <p14:tracePt t="270854" x="3473450" y="6292850"/>
          <p14:tracePt t="270871" x="3409950" y="6280150"/>
          <p14:tracePt t="270887" x="3371850" y="6280150"/>
          <p14:tracePt t="270905" x="3333750" y="6280150"/>
          <p14:tracePt t="270921" x="3295650" y="6280150"/>
          <p14:tracePt t="270937" x="3276600" y="6280150"/>
          <p14:tracePt t="270954" x="3187700" y="6286500"/>
          <p14:tracePt t="270971" x="3143250" y="6286500"/>
          <p14:tracePt t="270987" x="3092450" y="6286500"/>
          <p14:tracePt t="271004" x="2940050" y="6286500"/>
          <p14:tracePt t="271020" x="2882900" y="6286500"/>
          <p14:tracePt t="271037" x="2806700" y="6286500"/>
          <p14:tracePt t="271054" x="2749550" y="6286500"/>
          <p14:tracePt t="271070" x="2705100" y="6292850"/>
          <p14:tracePt t="271088" x="2667000" y="6299200"/>
          <p14:tracePt t="271103" x="2647950" y="6305550"/>
          <p14:tracePt t="271120" x="2603500" y="6305550"/>
          <p14:tracePt t="271137" x="2565400" y="6305550"/>
          <p14:tracePt t="271153" x="2546350" y="6305550"/>
          <p14:tracePt t="271170" x="2514600" y="6305550"/>
          <p14:tracePt t="271186" x="2476500" y="6311900"/>
          <p14:tracePt t="271203" x="2470150" y="6311900"/>
          <p14:tracePt t="271220" x="2457450" y="6311900"/>
          <p14:tracePt t="271236" x="2438400" y="6311900"/>
          <p14:tracePt t="271253" x="2425700" y="6311900"/>
          <p14:tracePt t="271270" x="2413000" y="6311900"/>
          <p14:tracePt t="271286" x="2400300" y="6311900"/>
          <p14:tracePt t="271303" x="2381250" y="6305550"/>
          <p14:tracePt t="271319" x="2362200" y="6305550"/>
          <p14:tracePt t="271336" x="2355850" y="6305550"/>
          <p14:tracePt t="271353" x="2349500" y="6305550"/>
          <p14:tracePt t="271368" x="2343150" y="6305550"/>
          <p14:tracePt t="271386" x="2336800" y="6305550"/>
          <p14:tracePt t="271403" x="2330450" y="6305550"/>
          <p14:tracePt t="271879" x="2305050" y="6305550"/>
          <p14:tracePt t="271886" x="2273300" y="6305550"/>
          <p14:tracePt t="271902" x="2247900" y="6305550"/>
          <p14:tracePt t="271907" x="2216150" y="6311900"/>
          <p14:tracePt t="271921" x="2178050" y="6311900"/>
          <p14:tracePt t="271933" x="2152650" y="6311900"/>
          <p14:tracePt t="271950" x="2095500" y="6311900"/>
          <p14:tracePt t="271967" x="2076450" y="6311900"/>
          <p14:tracePt t="271984" x="2025650" y="6324600"/>
          <p14:tracePt t="272000" x="1987550" y="6330950"/>
          <p14:tracePt t="272017" x="1974850" y="6330950"/>
          <p14:tracePt t="272034" x="1962150" y="6337300"/>
          <p14:tracePt t="272050" x="1949450" y="6337300"/>
          <p14:tracePt t="272090" x="1943100" y="6343650"/>
          <p14:tracePt t="272482" x="1949450" y="6343650"/>
          <p14:tracePt t="272489" x="1968500" y="6343650"/>
          <p14:tracePt t="272503" x="1987550" y="6343650"/>
          <p14:tracePt t="272515" x="2019300" y="6350000"/>
          <p14:tracePt t="272532" x="2089150" y="6356350"/>
          <p14:tracePt t="272548" x="2127250" y="6362700"/>
          <p14:tracePt t="272565" x="2209800" y="6381750"/>
          <p14:tracePt t="272582" x="2279650" y="6394450"/>
          <p14:tracePt t="272598" x="2305050" y="6407150"/>
          <p14:tracePt t="272615" x="2324100" y="6407150"/>
          <p14:tracePt t="272631" x="2343150" y="6413500"/>
          <p14:tracePt t="272648" x="2349500" y="6413500"/>
          <p14:tracePt t="272700" x="2355850" y="6413500"/>
          <p14:tracePt t="272749" x="2362200" y="6413500"/>
          <p14:tracePt t="272784" x="2368550" y="6407150"/>
          <p14:tracePt t="272798" x="2368550" y="6400800"/>
          <p14:tracePt t="280566" x="2387600" y="6400800"/>
          <p14:tracePt t="280573" x="2406650" y="6400800"/>
          <p14:tracePt t="280580" x="2432050" y="6400800"/>
          <p14:tracePt t="280589" x="2457450" y="6407150"/>
          <p14:tracePt t="280604" x="2520950" y="6407150"/>
          <p14:tracePt t="280621" x="2590800" y="6407150"/>
          <p14:tracePt t="280637" x="2692400" y="6407150"/>
          <p14:tracePt t="280654" x="2762250" y="6407150"/>
          <p14:tracePt t="280671" x="2857500" y="6407150"/>
          <p14:tracePt t="280687" x="2908300" y="6407150"/>
          <p14:tracePt t="280703" x="2946400" y="6394450"/>
          <p14:tracePt t="280720" x="3009900" y="6381750"/>
          <p14:tracePt t="280737" x="3048000" y="6356350"/>
          <p14:tracePt t="280753" x="3060700" y="6350000"/>
          <p14:tracePt t="280770" x="3092450" y="6337300"/>
          <p14:tracePt t="280787" x="3105150" y="6337300"/>
          <p14:tracePt t="280804" x="3111500" y="6337300"/>
          <p14:tracePt t="280820" x="3117850" y="6330950"/>
          <p14:tracePt t="280836" x="3124200" y="6330950"/>
          <p14:tracePt t="280860" x="3130550" y="6330950"/>
          <p14:tracePt t="280874" x="3136900" y="6330950"/>
          <p14:tracePt t="280895" x="3143250" y="6330950"/>
          <p14:tracePt t="280904" x="3155950" y="6330950"/>
          <p14:tracePt t="280923" x="3168650" y="6330950"/>
          <p14:tracePt t="280938" x="3175000" y="6330950"/>
          <p14:tracePt t="280952" x="3181350" y="6330950"/>
          <p14:tracePt t="280969" x="3194050" y="6324600"/>
          <p14:tracePt t="280987" x="3219450" y="6311900"/>
          <p14:tracePt t="281003" x="3238500" y="6305550"/>
          <p14:tracePt t="281019" x="3263900" y="6299200"/>
          <p14:tracePt t="281036" x="3321050" y="6280150"/>
          <p14:tracePt t="281052" x="3371850" y="6267450"/>
          <p14:tracePt t="281069" x="3409950" y="6261100"/>
          <p14:tracePt t="281085" x="3479800" y="6254750"/>
          <p14:tracePt t="281102" x="3536950" y="6242050"/>
          <p14:tracePt t="281119" x="3606800" y="6242050"/>
          <p14:tracePt t="281136" x="3632200" y="6235700"/>
          <p14:tracePt t="281152" x="3676650" y="6235700"/>
          <p14:tracePt t="281169" x="3714750" y="6235700"/>
          <p14:tracePt t="281185" x="3727450" y="6235700"/>
          <p14:tracePt t="281224" x="3727450" y="6223000"/>
          <p14:tracePt t="281239" x="3721100" y="6223000"/>
          <p14:tracePt t="281252" x="3721100" y="6210300"/>
          <p14:tracePt t="282468" x="3714750" y="6216650"/>
          <p14:tracePt t="282475" x="3702050" y="6216650"/>
          <p14:tracePt t="282483" x="3689350" y="6223000"/>
          <p14:tracePt t="282497" x="3676650" y="6235700"/>
          <p14:tracePt t="282514" x="3657600" y="6248400"/>
          <p14:tracePt t="282531" x="3644900" y="6267450"/>
          <p14:tracePt t="282547" x="3632200" y="6280150"/>
          <p14:tracePt t="282564" x="3625850" y="6286500"/>
          <p14:tracePt t="282580" x="3619500" y="6292850"/>
          <p14:tracePt t="282596" x="3613150" y="6299200"/>
          <p14:tracePt t="282614" x="3613150" y="6305550"/>
          <p14:tracePt t="282656" x="3613150" y="6311900"/>
          <p14:tracePt t="282685" x="3625850" y="6318250"/>
          <p14:tracePt t="282691" x="3632200" y="6318250"/>
          <p14:tracePt t="282699" x="3638550" y="6318250"/>
          <p14:tracePt t="282715" x="3651250" y="6318250"/>
          <p14:tracePt t="282729" x="3663950" y="6318250"/>
          <p14:tracePt t="282746" x="3689350" y="6324600"/>
          <p14:tracePt t="282763" x="3733800" y="6330950"/>
          <p14:tracePt t="282780" x="3790950" y="6343650"/>
          <p14:tracePt t="282797" x="3898900" y="6350000"/>
          <p14:tracePt t="282813" x="3968750" y="6356350"/>
          <p14:tracePt t="282829" x="4051300" y="6356350"/>
          <p14:tracePt t="282847" x="4114800" y="6356350"/>
          <p14:tracePt t="282863" x="4222750" y="6362700"/>
          <p14:tracePt t="282879" x="4292600" y="6362700"/>
          <p14:tracePt t="282896" x="4387850" y="6369050"/>
          <p14:tracePt t="282912" x="4425950" y="6375400"/>
          <p14:tracePt t="282930" x="4470400" y="6375400"/>
          <p14:tracePt t="282945" x="4521200" y="6375400"/>
          <p14:tracePt t="282962" x="4552950" y="6375400"/>
          <p14:tracePt t="282979" x="4622800" y="6381750"/>
          <p14:tracePt t="282996" x="4679950" y="6381750"/>
          <p14:tracePt t="283012" x="4737100" y="6381750"/>
          <p14:tracePt t="283029" x="4832350" y="6381750"/>
          <p14:tracePt t="283045" x="4902200" y="6381750"/>
          <p14:tracePt t="283062" x="4978400" y="6394450"/>
          <p14:tracePt t="283078" x="5080000" y="6407150"/>
          <p14:tracePt t="283095" x="5137150" y="6413500"/>
          <p14:tracePt t="283112" x="5162550" y="6413500"/>
          <p14:tracePt t="283128" x="5200650" y="6426200"/>
          <p14:tracePt t="283145" x="5213350" y="6426200"/>
          <p14:tracePt t="283162" x="5213350" y="6419850"/>
          <p14:tracePt t="283195" x="5213350" y="6407150"/>
          <p14:tracePt t="283218" x="5207000" y="6400800"/>
          <p14:tracePt t="283239" x="5200650" y="6400800"/>
          <p14:tracePt t="283247" x="5187950" y="6400800"/>
          <p14:tracePt t="283261" x="5181600" y="6394450"/>
          <p14:tracePt t="283278" x="5143500" y="6388100"/>
          <p14:tracePt t="283295" x="5054600" y="6369050"/>
          <p14:tracePt t="283311" x="4927600" y="6356350"/>
          <p14:tracePt t="283328" x="4756150" y="6337300"/>
          <p14:tracePt t="283331" x="4679950" y="6330950"/>
          <p14:tracePt t="283345" x="4476750" y="6305550"/>
          <p14:tracePt t="283361" x="4298950" y="6305550"/>
          <p14:tracePt t="283378" x="4121150" y="6305550"/>
          <p14:tracePt t="283394" x="3924300" y="6311900"/>
          <p14:tracePt t="283411" x="3810000" y="6318250"/>
          <p14:tracePt t="283428" x="3663950" y="6324600"/>
          <p14:tracePt t="283444" x="3594100" y="6324600"/>
          <p14:tracePt t="283461" x="3556000" y="6324600"/>
          <p14:tracePt t="283478" x="3511550" y="6330950"/>
          <p14:tracePt t="283494" x="3492500" y="6337300"/>
          <p14:tracePt t="283510" x="3479800" y="6343650"/>
          <p14:tracePt t="283527" x="3467100" y="6362700"/>
          <p14:tracePt t="283543" x="3454400" y="6375400"/>
          <p14:tracePt t="283561" x="3429000" y="6394450"/>
          <p14:tracePt t="283577" x="3403600" y="6407150"/>
          <p14:tracePt t="283593" x="3390900" y="6413500"/>
          <p14:tracePt t="283611" x="3365500" y="6426200"/>
          <p14:tracePt t="283627" x="3346450" y="6432550"/>
          <p14:tracePt t="283643" x="3346450" y="6438900"/>
          <p14:tracePt t="283660" x="3333750" y="6438900"/>
          <p14:tracePt t="283715" x="3340100" y="6438900"/>
          <p14:tracePt t="283723" x="3346450" y="6438900"/>
          <p14:tracePt t="283729" x="3359150" y="6438900"/>
          <p14:tracePt t="283744" x="3390900" y="6445250"/>
          <p14:tracePt t="283760" x="3448050" y="6445250"/>
          <p14:tracePt t="283776" x="3530600" y="6464300"/>
          <p14:tracePt t="283793" x="3714750" y="6483350"/>
          <p14:tracePt t="283809" x="3860800" y="6508750"/>
          <p14:tracePt t="283826" x="4000500" y="6540500"/>
          <p14:tracePt t="283842" x="4222750" y="6565900"/>
          <p14:tracePt t="283859" x="4356100" y="6597650"/>
          <p14:tracePt t="283877" x="4527550" y="6616700"/>
          <p14:tracePt t="283892" x="4616450" y="6616700"/>
          <p14:tracePt t="283909" x="4711700" y="6623050"/>
          <p14:tracePt t="283926" x="4813300" y="6623050"/>
          <p14:tracePt t="283942" x="4883150" y="6623050"/>
          <p14:tracePt t="283959" x="4933950" y="6623050"/>
          <p14:tracePt t="283976" x="5003800" y="6623050"/>
          <p14:tracePt t="283992" x="5041900" y="6623050"/>
          <p14:tracePt t="284009" x="5067300" y="6623050"/>
          <p14:tracePt t="284025" x="5118100" y="6616700"/>
          <p14:tracePt t="284042" x="5156200" y="6610350"/>
          <p14:tracePt t="284059" x="5213350" y="6597650"/>
          <p14:tracePt t="284075" x="5245100" y="6597650"/>
          <p14:tracePt t="284092" x="5289550" y="6597650"/>
          <p14:tracePt t="284109" x="5346700" y="6597650"/>
          <p14:tracePt t="284125" x="5384800" y="6597650"/>
          <p14:tracePt t="284141" x="5416550" y="6591300"/>
          <p14:tracePt t="284158" x="5454650" y="6591300"/>
          <p14:tracePt t="284175" x="5480050" y="6572250"/>
          <p14:tracePt t="284192" x="5499100" y="6572250"/>
          <p14:tracePt t="284208" x="5530850" y="6565900"/>
          <p14:tracePt t="284225" x="5568950" y="6553200"/>
          <p14:tracePt t="284242" x="5613400" y="6540500"/>
          <p14:tracePt t="284258" x="5664200" y="6534150"/>
          <p14:tracePt t="284275" x="5721350" y="6527800"/>
          <p14:tracePt t="284291" x="5842000" y="6502400"/>
          <p14:tracePt t="284307" x="5937250" y="6483350"/>
          <p14:tracePt t="284324" x="6026150" y="6477000"/>
          <p14:tracePt t="284341" x="6140450" y="6464300"/>
          <p14:tracePt t="284357" x="6184900" y="6464300"/>
          <p14:tracePt t="284361" x="6210300" y="6457950"/>
          <p14:tracePt t="284375" x="6235700" y="6451600"/>
          <p14:tracePt t="284391" x="6261100" y="6438900"/>
          <p14:tracePt t="284407" x="6280150" y="6432550"/>
          <p14:tracePt t="284424" x="6292850" y="6432550"/>
          <p14:tracePt t="284457" x="6273800" y="6426200"/>
          <p14:tracePt t="284842" x="6299200" y="6426200"/>
          <p14:tracePt t="284849" x="6324600" y="6426200"/>
          <p14:tracePt t="284858" x="6356350" y="6426200"/>
          <p14:tracePt t="284872" x="6413500" y="6426200"/>
          <p14:tracePt t="284889" x="6477000" y="6426200"/>
          <p14:tracePt t="284907" x="6565900" y="6407150"/>
          <p14:tracePt t="284922" x="6623050" y="6407150"/>
          <p14:tracePt t="284940" x="6692900" y="6400800"/>
          <p14:tracePt t="284955" x="6737350" y="6400800"/>
          <p14:tracePt t="284972" x="6762750" y="6400800"/>
          <p14:tracePt t="284989" x="6807200" y="6407150"/>
          <p14:tracePt t="285005" x="6845300" y="6413500"/>
          <p14:tracePt t="285022" x="6877050" y="6413500"/>
          <p14:tracePt t="285039" x="6915150" y="6413500"/>
          <p14:tracePt t="285055" x="6940550" y="6413500"/>
          <p14:tracePt t="285072" x="6953250" y="6413500"/>
          <p14:tracePt t="285088" x="6965950" y="6419850"/>
          <p14:tracePt t="285105" x="6972300" y="6419850"/>
          <p14:tracePt t="285228" x="6965950" y="6419850"/>
          <p14:tracePt t="285242" x="6959600" y="6419850"/>
          <p14:tracePt t="285249" x="6953250" y="6419850"/>
          <p14:tracePt t="285257" x="6946900" y="6419850"/>
          <p14:tracePt t="285271" x="6934200" y="6413500"/>
          <p14:tracePt t="285288" x="6921500" y="6413500"/>
          <p14:tracePt t="285305" x="6870700" y="6407150"/>
          <p14:tracePt t="285321" x="6819900" y="6388100"/>
          <p14:tracePt t="285338" x="6737350" y="6381750"/>
          <p14:tracePt t="285355" x="6553200" y="6356350"/>
          <p14:tracePt t="285371" x="6413500" y="6343650"/>
          <p14:tracePt t="285388" x="6254750" y="6337300"/>
          <p14:tracePt t="285404" x="6064250" y="6330950"/>
          <p14:tracePt t="285421" x="5956300" y="6330950"/>
          <p14:tracePt t="285438" x="5842000" y="6337300"/>
          <p14:tracePt t="285454" x="5708650" y="6356350"/>
          <p14:tracePt t="285470" x="5638800" y="6369050"/>
          <p14:tracePt t="285488" x="5537200" y="6394450"/>
          <p14:tracePt t="285504" x="5467350" y="6400800"/>
          <p14:tracePt t="285520" x="5384800" y="6407150"/>
          <p14:tracePt t="285537" x="5264150" y="6426200"/>
          <p14:tracePt t="285553" x="5194300" y="6432550"/>
          <p14:tracePt t="285570" x="5130800" y="6432550"/>
          <p14:tracePt t="285586" x="5041900" y="6464300"/>
          <p14:tracePt t="285603" x="4953000" y="6470650"/>
          <p14:tracePt t="285621" x="4876800" y="6470650"/>
          <p14:tracePt t="285636" x="4806950" y="6470650"/>
          <p14:tracePt t="285653" x="4749800" y="6464300"/>
          <p14:tracePt t="285670" x="4654550" y="6457950"/>
          <p14:tracePt t="285686" x="4603750" y="6457950"/>
          <p14:tracePt t="285703" x="4533900" y="6464300"/>
          <p14:tracePt t="285720" x="4438650" y="6470650"/>
          <p14:tracePt t="285736" x="4387850" y="6477000"/>
          <p14:tracePt t="285753" x="4356100" y="6477000"/>
          <p14:tracePt t="285770" x="4305300" y="6483350"/>
          <p14:tracePt t="285786" x="4279900" y="6477000"/>
          <p14:tracePt t="285803" x="4267200" y="6477000"/>
          <p14:tracePt t="286234" x="4273550" y="6464300"/>
          <p14:tracePt t="286248" x="4292600" y="6464300"/>
          <p14:tracePt t="286255" x="4330700" y="6457950"/>
          <p14:tracePt t="286270" x="4387850" y="6445250"/>
          <p14:tracePt t="286284" x="4502150" y="6445250"/>
          <p14:tracePt t="286301" x="4578350" y="6438900"/>
          <p14:tracePt t="286318" x="4819650" y="6407150"/>
          <p14:tracePt t="286334" x="4984750" y="6381750"/>
          <p14:tracePt t="286351" x="5334000" y="6305550"/>
          <p14:tracePt t="286368" x="5657850" y="6248400"/>
          <p14:tracePt t="286384" x="5810250" y="6210300"/>
          <p14:tracePt t="286401" x="6007100" y="6159500"/>
          <p14:tracePt t="286417" x="6115050" y="6121400"/>
          <p14:tracePt t="286434" x="6140450" y="6108700"/>
          <p14:tracePt t="286451" x="6165850" y="6096000"/>
          <p14:tracePt t="286467" x="6172200" y="6089650"/>
          <p14:tracePt t="286997" x="6216650" y="6121400"/>
          <p14:tracePt t="287004" x="6286500" y="6159500"/>
          <p14:tracePt t="287014" x="6350000" y="6197600"/>
          <p14:tracePt t="287032" x="6432550" y="6242050"/>
          <p14:tracePt t="287048" x="6616700" y="6311900"/>
          <p14:tracePt t="287065" x="6826250" y="6356350"/>
          <p14:tracePt t="287082" x="6965950" y="6362700"/>
          <p14:tracePt t="287098" x="7029450" y="6362700"/>
          <p14:tracePt t="287115" x="7188200" y="6362700"/>
          <p14:tracePt t="287131" x="7302500" y="6362700"/>
          <p14:tracePt t="287148" x="7340600" y="6362700"/>
          <p14:tracePt t="287166" x="7378700" y="6362700"/>
          <p14:tracePt t="287181" x="7404100" y="6362700"/>
          <p14:tracePt t="287198" x="7410450" y="6362700"/>
          <p14:tracePt t="287249" x="7404100" y="6362700"/>
          <p14:tracePt t="287285" x="7391400" y="6362700"/>
          <p14:tracePt t="287292" x="7359650" y="6362700"/>
          <p14:tracePt t="287305" x="7334250" y="6362700"/>
          <p14:tracePt t="287313" x="7277100" y="6362700"/>
          <p14:tracePt t="287331" x="7219950" y="6350000"/>
          <p14:tracePt t="287348" x="7067550" y="6343650"/>
          <p14:tracePt t="287364" x="6889750" y="6330950"/>
          <p14:tracePt t="287380" x="6800850" y="6330950"/>
          <p14:tracePt t="287397" x="6629400" y="6311900"/>
          <p14:tracePt t="287414" x="6527800" y="6311900"/>
          <p14:tracePt t="287430" x="6502400" y="6311900"/>
          <p14:tracePt t="287447" x="6464300" y="6311900"/>
          <p14:tracePt t="287463" x="6445250" y="6318250"/>
          <p14:tracePt t="287481" x="6438900" y="6318250"/>
          <p14:tracePt t="287572" x="6438900" y="6324600"/>
          <p14:tracePt t="287586" x="6451600" y="6324600"/>
          <p14:tracePt t="287593" x="6477000" y="6324600"/>
          <p14:tracePt t="287600" x="6502400" y="6324600"/>
          <p14:tracePt t="287616" x="6540500" y="6324600"/>
          <p14:tracePt t="287629" x="6591300" y="6324600"/>
          <p14:tracePt t="287646" x="6731000" y="6324600"/>
          <p14:tracePt t="287664" x="6864350" y="6318250"/>
          <p14:tracePt t="287679" x="6927850" y="6318250"/>
          <p14:tracePt t="287697" x="7035800" y="6305550"/>
          <p14:tracePt t="287713" x="7124700" y="6292850"/>
          <p14:tracePt t="287729" x="7143750" y="6292850"/>
          <p14:tracePt t="287746" x="7169150" y="6286500"/>
          <p14:tracePt t="287762" x="7194550" y="6280150"/>
          <p14:tracePt t="287782" x="7200900" y="6280150"/>
          <p14:tracePt t="289965" x="7200900" y="6248400"/>
          <p14:tracePt t="289986" x="7181850" y="6191250"/>
          <p14:tracePt t="289999" x="7137400" y="6134100"/>
          <p14:tracePt t="290014" x="7073900" y="6064250"/>
          <p14:tracePt t="290023" x="6978650" y="5969000"/>
          <p14:tracePt t="290038" x="6864350" y="5867400"/>
          <p14:tracePt t="290054" x="6661150" y="5689600"/>
          <p14:tracePt t="290071" x="6457950" y="5556250"/>
          <p14:tracePt t="290088" x="6350000" y="5480050"/>
          <p14:tracePt t="290105" x="6165850" y="5372100"/>
          <p14:tracePt t="290121" x="5988050" y="5264150"/>
          <p14:tracePt t="290137" x="5918200" y="5219700"/>
          <p14:tracePt t="290155" x="5708650" y="5073650"/>
          <p14:tracePt t="290171" x="5626100" y="5022850"/>
          <p14:tracePt t="290187" x="5543550" y="4972050"/>
          <p14:tracePt t="290204" x="5321300" y="4806950"/>
          <p14:tracePt t="290220" x="5238750" y="4743450"/>
          <p14:tracePt t="290238" x="5048250" y="4616450"/>
          <p14:tracePt t="290254" x="4946650" y="4552950"/>
          <p14:tracePt t="290271" x="4743450" y="4406900"/>
          <p14:tracePt t="290288" x="4552950" y="4267200"/>
          <p14:tracePt t="290303" x="4457700" y="4197350"/>
          <p14:tracePt t="290320" x="4375150" y="4133850"/>
          <p14:tracePt t="290337" x="4114800" y="3937000"/>
          <p14:tracePt t="290353" x="4057650" y="3905250"/>
          <p14:tracePt t="290370" x="3956050" y="3841750"/>
          <p14:tracePt t="290386" x="3886200" y="3784600"/>
          <p14:tracePt t="290403" x="3867150" y="3771900"/>
          <p14:tracePt t="290406" x="3835400" y="3746500"/>
          <p14:tracePt t="290421" x="3803650" y="3708400"/>
          <p14:tracePt t="290436" x="3752850" y="3657600"/>
          <p14:tracePt t="290453" x="3733800" y="3632200"/>
          <p14:tracePt t="290470" x="3721100" y="3613150"/>
          <p14:tracePt t="290486" x="3702050" y="3606800"/>
          <p14:tracePt t="290503" x="3695700" y="3600450"/>
          <p14:tracePt t="290519" x="3670300" y="3587750"/>
          <p14:tracePt t="290536" x="3651250" y="3581400"/>
          <p14:tracePt t="290554" x="3594100" y="3556000"/>
          <p14:tracePt t="290569" x="3575050" y="3549650"/>
          <p14:tracePt t="290586" x="3549650" y="3543300"/>
          <p14:tracePt t="290603" x="3479800" y="3536950"/>
          <p14:tracePt t="290619" x="3397250" y="3517900"/>
          <p14:tracePt t="290636" x="3359150" y="3517900"/>
          <p14:tracePt t="290653" x="3302000" y="3492500"/>
          <p14:tracePt t="291039" x="3295650" y="3479800"/>
          <p14:tracePt t="291046" x="3289300" y="3467100"/>
          <p14:tracePt t="291060" x="3282950" y="3454400"/>
          <p14:tracePt t="291069" x="3276600" y="3441700"/>
          <p14:tracePt t="291084" x="3270250" y="3429000"/>
          <p14:tracePt t="291102" x="3244850" y="3397250"/>
          <p14:tracePt t="291117" x="3219450" y="3359150"/>
          <p14:tracePt t="291134" x="3194050" y="3333750"/>
          <p14:tracePt t="291151" x="3130550" y="3282950"/>
          <p14:tracePt t="291167" x="3054350" y="3251200"/>
          <p14:tracePt t="291184" x="3016250" y="3238500"/>
          <p14:tracePt t="291201" x="2927350" y="3200400"/>
          <p14:tracePt t="291217" x="2863850" y="3175000"/>
          <p14:tracePt t="291234" x="2832100" y="3162300"/>
          <p14:tracePt t="291250" x="2800350" y="3143250"/>
          <p14:tracePt t="291267" x="2781300" y="3130550"/>
          <p14:tracePt t="291284" x="2749550" y="3117850"/>
          <p14:tracePt t="291300" x="2743200" y="3117850"/>
          <p14:tracePt t="291390" x="2749550" y="3117850"/>
          <p14:tracePt t="291396" x="2755900" y="3117850"/>
          <p14:tracePt t="291418" x="2768600" y="3117850"/>
          <p14:tracePt t="291425" x="2781300" y="3117850"/>
          <p14:tracePt t="291439" x="2813050" y="3105150"/>
          <p14:tracePt t="291449" x="2851150" y="3105150"/>
          <p14:tracePt t="291467" x="2914650" y="3098800"/>
          <p14:tracePt t="291483" x="3098800" y="3098800"/>
          <p14:tracePt t="291499" x="3206750" y="3098800"/>
          <p14:tracePt t="291516" x="3473450" y="3124200"/>
          <p14:tracePt t="291532" x="3829050" y="3155950"/>
          <p14:tracePt t="291549" x="3994150" y="3181350"/>
          <p14:tracePt t="291566" x="4527550" y="3244850"/>
          <p14:tracePt t="291582" x="4667250" y="3257550"/>
          <p14:tracePt t="291600" x="4921250" y="3263900"/>
          <p14:tracePt t="291616" x="5048250" y="3276600"/>
          <p14:tracePt t="291632" x="5276850" y="3289300"/>
          <p14:tracePt t="291650" x="5467350" y="3289300"/>
          <p14:tracePt t="291665" x="5568950" y="3282950"/>
          <p14:tracePt t="291682" x="5772150" y="3270250"/>
          <p14:tracePt t="291699" x="5949950" y="3263900"/>
          <p14:tracePt t="291715" x="6026150" y="3244850"/>
          <p14:tracePt t="291733" x="6102350" y="3244850"/>
          <p14:tracePt t="291748" x="6223000" y="3213100"/>
          <p14:tracePt t="291765" x="6280150" y="3213100"/>
          <p14:tracePt t="291782" x="6343650" y="3213100"/>
          <p14:tracePt t="291799" x="6432550" y="3206750"/>
          <p14:tracePt t="291815" x="6489700" y="3200400"/>
          <p14:tracePt t="291832" x="6648450" y="3149600"/>
          <p14:tracePt t="291848" x="6692900" y="3143250"/>
          <p14:tracePt t="291865" x="6731000" y="3136900"/>
          <p14:tracePt t="291881" x="6832600" y="3111500"/>
          <p14:tracePt t="291898" x="6864350" y="3098800"/>
          <p14:tracePt t="291916" x="6915150" y="3079750"/>
          <p14:tracePt t="291931" x="6934200" y="3073400"/>
          <p14:tracePt t="291947" x="6959600" y="3067050"/>
          <p14:tracePt t="291965" x="6991350" y="3054350"/>
          <p14:tracePt t="291981" x="7010400" y="3041650"/>
          <p14:tracePt t="291998" x="7016750" y="3041650"/>
          <p14:tracePt t="292014" x="7035800" y="3022600"/>
          <p14:tracePt t="292031" x="7042150" y="3016250"/>
          <p14:tracePt t="292048" x="7048500" y="3009900"/>
          <p14:tracePt t="292084" x="7048500" y="3003550"/>
          <p14:tracePt t="292105" x="7048500" y="2997200"/>
          <p14:tracePt t="292140" x="7048500" y="2990850"/>
          <p14:tracePt t="292154" x="7042150" y="2984500"/>
          <p14:tracePt t="292168" x="7035800" y="2978150"/>
          <p14:tracePt t="292182" x="7023100" y="2971800"/>
          <p14:tracePt t="292189" x="7010400" y="2959100"/>
          <p14:tracePt t="292203" x="6991350" y="2946400"/>
          <p14:tracePt t="292217" x="6965950" y="2933700"/>
          <p14:tracePt t="292231" x="6934200" y="2908300"/>
          <p14:tracePt t="292247" x="6902450" y="2882900"/>
          <p14:tracePt t="292263" x="6883400" y="2863850"/>
          <p14:tracePt t="292280" x="6838950" y="2832100"/>
          <p14:tracePt t="292297" x="6807200" y="2806700"/>
          <p14:tracePt t="292314" x="6807200" y="2800350"/>
          <p14:tracePt t="292330" x="6807200" y="2781300"/>
          <p14:tracePt t="292346" x="6832600" y="2768600"/>
          <p14:tracePt t="292364" x="6877050" y="2749550"/>
          <p14:tracePt t="292380" x="6908800" y="2743200"/>
          <p14:tracePt t="292396" x="7016750" y="2705100"/>
          <p14:tracePt t="292414" x="7150100" y="2673350"/>
          <p14:tracePt t="292430" x="7226300" y="2667000"/>
          <p14:tracePt t="292446" x="7359650" y="2647950"/>
          <p14:tracePt t="292463" x="7486650" y="2628900"/>
          <p14:tracePt t="292479" x="7550150" y="2628900"/>
          <p14:tracePt t="292496" x="7632700" y="2622550"/>
          <p14:tracePt t="292513" x="7696200" y="2609850"/>
          <p14:tracePt t="292529" x="7715250" y="2603500"/>
          <p14:tracePt t="292547" x="7740650" y="2603500"/>
          <p14:tracePt t="292562" x="7753350" y="2603500"/>
          <p14:tracePt t="292644" x="7753350" y="2609850"/>
          <p14:tracePt t="293641" x="7727950" y="2616200"/>
          <p14:tracePt t="293648" x="7677150" y="2622550"/>
          <p14:tracePt t="293662" x="7632700" y="2622550"/>
          <p14:tracePt t="293676" x="7581900" y="2635250"/>
          <p14:tracePt t="293692" x="7499350" y="2641600"/>
          <p14:tracePt t="293708" x="7461250" y="2641600"/>
          <p14:tracePt t="293726" x="7410450" y="2647950"/>
          <p14:tracePt t="293742" x="7353300" y="2660650"/>
          <p14:tracePt t="293758" x="7315200" y="2667000"/>
          <p14:tracePt t="293775" x="7258050" y="2679700"/>
          <p14:tracePt t="293791" x="7207250" y="2692400"/>
          <p14:tracePt t="293809" x="7188200" y="2698750"/>
          <p14:tracePt t="293825" x="7143750" y="2705100"/>
          <p14:tracePt t="293841" x="7131050" y="2711450"/>
          <p14:tracePt t="293859" x="7099300" y="2711450"/>
          <p14:tracePt t="293891" x="7092950" y="2711450"/>
          <p14:tracePt t="293970" x="7105650" y="2717800"/>
          <p14:tracePt t="293985" x="7112000" y="2717800"/>
          <p14:tracePt t="293993" x="7131050" y="2717800"/>
          <p14:tracePt t="294007" x="7143750" y="2717800"/>
          <p14:tracePt t="294024" x="7219950" y="2717800"/>
          <p14:tracePt t="294042" x="7353300" y="2711450"/>
          <p14:tracePt t="294057" x="7416800" y="2711450"/>
          <p14:tracePt t="294074" x="7569200" y="2692400"/>
          <p14:tracePt t="294091" x="7689850" y="2679700"/>
          <p14:tracePt t="294107" x="7740650" y="2673350"/>
          <p14:tracePt t="294124" x="7772400" y="2673350"/>
          <p14:tracePt t="294140" x="7816850" y="2667000"/>
          <p14:tracePt t="294157" x="7823200" y="2667000"/>
          <p14:tracePt t="294181" x="7810500" y="2667000"/>
          <p14:tracePt t="294195" x="7791450" y="2667000"/>
          <p14:tracePt t="294206" x="7759700" y="2667000"/>
          <p14:tracePt t="294224" x="7658100" y="2667000"/>
          <p14:tracePt t="294240" x="7581900" y="2667000"/>
          <p14:tracePt t="294257" x="7404100" y="2667000"/>
          <p14:tracePt t="294273" x="7239000" y="2667000"/>
          <p14:tracePt t="294290" x="7175500" y="2667000"/>
          <p14:tracePt t="294307" x="7099300" y="2667000"/>
          <p14:tracePt t="294323" x="7054850" y="2667000"/>
          <p14:tracePt t="294340" x="7042150" y="2660650"/>
          <p14:tracePt t="294357" x="7029450" y="2660650"/>
          <p14:tracePt t="294455" x="7042150" y="2660650"/>
          <p14:tracePt t="294461" x="7048500" y="2660650"/>
          <p14:tracePt t="294476" x="7061200" y="2660650"/>
          <p14:tracePt t="294490" x="7099300" y="2660650"/>
          <p14:tracePt t="294506" x="7124700" y="2667000"/>
          <p14:tracePt t="294522" x="7162800" y="2667000"/>
          <p14:tracePt t="294539" x="7258050" y="2679700"/>
          <p14:tracePt t="294555" x="7359650" y="2698750"/>
          <p14:tracePt t="294572" x="7416800" y="2711450"/>
          <p14:tracePt t="294589" x="7524750" y="2724150"/>
          <p14:tracePt t="294605" x="7613650" y="2724150"/>
          <p14:tracePt t="294623" x="7670800" y="2736850"/>
          <p14:tracePt t="294639" x="7683500" y="2736850"/>
          <p14:tracePt t="294655" x="7708900" y="2743200"/>
          <p14:tracePt t="294672" x="7721600" y="2743200"/>
          <p14:tracePt t="294735" x="7715250" y="2749550"/>
          <p14:tracePt t="294742" x="7702550" y="2749550"/>
          <p14:tracePt t="294757" x="7683500" y="2762250"/>
          <p14:tracePt t="294771" x="7620000" y="2768600"/>
          <p14:tracePt t="294788" x="7569200" y="2774950"/>
          <p14:tracePt t="294806" x="7416800" y="2787650"/>
          <p14:tracePt t="294821" x="7327900" y="2787650"/>
          <p14:tracePt t="294838" x="7169150" y="2794000"/>
          <p14:tracePt t="294854" x="7054850" y="2800350"/>
          <p14:tracePt t="294871" x="7023100" y="2800350"/>
          <p14:tracePt t="294888" x="6985000" y="2813050"/>
          <p14:tracePt t="294924" x="7004050" y="2819400"/>
          <p14:tracePt t="294938" x="7023100" y="2832100"/>
          <p14:tracePt t="294954" x="7112000" y="2838450"/>
          <p14:tracePt t="294971" x="7194550" y="2844800"/>
          <p14:tracePt t="294988" x="7385050" y="2857500"/>
          <p14:tracePt t="295004" x="7588250" y="2870200"/>
          <p14:tracePt t="295021" x="7677150" y="2870200"/>
          <p14:tracePt t="295037" x="7854950" y="2863850"/>
          <p14:tracePt t="295054" x="7981950" y="2857500"/>
          <p14:tracePt t="295072" x="8045450" y="2857500"/>
          <p14:tracePt t="295087" x="8058150" y="2851150"/>
          <p14:tracePt t="295121" x="8064500" y="2851150"/>
          <p14:tracePt t="295163" x="8064500" y="2857500"/>
          <p14:tracePt t="295177" x="8064500" y="2863850"/>
          <p14:tracePt t="295183" x="8051800" y="2876550"/>
          <p14:tracePt t="295191" x="8045450" y="2882900"/>
          <p14:tracePt t="305123" x="8026400" y="2882900"/>
          <p14:tracePt t="305129" x="7988300" y="2882900"/>
          <p14:tracePt t="305138" x="7950200" y="2882900"/>
          <p14:tracePt t="305152" x="7848600" y="2882900"/>
          <p14:tracePt t="305169" x="7740650" y="2882900"/>
          <p14:tracePt t="305186" x="7594600" y="2901950"/>
          <p14:tracePt t="305202" x="7524750" y="2908300"/>
          <p14:tracePt t="305218" x="7467600" y="2908300"/>
          <p14:tracePt t="305235" x="7410450" y="2908300"/>
          <p14:tracePt t="305252" x="7391400" y="2908300"/>
          <p14:tracePt t="305268" x="7385050" y="2895600"/>
          <p14:tracePt t="305285" x="7378700" y="2895600"/>
          <p14:tracePt t="305302" x="7378700" y="2876550"/>
          <p14:tracePt t="305319" x="7404100" y="2819400"/>
          <p14:tracePt t="305335" x="7423150" y="2768600"/>
          <p14:tracePt t="305352" x="7454900" y="2705100"/>
          <p14:tracePt t="305369" x="7486650" y="2647950"/>
          <p14:tracePt t="305385" x="7518400" y="2597150"/>
          <p14:tracePt t="305401" x="7543800" y="2565400"/>
          <p14:tracePt t="305418" x="7581900" y="2508250"/>
          <p14:tracePt t="305434" x="7594600" y="2489200"/>
          <p14:tracePt t="305452" x="7607300" y="2476500"/>
          <p14:tracePt t="305468" x="7607300" y="2470150"/>
          <p14:tracePt t="305522" x="7594600" y="2482850"/>
          <p14:tracePt t="305529" x="7581900" y="2489200"/>
          <p14:tracePt t="305537" x="7575550" y="2495550"/>
          <p14:tracePt t="305551" x="7550150" y="2508250"/>
          <p14:tracePt t="305567" x="7505700" y="2527300"/>
          <p14:tracePt t="305584" x="7454900" y="2565400"/>
          <p14:tracePt t="305601" x="7366000" y="2603500"/>
          <p14:tracePt t="305617" x="7302500" y="2628900"/>
          <p14:tracePt t="305635" x="7239000" y="2654300"/>
          <p14:tracePt t="305651" x="7207250" y="2673350"/>
          <p14:tracePt t="305667" x="7162800" y="2686050"/>
          <p14:tracePt t="305684" x="7112000" y="2698750"/>
          <p14:tracePt t="305700" x="7067550" y="2698750"/>
          <p14:tracePt t="305717" x="7035800" y="2698750"/>
          <p14:tracePt t="305733" x="6985000" y="2698750"/>
          <p14:tracePt t="305750" x="6953250" y="2698750"/>
          <p14:tracePt t="305768" x="6908800" y="2698750"/>
          <p14:tracePt t="305783" x="6889750" y="2698750"/>
          <p14:tracePt t="305800" x="6877050" y="2698750"/>
          <p14:tracePt t="305817" x="6864350" y="2698750"/>
          <p14:tracePt t="305853" x="6858000" y="2698750"/>
          <p14:tracePt t="305887" x="6858000" y="2692400"/>
          <p14:tracePt t="305929" x="6858000" y="2686050"/>
          <p14:tracePt t="305957" x="6858000" y="2679700"/>
          <p14:tracePt t="305999" x="6864350" y="2679700"/>
          <p14:tracePt t="306027" x="6858000" y="2673350"/>
          <p14:tracePt t="306041" x="6858000" y="2667000"/>
          <p14:tracePt t="306049" x="6845300" y="2667000"/>
          <p14:tracePt t="306055" x="6845300" y="2660650"/>
          <p14:tracePt t="306065" x="6832600" y="2660650"/>
          <p14:tracePt t="306083" x="6794500" y="2647950"/>
          <p14:tracePt t="306099" x="6769100" y="2641600"/>
          <p14:tracePt t="306115" x="6737350" y="2635250"/>
          <p14:tracePt t="306133" x="6692900" y="2635250"/>
          <p14:tracePt t="306149" x="6667500" y="2635250"/>
          <p14:tracePt t="306165" x="6642100" y="2635250"/>
          <p14:tracePt t="306182" x="6610350" y="2635250"/>
          <p14:tracePt t="306215" x="6604000" y="2635250"/>
          <p14:tracePt t="306627" x="6610350" y="2635250"/>
          <p14:tracePt t="306634" x="6623050" y="2628900"/>
          <p14:tracePt t="306648" x="6654800" y="2609850"/>
          <p14:tracePt t="306663" x="6699250" y="2597150"/>
          <p14:tracePt t="306680" x="6731000" y="2584450"/>
          <p14:tracePt t="306698" x="6794500" y="2565400"/>
          <p14:tracePt t="306713" x="6826250" y="2559050"/>
          <p14:tracePt t="306730" x="6870700" y="2546350"/>
          <p14:tracePt t="306747" x="6940550" y="2540000"/>
          <p14:tracePt t="306763" x="6985000" y="2540000"/>
          <p14:tracePt t="306780" x="7035800" y="2540000"/>
          <p14:tracePt t="306796" x="7112000" y="2540000"/>
          <p14:tracePt t="306813" x="7207250" y="2527300"/>
          <p14:tracePt t="306831" x="7283450" y="2520950"/>
          <p14:tracePt t="306846" x="7327900" y="2520950"/>
          <p14:tracePt t="306863" x="7366000" y="2514600"/>
          <p14:tracePt t="306881" x="7473950" y="2501900"/>
          <p14:tracePt t="306896" x="7512050" y="2501900"/>
          <p14:tracePt t="306912" x="7543800" y="2501900"/>
          <p14:tracePt t="306929" x="7626350" y="2501900"/>
          <p14:tracePt t="306946" x="7658100" y="2501900"/>
          <p14:tracePt t="306963" x="7683500" y="2501900"/>
          <p14:tracePt t="306979" x="7727950" y="2501900"/>
          <p14:tracePt t="306996" x="7759700" y="2501900"/>
          <p14:tracePt t="307013" x="7785100" y="2501900"/>
          <p14:tracePt t="307029" x="7791450" y="2501900"/>
          <p14:tracePt t="307069" x="7797800" y="2501900"/>
          <p14:tracePt t="307111" x="7791450" y="2508250"/>
          <p14:tracePt t="307125" x="7785100" y="2508250"/>
          <p14:tracePt t="307132" x="7766050" y="2514600"/>
          <p14:tracePt t="307148" x="7747000" y="2514600"/>
          <p14:tracePt t="307162" x="7651750" y="2533650"/>
          <p14:tracePt t="307178" x="7588250" y="2540000"/>
          <p14:tracePt t="307196" x="7416800" y="2565400"/>
          <p14:tracePt t="307212" x="7226300" y="2590800"/>
          <p14:tracePt t="307228" x="7143750" y="2616200"/>
          <p14:tracePt t="307245" x="6985000" y="2654300"/>
          <p14:tracePt t="307262" x="6921500" y="2673350"/>
          <p14:tracePt t="307280" x="6807200" y="2692400"/>
          <p14:tracePt t="307295" x="6794500" y="2705100"/>
          <p14:tracePt t="307312" x="6781800" y="2705100"/>
          <p14:tracePt t="307329" x="6775450" y="2711450"/>
          <p14:tracePt t="307345" x="6813550" y="2717800"/>
          <p14:tracePt t="307361" x="6851650" y="2717800"/>
          <p14:tracePt t="307378" x="6985000" y="2736850"/>
          <p14:tracePt t="307394" x="7131050" y="2755900"/>
          <p14:tracePt t="307413" x="7296150" y="2768600"/>
          <p14:tracePt t="307428" x="7397750" y="2768600"/>
          <p14:tracePt t="307444" x="7575550" y="2762250"/>
          <p14:tracePt t="307462" x="7708900" y="2743200"/>
          <p14:tracePt t="307478" x="7759700" y="2736850"/>
          <p14:tracePt t="307494" x="7804150" y="2730500"/>
          <p14:tracePt t="307512" x="7816850" y="2730500"/>
          <p14:tracePt t="307527" x="7816850" y="2724150"/>
          <p14:tracePt t="307574" x="7810500" y="2724150"/>
          <p14:tracePt t="307580" x="7785100" y="2724150"/>
          <p14:tracePt t="307597" x="7747000" y="2730500"/>
          <p14:tracePt t="307611" x="7708900" y="2743200"/>
          <p14:tracePt t="307627" x="7562850" y="2762250"/>
          <p14:tracePt t="307644" x="7410450" y="2768600"/>
          <p14:tracePt t="307661" x="7327900" y="2787650"/>
          <p14:tracePt t="307677" x="7188200" y="2819400"/>
          <p14:tracePt t="307694" x="7112000" y="2832100"/>
          <p14:tracePt t="307710" x="7105650" y="2832100"/>
          <p14:tracePt t="307727" x="7086600" y="2838450"/>
          <p14:tracePt t="307770" x="7099300" y="2838450"/>
          <p14:tracePt t="307784" x="7131050" y="2851150"/>
          <p14:tracePt t="307793" x="7169150" y="2851150"/>
          <p14:tracePt t="307809" x="7226300" y="2857500"/>
          <p14:tracePt t="307827" x="7378700" y="2863850"/>
          <p14:tracePt t="307843" x="7581900" y="2876550"/>
          <p14:tracePt t="307860" x="7670800" y="2876550"/>
          <p14:tracePt t="307876" x="7835900" y="2876550"/>
          <p14:tracePt t="307892" x="7886700" y="2876550"/>
          <p14:tracePt t="307910" x="7969250" y="2863850"/>
          <p14:tracePt t="307926" x="7975600" y="2863850"/>
          <p14:tracePt t="307943" x="7981950" y="2863850"/>
          <p14:tracePt t="307975" x="7969250" y="2863850"/>
          <p14:tracePt t="307992" x="7943850" y="2857500"/>
          <p14:tracePt t="308009" x="7861300" y="2851150"/>
          <p14:tracePt t="308026" x="7696200" y="2838450"/>
          <p14:tracePt t="308042" x="7581900" y="2832100"/>
          <p14:tracePt t="308059" x="7353300" y="2806700"/>
          <p14:tracePt t="308075" x="7150100" y="2800350"/>
          <p14:tracePt t="308093" x="7073900" y="2800350"/>
          <p14:tracePt t="308109" x="6978650" y="2794000"/>
          <p14:tracePt t="308125" x="6946900" y="2794000"/>
          <p14:tracePt t="308143" x="6940550" y="2794000"/>
          <p14:tracePt t="308192" x="6940550" y="2800350"/>
          <p14:tracePt t="308212" x="6940550" y="2806700"/>
          <p14:tracePt t="308226" x="6946900" y="2813050"/>
          <p14:tracePt t="308233" x="6946900" y="2825750"/>
          <p14:tracePt t="308247" x="6953250" y="2832100"/>
          <p14:tracePt t="308258" x="6953250" y="2838450"/>
          <p14:tracePt t="308275" x="6959600" y="2838450"/>
          <p14:tracePt t="308636" x="6915150" y="2838450"/>
          <p14:tracePt t="308650" x="6838950" y="2832100"/>
          <p14:tracePt t="308658" x="6750050" y="2832100"/>
          <p14:tracePt t="308671" x="6661150" y="2832100"/>
          <p14:tracePt t="308677" x="6546850" y="2832100"/>
          <p14:tracePt t="308690" x="6432550" y="2832100"/>
          <p14:tracePt t="308707" x="6216650" y="2844800"/>
          <p14:tracePt t="308723" x="6115050" y="2844800"/>
          <p14:tracePt t="308740" x="5911850" y="2876550"/>
          <p14:tracePt t="308756" x="5676900" y="2921000"/>
          <p14:tracePt t="308773" x="5575300" y="2927350"/>
          <p14:tracePt t="308790" x="5410200" y="2959100"/>
          <p14:tracePt t="308806" x="5251450" y="3009900"/>
          <p14:tracePt t="308823" x="5168900" y="3035300"/>
          <p14:tracePt t="308840" x="5022850" y="3098800"/>
          <p14:tracePt t="308856" x="4895850" y="3155950"/>
          <p14:tracePt t="308872" x="4845050" y="3175000"/>
          <p14:tracePt t="308889" x="4743450" y="3206750"/>
          <p14:tracePt t="308906" x="4686300" y="3232150"/>
          <p14:tracePt t="308923" x="4622800" y="3244850"/>
          <p14:tracePt t="308939" x="4610100" y="3257550"/>
          <p14:tracePt t="308956" x="4591050" y="3276600"/>
          <p14:tracePt t="308973" x="4584700" y="3282950"/>
          <p14:tracePt t="308989" x="4597400" y="3263900"/>
          <p14:tracePt t="309309" x="4552950" y="3251200"/>
          <p14:tracePt t="309316" x="4489450" y="3251200"/>
          <p14:tracePt t="309330" x="4419600" y="3244850"/>
          <p14:tracePt t="309338" x="4356100" y="3257550"/>
          <p14:tracePt t="309354" x="4254500" y="3257550"/>
          <p14:tracePt t="309372" x="4057650" y="3308350"/>
          <p14:tracePt t="309387" x="3886200" y="3346450"/>
          <p14:tracePt t="309404" x="3797300" y="3390900"/>
          <p14:tracePt t="309421" x="3632200" y="3479800"/>
          <p14:tracePt t="309437" x="3479800" y="3594100"/>
          <p14:tracePt t="309454" x="3409950" y="3663950"/>
          <p14:tracePt t="309471" x="3282950" y="3816350"/>
          <p14:tracePt t="309487" x="3162300" y="3994150"/>
          <p14:tracePt t="309504" x="3111500" y="4076700"/>
          <p14:tracePt t="309521" x="2997200" y="4267200"/>
          <p14:tracePt t="309538" x="2889250" y="4451350"/>
          <p14:tracePt t="309555" x="2857500" y="4546600"/>
          <p14:tracePt t="309570" x="2800350" y="4730750"/>
          <p14:tracePt t="309587" x="2781300" y="4819650"/>
          <p14:tracePt t="309604" x="2774950" y="5016500"/>
          <p14:tracePt t="309620" x="2787650" y="5073650"/>
          <p14:tracePt t="309637" x="2813050" y="5105400"/>
          <p14:tracePt t="309653" x="2882900" y="5162550"/>
          <p14:tracePt t="309670" x="2946400" y="5194300"/>
          <p14:tracePt t="309687" x="2984500" y="5200650"/>
          <p14:tracePt t="309703" x="2997200" y="5200650"/>
          <p14:tracePt t="309720" x="3009900" y="5200650"/>
          <p14:tracePt t="309738" x="3022600" y="5200650"/>
          <p14:tracePt t="309779" x="3028950" y="5200650"/>
          <p14:tracePt t="309800" x="3028950" y="5194300"/>
          <p14:tracePt t="309807" x="3016250" y="5168900"/>
          <p14:tracePt t="309819" x="3003550" y="5137150"/>
          <p14:tracePt t="309836" x="2984500" y="5099050"/>
          <p14:tracePt t="309853" x="2946400" y="4965700"/>
          <p14:tracePt t="309870" x="2921000" y="4806950"/>
          <p14:tracePt t="309886" x="2882900" y="4648200"/>
          <p14:tracePt t="309902" x="2870200" y="4572000"/>
          <p14:tracePt t="309920" x="2813050" y="4413250"/>
          <p14:tracePt t="309936" x="2781300" y="4343400"/>
          <p14:tracePt t="309952" x="2705100" y="4203700"/>
          <p14:tracePt t="309969" x="2628900" y="4114800"/>
          <p14:tracePt t="309986" x="2603500" y="4083050"/>
          <p14:tracePt t="310003" x="2571750" y="4051300"/>
          <p14:tracePt t="310019" x="2533650" y="4025900"/>
          <p14:tracePt t="310035" x="2520950" y="4019550"/>
          <p14:tracePt t="310053" x="2489200" y="4019550"/>
          <p14:tracePt t="310069" x="2451100" y="4019550"/>
          <p14:tracePt t="310085" x="2425700" y="4019550"/>
          <p14:tracePt t="310102" x="2381250" y="4051300"/>
          <p14:tracePt t="310118" x="2343150" y="4127500"/>
          <p14:tracePt t="310135" x="2317750" y="4171950"/>
          <p14:tracePt t="310152" x="2286000" y="4292600"/>
          <p14:tracePt t="310168" x="2266950" y="4375150"/>
          <p14:tracePt t="310186" x="2254250" y="4654550"/>
          <p14:tracePt t="310202" x="2273300" y="4768850"/>
          <p14:tracePt t="310219" x="2292350" y="4902200"/>
          <p14:tracePt t="310235" x="2343150" y="5092700"/>
          <p14:tracePt t="310252" x="2393950" y="5232400"/>
          <p14:tracePt t="310268" x="2432050" y="5276850"/>
          <p14:tracePt t="310284" x="2495550" y="5327650"/>
          <p14:tracePt t="310301" x="2546350" y="5346700"/>
          <p14:tracePt t="310318" x="2565400" y="5346700"/>
          <p14:tracePt t="310334" x="2628900" y="5346700"/>
          <p14:tracePt t="310351" x="2692400" y="5289550"/>
          <p14:tracePt t="310368" x="2781300" y="5175250"/>
          <p14:tracePt t="310384" x="2832100" y="5092700"/>
          <p14:tracePt t="310401" x="2882900" y="4984750"/>
          <p14:tracePt t="310418" x="2971800" y="4737100"/>
          <p14:tracePt t="310434" x="3035300" y="4476750"/>
          <p14:tracePt t="310451" x="3048000" y="4362450"/>
          <p14:tracePt t="310467" x="3041650" y="4095750"/>
          <p14:tracePt t="310484" x="3028950" y="4013200"/>
          <p14:tracePt t="310502" x="2952750" y="3898900"/>
          <p14:tracePt t="310517" x="2844800" y="3784600"/>
          <p14:tracePt t="310534" x="2781300" y="3746500"/>
          <p14:tracePt t="310551" x="2654300" y="3676650"/>
          <p14:tracePt t="310567" x="2584450" y="3644900"/>
          <p14:tracePt t="310584" x="2451100" y="3606800"/>
          <p14:tracePt t="310599" x="2324100" y="3606800"/>
          <p14:tracePt t="310617" x="2273300" y="3606800"/>
          <p14:tracePt t="310634" x="2165350" y="3625850"/>
          <p14:tracePt t="310650" x="2076450" y="3683000"/>
          <p14:tracePt t="310667" x="2038350" y="3714750"/>
          <p14:tracePt t="310684" x="1974850" y="3816350"/>
          <p14:tracePt t="310700" x="1936750" y="3943350"/>
          <p14:tracePt t="310716" x="1917700" y="4032250"/>
          <p14:tracePt t="310719" x="1898650" y="4133850"/>
          <p14:tracePt t="310733" x="1885950" y="4235450"/>
          <p14:tracePt t="310750" x="1885950" y="4362450"/>
          <p14:tracePt t="310766" x="1911350" y="4603750"/>
          <p14:tracePt t="310783" x="2000250" y="4870450"/>
          <p14:tracePt t="310799" x="2120900" y="5092700"/>
          <p14:tracePt t="310817" x="2228850" y="5226050"/>
          <p14:tracePt t="310832" x="2298700" y="5276850"/>
          <p14:tracePt t="310849" x="2355850" y="5302250"/>
          <p14:tracePt t="310866" x="2508250" y="5359400"/>
          <p14:tracePt t="310882" x="2546350" y="5365750"/>
          <p14:tracePt t="310899" x="2590800" y="5372100"/>
          <p14:tracePt t="310916" x="2692400" y="5372100"/>
          <p14:tracePt t="310932" x="2800350" y="5359400"/>
          <p14:tracePt t="310949" x="2863850" y="5340350"/>
          <p14:tracePt t="310965" x="3041650" y="5251450"/>
          <p14:tracePt t="310982" x="3181350" y="5130800"/>
          <p14:tracePt t="310999" x="3257550" y="5041900"/>
          <p14:tracePt t="311015" x="3359150" y="4832350"/>
          <p14:tracePt t="311032" x="3403600" y="4699000"/>
          <p14:tracePt t="311049" x="3435350" y="4457700"/>
          <p14:tracePt t="311065" x="3441700" y="4241800"/>
          <p14:tracePt t="311082" x="3435350" y="4114800"/>
          <p14:tracePt t="311098" x="3333750" y="3752850"/>
          <p14:tracePt t="311115" x="3282950" y="3670300"/>
          <p14:tracePt t="311132" x="3187700" y="3530600"/>
          <p14:tracePt t="311149" x="3079750" y="3422650"/>
          <p14:tracePt t="311165" x="3022600" y="3384550"/>
          <p14:tracePt t="311182" x="2889250" y="3359150"/>
          <p14:tracePt t="311198" x="2813050" y="3359150"/>
          <p14:tracePt t="311215" x="2667000" y="3378200"/>
          <p14:tracePt t="311232" x="2520950" y="3448050"/>
          <p14:tracePt t="311248" x="2438400" y="3498850"/>
          <p14:tracePt t="311265" x="2305050" y="3613150"/>
          <p14:tracePt t="311281" x="2184400" y="3740150"/>
          <p14:tracePt t="311297" x="2133600" y="3822700"/>
          <p14:tracePt t="311315" x="2051050" y="4032250"/>
          <p14:tracePt t="311331" x="2032000" y="4260850"/>
          <p14:tracePt t="311348" x="2032000" y="4375150"/>
          <p14:tracePt t="311365" x="2076450" y="4610100"/>
          <p14:tracePt t="311381" x="2139950" y="4730750"/>
          <p14:tracePt t="311398" x="2374900" y="5029200"/>
          <p14:tracePt t="311414" x="2565400" y="5207000"/>
          <p14:tracePt t="311431" x="2743200" y="5321300"/>
          <p14:tracePt t="311448" x="2914650" y="5365750"/>
          <p14:tracePt t="311464" x="3016250" y="5384800"/>
          <p14:tracePt t="311481" x="3117850" y="5384800"/>
          <p14:tracePt t="311498" x="3441700" y="5327650"/>
          <p14:tracePt t="311514" x="3543300" y="5289550"/>
          <p14:tracePt t="311531" x="3625850" y="5232400"/>
          <p14:tracePt t="311547" x="3816350" y="5086350"/>
          <p14:tracePt t="311564" x="3892550" y="5003800"/>
          <p14:tracePt t="311582" x="4006850" y="4800600"/>
          <p14:tracePt t="311597" x="4114800" y="4559300"/>
          <p14:tracePt t="311614" x="4146550" y="4445000"/>
          <p14:tracePt t="311630" x="4191000" y="4248150"/>
          <p14:tracePt t="311646" x="4222750" y="3994150"/>
          <p14:tracePt t="311663" x="4222750" y="3892550"/>
          <p14:tracePt t="311680" x="4184650" y="3702050"/>
          <p14:tracePt t="311696" x="4114800" y="3536950"/>
          <p14:tracePt t="311713" x="4089400" y="3473450"/>
          <p14:tracePt t="311730" x="3994150" y="3378200"/>
          <p14:tracePt t="311746" x="3956050" y="3365500"/>
          <p14:tracePt t="311749" x="3911600" y="3359150"/>
          <p14:tracePt t="311765" x="3848100" y="3352800"/>
          <p14:tracePt t="311779" x="3683000" y="3352800"/>
          <p14:tracePt t="311796" x="3587750" y="3371850"/>
          <p14:tracePt t="311813" x="3403600" y="3454400"/>
          <p14:tracePt t="311829" x="3308350" y="3517900"/>
          <p14:tracePt t="311846" x="3143250" y="3663950"/>
          <p14:tracePt t="311862" x="3022600" y="3810000"/>
          <p14:tracePt t="311879" x="2965450" y="3898900"/>
          <p14:tracePt t="311896" x="2940050" y="4032250"/>
          <p14:tracePt t="311912" x="2971800" y="4178300"/>
          <p14:tracePt t="311928" x="3022600" y="4248150"/>
          <p14:tracePt t="311946" x="3149600" y="4413250"/>
          <p14:tracePt t="311962" x="3219450" y="4495800"/>
          <p14:tracePt t="311979" x="3422650" y="4635500"/>
          <p14:tracePt t="311996" x="3606800" y="4730750"/>
          <p14:tracePt t="312012" x="3740150" y="4705350"/>
          <p14:tracePt t="312029" x="3784600" y="4699000"/>
          <p14:tracePt t="319181" x="3790950" y="4686300"/>
          <p14:tracePt t="319189" x="3797300" y="4667250"/>
          <p14:tracePt t="319195" x="3803650" y="4641850"/>
          <p14:tracePt t="319204" x="3810000" y="4622800"/>
          <p14:tracePt t="319220" x="3829050" y="4572000"/>
          <p14:tracePt t="319238" x="3873500" y="4470400"/>
          <p14:tracePt t="319253" x="3905250" y="4368800"/>
          <p14:tracePt t="319270" x="3930650" y="4286250"/>
          <p14:tracePt t="319287" x="3987800" y="4133850"/>
          <p14:tracePt t="319303" x="4006850" y="4076700"/>
          <p14:tracePt t="319320" x="4032250" y="4032250"/>
          <p14:tracePt t="319337" x="4044950" y="3968750"/>
          <p14:tracePt t="319353" x="4057650" y="3937000"/>
          <p14:tracePt t="319371" x="4057650" y="3892550"/>
          <p14:tracePt t="319386" x="4057650" y="3867150"/>
          <p14:tracePt t="319403" x="4057650" y="3835400"/>
          <p14:tracePt t="319420" x="4025900" y="3778250"/>
          <p14:tracePt t="319436" x="4019550" y="375920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homework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534400" cy="6172200"/>
          </a:xfrm>
        </p:spPr>
        <p:txBody>
          <a:bodyPr/>
          <a:lstStyle/>
          <a:p>
            <a:r>
              <a:rPr lang="en-US" dirty="0" smtClean="0"/>
              <a:t>Look on the cyber university for the new homework.</a:t>
            </a:r>
            <a:endParaRPr lang="en-US" dirty="0" smtClean="0"/>
          </a:p>
          <a:p>
            <a:r>
              <a:rPr lang="en-US" dirty="0" smtClean="0"/>
              <a:t>It will be posted in a few days.</a:t>
            </a: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28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785"/>
    </mc:Choice>
    <mc:Fallback>
      <p:transition spd="slow" advTm="187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 mod="1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5.4|1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4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0.3|3.5|24.9|2.5|11.5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2.4|6.8|2.7|13.4|1.7|2.7|38.1|7.3|1.8|18.5|19.7|5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ISC1480">
  <a:themeElements>
    <a:clrScheme name="CISC1480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ISC1480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ISC1480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SC1480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ISC1480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SC1480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SC1480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SC1480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SC1480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18282</TotalTime>
  <Words>3863</Words>
  <Application>Microsoft Office PowerPoint</Application>
  <PresentationFormat>On-screen Show (4:3)</PresentationFormat>
  <Paragraphs>656</Paragraphs>
  <Slides>34</Slides>
  <Notes>0</Notes>
  <HiddenSlides>0</HiddenSlides>
  <MMClips>24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Monotype Sorts</vt:lpstr>
      <vt:lpstr>ＭＳ Ｐゴシック</vt:lpstr>
      <vt:lpstr>ＭＳ Ｐゴシック</vt:lpstr>
      <vt:lpstr>新細明體</vt:lpstr>
      <vt:lpstr>Arial</vt:lpstr>
      <vt:lpstr>Consolas</vt:lpstr>
      <vt:lpstr>Elephant</vt:lpstr>
      <vt:lpstr>Lucida Console</vt:lpstr>
      <vt:lpstr>Times New Roman</vt:lpstr>
      <vt:lpstr>Wingdings</vt:lpstr>
      <vt:lpstr>Default Design</vt:lpstr>
      <vt:lpstr>CISC1480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Derived Classes are New Classes</vt:lpstr>
      <vt:lpstr>Remaining Builtin Functions</vt:lpstr>
      <vt:lpstr>Remaining Builtin Functions</vt:lpstr>
      <vt:lpstr>isinstance()</vt:lpstr>
      <vt:lpstr>PowerPoint Presentation</vt:lpstr>
      <vt:lpstr>Remaining Builtin Functions</vt:lpstr>
      <vt:lpstr>issubclass()</vt:lpstr>
      <vt:lpstr>Remaining Builtin Functions</vt:lpstr>
      <vt:lpstr>object()</vt:lpstr>
      <vt:lpstr>Sidebar: class...(object)</vt:lpstr>
      <vt:lpstr>object()</vt:lpstr>
      <vt:lpstr>Remaining Built-in Functions</vt:lpstr>
      <vt:lpstr>Remaining Built-in Functions</vt:lpstr>
      <vt:lpstr>Remaining Built-in Functions</vt:lpstr>
      <vt:lpstr>Final Exam in 2 Weeks?</vt:lpstr>
      <vt:lpstr>A new homework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723</cp:revision>
  <dcterms:created xsi:type="dcterms:W3CDTF">2009-03-01T03:18:16Z</dcterms:created>
  <dcterms:modified xsi:type="dcterms:W3CDTF">2021-06-08T08:55:52Z</dcterms:modified>
</cp:coreProperties>
</file>