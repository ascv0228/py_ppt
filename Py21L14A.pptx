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036" r:id="rId2"/>
    <p:sldId id="895" r:id="rId3"/>
    <p:sldId id="1022" r:id="rId4"/>
    <p:sldId id="1021" r:id="rId5"/>
    <p:sldId id="1075" r:id="rId6"/>
    <p:sldId id="881" r:id="rId7"/>
    <p:sldId id="914" r:id="rId8"/>
    <p:sldId id="1065" r:id="rId9"/>
    <p:sldId id="755" r:id="rId10"/>
    <p:sldId id="758" r:id="rId11"/>
    <p:sldId id="861" r:id="rId12"/>
    <p:sldId id="860" r:id="rId13"/>
    <p:sldId id="859" r:id="rId14"/>
    <p:sldId id="759" r:id="rId15"/>
    <p:sldId id="760" r:id="rId16"/>
    <p:sldId id="882" r:id="rId17"/>
    <p:sldId id="761" r:id="rId18"/>
    <p:sldId id="767" r:id="rId19"/>
    <p:sldId id="769" r:id="rId20"/>
    <p:sldId id="1023" r:id="rId21"/>
    <p:sldId id="822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Rg st="18" end="28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ECFF"/>
    <a:srgbClr val="2D2DB9"/>
    <a:srgbClr val="C40C94"/>
    <a:srgbClr val="006600"/>
    <a:srgbClr val="EB99CC"/>
    <a:srgbClr val="D1B2E8"/>
    <a:srgbClr val="FFFFCC"/>
    <a:srgbClr val="FFCCCC"/>
    <a:srgbClr val="D2D4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2" d="100"/>
          <a:sy n="52" d="100"/>
        </p:scale>
        <p:origin x="404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7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13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2.jp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image" Target="../media/image2.jp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m4a"/><Relationship Id="rId2" Type="http://schemas.microsoft.com/office/2007/relationships/media" Target="../media/media13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4.m4a"/><Relationship Id="rId2" Type="http://schemas.microsoft.com/office/2007/relationships/media" Target="../media/media14.m4a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2" Type="http://schemas.microsoft.com/office/2007/relationships/media" Target="../media/media15.m4a"/><Relationship Id="rId1" Type="http://schemas.openxmlformats.org/officeDocument/2006/relationships/tags" Target="../tags/tag1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8.m4a"/><Relationship Id="rId2" Type="http://schemas.microsoft.com/office/2007/relationships/media" Target="../media/media18.m4a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1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media20.m4a"/><Relationship Id="rId7" Type="http://schemas.openxmlformats.org/officeDocument/2006/relationships/image" Target="../media/image1.png"/><Relationship Id="rId2" Type="http://schemas.microsoft.com/office/2007/relationships/media" Target="../media/media20.m4a"/><Relationship Id="rId1" Type="http://schemas.openxmlformats.org/officeDocument/2006/relationships/tags" Target="../tags/tag1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1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annotation</a:t>
            </a:r>
            <a:r>
              <a:rPr lang="en-US" altLang="en-US" sz="3000" b="1" kern="0" dirty="0">
                <a:solidFill>
                  <a:srgbClr val="2D2DB9"/>
                </a:solidFill>
              </a:rPr>
              <a:t>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label for: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varia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ble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 class attribute,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paramete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or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return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valu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e. 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B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y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8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120" dirty="0">
                <a:solidFill>
                  <a:srgbClr val="00B050"/>
                </a:solidFill>
              </a:rPr>
              <a:t>nv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ent</a:t>
            </a:r>
            <a:r>
              <a:rPr lang="en-US" altLang="en-US" sz="2800" kern="0" spc="-90" dirty="0">
                <a:solidFill>
                  <a:srgbClr val="00B050"/>
                </a:solidFill>
              </a:rPr>
              <a:t>ion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9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ften used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as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a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type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hint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type </a:t>
            </a:r>
            <a:r>
              <a:rPr lang="en-US" altLang="en-US" sz="3000" b="1" kern="0" dirty="0">
                <a:solidFill>
                  <a:srgbClr val="2D2DB9"/>
                </a:solidFill>
              </a:rPr>
              <a:t>hint: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An annotation specifying the expected type for a variable, a class attribute, or a function parameter or return value. 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b="1" kern="0" dirty="0">
                <a:solidFill>
                  <a:srgbClr val="00B050"/>
                </a:solidFill>
              </a:rPr>
              <a:t>Type hints</a:t>
            </a:r>
            <a:r>
              <a:rPr lang="en-US" altLang="en-US" sz="2800" kern="0" dirty="0">
                <a:solidFill>
                  <a:srgbClr val="00B050"/>
                </a:solidFill>
              </a:rPr>
              <a:t>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optional</a:t>
            </a:r>
            <a:r>
              <a:rPr lang="en-US" altLang="en-US" sz="2800" kern="0" dirty="0">
                <a:solidFill>
                  <a:srgbClr val="00B050"/>
                </a:solidFill>
              </a:rPr>
              <a:t> and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not enforced by </a:t>
            </a:r>
            <a:r>
              <a:rPr lang="en-US" altLang="en-US" sz="2800" b="1" kern="0" dirty="0" smtClean="0">
                <a:solidFill>
                  <a:srgbClr val="00B050"/>
                </a:solidFill>
              </a:rPr>
              <a:t>Python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.</a:t>
            </a:r>
            <a:br>
              <a:rPr lang="en-US" altLang="en-US" sz="2800" kern="0" dirty="0" smtClean="0">
                <a:solidFill>
                  <a:schemeClr val="tx1"/>
                </a:solidFill>
              </a:rPr>
            </a:br>
            <a:r>
              <a:rPr lang="en-US" altLang="en-US" sz="2800" kern="0" dirty="0" smtClean="0">
                <a:solidFill>
                  <a:schemeClr val="tx1"/>
                </a:solidFill>
              </a:rPr>
              <a:t>(But t</a:t>
            </a:r>
            <a:r>
              <a:rPr lang="en-US" altLang="en-US" sz="2800" kern="0" spc="-70" dirty="0" smtClean="0">
                <a:solidFill>
                  <a:schemeClr val="tx1"/>
                </a:solidFill>
              </a:rPr>
              <a:t>he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y</a:t>
            </a:r>
            <a:r>
              <a:rPr lang="en-US" altLang="en-US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can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be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enforced 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b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y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3</a:t>
            </a:r>
            <a:r>
              <a:rPr lang="en-US" altLang="en-US" sz="2800" u="sng" kern="0" baseline="30000" dirty="0" smtClean="0">
                <a:solidFill>
                  <a:schemeClr val="tx1"/>
                </a:solidFill>
              </a:rPr>
              <a:t>rd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-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party</a:t>
            </a:r>
            <a:r>
              <a:rPr lang="en-US" altLang="en-US" sz="2400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ty</a:t>
            </a:r>
            <a:r>
              <a:rPr lang="en-US" altLang="en-US" sz="2800" u="sng" kern="0" spc="-50" dirty="0" smtClean="0">
                <a:solidFill>
                  <a:schemeClr val="tx1"/>
                </a:solidFill>
              </a:rPr>
              <a:t>pe</a:t>
            </a:r>
            <a:r>
              <a:rPr lang="en-US" altLang="en-US" sz="2400" u="sng" kern="0" spc="-5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50" dirty="0" smtClean="0">
                <a:solidFill>
                  <a:schemeClr val="tx1"/>
                </a:solidFill>
              </a:rPr>
              <a:t>c</a:t>
            </a:r>
            <a:r>
              <a:rPr lang="en-US" altLang="en-US" sz="2800" u="sng" kern="0" spc="-80" dirty="0" smtClean="0">
                <a:solidFill>
                  <a:schemeClr val="tx1"/>
                </a:solidFill>
              </a:rPr>
              <a:t>h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ec</a:t>
            </a:r>
            <a:r>
              <a:rPr lang="en-US" altLang="en-US" sz="2800" u="sng" kern="0" spc="-150" dirty="0" smtClean="0">
                <a:solidFill>
                  <a:schemeClr val="tx1"/>
                </a:solidFill>
              </a:rPr>
              <a:t>k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er</a:t>
            </a:r>
            <a:r>
              <a:rPr lang="en-US" altLang="en-US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pr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o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gram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s</a:t>
            </a:r>
            <a:r>
              <a:rPr lang="en-US" altLang="en-US" sz="2800" kern="0" spc="-300" dirty="0" smtClean="0">
                <a:solidFill>
                  <a:schemeClr val="tx1"/>
                </a:solidFill>
              </a:rPr>
              <a:t>.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)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 smtClean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wrapper function: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 smtClean="0">
                <a:solidFill>
                  <a:schemeClr val="tx1"/>
                </a:solidFill>
              </a:rPr>
              <a:t>A function whose main job is to call another function.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boilerplate code: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 smtClean="0">
                <a:solidFill>
                  <a:schemeClr val="tx1"/>
                </a:solidFill>
              </a:rPr>
              <a:t>Sect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ions</a:t>
            </a:r>
            <a:r>
              <a:rPr lang="en-US" altLang="en-US" sz="2400" kern="0" spc="-10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kern="0" dirty="0">
                <a:solidFill>
                  <a:schemeClr val="tx1"/>
                </a:solidFill>
              </a:rPr>
              <a:t>f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code that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repeat</a:t>
            </a:r>
            <a:r>
              <a:rPr lang="en-US" altLang="en-US" sz="2400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in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ma</a:t>
            </a:r>
            <a:r>
              <a:rPr lang="en-US" altLang="en-US" sz="2800" u="sng" kern="0" spc="-80" dirty="0" smtClean="0">
                <a:solidFill>
                  <a:schemeClr val="tx1"/>
                </a:solidFill>
              </a:rPr>
              <a:t>ny</a:t>
            </a:r>
            <a:r>
              <a:rPr lang="en-US" altLang="en-US" sz="2400" u="sng" kern="0" spc="-8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p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u="sng" kern="0" dirty="0">
                <a:solidFill>
                  <a:schemeClr val="tx1"/>
                </a:solidFill>
              </a:rPr>
              <a:t>aces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with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l</a:t>
            </a:r>
            <a:r>
              <a:rPr lang="en-US" altLang="en-US" sz="2800" kern="0" dirty="0">
                <a:solidFill>
                  <a:schemeClr val="tx1"/>
                </a:solidFill>
              </a:rPr>
              <a:t>it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e</a:t>
            </a:r>
            <a:r>
              <a:rPr lang="en-US" altLang="en-US" sz="2400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v</a:t>
            </a:r>
            <a:r>
              <a:rPr lang="en-US" altLang="en-US" sz="2800" kern="0" dirty="0">
                <a:solidFill>
                  <a:schemeClr val="tx1"/>
                </a:solidFill>
              </a:rPr>
              <a:t>ariat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ion.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Boilerplate </a:t>
            </a:r>
            <a:r>
              <a:rPr lang="en-US" altLang="en-US" sz="2800" kern="0" dirty="0">
                <a:solidFill>
                  <a:schemeClr val="tx1"/>
                </a:solidFill>
              </a:rPr>
              <a:t>can be reduced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by: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100" dirty="0" smtClean="0">
                <a:solidFill>
                  <a:schemeClr val="tx1"/>
                </a:solidFill>
              </a:rPr>
              <a:t>ha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vi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g</a:t>
            </a:r>
            <a:r>
              <a:rPr lang="en-US" altLang="en-US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Pyt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ho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n</a:t>
            </a:r>
            <a:r>
              <a:rPr lang="en-US" altLang="en-US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aut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mat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i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al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ly</a:t>
            </a:r>
            <a:r>
              <a:rPr lang="en-US" altLang="en-US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60" dirty="0">
                <a:solidFill>
                  <a:srgbClr val="00B050"/>
                </a:solidFill>
              </a:rPr>
              <a:t>ins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ert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 t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he</a:t>
            </a:r>
            <a:r>
              <a:rPr lang="en-US" altLang="en-US" sz="2400" kern="0" spc="-6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ee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d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ed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b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oil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pl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ate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cod</a:t>
            </a:r>
            <a:r>
              <a:rPr lang="en-US" altLang="en-US" sz="2800" kern="0" spc="-120" dirty="0" smtClean="0">
                <a:solidFill>
                  <a:schemeClr val="tx1"/>
                </a:solidFill>
              </a:rPr>
              <a:t>e,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 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20" dirty="0" smtClean="0">
                <a:solidFill>
                  <a:schemeClr val="tx1"/>
                </a:solidFill>
              </a:rPr>
              <a:t>pr</a:t>
            </a:r>
            <a:r>
              <a:rPr lang="en-US" altLang="en-US" sz="2800" kern="0" spc="-60" dirty="0" smtClean="0">
                <a:solidFill>
                  <a:schemeClr val="tx1"/>
                </a:solidFill>
              </a:rPr>
              <a:t>o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viding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some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mechanism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to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use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reasona</a:t>
            </a:r>
            <a:r>
              <a:rPr lang="en-US" altLang="en-US" sz="2800" kern="0" spc="-70" dirty="0" smtClean="0">
                <a:solidFill>
                  <a:srgbClr val="00B050"/>
                </a:solidFill>
              </a:rPr>
              <a:t>bl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e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default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settings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.</a:t>
            </a:r>
          </a:p>
          <a:p>
            <a:pPr marL="173038">
              <a:lnSpc>
                <a:spcPct val="80000"/>
              </a:lnSpc>
            </a:pPr>
            <a:endParaRPr lang="en-US" altLang="en-US" sz="1800" b="1" kern="0" dirty="0" smtClean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syntactic sugar:</a:t>
            </a:r>
            <a:endParaRPr lang="en-US" altLang="en-US" sz="3000" b="1" kern="0" dirty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Syntax added for convenience, but not affecting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functionality. 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kumimoji="0" lang="en-US" sz="2800" b="0" i="0" u="none" strike="noStrike" cap="none" spc="-20" normalizeH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2298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5532"/>
    </mc:Choice>
    <mc:Fallback>
      <p:transition spd="slow" advTm="2355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459" x="76200" y="82550"/>
          <p14:tracePt t="7466" x="101600" y="82550"/>
          <p14:tracePt t="7475" x="120650" y="82550"/>
          <p14:tracePt t="7491" x="158750" y="82550"/>
          <p14:tracePt t="7510" x="247650" y="82550"/>
          <p14:tracePt t="7524" x="304800" y="82550"/>
          <p14:tracePt t="7541" x="361950" y="82550"/>
          <p14:tracePt t="7558" x="482600" y="114300"/>
          <p14:tracePt t="7574" x="552450" y="133350"/>
          <p14:tracePt t="7590" x="654050" y="158750"/>
          <p14:tracePt t="7607" x="768350" y="209550"/>
          <p14:tracePt t="7624" x="831850" y="234950"/>
          <p14:tracePt t="7640" x="869950" y="254000"/>
          <p14:tracePt t="7656" x="920750" y="279400"/>
          <p14:tracePt t="7673" x="933450" y="285750"/>
          <p14:tracePt t="7887" x="933450" y="292100"/>
          <p14:tracePt t="7894" x="927100" y="298450"/>
          <p14:tracePt t="7905" x="914400" y="298450"/>
          <p14:tracePt t="7923" x="869950" y="304800"/>
          <p14:tracePt t="7939" x="844550" y="311150"/>
          <p14:tracePt t="7956" x="800100" y="317500"/>
          <p14:tracePt t="7973" x="730250" y="336550"/>
          <p14:tracePt t="7989" x="647700" y="342900"/>
          <p14:tracePt t="8006" x="584200" y="355600"/>
          <p14:tracePt t="8022" x="546100" y="355600"/>
          <p14:tracePt t="8039" x="501650" y="368300"/>
          <p14:tracePt t="8056" x="469900" y="374650"/>
          <p14:tracePt t="8073" x="438150" y="381000"/>
          <p14:tracePt t="8090" x="419100" y="393700"/>
          <p14:tracePt t="8105" x="406400" y="400050"/>
          <p14:tracePt t="8122" x="387350" y="406400"/>
          <p14:tracePt t="8140" x="374650" y="406400"/>
          <p14:tracePt t="8181" x="368300" y="406400"/>
          <p14:tracePt t="8231" x="361950" y="406400"/>
          <p14:tracePt t="8259" x="355600" y="412750"/>
          <p14:tracePt t="8280" x="349250" y="412750"/>
          <p14:tracePt t="8301" x="342900" y="412750"/>
          <p14:tracePt t="8329" x="342900" y="406400"/>
          <p14:tracePt t="9064" x="342900" y="412750"/>
          <p14:tracePt t="9071" x="336550" y="431800"/>
          <p14:tracePt t="9086" x="330200" y="450850"/>
          <p14:tracePt t="9092" x="330200" y="463550"/>
          <p14:tracePt t="9105" x="330200" y="482600"/>
          <p14:tracePt t="9118" x="323850" y="508000"/>
          <p14:tracePt t="9135" x="323850" y="546100"/>
          <p14:tracePt t="9152" x="317500" y="565150"/>
          <p14:tracePt t="9169" x="317500" y="609600"/>
          <p14:tracePt t="9185" x="317500" y="647700"/>
          <p14:tracePt t="9202" x="323850" y="679450"/>
          <p14:tracePt t="9218" x="330200" y="711200"/>
          <p14:tracePt t="9235" x="336550" y="736600"/>
          <p14:tracePt t="9251" x="342900" y="749300"/>
          <p14:tracePt t="9268" x="361950" y="768350"/>
          <p14:tracePt t="9285" x="374650" y="787400"/>
          <p14:tracePt t="9302" x="393700" y="787400"/>
          <p14:tracePt t="9318" x="406400" y="793750"/>
          <p14:tracePt t="9334" x="419100" y="793750"/>
          <p14:tracePt t="9351" x="438150" y="793750"/>
          <p14:tracePt t="9367" x="450850" y="793750"/>
          <p14:tracePt t="9384" x="463550" y="793750"/>
          <p14:tracePt t="9401" x="482600" y="787400"/>
          <p14:tracePt t="9417" x="495300" y="787400"/>
          <p14:tracePt t="9435" x="501650" y="781050"/>
          <p14:tracePt t="9451" x="508000" y="781050"/>
          <p14:tracePt t="9467" x="514350" y="774700"/>
          <p14:tracePt t="9533" x="520700" y="774700"/>
          <p14:tracePt t="10492" x="527050" y="774700"/>
          <p14:tracePt t="10506" x="558800" y="774700"/>
          <p14:tracePt t="10513" x="577850" y="774700"/>
          <p14:tracePt t="10527" x="609600" y="774700"/>
          <p14:tracePt t="10534" x="635000" y="774700"/>
          <p14:tracePt t="10550" x="660400" y="774700"/>
          <p14:tracePt t="10563" x="730250" y="774700"/>
          <p14:tracePt t="10580" x="755650" y="774700"/>
          <p14:tracePt t="10597" x="850900" y="768350"/>
          <p14:tracePt t="10613" x="914400" y="768350"/>
          <p14:tracePt t="10630" x="1066800" y="774700"/>
          <p14:tracePt t="10647" x="1244600" y="781050"/>
          <p14:tracePt t="10663" x="1346200" y="793750"/>
          <p14:tracePt t="10680" x="1530350" y="812800"/>
          <p14:tracePt t="10696" x="1708150" y="819150"/>
          <p14:tracePt t="10713" x="1797050" y="819150"/>
          <p14:tracePt t="10730" x="1936750" y="819150"/>
          <p14:tracePt t="10746" x="2057400" y="793750"/>
          <p14:tracePt t="10762" x="2127250" y="781050"/>
          <p14:tracePt t="10780" x="2165350" y="762000"/>
          <p14:tracePt t="10796" x="2279650" y="717550"/>
          <p14:tracePt t="10813" x="2336800" y="698500"/>
          <p14:tracePt t="10829" x="2425700" y="685800"/>
          <p14:tracePt t="10846" x="2501900" y="660400"/>
          <p14:tracePt t="10863" x="2552700" y="654050"/>
          <p14:tracePt t="10879" x="2584450" y="647700"/>
          <p14:tracePt t="10896" x="2590800" y="647700"/>
          <p14:tracePt t="10912" x="2597150" y="641350"/>
          <p14:tracePt t="10928" x="2603500" y="635000"/>
          <p14:tracePt t="11038" x="2609850" y="635000"/>
          <p14:tracePt t="11935" x="2641600" y="635000"/>
          <p14:tracePt t="11949" x="2667000" y="635000"/>
          <p14:tracePt t="11958" x="2705100" y="635000"/>
          <p14:tracePt t="11976" x="2743200" y="635000"/>
          <p14:tracePt t="11992" x="2825750" y="641350"/>
          <p14:tracePt t="12009" x="2921000" y="660400"/>
          <p14:tracePt t="12026" x="3022600" y="660400"/>
          <p14:tracePt t="12042" x="3060700" y="660400"/>
          <p14:tracePt t="12058" x="3155950" y="647700"/>
          <p14:tracePt t="12075" x="3206750" y="641350"/>
          <p14:tracePt t="12092" x="3276600" y="635000"/>
          <p14:tracePt t="12109" x="3314700" y="635000"/>
          <p14:tracePt t="12124" x="3384550" y="622300"/>
          <p14:tracePt t="12141" x="3416300" y="615950"/>
          <p14:tracePt t="12158" x="3454400" y="609600"/>
          <p14:tracePt t="12175" x="3543300" y="596900"/>
          <p14:tracePt t="12191" x="3575050" y="590550"/>
          <p14:tracePt t="12208" x="3625850" y="571500"/>
          <p14:tracePt t="12224" x="3644900" y="571500"/>
          <p14:tracePt t="12241" x="3670300" y="571500"/>
          <p14:tracePt t="12258" x="3689350" y="571500"/>
          <p14:tracePt t="12274" x="3702050" y="571500"/>
          <p14:tracePt t="12291" x="3721100" y="571500"/>
          <p14:tracePt t="12308" x="3740150" y="571500"/>
          <p14:tracePt t="12324" x="3746500" y="571500"/>
          <p14:tracePt t="12341" x="3765550" y="571500"/>
          <p14:tracePt t="12357" x="3778250" y="571500"/>
          <p14:tracePt t="12374" x="3784600" y="571500"/>
          <p14:tracePt t="12391" x="3797300" y="571500"/>
          <p14:tracePt t="12407" x="3803650" y="577850"/>
          <p14:tracePt t="12440" x="3816350" y="577850"/>
          <p14:tracePt t="12949" x="3835400" y="577850"/>
          <p14:tracePt t="12956" x="3860800" y="577850"/>
          <p14:tracePt t="12970" x="3898900" y="577850"/>
          <p14:tracePt t="12976" x="3930650" y="584200"/>
          <p14:tracePt t="12991" x="3968750" y="584200"/>
          <p14:tracePt t="13005" x="4038600" y="590550"/>
          <p14:tracePt t="13022" x="4057650" y="590550"/>
          <p14:tracePt t="13039" x="4083050" y="590550"/>
          <p14:tracePt t="13042" x="4114800" y="590550"/>
          <p14:tracePt t="13055" x="4146550" y="603250"/>
          <p14:tracePt t="13071" x="4171950" y="609600"/>
          <p14:tracePt t="13089" x="4222750" y="628650"/>
          <p14:tracePt t="13105" x="4248150" y="635000"/>
          <p14:tracePt t="13121" x="4292600" y="641350"/>
          <p14:tracePt t="13138" x="4318000" y="641350"/>
          <p14:tracePt t="13155" x="4349750" y="647700"/>
          <p14:tracePt t="13172" x="4368800" y="647700"/>
          <p14:tracePt t="13188" x="4432300" y="666750"/>
          <p14:tracePt t="13204" x="4445000" y="666750"/>
          <p14:tracePt t="13221" x="4457700" y="666750"/>
          <p14:tracePt t="13237" x="4483100" y="666750"/>
          <p14:tracePt t="13254" x="4495800" y="666750"/>
          <p14:tracePt t="13271" x="4514850" y="666750"/>
          <p14:tracePt t="13287" x="4533900" y="666750"/>
          <p14:tracePt t="13304" x="4540250" y="666750"/>
          <p14:tracePt t="13321" x="4552950" y="660400"/>
          <p14:tracePt t="13337" x="4559300" y="660400"/>
          <p14:tracePt t="13354" x="4572000" y="660400"/>
          <p14:tracePt t="13371" x="4584700" y="660400"/>
          <p14:tracePt t="13387" x="4591050" y="660400"/>
          <p14:tracePt t="13404" x="4603750" y="654050"/>
          <p14:tracePt t="13421" x="4610100" y="654050"/>
          <p14:tracePt t="13436" x="4616450" y="654050"/>
          <p14:tracePt t="13470" x="4616450" y="647700"/>
          <p14:tracePt t="13489" x="4622800" y="647700"/>
          <p14:tracePt t="13503" x="4629150" y="647700"/>
          <p14:tracePt t="13939" x="4641850" y="647700"/>
          <p14:tracePt t="13946" x="4654550" y="647700"/>
          <p14:tracePt t="13960" x="4673600" y="641350"/>
          <p14:tracePt t="13968" x="4705350" y="635000"/>
          <p14:tracePt t="13985" x="4743450" y="635000"/>
          <p14:tracePt t="14002" x="4826000" y="609600"/>
          <p14:tracePt t="14018" x="4921250" y="590550"/>
          <p14:tracePt t="14035" x="4965700" y="584200"/>
          <p14:tracePt t="14052" x="5048250" y="565150"/>
          <p14:tracePt t="14068" x="5099050" y="558800"/>
          <p14:tracePt t="14072" x="5162550" y="546100"/>
          <p14:tracePt t="14086" x="5283200" y="539750"/>
          <p14:tracePt t="14101" x="5346700" y="539750"/>
          <p14:tracePt t="14117" x="5410200" y="539750"/>
          <p14:tracePt t="14135" x="5518150" y="552450"/>
          <p14:tracePt t="14151" x="5568950" y="552450"/>
          <p14:tracePt t="14168" x="5670550" y="552450"/>
          <p14:tracePt t="14185" x="5727700" y="558800"/>
          <p14:tracePt t="14201" x="5791200" y="558800"/>
          <p14:tracePt t="14218" x="5822950" y="558800"/>
          <p14:tracePt t="14234" x="5886450" y="558800"/>
          <p14:tracePt t="14250" x="5937250" y="558800"/>
          <p14:tracePt t="14268" x="5975350" y="558800"/>
          <p14:tracePt t="14284" x="5994400" y="558800"/>
          <p14:tracePt t="14301" x="6032500" y="558800"/>
          <p14:tracePt t="14318" x="6070600" y="558800"/>
          <p14:tracePt t="14334" x="6089650" y="558800"/>
          <p14:tracePt t="14350" x="6108700" y="558800"/>
          <p14:tracePt t="14367" x="6165850" y="565150"/>
          <p14:tracePt t="14383" x="6235700" y="577850"/>
          <p14:tracePt t="14401" x="6273800" y="577850"/>
          <p14:tracePt t="14417" x="6356350" y="584200"/>
          <p14:tracePt t="14433" x="6445250" y="584200"/>
          <p14:tracePt t="14451" x="6502400" y="584200"/>
          <p14:tracePt t="14467" x="6527800" y="590550"/>
          <p14:tracePt t="14483" x="6559550" y="590550"/>
          <p14:tracePt t="14500" x="6578600" y="590550"/>
          <p14:tracePt t="14517" x="6578600" y="596900"/>
          <p14:tracePt t="14533" x="6584950" y="596900"/>
          <p14:tracePt t="14570" x="6591300" y="596900"/>
          <p14:tracePt t="14597" x="6591300" y="603250"/>
          <p14:tracePt t="14618" x="6604000" y="603250"/>
          <p14:tracePt t="14633" x="6610350" y="603250"/>
          <p14:tracePt t="14640" x="6623050" y="603250"/>
          <p14:tracePt t="14660" x="6635750" y="603250"/>
          <p14:tracePt t="14669" x="6654800" y="603250"/>
          <p14:tracePt t="14683" x="6692900" y="603250"/>
          <p14:tracePt t="14699" x="6737350" y="603250"/>
          <p14:tracePt t="14716" x="6877050" y="609600"/>
          <p14:tracePt t="14732" x="7067550" y="622300"/>
          <p14:tracePt t="14749" x="7181850" y="622300"/>
          <p14:tracePt t="14766" x="7410450" y="622300"/>
          <p14:tracePt t="14782" x="7626350" y="615950"/>
          <p14:tracePt t="14799" x="7715250" y="615950"/>
          <p14:tracePt t="14815" x="7854950" y="609600"/>
          <p14:tracePt t="14832" x="7924800" y="596900"/>
          <p14:tracePt t="14849" x="7937500" y="596900"/>
          <p14:tracePt t="14865" x="7956550" y="596900"/>
          <p14:tracePt t="15109" x="7962900" y="603250"/>
          <p14:tracePt t="15158" x="7962900" y="609600"/>
          <p14:tracePt t="15551" x="7924800" y="603250"/>
          <p14:tracePt t="15557" x="7854950" y="596900"/>
          <p14:tracePt t="15571" x="7778750" y="584200"/>
          <p14:tracePt t="15580" x="7677150" y="584200"/>
          <p14:tracePt t="15596" x="7562850" y="571500"/>
          <p14:tracePt t="15614" x="7270750" y="571500"/>
          <p14:tracePt t="15629" x="6851650" y="584200"/>
          <p14:tracePt t="15646" x="6635750" y="596900"/>
          <p14:tracePt t="15663" x="6102350" y="641350"/>
          <p14:tracePt t="15679" x="5861050" y="654050"/>
          <p14:tracePt t="15696" x="5353050" y="698500"/>
          <p14:tracePt t="15712" x="4870450" y="723900"/>
          <p14:tracePt t="15729" x="4635500" y="723900"/>
          <p14:tracePt t="15746" x="4229100" y="768350"/>
          <p14:tracePt t="15762" x="3822700" y="793750"/>
          <p14:tracePt t="15779" x="3619500" y="831850"/>
          <p14:tracePt t="15796" x="3314700" y="869950"/>
          <p14:tracePt t="15812" x="3054350" y="920750"/>
          <p14:tracePt t="15829" x="2940050" y="965200"/>
          <p14:tracePt t="15845" x="2755900" y="1047750"/>
          <p14:tracePt t="15862" x="2590800" y="1130300"/>
          <p14:tracePt t="15878" x="2520950" y="1168400"/>
          <p14:tracePt t="15895" x="2400300" y="1238250"/>
          <p14:tracePt t="15912" x="2330450" y="1270000"/>
          <p14:tracePt t="15929" x="2254250" y="1282700"/>
          <p14:tracePt t="15945" x="2197100" y="1295400"/>
          <p14:tracePt t="15961" x="2133600" y="1295400"/>
          <p14:tracePt t="15979" x="1924050" y="1257300"/>
          <p14:tracePt t="15995" x="1847850" y="1257300"/>
          <p14:tracePt t="16011" x="1771650" y="1257300"/>
          <p14:tracePt t="16028" x="1651000" y="1270000"/>
          <p14:tracePt t="16045" x="1549400" y="1289050"/>
          <p14:tracePt t="16062" x="1517650" y="1289050"/>
          <p14:tracePt t="16078" x="1454150" y="1289050"/>
          <p14:tracePt t="16094" x="1416050" y="1289050"/>
          <p14:tracePt t="16112" x="1409700" y="1289050"/>
          <p14:tracePt t="16128" x="1403350" y="1289050"/>
          <p14:tracePt t="16145" x="1403350" y="1282700"/>
          <p14:tracePt t="16161" x="1409700" y="1244600"/>
          <p14:tracePt t="16177" x="1416050" y="1231900"/>
          <p14:tracePt t="16195" x="1428750" y="1206500"/>
          <p14:tracePt t="16211" x="1435100" y="1181100"/>
          <p14:tracePt t="16227" x="1435100" y="1174750"/>
          <p14:tracePt t="16244" x="1435100" y="1162050"/>
          <p14:tracePt t="16260" x="1435100" y="1149350"/>
          <p14:tracePt t="16277" x="1435100" y="1143000"/>
          <p14:tracePt t="16311" x="1435100" y="1136650"/>
          <p14:tracePt t="16327" x="1441450" y="1130300"/>
          <p14:tracePt t="16343" x="1447800" y="1123950"/>
          <p14:tracePt t="16360" x="1447800" y="1117600"/>
          <p14:tracePt t="16377" x="1460500" y="1111250"/>
          <p14:tracePt t="16393" x="1466850" y="1111250"/>
          <p14:tracePt t="16409" x="1473200" y="1111250"/>
          <p14:tracePt t="16427" x="1492250" y="1111250"/>
          <p14:tracePt t="16443" x="1511300" y="1111250"/>
          <p14:tracePt t="16460" x="1536700" y="1111250"/>
          <p14:tracePt t="16477" x="1593850" y="1111250"/>
          <p14:tracePt t="16493" x="1670050" y="1117600"/>
          <p14:tracePt t="16509" x="1739900" y="1136650"/>
          <p14:tracePt t="16526" x="1892300" y="1162050"/>
          <p14:tracePt t="16543" x="2063750" y="1181100"/>
          <p14:tracePt t="16561" x="2241550" y="1200150"/>
          <p14:tracePt t="16576" x="2330450" y="1206500"/>
          <p14:tracePt t="16592" x="2413000" y="1219200"/>
          <p14:tracePt t="16610" x="2597150" y="1257300"/>
          <p14:tracePt t="16627" x="2635250" y="1263650"/>
          <p14:tracePt t="16629" x="2667000" y="1270000"/>
          <p14:tracePt t="16645" x="2698750" y="1270000"/>
          <p14:tracePt t="16659" x="2717800" y="1270000"/>
          <p14:tracePt t="16676" x="2736850" y="1270000"/>
          <p14:tracePt t="16694" x="2743200" y="1270000"/>
          <p14:tracePt t="16743" x="2749550" y="1263650"/>
          <p14:tracePt t="16861" x="2755900" y="1263650"/>
          <p14:tracePt t="16876" x="2762250" y="1263650"/>
          <p14:tracePt t="16883" x="2768600" y="1263650"/>
          <p14:tracePt t="16891" x="2774950" y="1263650"/>
          <p14:tracePt t="16908" x="2781300" y="1263650"/>
          <p14:tracePt t="16925" x="2806700" y="1257300"/>
          <p14:tracePt t="16941" x="2832100" y="1257300"/>
          <p14:tracePt t="16958" x="2876550" y="1244600"/>
          <p14:tracePt t="16975" x="2927350" y="1231900"/>
          <p14:tracePt t="16991" x="2959100" y="1231900"/>
          <p14:tracePt t="17008" x="3009900" y="1219200"/>
          <p14:tracePt t="17024" x="3041650" y="1212850"/>
          <p14:tracePt t="17041" x="3054350" y="1212850"/>
          <p14:tracePt t="17058" x="3067050" y="1206500"/>
          <p14:tracePt t="17094" x="3067050" y="1200150"/>
          <p14:tracePt t="17135" x="3073400" y="1200150"/>
          <p14:tracePt t="17163" x="3079750" y="1193800"/>
          <p14:tracePt t="17170" x="3079750" y="1187450"/>
          <p14:tracePt t="19313" x="3073400" y="1181100"/>
          <p14:tracePt t="19328" x="3054350" y="1174750"/>
          <p14:tracePt t="19336" x="3035300" y="1149350"/>
          <p14:tracePt t="19350" x="2990850" y="1143000"/>
          <p14:tracePt t="19366" x="2921000" y="1117600"/>
          <p14:tracePt t="19384" x="2844800" y="1085850"/>
          <p14:tracePt t="19399" x="2813050" y="1066800"/>
          <p14:tracePt t="19416" x="2768600" y="1041400"/>
          <p14:tracePt t="19433" x="2609850" y="971550"/>
          <p14:tracePt t="19450" x="2571750" y="952500"/>
          <p14:tracePt t="19466" x="2527300" y="933450"/>
          <p14:tracePt t="19483" x="2463800" y="901700"/>
          <p14:tracePt t="19500" x="2419350" y="889000"/>
          <p14:tracePt t="19516" x="2387600" y="876300"/>
          <p14:tracePt t="19532" x="2381250" y="876300"/>
          <p14:tracePt t="19549" x="2368550" y="869950"/>
          <p14:tracePt t="19582" x="2362200" y="863600"/>
          <p14:tracePt t="19804" x="2368550" y="863600"/>
          <p14:tracePt t="19818" x="2374900" y="863600"/>
          <p14:tracePt t="19825" x="2381250" y="863600"/>
          <p14:tracePt t="19839" x="2393950" y="863600"/>
          <p14:tracePt t="19848" x="2406650" y="863600"/>
          <p14:tracePt t="19865" x="2419350" y="863600"/>
          <p14:tracePt t="19882" x="2476500" y="850900"/>
          <p14:tracePt t="19898" x="2584450" y="825500"/>
          <p14:tracePt t="19914" x="2641600" y="806450"/>
          <p14:tracePt t="19931" x="2749550" y="774700"/>
          <p14:tracePt t="19948" x="2819400" y="742950"/>
          <p14:tracePt t="19965" x="2870200" y="730250"/>
          <p14:tracePt t="19981" x="2882900" y="723900"/>
          <p14:tracePt t="19997" x="2895600" y="723900"/>
          <p14:tracePt t="20031" x="2889250" y="723900"/>
          <p14:tracePt t="20047" x="2876550" y="723900"/>
          <p14:tracePt t="20064" x="2800350" y="742950"/>
          <p14:tracePt t="20080" x="2762250" y="762000"/>
          <p14:tracePt t="20097" x="2717800" y="768350"/>
          <p14:tracePt t="20114" x="2622550" y="800100"/>
          <p14:tracePt t="20130" x="2540000" y="825500"/>
          <p14:tracePt t="20148" x="2489200" y="831850"/>
          <p14:tracePt t="20164" x="2457450" y="838200"/>
          <p14:tracePt t="20180" x="2425700" y="844550"/>
          <p14:tracePt t="20197" x="2406650" y="844550"/>
          <p14:tracePt t="20214" x="2400300" y="844550"/>
          <p14:tracePt t="20273" x="2406650" y="844550"/>
          <p14:tracePt t="20287" x="2419350" y="844550"/>
          <p14:tracePt t="20294" x="2432050" y="838200"/>
          <p14:tracePt t="20309" x="2451100" y="838200"/>
          <p14:tracePt t="20316" x="2476500" y="831850"/>
          <p14:tracePt t="20332" x="2501900" y="825500"/>
          <p14:tracePt t="20346" x="2603500" y="781050"/>
          <p14:tracePt t="20363" x="2667000" y="749300"/>
          <p14:tracePt t="20380" x="2819400" y="679450"/>
          <p14:tracePt t="20396" x="2876550" y="641350"/>
          <p14:tracePt t="20413" x="2965450" y="577850"/>
          <p14:tracePt t="20429" x="3022600" y="539750"/>
          <p14:tracePt t="20446" x="3035300" y="533400"/>
          <p14:tracePt t="20463" x="3048000" y="520700"/>
          <p14:tracePt t="20479" x="3048000" y="514350"/>
          <p14:tracePt t="20729" x="3054350" y="514350"/>
          <p14:tracePt t="20736" x="3060700" y="514350"/>
          <p14:tracePt t="20750" x="3067050" y="514350"/>
          <p14:tracePt t="20761" x="3073400" y="520700"/>
          <p14:tracePt t="20779" x="3098800" y="527050"/>
          <p14:tracePt t="20795" x="3111500" y="533400"/>
          <p14:tracePt t="20812" x="3168650" y="539750"/>
          <p14:tracePt t="20828" x="3263900" y="558800"/>
          <p14:tracePt t="20845" x="3321050" y="577850"/>
          <p14:tracePt t="20862" x="3460750" y="584200"/>
          <p14:tracePt t="20878" x="3619500" y="603250"/>
          <p14:tracePt t="20894" x="3695700" y="603250"/>
          <p14:tracePt t="20912" x="3835400" y="622300"/>
          <p14:tracePt t="20928" x="3949700" y="622300"/>
          <p14:tracePt t="20945" x="3994150" y="622300"/>
          <p14:tracePt t="20961" x="4051300" y="635000"/>
          <p14:tracePt t="20978" x="4102100" y="635000"/>
          <p14:tracePt t="20995" x="4121150" y="641350"/>
          <p14:tracePt t="21011" x="4152900" y="647700"/>
          <p14:tracePt t="21027" x="4171950" y="654050"/>
          <p14:tracePt t="21045" x="4184650" y="654050"/>
          <p14:tracePt t="21061" x="4197350" y="654050"/>
          <p14:tracePt t="21077" x="4203700" y="660400"/>
          <p14:tracePt t="21094" x="4216400" y="660400"/>
          <p14:tracePt t="21130" x="4216400" y="666750"/>
          <p14:tracePt t="21144" x="4197350" y="673100"/>
          <p14:tracePt t="21160" x="4184650" y="679450"/>
          <p14:tracePt t="21178" x="4108450" y="698500"/>
          <p14:tracePt t="21193" x="3981450" y="730250"/>
          <p14:tracePt t="21210" x="3879850" y="742950"/>
          <p14:tracePt t="21213" x="3759200" y="762000"/>
          <p14:tracePt t="21227" x="3492500" y="806450"/>
          <p14:tracePt t="21243" x="3352800" y="812800"/>
          <p14:tracePt t="21260" x="3060700" y="857250"/>
          <p14:tracePt t="21277" x="2844800" y="889000"/>
          <p14:tracePt t="21293" x="2755900" y="908050"/>
          <p14:tracePt t="21310" x="2679700" y="908050"/>
          <p14:tracePt t="21326" x="2540000" y="952500"/>
          <p14:tracePt t="21343" x="2495550" y="965200"/>
          <p14:tracePt t="21360" x="2476500" y="977900"/>
          <p14:tracePt t="21376" x="2451100" y="990600"/>
          <p14:tracePt t="21392" x="2438400" y="1003300"/>
          <p14:tracePt t="21409" x="2432050" y="1003300"/>
          <p14:tracePt t="21426" x="2425700" y="1003300"/>
          <p14:tracePt t="21520" x="2419350" y="996950"/>
          <p14:tracePt t="21527" x="2406650" y="990600"/>
          <p14:tracePt t="21534" x="2400300" y="984250"/>
          <p14:tracePt t="21548" x="2387600" y="971550"/>
          <p14:tracePt t="21559" x="2368550" y="952500"/>
          <p14:tracePt t="21575" x="2330450" y="914400"/>
          <p14:tracePt t="21592" x="2241550" y="819150"/>
          <p14:tracePt t="21608" x="2133600" y="704850"/>
          <p14:tracePt t="21626" x="2070100" y="635000"/>
          <p14:tracePt t="21642" x="1962150" y="488950"/>
          <p14:tracePt t="21658" x="1885950" y="374650"/>
          <p14:tracePt t="21675" x="1822450" y="285750"/>
          <p14:tracePt t="21692" x="1803400" y="254000"/>
          <p14:tracePt t="21708" x="1797050" y="234950"/>
          <p14:tracePt t="21711" x="1790700" y="222250"/>
          <p14:tracePt t="21725" x="1784350" y="209550"/>
          <p14:tracePt t="21758" x="1784350" y="203200"/>
          <p14:tracePt t="21787" x="1771650" y="203200"/>
          <p14:tracePt t="21809" x="1765300" y="203200"/>
          <p14:tracePt t="21815" x="1752600" y="203200"/>
          <p14:tracePt t="21829" x="1739900" y="196850"/>
          <p14:tracePt t="21841" x="1727200" y="196850"/>
          <p14:tracePt t="21858" x="1695450" y="177800"/>
          <p14:tracePt t="21874" x="1682750" y="177800"/>
          <p14:tracePt t="21892" x="1619250" y="158750"/>
          <p14:tracePt t="21908" x="1562100" y="133350"/>
          <p14:tracePt t="21924" x="1530350" y="127000"/>
          <p14:tracePt t="21942" x="1460500" y="114300"/>
          <p14:tracePt t="21957" x="1403350" y="114300"/>
          <p14:tracePt t="21974" x="1384300" y="114300"/>
          <p14:tracePt t="21991" x="1346200" y="120650"/>
          <p14:tracePt t="22007" x="1339850" y="120650"/>
          <p14:tracePt t="22024" x="1327150" y="139700"/>
          <p14:tracePt t="22041" x="1320800" y="152400"/>
          <p14:tracePt t="22057" x="1320800" y="158750"/>
          <p14:tracePt t="22074" x="1314450" y="165100"/>
          <p14:tracePt t="22107" x="1308100" y="171450"/>
          <p14:tracePt t="22165" x="1301750" y="171450"/>
          <p14:tracePt t="22222" x="1308100" y="177800"/>
          <p14:tracePt t="22229" x="1320800" y="184150"/>
          <p14:tracePt t="22239" x="1327150" y="184150"/>
          <p14:tracePt t="22257" x="1358900" y="196850"/>
          <p14:tracePt t="22273" x="1377950" y="209550"/>
          <p14:tracePt t="22289" x="1460500" y="222250"/>
          <p14:tracePt t="22306" x="1568450" y="241300"/>
          <p14:tracePt t="22323" x="1619250" y="247650"/>
          <p14:tracePt t="22340" x="1670050" y="247650"/>
          <p14:tracePt t="22356" x="1752600" y="260350"/>
          <p14:tracePt t="22373" x="1809750" y="260350"/>
          <p14:tracePt t="22390" x="1835150" y="260350"/>
          <p14:tracePt t="22405" x="1841500" y="260350"/>
          <p14:tracePt t="22442" x="1835150" y="260350"/>
          <p14:tracePt t="22456" x="1822450" y="260350"/>
          <p14:tracePt t="22472" x="1803400" y="266700"/>
          <p14:tracePt t="22489" x="1784350" y="273050"/>
          <p14:tracePt t="22505" x="1771650" y="279400"/>
          <p14:tracePt t="22523" x="1758950" y="279400"/>
          <p14:tracePt t="22539" x="1752600" y="279400"/>
          <p14:tracePt t="22572" x="1739900" y="285750"/>
          <p14:tracePt t="22705" x="1733550" y="292100"/>
          <p14:tracePt t="22719" x="1733550" y="298450"/>
          <p14:tracePt t="22726" x="1727200" y="304800"/>
          <p14:tracePt t="22741" x="1720850" y="311150"/>
          <p14:tracePt t="22755" x="1714500" y="317500"/>
          <p14:tracePt t="22771" x="1695450" y="342900"/>
          <p14:tracePt t="22788" x="1682750" y="361950"/>
          <p14:tracePt t="22804" x="1631950" y="419100"/>
          <p14:tracePt t="22821" x="1568450" y="488950"/>
          <p14:tracePt t="22839" x="1504950" y="546100"/>
          <p14:tracePt t="22854" x="1485900" y="558800"/>
          <p14:tracePt t="22870" x="1441450" y="590550"/>
          <p14:tracePt t="22888" x="1409700" y="603250"/>
          <p14:tracePt t="22904" x="1403350" y="609600"/>
          <p14:tracePt t="22922" x="1390650" y="609600"/>
          <p14:tracePt t="22937" x="1384300" y="609600"/>
          <p14:tracePt t="22971" x="1377950" y="622300"/>
          <p14:tracePt t="22987" x="1365250" y="628650"/>
          <p14:tracePt t="23003" x="1358900" y="628650"/>
          <p14:tracePt t="23021" x="1346200" y="628650"/>
          <p14:tracePt t="23037" x="1333500" y="628650"/>
          <p14:tracePt t="23054" x="1314450" y="628650"/>
          <p14:tracePt t="23070" x="1301750" y="628650"/>
          <p14:tracePt t="23087" x="1289050" y="628650"/>
          <p14:tracePt t="23103" x="1257300" y="628650"/>
          <p14:tracePt t="23120" x="1231900" y="628650"/>
          <p14:tracePt t="23137" x="1219200" y="628650"/>
          <p14:tracePt t="23154" x="1200150" y="628650"/>
          <p14:tracePt t="23170" x="1193800" y="628650"/>
          <p14:tracePt t="23187" x="1187450" y="628650"/>
          <p14:tracePt t="23203" x="1181100" y="628650"/>
          <p14:tracePt t="23253" x="1174750" y="635000"/>
          <p14:tracePt t="23259" x="1168400" y="635000"/>
          <p14:tracePt t="23287" x="1162050" y="641350"/>
          <p14:tracePt t="23308" x="1155700" y="641350"/>
          <p14:tracePt t="23329" x="1149350" y="647700"/>
          <p14:tracePt t="23357" x="1149350" y="654050"/>
          <p14:tracePt t="23378" x="1143000" y="654050"/>
          <p14:tracePt t="23420" x="1143000" y="660400"/>
          <p14:tracePt t="23468" x="1149350" y="660400"/>
          <p14:tracePt t="23490" x="1155700" y="660400"/>
          <p14:tracePt t="23497" x="1162050" y="660400"/>
          <p14:tracePt t="23518" x="1162050" y="654050"/>
          <p14:tracePt t="23539" x="1168400" y="654050"/>
          <p14:tracePt t="23553" x="1174750" y="654050"/>
          <p14:tracePt t="23560" x="1174750" y="647700"/>
          <p14:tracePt t="23581" x="1181100" y="647700"/>
          <p14:tracePt t="23603" x="1187450" y="647700"/>
          <p14:tracePt t="23609" x="1193800" y="641350"/>
          <p14:tracePt t="23622" x="1200150" y="641350"/>
          <p14:tracePt t="23635" x="1212850" y="641350"/>
          <p14:tracePt t="23652" x="1238250" y="641350"/>
          <p14:tracePt t="23668" x="1263650" y="635000"/>
          <p14:tracePt t="23685" x="1314450" y="635000"/>
          <p14:tracePt t="23701" x="1384300" y="628650"/>
          <p14:tracePt t="23718" x="1409700" y="622300"/>
          <p14:tracePt t="23735" x="1460500" y="615950"/>
          <p14:tracePt t="23752" x="1492250" y="615950"/>
          <p14:tracePt t="23768" x="1504950" y="615950"/>
          <p14:tracePt t="23785" x="1524000" y="609600"/>
          <p14:tracePt t="23801" x="1530350" y="609600"/>
          <p14:tracePt t="23834" x="1536700" y="609600"/>
          <p14:tracePt t="23862" x="1543050" y="603250"/>
          <p14:tracePt t="24722" x="1543050" y="609600"/>
          <p14:tracePt t="24729" x="1549400" y="609600"/>
          <p14:tracePt t="24736" x="1555750" y="615950"/>
          <p14:tracePt t="24751" x="1568450" y="622300"/>
          <p14:tracePt t="24765" x="1568450" y="628650"/>
          <p14:tracePt t="24781" x="1574800" y="635000"/>
          <p14:tracePt t="24801" x="1581150" y="641350"/>
          <p14:tracePt t="24828" x="1587500" y="647700"/>
          <p14:tracePt t="24849" x="1593850" y="647700"/>
          <p14:tracePt t="24864" x="1600200" y="647700"/>
          <p14:tracePt t="24870" x="1606550" y="647700"/>
          <p14:tracePt t="24880" x="1619250" y="647700"/>
          <p14:tracePt t="24898" x="1625600" y="647700"/>
          <p14:tracePt t="24913" x="1638300" y="647700"/>
          <p14:tracePt t="24930" x="1644650" y="647700"/>
          <p14:tracePt t="24947" x="1663700" y="647700"/>
          <p14:tracePt t="25003" x="1670050" y="647700"/>
          <p14:tracePt t="25129" x="1663700" y="647700"/>
          <p14:tracePt t="25143" x="1657350" y="641350"/>
          <p14:tracePt t="25150" x="1651000" y="635000"/>
          <p14:tracePt t="25163" x="1644650" y="635000"/>
          <p14:tracePt t="25180" x="1638300" y="628650"/>
          <p14:tracePt t="25196" x="1625600" y="615950"/>
          <p14:tracePt t="25213" x="1581150" y="603250"/>
          <p14:tracePt t="25229" x="1562100" y="596900"/>
          <p14:tracePt t="25246" x="1524000" y="584200"/>
          <p14:tracePt t="25263" x="1485900" y="577850"/>
          <p14:tracePt t="25279" x="1466850" y="577850"/>
          <p14:tracePt t="25282" x="1454150" y="571500"/>
          <p14:tracePt t="25297" x="1441450" y="571500"/>
          <p14:tracePt t="25312" x="1435100" y="565150"/>
          <p14:tracePt t="25329" x="1428750" y="565150"/>
          <p14:tracePt t="25362" x="1422400" y="558800"/>
          <p14:tracePt t="25382" x="1416050" y="552450"/>
          <p14:tracePt t="25398" x="1416050" y="546100"/>
          <p14:tracePt t="25412" x="1409700" y="539750"/>
          <p14:tracePt t="25429" x="1403350" y="539750"/>
          <p14:tracePt t="25445" x="1390650" y="527050"/>
          <p14:tracePt t="25462" x="1384300" y="520700"/>
          <p14:tracePt t="25479" x="1352550" y="501650"/>
          <p14:tracePt t="25495" x="1346200" y="495300"/>
          <p14:tracePt t="25512" x="1327150" y="482600"/>
          <p14:tracePt t="25529" x="1320800" y="469900"/>
          <p14:tracePt t="25545" x="1308100" y="463550"/>
          <p14:tracePt t="25578" x="1301750" y="463550"/>
          <p14:tracePt t="25605" x="1295400" y="457200"/>
          <p14:tracePt t="25641" x="1295400" y="450850"/>
          <p14:tracePt t="25676" x="1295400" y="444500"/>
          <p14:tracePt t="25802" x="1295400" y="438150"/>
          <p14:tracePt t="25823" x="1301750" y="438150"/>
          <p14:tracePt t="25843" x="1308100" y="438150"/>
          <p14:tracePt t="25865" x="1314450" y="438150"/>
          <p14:tracePt t="25893" x="1320800" y="438150"/>
          <p14:tracePt t="25900" x="1320800" y="431800"/>
          <p14:tracePt t="25914" x="1327150" y="431800"/>
          <p14:tracePt t="25928" x="1333500" y="431800"/>
          <p14:tracePt t="25943" x="1346200" y="431800"/>
          <p14:tracePt t="25977" x="1352550" y="425450"/>
          <p14:tracePt t="25993" x="1358900" y="425450"/>
          <p14:tracePt t="26010" x="1365250" y="425450"/>
          <p14:tracePt t="26027" x="1377950" y="425450"/>
          <p14:tracePt t="26043" x="1384300" y="425450"/>
          <p14:tracePt t="26410" x="1409700" y="438150"/>
          <p14:tracePt t="26417" x="1454150" y="469900"/>
          <p14:tracePt t="26431" x="1498600" y="495300"/>
          <p14:tracePt t="26442" x="1543050" y="533400"/>
          <p14:tracePt t="26460" x="1657350" y="603250"/>
          <p14:tracePt t="26475" x="1727200" y="654050"/>
          <p14:tracePt t="26492" x="1905000" y="742950"/>
          <p14:tracePt t="26509" x="2127250" y="825500"/>
          <p14:tracePt t="26525" x="2241550" y="857250"/>
          <p14:tracePt t="26542" x="2495550" y="889000"/>
          <p14:tracePt t="26558" x="2749550" y="895350"/>
          <p14:tracePt t="26575" x="2863850" y="876300"/>
          <p14:tracePt t="26592" x="2965450" y="869950"/>
          <p14:tracePt t="26608" x="3200400" y="825500"/>
          <p14:tracePt t="26625" x="3282950" y="806450"/>
          <p14:tracePt t="26642" x="3409950" y="800100"/>
          <p14:tracePt t="26658" x="3460750" y="800100"/>
          <p14:tracePt t="26675" x="3568700" y="781050"/>
          <p14:tracePt t="26691" x="3651250" y="762000"/>
          <p14:tracePt t="26708" x="3689350" y="755650"/>
          <p14:tracePt t="26725" x="3752850" y="736600"/>
          <p14:tracePt t="26741" x="3778250" y="736600"/>
          <p14:tracePt t="26758" x="3797300" y="730250"/>
          <p14:tracePt t="26775" x="3854450" y="730250"/>
          <p14:tracePt t="26791" x="3873500" y="742950"/>
          <p14:tracePt t="26807" x="3905250" y="749300"/>
          <p14:tracePt t="26825" x="3943350" y="768350"/>
          <p14:tracePt t="26840" x="3956050" y="774700"/>
          <p14:tracePt t="26857" x="3994150" y="781050"/>
          <p14:tracePt t="26874" x="4032250" y="793750"/>
          <p14:tracePt t="26890" x="4057650" y="806450"/>
          <p14:tracePt t="26908" x="4083050" y="819150"/>
          <p14:tracePt t="26923" x="4089400" y="819150"/>
          <p14:tracePt t="26940" x="4102100" y="825500"/>
          <p14:tracePt t="26957" x="4114800" y="831850"/>
          <p14:tracePt t="26990" x="4114800" y="838200"/>
          <p14:tracePt t="27069" x="4121150" y="838200"/>
          <p14:tracePt t="27453" x="4146550" y="838200"/>
          <p14:tracePt t="27459" x="4191000" y="844550"/>
          <p14:tracePt t="27475" x="4229100" y="857250"/>
          <p14:tracePt t="27489" x="4298950" y="863600"/>
          <p14:tracePt t="27505" x="4330700" y="869950"/>
          <p14:tracePt t="27521" x="4381500" y="876300"/>
          <p14:tracePt t="27538" x="4489450" y="895350"/>
          <p14:tracePt t="27555" x="4578350" y="908050"/>
          <p14:tracePt t="27572" x="4711700" y="914400"/>
          <p14:tracePt t="27588" x="4787900" y="927100"/>
          <p14:tracePt t="27604" x="4927600" y="927100"/>
          <p14:tracePt t="27622" x="5054600" y="927100"/>
          <p14:tracePt t="27638" x="5118100" y="927100"/>
          <p14:tracePt t="27654" x="5213350" y="920750"/>
          <p14:tracePt t="27671" x="5251450" y="920750"/>
          <p14:tracePt t="27688" x="5264150" y="920750"/>
          <p14:tracePt t="27705" x="5276850" y="920750"/>
          <p14:tracePt t="27721" x="5283200" y="920750"/>
          <p14:tracePt t="27768" x="5289550" y="914400"/>
          <p14:tracePt t="27838" x="5295900" y="908050"/>
          <p14:tracePt t="28274" x="5302250" y="914400"/>
          <p14:tracePt t="28281" x="5314950" y="920750"/>
          <p14:tracePt t="28294" x="5327650" y="933450"/>
          <p14:tracePt t="28305" x="5346700" y="939800"/>
          <p14:tracePt t="28319" x="5378450" y="946150"/>
          <p14:tracePt t="28335" x="5435600" y="952500"/>
          <p14:tracePt t="28352" x="5505450" y="958850"/>
          <p14:tracePt t="28368" x="5530850" y="958850"/>
          <p14:tracePt t="28386" x="5619750" y="965200"/>
          <p14:tracePt t="28402" x="5702300" y="965200"/>
          <p14:tracePt t="28418" x="5753100" y="965200"/>
          <p14:tracePt t="28436" x="5873750" y="958850"/>
          <p14:tracePt t="28452" x="6000750" y="946150"/>
          <p14:tracePt t="28468" x="6064250" y="946150"/>
          <p14:tracePt t="28485" x="6197600" y="952500"/>
          <p14:tracePt t="28501" x="6248400" y="971550"/>
          <p14:tracePt t="28519" x="6356350" y="984250"/>
          <p14:tracePt t="28535" x="6438900" y="1003300"/>
          <p14:tracePt t="28551" x="6477000" y="1003300"/>
          <p14:tracePt t="28568" x="6559550" y="1009650"/>
          <p14:tracePt t="28585" x="6629400" y="1016000"/>
          <p14:tracePt t="28601" x="6654800" y="1028700"/>
          <p14:tracePt t="28618" x="6724650" y="1028700"/>
          <p14:tracePt t="28634" x="6781800" y="1035050"/>
          <p14:tracePt t="28651" x="6807200" y="1035050"/>
          <p14:tracePt t="28667" x="6864350" y="1041400"/>
          <p14:tracePt t="28684" x="6927850" y="1047750"/>
          <p14:tracePt t="28702" x="6985000" y="1054100"/>
          <p14:tracePt t="28717" x="7010400" y="1054100"/>
          <p14:tracePt t="28734" x="7054850" y="1054100"/>
          <p14:tracePt t="28751" x="7073900" y="1054100"/>
          <p14:tracePt t="28767" x="7112000" y="1054100"/>
          <p14:tracePt t="28784" x="7124700" y="1054100"/>
          <p14:tracePt t="28801" x="7156450" y="1054100"/>
          <p14:tracePt t="28817" x="7169150" y="1054100"/>
          <p14:tracePt t="28834" x="7181850" y="1054100"/>
          <p14:tracePt t="28837" x="7207250" y="1054100"/>
          <p14:tracePt t="28851" x="7219950" y="1054100"/>
          <p14:tracePt t="28867" x="7232650" y="1047750"/>
          <p14:tracePt t="28885" x="7258050" y="1041400"/>
          <p14:tracePt t="28900" x="7270750" y="1041400"/>
          <p14:tracePt t="28917" x="7289800" y="1041400"/>
          <p14:tracePt t="28934" x="7308850" y="1035050"/>
          <p14:tracePt t="28966" x="7327900" y="1035050"/>
          <p14:tracePt t="28983" x="7334250" y="1035050"/>
          <p14:tracePt t="29017" x="7340600" y="1035050"/>
          <p14:tracePt t="29457" x="7372350" y="1035050"/>
          <p14:tracePt t="29464" x="7410450" y="1035050"/>
          <p14:tracePt t="29471" x="7448550" y="1028700"/>
          <p14:tracePt t="29485" x="7505700" y="1028700"/>
          <p14:tracePt t="29499" x="7543800" y="1028700"/>
          <p14:tracePt t="29514" x="7620000" y="1022350"/>
          <p14:tracePt t="29532" x="7651750" y="1022350"/>
          <p14:tracePt t="29548" x="7727950" y="1022350"/>
          <p14:tracePt t="29564" x="7791450" y="1028700"/>
          <p14:tracePt t="29581" x="7816850" y="1028700"/>
          <p14:tracePt t="29598" x="7874000" y="1028700"/>
          <p14:tracePt t="29614" x="7931150" y="1028700"/>
          <p14:tracePt t="29631" x="7956550" y="1028700"/>
          <p14:tracePt t="29647" x="8001000" y="1022350"/>
          <p14:tracePt t="29664" x="8020050" y="1022350"/>
          <p14:tracePt t="29681" x="8064500" y="1016000"/>
          <p14:tracePt t="29697" x="8070850" y="1016000"/>
          <p14:tracePt t="29714" x="8077200" y="1009650"/>
          <p14:tracePt t="29731" x="8083550" y="1009650"/>
          <p14:tracePt t="29767" x="8089900" y="1009650"/>
          <p14:tracePt t="30095" x="8115300" y="1009650"/>
          <p14:tracePt t="30102" x="8153400" y="1009650"/>
          <p14:tracePt t="30116" x="8204200" y="1009650"/>
          <p14:tracePt t="30132" x="8255000" y="1009650"/>
          <p14:tracePt t="30146" x="8293100" y="1009650"/>
          <p14:tracePt t="30162" x="8337550" y="1003300"/>
          <p14:tracePt t="30179" x="8407400" y="996950"/>
          <p14:tracePt t="30196" x="8426450" y="996950"/>
          <p14:tracePt t="30212" x="8451850" y="996950"/>
          <p14:tracePt t="30229" x="8464550" y="996950"/>
          <p14:tracePt t="30245" x="8464550" y="990600"/>
          <p14:tracePt t="30291" x="8470900" y="990600"/>
          <p14:tracePt t="30375" x="8458200" y="996950"/>
          <p14:tracePt t="30382" x="8451850" y="996950"/>
          <p14:tracePt t="30397" x="8439150" y="996950"/>
          <p14:tracePt t="30412" x="8420100" y="1003300"/>
          <p14:tracePt t="30428" x="8337550" y="1016000"/>
          <p14:tracePt t="30446" x="8197850" y="1016000"/>
          <p14:tracePt t="30462" x="8121650" y="1016000"/>
          <p14:tracePt t="30478" x="7943850" y="1016000"/>
          <p14:tracePt t="30495" x="7766050" y="1016000"/>
          <p14:tracePt t="30511" x="7702550" y="1016000"/>
          <p14:tracePt t="30528" x="7600950" y="1009650"/>
          <p14:tracePt t="30544" x="7550150" y="1003300"/>
          <p14:tracePt t="30561" x="7537450" y="1003300"/>
          <p14:tracePt t="30578" x="7537450" y="996950"/>
          <p14:tracePt t="30594" x="7537450" y="990600"/>
          <p14:tracePt t="30611" x="7550150" y="990600"/>
          <p14:tracePt t="30629" x="7569200" y="990600"/>
          <p14:tracePt t="30644" x="7594600" y="984250"/>
          <p14:tracePt t="30661" x="7632700" y="984250"/>
          <p14:tracePt t="30677" x="7689850" y="984250"/>
          <p14:tracePt t="30694" x="7727950" y="977900"/>
          <p14:tracePt t="30711" x="7823200" y="971550"/>
          <p14:tracePt t="30727" x="7905750" y="958850"/>
          <p14:tracePt t="30744" x="7943850" y="952500"/>
          <p14:tracePt t="30761" x="8013700" y="939800"/>
          <p14:tracePt t="30777" x="8070850" y="939800"/>
          <p14:tracePt t="30793" x="8083550" y="939800"/>
          <p14:tracePt t="30810" x="8115300" y="939800"/>
          <p14:tracePt t="30826" x="8140700" y="933450"/>
          <p14:tracePt t="30843" x="8153400" y="933450"/>
          <p14:tracePt t="30861" x="8178800" y="927100"/>
          <p14:tracePt t="30877" x="8204200" y="927100"/>
          <p14:tracePt t="30895" x="8216900" y="933450"/>
          <p14:tracePt t="30910" x="8242300" y="933450"/>
          <p14:tracePt t="30926" x="8255000" y="933450"/>
          <p14:tracePt t="30944" x="8280400" y="933450"/>
          <p14:tracePt t="30960" x="8299450" y="939800"/>
          <p14:tracePt t="30976" x="8312150" y="939800"/>
          <p14:tracePt t="30993" x="8324850" y="939800"/>
          <p14:tracePt t="31026" x="8331200" y="939800"/>
          <p14:tracePt t="31097" x="8337550" y="939800"/>
          <p14:tracePt t="31168" x="8343900" y="939800"/>
          <p14:tracePt t="31217" x="8350250" y="939800"/>
          <p14:tracePt t="31294" x="8350250" y="946150"/>
          <p14:tracePt t="31315" x="8343900" y="946150"/>
          <p14:tracePt t="31322" x="8337550" y="952500"/>
          <p14:tracePt t="31328" x="8324850" y="958850"/>
          <p14:tracePt t="31350" x="8305800" y="965200"/>
          <p14:tracePt t="31359" x="8280400" y="977900"/>
          <p14:tracePt t="31375" x="8255000" y="990600"/>
          <p14:tracePt t="31392" x="8185150" y="1003300"/>
          <p14:tracePt t="31408" x="8102600" y="1022350"/>
          <p14:tracePt t="31424" x="8070850" y="1028700"/>
          <p14:tracePt t="31442" x="8020050" y="1035050"/>
          <p14:tracePt t="31458" x="7988300" y="1041400"/>
          <p14:tracePt t="31474" x="7975600" y="1041400"/>
          <p14:tracePt t="31491" x="7962900" y="1041400"/>
          <p14:tracePt t="31508" x="7956550" y="1041400"/>
          <p14:tracePt t="31736" x="7956550" y="1047750"/>
          <p14:tracePt t="31889" x="7962900" y="1047750"/>
          <p14:tracePt t="31925" x="7969250" y="1047750"/>
          <p14:tracePt t="31939" x="7975600" y="1047750"/>
          <p14:tracePt t="31945" x="7981950" y="1047750"/>
          <p14:tracePt t="31960" x="7994650" y="1054100"/>
          <p14:tracePt t="31974" x="8007350" y="1060450"/>
          <p14:tracePt t="31989" x="8020050" y="1060450"/>
          <p14:tracePt t="32006" x="8032750" y="1073150"/>
          <p14:tracePt t="32024" x="8077200" y="1079500"/>
          <p14:tracePt t="32039" x="8128000" y="1092200"/>
          <p14:tracePt t="32056" x="8147050" y="1098550"/>
          <p14:tracePt t="32072" x="8172450" y="1098550"/>
          <p14:tracePt t="32089" x="8191500" y="1098550"/>
          <p14:tracePt t="32122" x="8197850" y="1098550"/>
          <p14:tracePt t="32139" x="8197850" y="1111250"/>
          <p14:tracePt t="32184" x="8197850" y="1117600"/>
          <p14:tracePt t="32676" x="8216900" y="1123950"/>
          <p14:tracePt t="32690" x="8235950" y="1136650"/>
          <p14:tracePt t="32697" x="8248650" y="1143000"/>
          <p14:tracePt t="32711" x="8267700" y="1149350"/>
          <p14:tracePt t="32720" x="8286750" y="1155700"/>
          <p14:tracePt t="32736" x="8318500" y="1168400"/>
          <p14:tracePt t="32753" x="8362950" y="1168400"/>
          <p14:tracePt t="32770" x="8420100" y="1168400"/>
          <p14:tracePt t="32786" x="8445500" y="1162050"/>
          <p14:tracePt t="32803" x="8483600" y="1149350"/>
          <p14:tracePt t="32820" x="8521700" y="1143000"/>
          <p14:tracePt t="32837" x="8540750" y="1143000"/>
          <p14:tracePt t="32853" x="8566150" y="1136650"/>
          <p14:tracePt t="32870" x="8578850" y="1136650"/>
          <p14:tracePt t="32887" x="8616950" y="1130300"/>
          <p14:tracePt t="32920" x="8629650" y="1130300"/>
          <p14:tracePt t="32936" x="8642350" y="1130300"/>
          <p14:tracePt t="32953" x="8661400" y="1136650"/>
          <p14:tracePt t="32986" x="8667750" y="1143000"/>
          <p14:tracePt t="33002" x="8680450" y="1143000"/>
          <p14:tracePt t="33090" x="8686800" y="1143000"/>
          <p14:tracePt t="33118" x="8693150" y="1143000"/>
          <p14:tracePt t="33152" x="8699500" y="1143000"/>
          <p14:tracePt t="33230" x="8705850" y="1143000"/>
          <p14:tracePt t="34814" x="8661400" y="1143000"/>
          <p14:tracePt t="34821" x="8566150" y="1149350"/>
          <p14:tracePt t="34835" x="8464550" y="1162050"/>
          <p14:tracePt t="34846" x="8337550" y="1174750"/>
          <p14:tracePt t="34863" x="8070850" y="1193800"/>
          <p14:tracePt t="34879" x="7918450" y="1193800"/>
          <p14:tracePt t="34896" x="7581900" y="1219200"/>
          <p14:tracePt t="34913" x="7169150" y="1270000"/>
          <p14:tracePt t="34929" x="6965950" y="1314450"/>
          <p14:tracePt t="34932" x="6737350" y="1371600"/>
          <p14:tracePt t="34947" x="6502400" y="1428750"/>
          <p14:tracePt t="34962" x="6076950" y="1511300"/>
          <p14:tracePt t="34979" x="5873750" y="1562100"/>
          <p14:tracePt t="34996" x="5562600" y="1651000"/>
          <p14:tracePt t="35012" x="5238750" y="1708150"/>
          <p14:tracePt t="35029" x="5111750" y="1720850"/>
          <p14:tracePt t="35046" x="4857750" y="1765300"/>
          <p14:tracePt t="35062" x="4648200" y="1803400"/>
          <p14:tracePt t="35079" x="4572000" y="1822450"/>
          <p14:tracePt t="35095" x="4470400" y="1847850"/>
          <p14:tracePt t="35112" x="4451350" y="1835150"/>
          <p14:tracePt t="35486" x="4375150" y="1835150"/>
          <p14:tracePt t="35493" x="4286250" y="1847850"/>
          <p14:tracePt t="35499" x="4165600" y="1866900"/>
          <p14:tracePt t="35514" x="4044950" y="1866900"/>
          <p14:tracePt t="35528" x="3917950" y="1879600"/>
          <p14:tracePt t="35544" x="3625850" y="1879600"/>
          <p14:tracePt t="35560" x="3435350" y="1873250"/>
          <p14:tracePt t="35577" x="3028950" y="1847850"/>
          <p14:tracePt t="35594" x="2635250" y="1835150"/>
          <p14:tracePt t="35611" x="2400300" y="1835150"/>
          <p14:tracePt t="35627" x="1955800" y="1898650"/>
          <p14:tracePt t="35644" x="1587500" y="1943100"/>
          <p14:tracePt t="35660" x="1403350" y="2000250"/>
          <p14:tracePt t="35676" x="1174750" y="2038350"/>
          <p14:tracePt t="35693" x="1098550" y="2057400"/>
          <p14:tracePt t="35710" x="952500" y="2089150"/>
          <p14:tracePt t="35727" x="908050" y="2101850"/>
          <p14:tracePt t="35743" x="901700" y="2101850"/>
          <p14:tracePt t="35761" x="895350" y="2108200"/>
          <p14:tracePt t="35776" x="895350" y="2101850"/>
          <p14:tracePt t="35843" x="876300" y="2089150"/>
          <p14:tracePt t="35850" x="863600" y="2076450"/>
          <p14:tracePt t="35864" x="857250" y="2063750"/>
          <p14:tracePt t="35875" x="838200" y="2051050"/>
          <p14:tracePt t="35893" x="812800" y="2019300"/>
          <p14:tracePt t="35909" x="787400" y="2006600"/>
          <p14:tracePt t="35926" x="762000" y="1993900"/>
          <p14:tracePt t="35942" x="736600" y="1981200"/>
          <p14:tracePt t="35959" x="730250" y="1981200"/>
          <p14:tracePt t="35962" x="730250" y="1974850"/>
          <p14:tracePt t="35978" x="723900" y="1974850"/>
          <p14:tracePt t="36025" x="723900" y="1968500"/>
          <p14:tracePt t="36054" x="723900" y="1962150"/>
          <p14:tracePt t="36117" x="723900" y="1955800"/>
          <p14:tracePt t="36125" x="723900" y="1949450"/>
          <p14:tracePt t="36215" x="730250" y="1943100"/>
          <p14:tracePt t="36222" x="736600" y="1943100"/>
          <p14:tracePt t="36236" x="742950" y="1936750"/>
          <p14:tracePt t="36244" x="749300" y="1936750"/>
          <p14:tracePt t="36264" x="755650" y="1930400"/>
          <p14:tracePt t="36274" x="768350" y="1924050"/>
          <p14:tracePt t="36292" x="806450" y="1911350"/>
          <p14:tracePt t="36308" x="825500" y="1905000"/>
          <p14:tracePt t="36324" x="838200" y="1898650"/>
          <p14:tracePt t="36342" x="882650" y="1879600"/>
          <p14:tracePt t="36357" x="889000" y="1866900"/>
          <p14:tracePt t="36374" x="895350" y="1860550"/>
          <p14:tracePt t="36391" x="901700" y="1860550"/>
          <p14:tracePt t="36467" x="895350" y="1860550"/>
          <p14:tracePt t="36502" x="889000" y="1860550"/>
          <p14:tracePt t="36523" x="889000" y="1866900"/>
          <p14:tracePt t="36544" x="889000" y="1873250"/>
          <p14:tracePt t="36572" x="889000" y="1879600"/>
          <p14:tracePt t="36594" x="895350" y="1885950"/>
          <p14:tracePt t="36615" x="895350" y="1892300"/>
          <p14:tracePt t="36636" x="901700" y="1892300"/>
          <p14:tracePt t="36664" x="901700" y="1898650"/>
          <p14:tracePt t="36685" x="908050" y="1905000"/>
          <p14:tracePt t="36692" x="914400" y="1905000"/>
          <p14:tracePt t="36713" x="914400" y="1911350"/>
          <p14:tracePt t="36727" x="920750" y="1911350"/>
          <p14:tracePt t="36734" x="920750" y="1917700"/>
          <p14:tracePt t="36748" x="920750" y="1924050"/>
          <p14:tracePt t="36756" x="920750" y="1930400"/>
          <p14:tracePt t="36804" x="920750" y="1936750"/>
          <p14:tracePt t="36818" x="920750" y="1943100"/>
          <p14:tracePt t="36825" x="927100" y="1943100"/>
          <p14:tracePt t="36852" x="933450" y="1949450"/>
          <p14:tracePt t="36874" x="939800" y="1955800"/>
          <p14:tracePt t="36895" x="946150" y="1962150"/>
          <p14:tracePt t="36923" x="952500" y="1968500"/>
          <p14:tracePt t="36937" x="958850" y="1974850"/>
          <p14:tracePt t="36958" x="958850" y="1981200"/>
          <p14:tracePt t="36964" x="971550" y="1987550"/>
          <p14:tracePt t="36975" x="977900" y="1987550"/>
          <p14:tracePt t="36989" x="996950" y="1993900"/>
          <p14:tracePt t="37005" x="1016000" y="1993900"/>
          <p14:tracePt t="37022" x="1073150" y="2006600"/>
          <p14:tracePt t="37039" x="1155700" y="2012950"/>
          <p14:tracePt t="37056" x="1206500" y="2012950"/>
          <p14:tracePt t="37072" x="1301750" y="2012950"/>
          <p14:tracePt t="37088" x="1377950" y="2012950"/>
          <p14:tracePt t="37106" x="1447800" y="2006600"/>
          <p14:tracePt t="37122" x="1485900" y="2006600"/>
          <p14:tracePt t="37138" x="1536700" y="2006600"/>
          <p14:tracePt t="37155" x="1562100" y="2006600"/>
          <p14:tracePt t="37171" x="1568450" y="2006600"/>
          <p14:tracePt t="37188" x="1574800" y="2006600"/>
          <p14:tracePt t="37221" x="1581150" y="2006600"/>
          <p14:tracePt t="37274" x="1581150" y="2000250"/>
          <p14:tracePt t="37295" x="1587500" y="2000250"/>
          <p14:tracePt t="37309" x="1593850" y="2000250"/>
          <p14:tracePt t="37316" x="1600200" y="2000250"/>
          <p14:tracePt t="37324" x="1606550" y="2000250"/>
          <p14:tracePt t="37338" x="1612900" y="1993900"/>
          <p14:tracePt t="37365" x="1619250" y="1993900"/>
          <p14:tracePt t="37374" x="1625600" y="1993900"/>
          <p14:tracePt t="37387" x="1631950" y="1993900"/>
          <p14:tracePt t="37404" x="1638300" y="1993900"/>
          <p14:tracePt t="37421" x="1651000" y="1993900"/>
          <p14:tracePt t="37438" x="1657350" y="1987550"/>
          <p14:tracePt t="37470" x="1670050" y="1987550"/>
          <p14:tracePt t="37487" x="1682750" y="1987550"/>
          <p14:tracePt t="37503" x="1689100" y="1981200"/>
          <p14:tracePt t="37520" x="1695450" y="1981200"/>
          <p14:tracePt t="37537" x="1708150" y="1981200"/>
          <p14:tracePt t="37554" x="1714500" y="1974850"/>
          <p14:tracePt t="37570" x="1720850" y="1974850"/>
          <p14:tracePt t="37587" x="1727200" y="1974850"/>
          <p14:tracePt t="37620" x="1733550" y="1974850"/>
          <p14:tracePt t="37645" x="1739900" y="1968500"/>
          <p14:tracePt t="37653" x="1746250" y="1968500"/>
          <p14:tracePt t="37694" x="1752600" y="1968500"/>
          <p14:tracePt t="37722" x="1758950" y="1968500"/>
          <p14:tracePt t="37743" x="1765300" y="1962150"/>
          <p14:tracePt t="37785" x="1771650" y="1955800"/>
          <p14:tracePt t="37792" x="1778000" y="1955800"/>
          <p14:tracePt t="37813" x="1784350" y="1949450"/>
          <p14:tracePt t="37828" x="1790700" y="1949450"/>
          <p14:tracePt t="37856" x="1797050" y="1949450"/>
          <p14:tracePt t="37877" x="1803400" y="1943100"/>
          <p14:tracePt t="37919" x="1803400" y="1936750"/>
          <p14:tracePt t="37926" x="1809750" y="1936750"/>
          <p14:tracePt t="37975" x="1816100" y="1936750"/>
          <p14:tracePt t="37996" x="1822450" y="1936750"/>
          <p14:tracePt t="38017" x="1835150" y="1936750"/>
          <p14:tracePt t="38024" x="1841500" y="1936750"/>
          <p14:tracePt t="38045" x="1854200" y="1936750"/>
          <p14:tracePt t="38059" x="1885950" y="1936750"/>
          <p14:tracePt t="38068" x="1911350" y="1936750"/>
          <p14:tracePt t="38085" x="1962150" y="1936750"/>
          <p14:tracePt t="38102" x="2089150" y="1936750"/>
          <p14:tracePt t="38118" x="2266950" y="1936750"/>
          <p14:tracePt t="38136" x="2368550" y="1936750"/>
          <p14:tracePt t="38151" x="2571750" y="1936750"/>
          <p14:tracePt t="38168" x="2749550" y="1936750"/>
          <p14:tracePt t="38186" x="2901950" y="1930400"/>
          <p14:tracePt t="38201" x="2952750" y="1930400"/>
          <p14:tracePt t="38218" x="2990850" y="1930400"/>
          <p14:tracePt t="38235" x="3060700" y="1924050"/>
          <p14:tracePt t="38251" x="3067050" y="1924050"/>
          <p14:tracePt t="38269" x="3079750" y="1924050"/>
          <p14:tracePt t="38285" x="3086100" y="1917700"/>
          <p14:tracePt t="38301" x="3092450" y="1917700"/>
          <p14:tracePt t="38318" x="3098800" y="1917700"/>
          <p14:tracePt t="38335" x="3098800" y="1911350"/>
          <p14:tracePt t="38351" x="3105150" y="1905000"/>
          <p14:tracePt t="38368" x="3117850" y="1905000"/>
          <p14:tracePt t="38384" x="3130550" y="1905000"/>
          <p14:tracePt t="38401" x="3143250" y="1898650"/>
          <p14:tracePt t="38417" x="3149600" y="1898650"/>
          <p14:tracePt t="38434" x="3155950" y="1898650"/>
          <p14:tracePt t="38451" x="3162300" y="1898650"/>
          <p14:tracePt t="38483" x="3168650" y="1898650"/>
          <p14:tracePt t="38508" x="3175000" y="1898650"/>
          <p14:tracePt t="38995" x="3213100" y="1924050"/>
          <p14:tracePt t="39009" x="3282950" y="1962150"/>
          <p14:tracePt t="39017" x="3365500" y="1993900"/>
          <p14:tracePt t="39032" x="3454400" y="2032000"/>
          <p14:tracePt t="39048" x="3549650" y="2057400"/>
          <p14:tracePt t="39066" x="3892550" y="2108200"/>
          <p14:tracePt t="39081" x="4006850" y="2120900"/>
          <p14:tracePt t="39098" x="4121150" y="2127250"/>
          <p14:tracePt t="39115" x="4349750" y="2127250"/>
          <p14:tracePt t="39132" x="4527550" y="2114550"/>
          <p14:tracePt t="39148" x="4610100" y="2101850"/>
          <p14:tracePt t="39165" x="4711700" y="2089150"/>
          <p14:tracePt t="39181" x="4762500" y="2082800"/>
          <p14:tracePt t="39199" x="4806950" y="2070100"/>
          <p14:tracePt t="39214" x="4826000" y="2063750"/>
          <p14:tracePt t="39231" x="4851400" y="2057400"/>
          <p14:tracePt t="39248" x="4870450" y="2044700"/>
          <p14:tracePt t="39264" x="4876800" y="2044700"/>
          <p14:tracePt t="39281" x="4883150" y="2044700"/>
          <p14:tracePt t="39298" x="4902200" y="2044700"/>
          <p14:tracePt t="39314" x="4908550" y="2032000"/>
          <p14:tracePt t="39331" x="4940300" y="2012950"/>
          <p14:tracePt t="39348" x="4978400" y="1993900"/>
          <p14:tracePt t="39364" x="4997450" y="1993900"/>
          <p14:tracePt t="39381" x="5029200" y="1993900"/>
          <p14:tracePt t="39397" x="5048250" y="1993900"/>
          <p14:tracePt t="39414" x="5073650" y="1993900"/>
          <p14:tracePt t="39430" x="5105400" y="1987550"/>
          <p14:tracePt t="39447" x="5130800" y="1981200"/>
          <p14:tracePt t="39464" x="5168900" y="1974850"/>
          <p14:tracePt t="39481" x="5219700" y="1962150"/>
          <p14:tracePt t="39497" x="5251450" y="1962150"/>
          <p14:tracePt t="39514" x="5289550" y="1943100"/>
          <p14:tracePt t="39530" x="5314950" y="1943100"/>
          <p14:tracePt t="39546" x="5327650" y="1943100"/>
          <p14:tracePt t="39550" x="5334000" y="1943100"/>
          <p14:tracePt t="39564" x="5340350" y="1930400"/>
          <p14:tracePt t="39973" x="5384800" y="1930400"/>
          <p14:tracePt t="39980" x="5441950" y="1962150"/>
          <p14:tracePt t="39987" x="5524500" y="1968500"/>
          <p14:tracePt t="40001" x="5575300" y="1987550"/>
          <p14:tracePt t="40011" x="5657850" y="2006600"/>
          <p14:tracePt t="40029" x="5784850" y="2038350"/>
          <p14:tracePt t="40045" x="5867400" y="2038350"/>
          <p14:tracePt t="40062" x="6007100" y="2038350"/>
          <p14:tracePt t="40078" x="6146800" y="2025650"/>
          <p14:tracePt t="40094" x="6223000" y="2025650"/>
          <p14:tracePt t="40111" x="6280150" y="2012950"/>
          <p14:tracePt t="40128" x="6438900" y="1974850"/>
          <p14:tracePt t="40144" x="6483350" y="1968500"/>
          <p14:tracePt t="40162" x="6540500" y="1968500"/>
          <p14:tracePt t="40178" x="6559550" y="1968500"/>
          <p14:tracePt t="40194" x="6591300" y="1955800"/>
          <p14:tracePt t="40211" x="6616700" y="1949450"/>
          <p14:tracePt t="40227" x="6623050" y="1943100"/>
          <p14:tracePt t="40244" x="6642100" y="1943100"/>
          <p14:tracePt t="40261" x="6648450" y="1943100"/>
          <p14:tracePt t="40294" x="6654800" y="1943100"/>
          <p14:tracePt t="40323" x="6661150" y="1943100"/>
          <p14:tracePt t="40330" x="6667500" y="1943100"/>
          <p14:tracePt t="40421" x="6680200" y="1943100"/>
          <p14:tracePt t="40442" x="6686550" y="1943100"/>
          <p14:tracePt t="40449" x="6692900" y="1943100"/>
          <p14:tracePt t="40463" x="6699250" y="1943100"/>
          <p14:tracePt t="40477" x="6711950" y="1943100"/>
          <p14:tracePt t="40494" x="6731000" y="1943100"/>
          <p14:tracePt t="40510" x="6743700" y="1943100"/>
          <p14:tracePt t="40527" x="6775450" y="1943100"/>
          <p14:tracePt t="40543" x="6800850" y="1943100"/>
          <p14:tracePt t="40560" x="6819900" y="1943100"/>
          <p14:tracePt t="40563" x="6851650" y="1943100"/>
          <p14:tracePt t="40577" x="6915150" y="1943100"/>
          <p14:tracePt t="40593" x="6959600" y="1936750"/>
          <p14:tracePt t="40610" x="7029450" y="1917700"/>
          <p14:tracePt t="40626" x="7105650" y="1917700"/>
          <p14:tracePt t="40643" x="7137400" y="1917700"/>
          <p14:tracePt t="40660" x="7194550" y="1911350"/>
          <p14:tracePt t="40676" x="7245350" y="1905000"/>
          <p14:tracePt t="40693" x="7264400" y="1905000"/>
          <p14:tracePt t="40710" x="7327900" y="1898650"/>
          <p14:tracePt t="40726" x="7346950" y="1898650"/>
          <p14:tracePt t="40742" x="7366000" y="1892300"/>
          <p14:tracePt t="40759" x="7410450" y="1892300"/>
          <p14:tracePt t="40776" x="7448550" y="1885950"/>
          <p14:tracePt t="40793" x="7499350" y="1885950"/>
          <p14:tracePt t="40809" x="7518400" y="1885950"/>
          <p14:tracePt t="40825" x="7569200" y="1885950"/>
          <p14:tracePt t="40843" x="7613650" y="1885950"/>
          <p14:tracePt t="40859" x="7639050" y="1885950"/>
          <p14:tracePt t="40875" x="7683500" y="1885950"/>
          <p14:tracePt t="40892" x="7715250" y="1885950"/>
          <p14:tracePt t="40908" x="7740650" y="1885950"/>
          <p14:tracePt t="40926" x="7766050" y="1885950"/>
          <p14:tracePt t="40942" x="7778750" y="1885950"/>
          <p14:tracePt t="40958" x="7785100" y="1885950"/>
          <p14:tracePt t="40975" x="7791450" y="1892300"/>
          <p14:tracePt t="40992" x="7804150" y="1892300"/>
          <p14:tracePt t="41027" x="7810500" y="1892300"/>
          <p14:tracePt t="41284" x="7810500" y="1898650"/>
          <p14:tracePt t="41304" x="7797800" y="1898650"/>
          <p14:tracePt t="41311" x="7791450" y="1905000"/>
          <p14:tracePt t="41327" x="7778750" y="1911350"/>
          <p14:tracePt t="41341" x="7708900" y="1936750"/>
          <p14:tracePt t="41357" x="7639050" y="1949450"/>
          <p14:tracePt t="41374" x="7550150" y="1974850"/>
          <p14:tracePt t="41390" x="7296150" y="2051050"/>
          <p14:tracePt t="41407" x="6870700" y="2133600"/>
          <p14:tracePt t="41424" x="6572250" y="2184400"/>
          <p14:tracePt t="41440" x="5905500" y="2247900"/>
          <p14:tracePt t="41456" x="5226050" y="2279650"/>
          <p14:tracePt t="41474" x="4521200" y="2298700"/>
          <p14:tracePt t="41491" x="4152900" y="2311400"/>
          <p14:tracePt t="41507" x="3530600" y="2330450"/>
          <p14:tracePt t="41523" x="2978150" y="2343150"/>
          <p14:tracePt t="41540" x="2743200" y="2343150"/>
          <p14:tracePt t="41557" x="2254250" y="2343150"/>
          <p14:tracePt t="41573" x="2152650" y="2343150"/>
          <p14:tracePt t="41590" x="2063750" y="2355850"/>
          <p14:tracePt t="41607" x="1936750" y="2355850"/>
          <p14:tracePt t="41623" x="1854200" y="2355850"/>
          <p14:tracePt t="41639" x="1828800" y="2355850"/>
          <p14:tracePt t="41656" x="1771650" y="2355850"/>
          <p14:tracePt t="41672" x="1727200" y="2349500"/>
          <p14:tracePt t="41690" x="1708150" y="2343150"/>
          <p14:tracePt t="41705" x="1657350" y="2336800"/>
          <p14:tracePt t="41722" x="1638300" y="2324100"/>
          <p14:tracePt t="41739" x="1593850" y="2311400"/>
          <p14:tracePt t="41756" x="1543050" y="2298700"/>
          <p14:tracePt t="41772" x="1517650" y="2292350"/>
          <p14:tracePt t="41789" x="1466850" y="2266950"/>
          <p14:tracePt t="41805" x="1409700" y="2241550"/>
          <p14:tracePt t="41822" x="1390650" y="2222500"/>
          <p14:tracePt t="41838" x="1346200" y="2209800"/>
          <p14:tracePt t="41855" x="1314450" y="2203450"/>
          <p14:tracePt t="41872" x="1301750" y="2197100"/>
          <p14:tracePt t="41905" x="1301750" y="2190750"/>
          <p14:tracePt t="41924" x="1308100" y="2184400"/>
          <p14:tracePt t="41938" x="1314450" y="2178050"/>
          <p14:tracePt t="41955" x="1333500" y="2165350"/>
          <p14:tracePt t="41972" x="1358900" y="2152650"/>
          <p14:tracePt t="41988" x="1377950" y="2152650"/>
          <p14:tracePt t="42006" x="1422400" y="2133600"/>
          <p14:tracePt t="42021" x="1473200" y="2114550"/>
          <p14:tracePt t="42038" x="1498600" y="2108200"/>
          <p14:tracePt t="42056" x="1549400" y="2108200"/>
          <p14:tracePt t="42071" x="1581150" y="2101850"/>
          <p14:tracePt t="42088" x="1625600" y="2101850"/>
          <p14:tracePt t="42091" x="1651000" y="2101850"/>
          <p14:tracePt t="42107" x="1670050" y="2101850"/>
          <p14:tracePt t="42122" x="1689100" y="2108200"/>
          <p14:tracePt t="42138" x="1714500" y="2114550"/>
          <p14:tracePt t="42154" x="1733550" y="2114550"/>
          <p14:tracePt t="42171" x="1739900" y="2114550"/>
          <p14:tracePt t="42215" x="1746250" y="2114550"/>
          <p14:tracePt t="42230" x="1752600" y="2114550"/>
          <p14:tracePt t="42251" x="1758950" y="2114550"/>
          <p14:tracePt t="42265" x="1765300" y="2114550"/>
          <p14:tracePt t="42273" x="1771650" y="2114550"/>
          <p14:tracePt t="42288" x="1778000" y="2114550"/>
          <p14:tracePt t="42304" x="1784350" y="2114550"/>
          <p14:tracePt t="42323" x="1790700" y="2114550"/>
          <p14:tracePt t="42337" x="1797050" y="2114550"/>
          <p14:tracePt t="42353" x="1809750" y="2114550"/>
          <p14:tracePt t="42371" x="1816100" y="2114550"/>
          <p14:tracePt t="42403" x="1822450" y="2114550"/>
          <p14:tracePt t="42420" x="1835150" y="2114550"/>
          <p14:tracePt t="42436" x="1841500" y="2114550"/>
          <p14:tracePt t="42453" x="1847850" y="2114550"/>
          <p14:tracePt t="42470" x="1854200" y="2114550"/>
          <p14:tracePt t="42487" x="1866900" y="2120900"/>
          <p14:tracePt t="42504" x="1879600" y="2120900"/>
          <p14:tracePt t="42520" x="1892300" y="2120900"/>
          <p14:tracePt t="42536" x="1911350" y="2120900"/>
          <p14:tracePt t="42553" x="1949450" y="2127250"/>
          <p14:tracePt t="42569" x="1962150" y="2127250"/>
          <p14:tracePt t="42586" x="2000250" y="2139950"/>
          <p14:tracePt t="42603" x="2044700" y="2159000"/>
          <p14:tracePt t="42619" x="2070100" y="2165350"/>
          <p14:tracePt t="42637" x="2146300" y="2190750"/>
          <p14:tracePt t="42653" x="2228850" y="2203450"/>
          <p14:tracePt t="42669" x="2260600" y="2222500"/>
          <p14:tracePt t="42686" x="2355850" y="2235200"/>
          <p14:tracePt t="42702" x="2393950" y="2247900"/>
          <p14:tracePt t="42719" x="2444750" y="2254250"/>
          <p14:tracePt t="42736" x="2495550" y="2260600"/>
          <p14:tracePt t="42752" x="2514600" y="2266950"/>
          <p14:tracePt t="42769" x="2552700" y="2266950"/>
          <p14:tracePt t="42785" x="2597150" y="2266950"/>
          <p14:tracePt t="42802" x="2616200" y="2266950"/>
          <p14:tracePt t="42819" x="2654300" y="2266950"/>
          <p14:tracePt t="42835" x="2705100" y="2266950"/>
          <p14:tracePt t="42852" x="2736850" y="2273300"/>
          <p14:tracePt t="42869" x="2794000" y="2273300"/>
          <p14:tracePt t="42885" x="2851150" y="2279650"/>
          <p14:tracePt t="42902" x="2870200" y="2279650"/>
          <p14:tracePt t="42918" x="2921000" y="2279650"/>
          <p14:tracePt t="42935" x="2952750" y="2279650"/>
          <p14:tracePt t="42953" x="2984500" y="2273300"/>
          <p14:tracePt t="42968" x="2997200" y="2273300"/>
          <p14:tracePt t="42985" x="3009900" y="2273300"/>
          <p14:tracePt t="43002" x="3041650" y="2273300"/>
          <p14:tracePt t="43018" x="3054350" y="2273300"/>
          <p14:tracePt t="43051" x="3079750" y="2273300"/>
          <p14:tracePt t="43068" x="3098800" y="2273300"/>
          <p14:tracePt t="43085" x="3105150" y="2273300"/>
          <p14:tracePt t="43101" x="3124200" y="2273300"/>
          <p14:tracePt t="43117" x="3149600" y="2273300"/>
          <p14:tracePt t="43135" x="3194050" y="2273300"/>
          <p14:tracePt t="43151" x="3219450" y="2273300"/>
          <p14:tracePt t="43167" x="3263900" y="2260600"/>
          <p14:tracePt t="43184" x="3302000" y="2254250"/>
          <p14:tracePt t="43200" x="3314700" y="2247900"/>
          <p14:tracePt t="43217" x="3340100" y="2241550"/>
          <p14:tracePt t="43234" x="3359150" y="2241550"/>
          <p14:tracePt t="43250" x="3365500" y="2235200"/>
          <p14:tracePt t="43268" x="3378200" y="2235200"/>
          <p14:tracePt t="43283" x="3384550" y="2228850"/>
          <p14:tracePt t="43300" x="3397250" y="2228850"/>
          <p14:tracePt t="43317" x="3409950" y="2222500"/>
          <p14:tracePt t="43333" x="3422650" y="2222500"/>
          <p14:tracePt t="43350" x="3429000" y="2216150"/>
          <p14:tracePt t="43367" x="3441700" y="2209800"/>
          <p14:tracePt t="43383" x="3448050" y="2209800"/>
          <p14:tracePt t="43400" x="3467100" y="2209800"/>
          <p14:tracePt t="43416" x="3473450" y="2209800"/>
          <p14:tracePt t="43433" x="3479800" y="2209800"/>
          <p14:tracePt t="43450" x="3498850" y="2209800"/>
          <p14:tracePt t="43466" x="3517900" y="2203450"/>
          <p14:tracePt t="43483" x="3524250" y="2203450"/>
          <p14:tracePt t="43500" x="3543300" y="2203450"/>
          <p14:tracePt t="43516" x="3562350" y="2197100"/>
          <p14:tracePt t="43533" x="3581400" y="2190750"/>
          <p14:tracePt t="43550" x="3613150" y="2190750"/>
          <p14:tracePt t="43566" x="3663950" y="2184400"/>
          <p14:tracePt t="43583" x="3683000" y="2184400"/>
          <p14:tracePt t="43599" x="3714750" y="2184400"/>
          <p14:tracePt t="43616" x="3759200" y="2184400"/>
          <p14:tracePt t="43632" x="3790950" y="2184400"/>
          <p14:tracePt t="43649" x="3848100" y="2184400"/>
          <p14:tracePt t="43666" x="3886200" y="2184400"/>
          <p14:tracePt t="43682" x="3937000" y="2184400"/>
          <p14:tracePt t="43699" x="3975100" y="2171700"/>
          <p14:tracePt t="43716" x="4000500" y="2178050"/>
          <p14:tracePt t="43731" x="4032250" y="2178050"/>
          <p14:tracePt t="43749" x="4064000" y="2178050"/>
          <p14:tracePt t="43766" x="4089400" y="2178050"/>
          <p14:tracePt t="43782" x="4095750" y="2178050"/>
          <p14:tracePt t="43799" x="4108450" y="2178050"/>
          <p14:tracePt t="43815" x="4121150" y="2178050"/>
          <p14:tracePt t="43848" x="4127500" y="2178050"/>
          <p14:tracePt t="43906" x="4127500" y="2165350"/>
          <p14:tracePt t="43913" x="4127500" y="2159000"/>
          <p14:tracePt t="43927" x="4121150" y="2159000"/>
          <p14:tracePt t="43934" x="4114800" y="2152650"/>
          <p14:tracePt t="43948" x="4108450" y="2146300"/>
          <p14:tracePt t="43965" x="4102100" y="2139950"/>
          <p14:tracePt t="44367" x="4140200" y="2152650"/>
          <p14:tracePt t="44374" x="4210050" y="2190750"/>
          <p14:tracePt t="44389" x="4279900" y="2222500"/>
          <p14:tracePt t="44397" x="4356100" y="2241550"/>
          <p14:tracePt t="44413" x="4425950" y="2266950"/>
          <p14:tracePt t="44430" x="4635500" y="2317750"/>
          <p14:tracePt t="44446" x="4851400" y="2330450"/>
          <p14:tracePt t="44463" x="4953000" y="2330450"/>
          <p14:tracePt t="44480" x="5143500" y="2330450"/>
          <p14:tracePt t="44496" x="5295900" y="2305050"/>
          <p14:tracePt t="44513" x="5365750" y="2298700"/>
          <p14:tracePt t="44530" x="5467350" y="2298700"/>
          <p14:tracePt t="44546" x="5505450" y="2298700"/>
          <p14:tracePt t="44563" x="5568950" y="2305050"/>
          <p14:tracePt t="44579" x="5613400" y="2305050"/>
          <p14:tracePt t="44596" x="5645150" y="2305050"/>
          <p14:tracePt t="44613" x="5708650" y="2305050"/>
          <p14:tracePt t="44629" x="5753100" y="2305050"/>
          <p14:tracePt t="44646" x="5842000" y="2305050"/>
          <p14:tracePt t="44663" x="5911850" y="2298700"/>
          <p14:tracePt t="44679" x="5962650" y="2292350"/>
          <p14:tracePt t="44695" x="5988050" y="2292350"/>
          <p14:tracePt t="44712" x="6032500" y="2286000"/>
          <p14:tracePt t="44729" x="6064250" y="2279650"/>
          <p14:tracePt t="44746" x="6108700" y="2266950"/>
          <p14:tracePt t="44762" x="6127750" y="2254250"/>
          <p14:tracePt t="44778" x="6165850" y="2247900"/>
          <p14:tracePt t="44796" x="6210300" y="2241550"/>
          <p14:tracePt t="44812" x="6229350" y="2235200"/>
          <p14:tracePt t="44828" x="6242050" y="2228850"/>
          <p14:tracePt t="44845" x="6305550" y="2222500"/>
          <p14:tracePt t="44862" x="6318250" y="2222500"/>
          <p14:tracePt t="44878" x="6337300" y="2222500"/>
          <p14:tracePt t="44895" x="6369050" y="2216150"/>
          <p14:tracePt t="44911" x="6394450" y="2216150"/>
          <p14:tracePt t="44929" x="6419850" y="2209800"/>
          <p14:tracePt t="44944" x="6426200" y="2209800"/>
          <p14:tracePt t="44961" x="6438900" y="2203450"/>
          <p14:tracePt t="44978" x="6445250" y="2203450"/>
          <p14:tracePt t="45069" x="6451600" y="2203450"/>
          <p14:tracePt t="45083" x="6457950" y="2203450"/>
          <p14:tracePt t="45956" x="6445250" y="2203450"/>
          <p14:tracePt t="45970" x="6407150" y="2203450"/>
          <p14:tracePt t="45977" x="6381750" y="2209800"/>
          <p14:tracePt t="45993" x="6337300" y="2216150"/>
          <p14:tracePt t="46008" x="6299200" y="2228850"/>
          <p14:tracePt t="46024" x="6191250" y="2247900"/>
          <p14:tracePt t="46041" x="6096000" y="2273300"/>
          <p14:tracePt t="46058" x="6038850" y="2279650"/>
          <p14:tracePt t="46074" x="5924550" y="2292350"/>
          <p14:tracePt t="46090" x="5765800" y="2317750"/>
          <p14:tracePt t="46107" x="5689600" y="2336800"/>
          <p14:tracePt t="46124" x="5480050" y="2381250"/>
          <p14:tracePt t="46141" x="5302250" y="2406650"/>
          <p14:tracePt t="46157" x="5194300" y="2432050"/>
          <p14:tracePt t="46174" x="4965700" y="2470150"/>
          <p14:tracePt t="46190" x="4737100" y="2501900"/>
          <p14:tracePt t="46207" x="4629150" y="2527300"/>
          <p14:tracePt t="46224" x="4400550" y="2590800"/>
          <p14:tracePt t="46240" x="4165600" y="2641600"/>
          <p14:tracePt t="46258" x="3975100" y="2692400"/>
          <p14:tracePt t="46273" x="3905250" y="2711450"/>
          <p14:tracePt t="46290" x="3797300" y="2749550"/>
          <p14:tracePt t="46307" x="3746500" y="2762250"/>
          <p14:tracePt t="46323" x="3727450" y="2762250"/>
          <p14:tracePt t="46340" x="3702050" y="2781300"/>
          <p14:tracePt t="46356" x="3702050" y="2794000"/>
          <p14:tracePt t="46800" x="3638550" y="2787650"/>
          <p14:tracePt t="46807" x="3562350" y="2781300"/>
          <p14:tracePt t="46823" x="3486150" y="2768600"/>
          <p14:tracePt t="46828" x="3409950" y="2768600"/>
          <p14:tracePt t="46842" x="3321050" y="2762250"/>
          <p14:tracePt t="46855" x="3219450" y="2762250"/>
          <p14:tracePt t="46872" x="3016250" y="2749550"/>
          <p14:tracePt t="46888" x="2921000" y="2730500"/>
          <p14:tracePt t="46905" x="2743200" y="2717800"/>
          <p14:tracePt t="46921" x="2590800" y="2698750"/>
          <p14:tracePt t="46938" x="2527300" y="2698750"/>
          <p14:tracePt t="46955" x="2406650" y="2698750"/>
          <p14:tracePt t="46970" x="2317750" y="2698750"/>
          <p14:tracePt t="46987" x="2279650" y="2686050"/>
          <p14:tracePt t="47004" x="2235200" y="2660650"/>
          <p14:tracePt t="47021" x="2203450" y="2654300"/>
          <p14:tracePt t="47037" x="2190750" y="2654300"/>
          <p14:tracePt t="47054" x="2165350" y="2654300"/>
          <p14:tracePt t="47071" x="2152650" y="2654300"/>
          <p14:tracePt t="47088" x="2120900" y="2654300"/>
          <p14:tracePt t="47120" x="2108200" y="2654300"/>
          <p14:tracePt t="47137" x="2089150" y="2654300"/>
          <p14:tracePt t="47154" x="2057400" y="2660650"/>
          <p14:tracePt t="47157" x="2038350" y="2667000"/>
          <p14:tracePt t="47187" x="2012950" y="2673350"/>
          <p14:tracePt t="47203" x="1987550" y="2673350"/>
          <p14:tracePt t="47221" x="1955800" y="2673350"/>
          <p14:tracePt t="47237" x="1943100" y="2673350"/>
          <p14:tracePt t="47253" x="1917700" y="2673350"/>
          <p14:tracePt t="47271" x="1898650" y="2673350"/>
          <p14:tracePt t="47287" x="1892300" y="2673350"/>
          <p14:tracePt t="47304" x="1879600" y="2667000"/>
          <p14:tracePt t="47320" x="1866900" y="2667000"/>
          <p14:tracePt t="47336" x="1854200" y="2667000"/>
          <p14:tracePt t="47354" x="1841500" y="2667000"/>
          <p14:tracePt t="47369" x="1835150" y="2667000"/>
          <p14:tracePt t="47386" x="1822450" y="2667000"/>
          <p14:tracePt t="47403" x="1816100" y="2667000"/>
          <p14:tracePt t="47419" x="1809750" y="2673350"/>
          <p14:tracePt t="47436" x="1803400" y="2673350"/>
          <p14:tracePt t="47459" x="1797050" y="2673350"/>
          <p14:tracePt t="47480" x="1790700" y="2673350"/>
          <p14:tracePt t="47508" x="1784350" y="2673350"/>
          <p14:tracePt t="47529" x="1778000" y="2673350"/>
          <p14:tracePt t="47543" x="1771650" y="2673350"/>
          <p14:tracePt t="47564" x="1765300" y="2673350"/>
          <p14:tracePt t="47599" x="1752600" y="2673350"/>
          <p14:tracePt t="47613" x="1746250" y="2673350"/>
          <p14:tracePt t="47642" x="1733550" y="2673350"/>
          <p14:tracePt t="47648" x="1727200" y="2673350"/>
          <p14:tracePt t="47690" x="1714500" y="2673350"/>
          <p14:tracePt t="47768" x="1714500" y="2667000"/>
          <p14:tracePt t="47775" x="1720850" y="2667000"/>
          <p14:tracePt t="47788" x="1727200" y="2667000"/>
          <p14:tracePt t="47804" x="1733550" y="2667000"/>
          <p14:tracePt t="47818" x="1739900" y="2660650"/>
          <p14:tracePt t="47835" x="1752600" y="2660650"/>
          <p14:tracePt t="47852" x="1771650" y="2660650"/>
          <p14:tracePt t="47868" x="1816100" y="2654300"/>
          <p14:tracePt t="47884" x="1866900" y="2654300"/>
          <p14:tracePt t="47902" x="1924050" y="2654300"/>
          <p14:tracePt t="47918" x="1949450" y="2654300"/>
          <p14:tracePt t="47934" x="1987550" y="2654300"/>
          <p14:tracePt t="47951" x="2019300" y="2654300"/>
          <p14:tracePt t="47967" x="2038350" y="2654300"/>
          <p14:tracePt t="47985" x="2051050" y="2660650"/>
          <p14:tracePt t="48001" x="2063750" y="2660650"/>
          <p14:tracePt t="48054" x="2070100" y="2660650"/>
          <p14:tracePt t="48090" x="2076450" y="2660650"/>
          <p14:tracePt t="48132" x="2082800" y="2660650"/>
          <p14:tracePt t="48181" x="2089150" y="2660650"/>
          <p14:tracePt t="48195" x="2095500" y="2660650"/>
          <p14:tracePt t="48203" x="2101850" y="2660650"/>
          <p14:tracePt t="48223" x="2108200" y="2660650"/>
          <p14:tracePt t="48233" x="2114550" y="2660650"/>
          <p14:tracePt t="48250" x="2120900" y="2660650"/>
          <p14:tracePt t="48267" x="2133600" y="2660650"/>
          <p14:tracePt t="48283" x="2165350" y="2660650"/>
          <p14:tracePt t="48300" x="2178050" y="2660650"/>
          <p14:tracePt t="48316" x="2216150" y="2660650"/>
          <p14:tracePt t="48333" x="2235200" y="2660650"/>
          <p14:tracePt t="48350" x="2317750" y="2660650"/>
          <p14:tracePt t="48366" x="2336800" y="2660650"/>
          <p14:tracePt t="48383" x="2355850" y="2660650"/>
          <p14:tracePt t="48400" x="2400300" y="2660650"/>
          <p14:tracePt t="48416" x="2438400" y="2660650"/>
          <p14:tracePt t="48433" x="2457450" y="2660650"/>
          <p14:tracePt t="48449" x="2489200" y="2660650"/>
          <p14:tracePt t="48466" x="2527300" y="2660650"/>
          <p14:tracePt t="48483" x="2540000" y="2660650"/>
          <p14:tracePt t="48499" x="2552700" y="2660650"/>
          <p14:tracePt t="48515" x="2565400" y="2660650"/>
          <p14:tracePt t="48532" x="2578100" y="2660650"/>
          <p14:tracePt t="48574" x="2584450" y="2660650"/>
          <p14:tracePt t="48582" x="2590800" y="2660650"/>
          <p14:tracePt t="48602" x="2597150" y="2660650"/>
          <p14:tracePt t="48623" x="2603500" y="2660650"/>
          <p14:tracePt t="48632" x="2609850" y="2660650"/>
          <p14:tracePt t="48648" x="2616200" y="2660650"/>
          <p14:tracePt t="48679" x="2622550" y="2660650"/>
          <p14:tracePt t="48700" x="2628900" y="2660650"/>
          <p14:tracePt t="48721" x="2641600" y="2660650"/>
          <p14:tracePt t="48735" x="2647950" y="2660650"/>
          <p14:tracePt t="48741" x="2660650" y="2660650"/>
          <p14:tracePt t="48762" x="2673350" y="2660650"/>
          <p14:tracePt t="48769" x="2686050" y="2660650"/>
          <p14:tracePt t="48785" x="2692400" y="2660650"/>
          <p14:tracePt t="48798" x="2705100" y="2660650"/>
          <p14:tracePt t="48814" x="2717800" y="2667000"/>
          <p14:tracePt t="48848" x="2724150" y="2667000"/>
          <p14:tracePt t="48875" x="2730500" y="2667000"/>
          <p14:tracePt t="48910" x="2736850" y="2667000"/>
          <p14:tracePt t="48981" x="2743200" y="2667000"/>
          <p14:tracePt t="49065" x="2749550" y="2667000"/>
          <p14:tracePt t="49156" x="2755900" y="2667000"/>
          <p14:tracePt t="49254" x="2762250" y="2667000"/>
          <p14:tracePt t="49261" x="2768600" y="2667000"/>
          <p14:tracePt t="49282" x="2781300" y="2667000"/>
          <p14:tracePt t="49297" x="2787650" y="2667000"/>
          <p14:tracePt t="49303" x="2800350" y="2667000"/>
          <p14:tracePt t="49317" x="2819400" y="2667000"/>
          <p14:tracePt t="49329" x="2844800" y="2667000"/>
          <p14:tracePt t="49346" x="2940050" y="2686050"/>
          <p14:tracePt t="49363" x="3016250" y="2692400"/>
          <p14:tracePt t="49380" x="3225800" y="2724150"/>
          <p14:tracePt t="49396" x="3467100" y="2743200"/>
          <p14:tracePt t="49413" x="3594100" y="2768600"/>
          <p14:tracePt t="49429" x="3898900" y="2800350"/>
          <p14:tracePt t="49446" x="4184650" y="2832100"/>
          <p14:tracePt t="49462" x="4311650" y="2863850"/>
          <p14:tracePt t="49479" x="4540250" y="2921000"/>
          <p14:tracePt t="49496" x="4711700" y="2959100"/>
          <p14:tracePt t="49512" x="4762500" y="2965450"/>
          <p14:tracePt t="49529" x="4832350" y="2965450"/>
          <p14:tracePt t="49545" x="4864100" y="2971800"/>
          <p14:tracePt t="49563" x="4876800" y="2971800"/>
          <p14:tracePt t="49578" x="4883150" y="2971800"/>
          <p14:tracePt t="49612" x="4914900" y="2959100"/>
          <p14:tracePt t="49628" x="4927600" y="2952750"/>
          <p14:tracePt t="49645" x="4946650" y="2940050"/>
          <p14:tracePt t="49662" x="5003800" y="2921000"/>
          <p14:tracePt t="49678" x="5035550" y="2914650"/>
          <p14:tracePt t="49695" x="5130800" y="2895600"/>
          <p14:tracePt t="49712" x="5226050" y="2876550"/>
          <p14:tracePt t="49728" x="5276850" y="2870200"/>
          <p14:tracePt t="49745" x="5365750" y="2844800"/>
          <p14:tracePt t="49762" x="5448300" y="2819400"/>
          <p14:tracePt t="49778" x="5467350" y="2806700"/>
          <p14:tracePt t="49795" x="5524500" y="2774950"/>
          <p14:tracePt t="49811" x="5537200" y="2768600"/>
          <p14:tracePt t="49828" x="5568950" y="2749550"/>
          <p14:tracePt t="49844" x="5588000" y="2730500"/>
          <p14:tracePt t="49861" x="5600700" y="2724150"/>
          <p14:tracePt t="49878" x="5619750" y="2705100"/>
          <p14:tracePt t="49894" x="5632450" y="2705100"/>
          <p14:tracePt t="49911" x="5638800" y="2698750"/>
          <p14:tracePt t="49928" x="5651500" y="2692400"/>
          <p14:tracePt t="49944" x="5657850" y="2686050"/>
          <p14:tracePt t="49961" x="5676900" y="2686050"/>
          <p14:tracePt t="49977" x="5695950" y="2679700"/>
          <p14:tracePt t="50011" x="5708650" y="2679700"/>
          <p14:tracePt t="50027" x="5721350" y="2667000"/>
          <p14:tracePt t="50043" x="5727700" y="2667000"/>
          <p14:tracePt t="50571" x="5765800" y="2667000"/>
          <p14:tracePt t="50585" x="5822950" y="2673350"/>
          <p14:tracePt t="50594" x="5873750" y="2673350"/>
          <p14:tracePt t="50608" x="5924550" y="2673350"/>
          <p14:tracePt t="50625" x="6019800" y="2673350"/>
          <p14:tracePt t="50642" x="6045200" y="2673350"/>
          <p14:tracePt t="50659" x="6127750" y="2673350"/>
          <p14:tracePt t="50675" x="6178550" y="2673350"/>
          <p14:tracePt t="50692" x="6299200" y="2673350"/>
          <p14:tracePt t="50708" x="6324600" y="2673350"/>
          <p14:tracePt t="50726" x="6394450" y="2673350"/>
          <p14:tracePt t="50741" x="6451600" y="2673350"/>
          <p14:tracePt t="50758" x="6477000" y="2673350"/>
          <p14:tracePt t="50775" x="6521450" y="2673350"/>
          <p14:tracePt t="50791" x="6540500" y="2673350"/>
          <p14:tracePt t="50808" x="6578600" y="2673350"/>
          <p14:tracePt t="50824" x="6610350" y="2673350"/>
          <p14:tracePt t="50841" x="6635750" y="2673350"/>
          <p14:tracePt t="50859" x="6673850" y="2673350"/>
          <p14:tracePt t="50875" x="6724650" y="2673350"/>
          <p14:tracePt t="50891" x="6750050" y="2673350"/>
          <p14:tracePt t="50908" x="6807200" y="2673350"/>
          <p14:tracePt t="50924" x="6870700" y="2686050"/>
          <p14:tracePt t="50941" x="6902450" y="2705100"/>
          <p14:tracePt t="50957" x="6959600" y="2717800"/>
          <p14:tracePt t="50974" x="7010400" y="2736850"/>
          <p14:tracePt t="50990" x="7048500" y="2743200"/>
          <p14:tracePt t="51007" x="7105650" y="2762250"/>
          <p14:tracePt t="51024" x="7175500" y="2768600"/>
          <p14:tracePt t="51041" x="7226300" y="2768600"/>
          <p14:tracePt t="51057" x="7245350" y="2768600"/>
          <p14:tracePt t="51073" x="7258050" y="2768600"/>
          <p14:tracePt t="51090" x="7296150" y="2768600"/>
          <p14:tracePt t="51106" x="7308850" y="2762250"/>
          <p14:tracePt t="51123" x="7315200" y="2762250"/>
          <p14:tracePt t="51140" x="7327900" y="2755900"/>
          <p14:tracePt t="51156" x="7340600" y="2755900"/>
          <p14:tracePt t="51174" x="7359650" y="2749550"/>
          <p14:tracePt t="51190" x="7366000" y="2749550"/>
          <p14:tracePt t="51206" x="7372350" y="2743200"/>
          <p14:tracePt t="51226" x="7378700" y="2743200"/>
          <p14:tracePt t="51251" x="7385050" y="2743200"/>
          <p14:tracePt t="51286" x="7391400" y="2736850"/>
          <p14:tracePt t="51314" x="7397750" y="2736850"/>
          <p14:tracePt t="51342" x="7404100" y="2736850"/>
          <p14:tracePt t="51370" x="7410450" y="2736850"/>
          <p14:tracePt t="52254" x="7378700" y="2736850"/>
          <p14:tracePt t="52267" x="7315200" y="2736850"/>
          <p14:tracePt t="52274" x="7232650" y="2730500"/>
          <p14:tracePt t="52285" x="7124700" y="2730500"/>
          <p14:tracePt t="52303" x="6870700" y="2717800"/>
          <p14:tracePt t="52319" x="6711950" y="2705100"/>
          <p14:tracePt t="52336" x="6527800" y="2705100"/>
          <p14:tracePt t="52352" x="6108700" y="2692400"/>
          <p14:tracePt t="52369" x="5600700" y="2717800"/>
          <p14:tracePt t="52386" x="5353050" y="2743200"/>
          <p14:tracePt t="52402" x="4895850" y="2787650"/>
          <p14:tracePt t="52419" x="4451350" y="2857500"/>
          <p14:tracePt t="52436" x="4000500" y="2940050"/>
          <p14:tracePt t="52452" x="3721100" y="3003550"/>
          <p14:tracePt t="52468" x="3194050" y="3092450"/>
          <p14:tracePt t="52486" x="2673350" y="3168650"/>
          <p14:tracePt t="52502" x="2425700" y="3213100"/>
          <p14:tracePt t="52519" x="1936750" y="3251200"/>
          <p14:tracePt t="52535" x="1530350" y="3295650"/>
          <p14:tracePt t="52552" x="1384300" y="3314700"/>
          <p14:tracePt t="52569" x="1111250" y="3346450"/>
          <p14:tracePt t="52585" x="908050" y="3365500"/>
          <p14:tracePt t="52602" x="831850" y="3378200"/>
          <p14:tracePt t="52619" x="717550" y="3378200"/>
          <p14:tracePt t="52635" x="635000" y="3378200"/>
          <p14:tracePt t="52651" x="615950" y="3378200"/>
          <p14:tracePt t="52668" x="565150" y="3378200"/>
          <p14:tracePt t="52685" x="552450" y="3378200"/>
          <p14:tracePt t="52717" x="546100" y="3378200"/>
          <p14:tracePt t="52856" x="552450" y="3378200"/>
          <p14:tracePt t="52863" x="565150" y="3378200"/>
          <p14:tracePt t="52877" x="577850" y="3378200"/>
          <p14:tracePt t="52886" x="590550" y="3371850"/>
          <p14:tracePt t="52900" x="622300" y="3371850"/>
          <p14:tracePt t="52917" x="679450" y="3340100"/>
          <p14:tracePt t="52934" x="768350" y="3308350"/>
          <p14:tracePt t="52950" x="812800" y="3276600"/>
          <p14:tracePt t="52967" x="850900" y="3270250"/>
          <p14:tracePt t="52984" x="965200" y="3238500"/>
          <p14:tracePt t="53000" x="996950" y="3232150"/>
          <p14:tracePt t="53018" x="1066800" y="3206750"/>
          <p14:tracePt t="53033" x="1143000" y="3187700"/>
          <p14:tracePt t="53050" x="1187450" y="3162300"/>
          <p14:tracePt t="53067" x="1238250" y="3130550"/>
          <p14:tracePt t="53083" x="1270000" y="3117850"/>
          <p14:tracePt t="53100" x="1308100" y="3098800"/>
          <p14:tracePt t="53117" x="1346200" y="3086100"/>
          <p14:tracePt t="53133" x="1358900" y="3079750"/>
          <p14:tracePt t="53150" x="1377950" y="3073400"/>
          <p14:tracePt t="53166" x="1390650" y="3067050"/>
          <p14:tracePt t="53183" x="1397000" y="3067050"/>
          <p14:tracePt t="53200" x="1409700" y="3060700"/>
          <p14:tracePt t="53216" x="1416050" y="3054350"/>
          <p14:tracePt t="53233" x="1428750" y="3054350"/>
          <p14:tracePt t="53249" x="1441450" y="3054350"/>
          <p14:tracePt t="53266" x="1460500" y="3054350"/>
          <p14:tracePt t="53282" x="1466850" y="3054350"/>
          <p14:tracePt t="53299" x="1479550" y="3054350"/>
          <p14:tracePt t="53316" x="1492250" y="3054350"/>
          <p14:tracePt t="53333" x="1530350" y="3060700"/>
          <p14:tracePt t="53348" x="1543050" y="3067050"/>
          <p14:tracePt t="53365" x="1549400" y="3067050"/>
          <p14:tracePt t="53383" x="1562100" y="3073400"/>
          <p14:tracePt t="53399" x="1568450" y="3079750"/>
          <p14:tracePt t="53445" x="1581150" y="3079750"/>
          <p14:tracePt t="53467" x="1587500" y="3079750"/>
          <p14:tracePt t="53473" x="1593850" y="3079750"/>
          <p14:tracePt t="53487" x="1606550" y="3079750"/>
          <p14:tracePt t="53498" x="1619250" y="3079750"/>
          <p14:tracePt t="53515" x="1657350" y="3079750"/>
          <p14:tracePt t="53531" x="1689100" y="3079750"/>
          <p14:tracePt t="53548" x="1765300" y="3079750"/>
          <p14:tracePt t="53565" x="1841500" y="3079750"/>
          <p14:tracePt t="53581" x="1885950" y="3079750"/>
          <p14:tracePt t="53598" x="1936750" y="3079750"/>
          <p14:tracePt t="53614" x="2070100" y="3098800"/>
          <p14:tracePt t="53631" x="2120900" y="3105150"/>
          <p14:tracePt t="53649" x="2228850" y="3124200"/>
          <p14:tracePt t="53665" x="2298700" y="3130550"/>
          <p14:tracePt t="53681" x="2438400" y="3149600"/>
          <p14:tracePt t="53698" x="2609850" y="3181350"/>
          <p14:tracePt t="53715" x="2686050" y="3181350"/>
          <p14:tracePt t="53731" x="2851150" y="3213100"/>
          <p14:tracePt t="53748" x="3009900" y="3219450"/>
          <p14:tracePt t="53764" x="3073400" y="3219450"/>
          <p14:tracePt t="53782" x="3187700" y="3219450"/>
          <p14:tracePt t="53797" x="3295650" y="3194050"/>
          <p14:tracePt t="53814" x="3333750" y="3194050"/>
          <p14:tracePt t="53831" x="3384550" y="3187700"/>
          <p14:tracePt t="53847" x="3416300" y="3187700"/>
          <p14:tracePt t="53864" x="3441700" y="3187700"/>
          <p14:tracePt t="53881" x="3454400" y="3187700"/>
          <p14:tracePt t="53898" x="3467100" y="3187700"/>
          <p14:tracePt t="53914" x="3473450" y="3187700"/>
          <p14:tracePt t="53930" x="3479800" y="3181350"/>
          <p14:tracePt t="53947" x="3486150" y="3168650"/>
          <p14:tracePt t="53963" x="3498850" y="3155950"/>
          <p14:tracePt t="54458" x="3530600" y="3155950"/>
          <p14:tracePt t="54465" x="3568700" y="3155950"/>
          <p14:tracePt t="54481" x="3606800" y="3155950"/>
          <p14:tracePt t="54495" x="3663950" y="3168650"/>
          <p14:tracePt t="54512" x="3765550" y="3168650"/>
          <p14:tracePt t="54529" x="3879850" y="3175000"/>
          <p14:tracePt t="54545" x="3949700" y="3187700"/>
          <p14:tracePt t="54561" x="4102100" y="3194050"/>
          <p14:tracePt t="54578" x="4241800" y="3194050"/>
          <p14:tracePt t="54594" x="4305300" y="3194050"/>
          <p14:tracePt t="54612" x="4425950" y="3162300"/>
          <p14:tracePt t="54627" x="4489450" y="3149600"/>
          <p14:tracePt t="54644" x="4508500" y="3143250"/>
          <p14:tracePt t="54662" x="4540250" y="3136900"/>
          <p14:tracePt t="54677" x="4559300" y="3124200"/>
          <p14:tracePt t="54695" x="4578350" y="3117850"/>
          <p14:tracePt t="54711" x="4591050" y="3111500"/>
          <p14:tracePt t="54728" x="4603750" y="3105150"/>
          <p14:tracePt t="54745" x="4641850" y="3098800"/>
          <p14:tracePt t="54761" x="4673600" y="3092450"/>
          <p14:tracePt t="54777" x="4686300" y="3086100"/>
          <p14:tracePt t="54794" x="4718050" y="3079750"/>
          <p14:tracePt t="54811" x="4743450" y="3067050"/>
          <p14:tracePt t="54827" x="4756150" y="3060700"/>
          <p14:tracePt t="54844" x="4775200" y="3054350"/>
          <p14:tracePt t="54860" x="4787900" y="3054350"/>
          <p14:tracePt t="54906" x="4794250" y="3054350"/>
          <p14:tracePt t="54914" x="4800600" y="3054350"/>
          <p14:tracePt t="58283" x="4762500" y="3054350"/>
          <p14:tracePt t="58290" x="4711700" y="3073400"/>
          <p14:tracePt t="58304" x="4641850" y="3092450"/>
          <p14:tracePt t="58314" x="4565650" y="3111500"/>
          <p14:tracePt t="58332" x="4394200" y="3149600"/>
          <p14:tracePt t="58348" x="4279900" y="3181350"/>
          <p14:tracePt t="58365" x="4064000" y="3206750"/>
          <p14:tracePt t="58382" x="3790950" y="3238500"/>
          <p14:tracePt t="58398" x="3644900" y="3257550"/>
          <p14:tracePt t="58415" x="3473450" y="3282950"/>
          <p14:tracePt t="58432" x="3041650" y="3314700"/>
          <p14:tracePt t="58448" x="2870200" y="3340100"/>
          <p14:tracePt t="58465" x="2616200" y="3359150"/>
          <p14:tracePt t="58481" x="2489200" y="3371850"/>
          <p14:tracePt t="58498" x="2241550" y="3422650"/>
          <p14:tracePt t="58515" x="2038350" y="3454400"/>
          <p14:tracePt t="58531" x="1936750" y="3467100"/>
          <p14:tracePt t="58548" x="1778000" y="3517900"/>
          <p14:tracePt t="58564" x="1644650" y="3562350"/>
          <p14:tracePt t="58581" x="1574800" y="3581400"/>
          <p14:tracePt t="58597" x="1441450" y="3644900"/>
          <p14:tracePt t="58614" x="1308100" y="3670300"/>
          <p14:tracePt t="58631" x="1263650" y="3676650"/>
          <p14:tracePt t="58648" x="1187450" y="3689350"/>
          <p14:tracePt t="58664" x="1117600" y="3695700"/>
          <p14:tracePt t="58681" x="1098550" y="3695700"/>
          <p14:tracePt t="58697" x="1041400" y="3695700"/>
          <p14:tracePt t="58714" x="996950" y="3695700"/>
          <p14:tracePt t="58731" x="977900" y="3695700"/>
          <p14:tracePt t="58747" x="952500" y="3695700"/>
          <p14:tracePt t="58763" x="939800" y="3695700"/>
          <p14:tracePt t="58781" x="933450" y="3676650"/>
          <p14:tracePt t="59224" x="927100" y="3676650"/>
          <p14:tracePt t="59231" x="901700" y="3676650"/>
          <p14:tracePt t="59248" x="882650" y="3676650"/>
          <p14:tracePt t="59262" x="863600" y="3676650"/>
          <p14:tracePt t="59278" x="806450" y="3676650"/>
          <p14:tracePt t="59295" x="755650" y="3676650"/>
          <p14:tracePt t="59311" x="730250" y="3676650"/>
          <p14:tracePt t="59328" x="679450" y="3670300"/>
          <p14:tracePt t="59345" x="628650" y="3657600"/>
          <p14:tracePt t="59361" x="609600" y="3651250"/>
          <p14:tracePt t="59365" x="577850" y="3651250"/>
          <p14:tracePt t="59379" x="558800" y="3644900"/>
          <p14:tracePt t="59395" x="514350" y="3644900"/>
          <p14:tracePt t="59411" x="501650" y="3644900"/>
          <p14:tracePt t="59428" x="469900" y="3644900"/>
          <p14:tracePt t="59444" x="438150" y="3651250"/>
          <p14:tracePt t="59462" x="425450" y="3651250"/>
          <p14:tracePt t="59478" x="393700" y="3651250"/>
          <p14:tracePt t="59494" x="381000" y="3651250"/>
          <p14:tracePt t="59512" x="349250" y="3651250"/>
          <p14:tracePt t="59544" x="342900" y="3651250"/>
          <p14:tracePt t="60002" x="336550" y="3651250"/>
          <p14:tracePt t="60037" x="330200" y="3651250"/>
          <p14:tracePt t="60608" x="323850" y="3663950"/>
          <p14:tracePt t="60615" x="311150" y="3689350"/>
          <p14:tracePt t="60629" x="304800" y="3702050"/>
          <p14:tracePt t="60640" x="292100" y="3714750"/>
          <p14:tracePt t="60657" x="279400" y="3740150"/>
          <p14:tracePt t="60673" x="260350" y="3759200"/>
          <p14:tracePt t="60690" x="247650" y="3778250"/>
          <p14:tracePt t="60707" x="234950" y="3797300"/>
          <p14:tracePt t="60723" x="234950" y="3810000"/>
          <p14:tracePt t="60740" x="228600" y="3822700"/>
          <p14:tracePt t="60757" x="222250" y="3822700"/>
          <p14:tracePt t="60798" x="222250" y="3829050"/>
          <p14:tracePt t="60853" x="215900" y="3829050"/>
          <p14:tracePt t="61176" x="222250" y="3822700"/>
          <p14:tracePt t="61198" x="228600" y="3822700"/>
          <p14:tracePt t="61240" x="228600" y="3816350"/>
          <p14:tracePt t="61338" x="234950" y="3816350"/>
          <p14:tracePt t="61415" x="241300" y="3810000"/>
          <p14:tracePt t="61471" x="247650" y="3810000"/>
          <p14:tracePt t="61527" x="254000" y="3803650"/>
          <p14:tracePt t="61828" x="260350" y="3803650"/>
          <p14:tracePt t="61857" x="260350" y="3810000"/>
          <p14:tracePt t="61899" x="260350" y="3816350"/>
          <p14:tracePt t="61941" x="260350" y="3822700"/>
          <p14:tracePt t="61976" x="260350" y="3829050"/>
          <p14:tracePt t="61997" x="260350" y="3841750"/>
          <p14:tracePt t="62018" x="260350" y="3848100"/>
          <p14:tracePt t="62032" x="260350" y="3854450"/>
          <p14:tracePt t="62046" x="260350" y="3860800"/>
          <p14:tracePt t="62060" x="266700" y="3860800"/>
          <p14:tracePt t="62068" x="266700" y="3867150"/>
          <p14:tracePt t="62085" x="266700" y="3873500"/>
          <p14:tracePt t="62103" x="273050" y="3886200"/>
          <p14:tracePt t="62118" x="279400" y="3905250"/>
          <p14:tracePt t="62135" x="279400" y="3911600"/>
          <p14:tracePt t="62152" x="292100" y="3930650"/>
          <p14:tracePt t="62185" x="298450" y="3943350"/>
          <p14:tracePt t="62201" x="298450" y="3949700"/>
          <p14:tracePt t="62222" x="298450" y="3956050"/>
          <p14:tracePt t="62271" x="298450" y="3962400"/>
          <p14:tracePt t="62326" x="304800" y="3962400"/>
          <p14:tracePt t="63305" x="311150" y="3968750"/>
          <p14:tracePt t="63311" x="317500" y="3975100"/>
          <p14:tracePt t="63318" x="317500" y="3987800"/>
          <p14:tracePt t="63334" x="323850" y="4000500"/>
          <p14:tracePt t="63348" x="336550" y="4013200"/>
          <p14:tracePt t="63364" x="349250" y="4044950"/>
          <p14:tracePt t="63383" x="361950" y="4064000"/>
          <p14:tracePt t="63398" x="368300" y="4076700"/>
          <p14:tracePt t="63414" x="374650" y="4089400"/>
          <p14:tracePt t="63431" x="387350" y="4095750"/>
          <p14:tracePt t="63447" x="393700" y="4095750"/>
          <p14:tracePt t="63494" x="400050" y="4095750"/>
          <p14:tracePt t="63634" x="400050" y="4089400"/>
          <p14:tracePt t="66797" x="393700" y="4095750"/>
          <p14:tracePt t="66811" x="368300" y="4127500"/>
          <p14:tracePt t="66819" x="336550" y="4165600"/>
          <p14:tracePt t="66824" x="298450" y="4210050"/>
          <p14:tracePt t="66839" x="273050" y="4241800"/>
          <p14:tracePt t="66854" x="260350" y="4273550"/>
          <p14:tracePt t="66869" x="209550" y="4337050"/>
          <p14:tracePt t="66886" x="190500" y="4368800"/>
          <p14:tracePt t="66902" x="152400" y="4425950"/>
          <p14:tracePt t="66919" x="133350" y="4457700"/>
          <p14:tracePt t="66935" x="120650" y="4483100"/>
          <p14:tracePt t="66952" x="101600" y="4514850"/>
          <p14:tracePt t="66969" x="95250" y="4533900"/>
          <p14:tracePt t="66985" x="95250" y="4540250"/>
          <p14:tracePt t="67002" x="88900" y="4546600"/>
          <p14:tracePt t="67018" x="82550" y="4546600"/>
          <p14:tracePt t="67037" x="76200" y="4546600"/>
          <p14:tracePt t="67239" x="82550" y="4546600"/>
          <p14:tracePt t="67246" x="82550" y="4552950"/>
          <p14:tracePt t="67260" x="88900" y="4552950"/>
          <p14:tracePt t="67281" x="95250" y="4559300"/>
          <p14:tracePt t="67316" x="101600" y="4565650"/>
          <p14:tracePt t="67337" x="107950" y="4565650"/>
          <p14:tracePt t="67358" x="114300" y="4572000"/>
          <p14:tracePt t="67379" x="120650" y="4572000"/>
          <p14:tracePt t="67407" x="127000" y="4578350"/>
          <p14:tracePt t="67428" x="133350" y="4578350"/>
          <p14:tracePt t="67477" x="139700" y="4584700"/>
          <p14:tracePt t="67512" x="146050" y="4584700"/>
          <p14:tracePt t="67519" x="146050" y="4591050"/>
          <p14:tracePt t="67533" x="152400" y="4591050"/>
          <p14:tracePt t="67562" x="152400" y="4597400"/>
          <p14:tracePt t="67569" x="158750" y="4603750"/>
          <p14:tracePt t="67583" x="165100" y="4603750"/>
          <p14:tracePt t="67600" x="165100" y="4610100"/>
          <p14:tracePt t="67639" x="177800" y="4616450"/>
          <p14:tracePt t="67653" x="177800" y="4622800"/>
          <p14:tracePt t="67660" x="177800" y="4629150"/>
          <p14:tracePt t="67669" x="184150" y="4635500"/>
          <p14:tracePt t="67682" x="190500" y="4635500"/>
          <p14:tracePt t="67702" x="196850" y="4641850"/>
          <p14:tracePt t="67716" x="196850" y="4648200"/>
          <p14:tracePt t="67733" x="203200" y="4654550"/>
          <p14:tracePt t="67749" x="209550" y="4654550"/>
          <p14:tracePt t="67765" x="209550" y="4660900"/>
          <p14:tracePt t="67782" x="215900" y="4679950"/>
          <p14:tracePt t="67800" x="222250" y="4692650"/>
          <p14:tracePt t="67815" x="234950" y="4711700"/>
          <p14:tracePt t="67832" x="247650" y="4730750"/>
          <p14:tracePt t="67850" x="260350" y="4756150"/>
          <p14:tracePt t="67865" x="260350" y="4762500"/>
          <p14:tracePt t="67882" x="266700" y="4781550"/>
          <p14:tracePt t="67899" x="266700" y="4794250"/>
          <p14:tracePt t="67955" x="273050" y="4794250"/>
          <p14:tracePt t="68911" x="266700" y="4806950"/>
          <p14:tracePt t="68925" x="260350" y="4832350"/>
          <p14:tracePt t="68932" x="254000" y="4838700"/>
          <p14:tracePt t="68946" x="241300" y="4851400"/>
          <p14:tracePt t="68961" x="228600" y="4883150"/>
          <p14:tracePt t="68978" x="222250" y="4895850"/>
          <p14:tracePt t="68995" x="209550" y="4914900"/>
          <p14:tracePt t="69012" x="196850" y="4927600"/>
          <p14:tracePt t="69028" x="190500" y="4927600"/>
          <p14:tracePt t="69046" x="190500" y="4946650"/>
          <p14:tracePt t="69061" x="184150" y="4953000"/>
          <p14:tracePt t="69095" x="184150" y="4959350"/>
          <p14:tracePt t="69114" x="184150" y="4965700"/>
          <p14:tracePt t="69128" x="190500" y="4965700"/>
          <p14:tracePt t="69145" x="196850" y="4972050"/>
          <p14:tracePt t="69161" x="203200" y="4972050"/>
          <p14:tracePt t="69178" x="209550" y="4978400"/>
          <p14:tracePt t="69195" x="209550" y="4984750"/>
          <p14:tracePt t="69228" x="215900" y="4991100"/>
          <p14:tracePt t="69262" x="222250" y="4997450"/>
          <p14:tracePt t="69283" x="228600" y="5003800"/>
          <p14:tracePt t="69325" x="234950" y="5003800"/>
          <p14:tracePt t="69332" x="241300" y="5003800"/>
          <p14:tracePt t="69394" x="241300" y="5010150"/>
          <p14:tracePt t="69443" x="247650" y="5010150"/>
          <p14:tracePt t="69465" x="247650" y="5016500"/>
          <p14:tracePt t="69500" x="247650" y="5022850"/>
          <p14:tracePt t="69535" x="247650" y="5029200"/>
          <p14:tracePt t="69542" x="247650" y="5035550"/>
          <p14:tracePt t="69584" x="254000" y="5035550"/>
          <p14:tracePt t="69675" x="260350" y="5041900"/>
          <p14:tracePt t="69725" x="260350" y="5048250"/>
          <p14:tracePt t="69753" x="260350" y="5054600"/>
          <p14:tracePt t="69773" x="260350" y="5060950"/>
          <p14:tracePt t="69816" x="266700" y="5067300"/>
          <p14:tracePt t="69844" x="266700" y="5073650"/>
          <p14:tracePt t="69851" x="273050" y="5073650"/>
          <p14:tracePt t="69886" x="273050" y="5080000"/>
          <p14:tracePt t="69921" x="279400" y="5080000"/>
          <p14:tracePt t="70632" x="279400" y="5086350"/>
          <p14:tracePt t="70646" x="279400" y="5092700"/>
          <p14:tracePt t="70653" x="279400" y="5099050"/>
          <p14:tracePt t="70674" x="279400" y="5105400"/>
          <p14:tracePt t="70696" x="279400" y="5111750"/>
          <p14:tracePt t="70759" x="279400" y="5118100"/>
          <p14:tracePt t="70814" x="311150" y="5118100"/>
          <p14:tracePt t="70829" x="317500" y="5118100"/>
          <p14:tracePt t="70843" x="323850" y="5118100"/>
          <p14:tracePt t="70864" x="330200" y="5118100"/>
          <p14:tracePt t="70885" x="336550" y="5118100"/>
          <p14:tracePt t="70906" x="342900" y="5118100"/>
          <p14:tracePt t="70955" x="349250" y="5118100"/>
          <p14:tracePt t="70976" x="355600" y="5111750"/>
          <p14:tracePt t="70983" x="361950" y="5111750"/>
          <p14:tracePt t="71005" x="361950" y="5105400"/>
          <p14:tracePt t="71116" x="368300" y="5099050"/>
          <p14:tracePt t="71158" x="374650" y="5099050"/>
          <p14:tracePt t="71186" x="381000" y="5092700"/>
          <p14:tracePt t="71214" x="387350" y="5086350"/>
          <p14:tracePt t="71285" x="393700" y="5086350"/>
          <p14:tracePt t="71327" x="400050" y="5086350"/>
          <p14:tracePt t="71376" x="400050" y="5080000"/>
          <p14:tracePt t="71425" x="406400" y="5080000"/>
          <p14:tracePt t="71460" x="412750" y="5080000"/>
          <p14:tracePt t="71467" x="419100" y="5080000"/>
          <p14:tracePt t="71495" x="431800" y="5073650"/>
          <p14:tracePt t="71509" x="438150" y="5073650"/>
          <p14:tracePt t="71516" x="444500" y="5067300"/>
          <p14:tracePt t="71537" x="457200" y="5060950"/>
          <p14:tracePt t="71544" x="469900" y="5054600"/>
          <p14:tracePt t="71558" x="482600" y="5054600"/>
          <p14:tracePt t="71569" x="508000" y="5048250"/>
          <p14:tracePt t="71586" x="539750" y="5035550"/>
          <p14:tracePt t="71602" x="558800" y="5029200"/>
          <p14:tracePt t="71619" x="584200" y="5022850"/>
          <p14:tracePt t="71636" x="603250" y="5016500"/>
          <p14:tracePt t="71652" x="609600" y="5016500"/>
          <p14:tracePt t="71670" x="615950" y="5016500"/>
          <p14:tracePt t="71686" x="622300" y="5010150"/>
          <p14:tracePt t="72992" x="628650" y="5010150"/>
          <p14:tracePt t="72999" x="641350" y="5010150"/>
          <p14:tracePt t="73013" x="654050" y="5003800"/>
          <p14:tracePt t="73020" x="660400" y="4997450"/>
          <p14:tracePt t="73030" x="673100" y="4991100"/>
          <p14:tracePt t="73048" x="698500" y="4978400"/>
          <p14:tracePt t="73064" x="704850" y="4978400"/>
          <p14:tracePt t="73081" x="717550" y="4972050"/>
          <p14:tracePt t="73098" x="755650" y="4965700"/>
          <p14:tracePt t="73114" x="768350" y="4959350"/>
          <p14:tracePt t="73130" x="787400" y="4959350"/>
          <p14:tracePt t="73147" x="819150" y="4959350"/>
          <p14:tracePt t="73164" x="857250" y="4953000"/>
          <p14:tracePt t="73181" x="908050" y="4946650"/>
          <p14:tracePt t="73197" x="927100" y="4946650"/>
          <p14:tracePt t="73213" x="971550" y="4933950"/>
          <p14:tracePt t="73232" x="1003300" y="4927600"/>
          <p14:tracePt t="73247" x="1016000" y="4921250"/>
          <p14:tracePt t="73264" x="1054100" y="4908550"/>
          <p14:tracePt t="73281" x="1060450" y="4908550"/>
          <p14:tracePt t="73296" x="1066800" y="4908550"/>
          <p14:tracePt t="73314" x="1079500" y="4902200"/>
          <p14:tracePt t="73330" x="1092200" y="4895850"/>
          <p14:tracePt t="73366" x="1098550" y="4895850"/>
          <p14:tracePt t="73379" x="1104900" y="4889500"/>
          <p14:tracePt t="73399" x="1111250" y="4889500"/>
          <p14:tracePt t="73419" x="1117600" y="4889500"/>
          <p14:tracePt t="73469" x="1123950" y="4883150"/>
          <p14:tracePt t="73490" x="1130300" y="4876800"/>
          <p14:tracePt t="73518" x="1136650" y="4876800"/>
          <p14:tracePt t="73532" x="1143000" y="4876800"/>
          <p14:tracePt t="73539" x="1149350" y="4876800"/>
          <p14:tracePt t="73553" x="1149350" y="4870450"/>
          <p14:tracePt t="73562" x="1162050" y="4870450"/>
          <p14:tracePt t="73579" x="1174750" y="4864100"/>
          <p14:tracePt t="73596" x="1212850" y="4857750"/>
          <p14:tracePt t="73612" x="1270000" y="4845050"/>
          <p14:tracePt t="73629" x="1301750" y="4838700"/>
          <p14:tracePt t="73646" x="1377950" y="4838700"/>
          <p14:tracePt t="73662" x="1435100" y="4838700"/>
          <p14:tracePt t="73679" x="1479550" y="4838700"/>
          <p14:tracePt t="73696" x="1492250" y="4838700"/>
          <p14:tracePt t="73712" x="1504950" y="4838700"/>
          <p14:tracePt t="73729" x="1517650" y="4832350"/>
          <p14:tracePt t="73762" x="1524000" y="4832350"/>
          <p14:tracePt t="73798" x="1530350" y="4832350"/>
          <p14:tracePt t="74121" x="1536700" y="4832350"/>
          <p14:tracePt t="74191" x="1530350" y="4832350"/>
          <p14:tracePt t="74198" x="1524000" y="4832350"/>
          <p14:tracePt t="74213" x="1517650" y="4832350"/>
          <p14:tracePt t="74406" x="1485900" y="4832350"/>
          <p14:tracePt t="74413" x="1454150" y="4845050"/>
          <p14:tracePt t="74426" x="1416050" y="4857750"/>
          <p14:tracePt t="74443" x="1327150" y="4895850"/>
          <p14:tracePt t="74459" x="1282700" y="4908550"/>
          <p14:tracePt t="74476" x="1200150" y="4946650"/>
          <p14:tracePt t="74492" x="1085850" y="4991100"/>
          <p14:tracePt t="74509" x="1041400" y="5010150"/>
          <p14:tracePt t="74526" x="958850" y="5035550"/>
          <p14:tracePt t="74542" x="939800" y="5048250"/>
          <p14:tracePt t="74559" x="901700" y="5060950"/>
          <p14:tracePt t="74576" x="882650" y="5073650"/>
          <p14:tracePt t="74592" x="882650" y="5080000"/>
          <p14:tracePt t="74610" x="869950" y="5086350"/>
          <p14:tracePt t="74651" x="863600" y="5092700"/>
          <p14:tracePt t="74686" x="857250" y="5092700"/>
          <p14:tracePt t="74791" x="857250" y="5099050"/>
          <p14:tracePt t="74896" x="863600" y="5099050"/>
          <p14:tracePt t="74904" x="876300" y="5099050"/>
          <p14:tracePt t="74911" x="882650" y="5099050"/>
          <p14:tracePt t="74927" x="889000" y="5099050"/>
          <p14:tracePt t="74941" x="914400" y="5099050"/>
          <p14:tracePt t="74957" x="971550" y="5099050"/>
          <p14:tracePt t="74974" x="1060450" y="5099050"/>
          <p14:tracePt t="74991" x="1123950" y="5099050"/>
          <p14:tracePt t="75007" x="1238250" y="5099050"/>
          <p14:tracePt t="75024" x="1358900" y="5099050"/>
          <p14:tracePt t="75040" x="1409700" y="5111750"/>
          <p14:tracePt t="75058" x="1517650" y="5118100"/>
          <p14:tracePt t="75074" x="1581150" y="5124450"/>
          <p14:tracePt t="75091" x="1612900" y="5124450"/>
          <p14:tracePt t="75107" x="1657350" y="5124450"/>
          <p14:tracePt t="75124" x="1701800" y="5118100"/>
          <p14:tracePt t="75140" x="1714500" y="5111750"/>
          <p14:tracePt t="75157" x="1746250" y="5105400"/>
          <p14:tracePt t="75173" x="1758950" y="5092700"/>
          <p14:tracePt t="75190" x="1797050" y="5073650"/>
          <p14:tracePt t="75207" x="1809750" y="5073650"/>
          <p14:tracePt t="75223" x="1822450" y="5073650"/>
          <p14:tracePt t="75241" x="1841500" y="5067300"/>
          <p14:tracePt t="75256" x="1866900" y="5060950"/>
          <p14:tracePt t="75273" x="1879600" y="5060950"/>
          <p14:tracePt t="75290" x="1898650" y="5060950"/>
          <p14:tracePt t="75307" x="1911350" y="5060950"/>
          <p14:tracePt t="75323" x="1924050" y="5060950"/>
          <p14:tracePt t="75340" x="1949450" y="5060950"/>
          <p14:tracePt t="75356" x="2000250" y="5067300"/>
          <p14:tracePt t="75374" x="2038350" y="5080000"/>
          <p14:tracePt t="75390" x="2070100" y="5080000"/>
          <p14:tracePt t="75407" x="2120900" y="5092700"/>
          <p14:tracePt t="75423" x="2165350" y="5092700"/>
          <p14:tracePt t="75439" x="2190750" y="5092700"/>
          <p14:tracePt t="75456" x="2203450" y="5099050"/>
          <p14:tracePt t="75472" x="2235200" y="5099050"/>
          <p14:tracePt t="75489" x="2247900" y="5105400"/>
          <p14:tracePt t="75505" x="2254250" y="5111750"/>
          <p14:tracePt t="75522" x="2266950" y="5111750"/>
          <p14:tracePt t="75539" x="2279650" y="5111750"/>
          <p14:tracePt t="75556" x="2292350" y="5118100"/>
          <p14:tracePt t="75572" x="2305050" y="5118100"/>
          <p14:tracePt t="75589" x="2324100" y="5118100"/>
          <p14:tracePt t="75606" x="2336800" y="5118100"/>
          <p14:tracePt t="75622" x="2343150" y="5118100"/>
          <p14:tracePt t="75639" x="2368550" y="5124450"/>
          <p14:tracePt t="75655" x="2387600" y="5124450"/>
          <p14:tracePt t="75688" x="2406650" y="5130800"/>
          <p14:tracePt t="75705" x="2432050" y="5130800"/>
          <p14:tracePt t="75721" x="2438400" y="5130800"/>
          <p14:tracePt t="75739" x="2463800" y="5137150"/>
          <p14:tracePt t="75755" x="2495550" y="5137150"/>
          <p14:tracePt t="75771" x="2514600" y="5143500"/>
          <p14:tracePt t="75788" x="2552700" y="5143500"/>
          <p14:tracePt t="75805" x="2578100" y="5143500"/>
          <p14:tracePt t="75821" x="2616200" y="5149850"/>
          <p14:tracePt t="75838" x="2641600" y="5156200"/>
          <p14:tracePt t="75854" x="2654300" y="5162550"/>
          <p14:tracePt t="75872" x="2679700" y="5175250"/>
          <p14:tracePt t="76265" x="2717800" y="5181600"/>
          <p14:tracePt t="76279" x="2768600" y="5194300"/>
          <p14:tracePt t="76289" x="2825750" y="5213350"/>
          <p14:tracePt t="76303" x="2882900" y="5232400"/>
          <p14:tracePt t="76319" x="2984500" y="5251450"/>
          <p14:tracePt t="76336" x="3092450" y="5257800"/>
          <p14:tracePt t="76353" x="3155950" y="5257800"/>
          <p14:tracePt t="76369" x="3289300" y="5232400"/>
          <p14:tracePt t="76386" x="3422650" y="5194300"/>
          <p14:tracePt t="76402" x="3486150" y="5175250"/>
          <p14:tracePt t="76420" x="3568700" y="5175250"/>
          <p14:tracePt t="76436" x="3625850" y="5168900"/>
          <p14:tracePt t="76452" x="3644900" y="5162550"/>
          <p14:tracePt t="76469" x="3689350" y="5156200"/>
          <p14:tracePt t="76485" x="3702050" y="5149850"/>
          <p14:tracePt t="76502" x="3740150" y="5143500"/>
          <p14:tracePt t="76519" x="3765550" y="5143500"/>
          <p14:tracePt t="76535" x="3771900" y="5143500"/>
          <p14:tracePt t="76552" x="3803650" y="5143500"/>
          <p14:tracePt t="76568" x="3829050" y="5137150"/>
          <p14:tracePt t="76585" x="3841750" y="5137150"/>
          <p14:tracePt t="76602" x="3879850" y="5137150"/>
          <p14:tracePt t="76618" x="3892550" y="5137150"/>
          <p14:tracePt t="76635" x="3924300" y="5137150"/>
          <p14:tracePt t="76638" x="3943350" y="5137150"/>
          <p14:tracePt t="76654" x="3962400" y="5137150"/>
          <p14:tracePt t="76668" x="3987800" y="5137150"/>
          <p14:tracePt t="76685" x="4038600" y="5130800"/>
          <p14:tracePt t="76701" x="4083050" y="5130800"/>
          <p14:tracePt t="76718" x="4108450" y="5130800"/>
          <p14:tracePt t="76736" x="4114800" y="5130800"/>
          <p14:tracePt t="76751" x="4121150" y="5130800"/>
          <p14:tracePt t="76862" x="4114800" y="5130800"/>
          <p14:tracePt t="76882" x="4095750" y="5137150"/>
          <p14:tracePt t="76897" x="4083050" y="5137150"/>
          <p14:tracePt t="76904" x="4051300" y="5137150"/>
          <p14:tracePt t="76918" x="4013200" y="5137150"/>
          <p14:tracePt t="76934" x="3898900" y="5143500"/>
          <p14:tracePt t="76950" x="3822700" y="5143500"/>
          <p14:tracePt t="76968" x="3505200" y="5162550"/>
          <p14:tracePt t="76984" x="3390900" y="5175250"/>
          <p14:tracePt t="77000" x="3136900" y="5194300"/>
          <p14:tracePt t="77017" x="2844800" y="5238750"/>
          <p14:tracePt t="77034" x="2717800" y="5270500"/>
          <p14:tracePt t="77052" x="2457450" y="5340350"/>
          <p14:tracePt t="77067" x="2216150" y="5391150"/>
          <p14:tracePt t="77083" x="2101850" y="5422900"/>
          <p14:tracePt t="77101" x="1892300" y="5473700"/>
          <p14:tracePt t="77117" x="1803400" y="5492750"/>
          <p14:tracePt t="77133" x="1606550" y="5537200"/>
          <p14:tracePt t="77137" x="1530350" y="5556250"/>
          <p14:tracePt t="77150" x="1447800" y="5575300"/>
          <p14:tracePt t="77167" x="1327150" y="5594350"/>
          <p14:tracePt t="77183" x="1289050" y="5613400"/>
          <p14:tracePt t="77200" x="1238250" y="5619750"/>
          <p14:tracePt t="77216" x="1225550" y="5626100"/>
          <p14:tracePt t="77233" x="1206500" y="5638800"/>
          <p14:tracePt t="77249" x="1200150" y="5638800"/>
          <p14:tracePt t="77373" x="1200150" y="5645150"/>
          <p14:tracePt t="77395" x="1206500" y="5645150"/>
          <p14:tracePt t="77408" x="1212850" y="5645150"/>
          <p14:tracePt t="77418" x="1219200" y="5645150"/>
          <p14:tracePt t="77432" x="1225550" y="5645150"/>
          <p14:tracePt t="77449" x="1231900" y="5645150"/>
          <p14:tracePt t="77465" x="1250950" y="5645150"/>
          <p14:tracePt t="77482" x="1263650" y="5645150"/>
          <p14:tracePt t="77501" x="1282700" y="5645150"/>
          <p14:tracePt t="77515" x="1289050" y="5645150"/>
          <p14:tracePt t="77532" x="1320800" y="5638800"/>
          <p14:tracePt t="77550" x="1365250" y="5619750"/>
          <p14:tracePt t="77565" x="1384300" y="5613400"/>
          <p14:tracePt t="77582" x="1435100" y="5594350"/>
          <p14:tracePt t="77598" x="1485900" y="5581650"/>
          <p14:tracePt t="77615" x="1517650" y="5562600"/>
          <p14:tracePt t="77631" x="1562100" y="5549900"/>
          <p14:tracePt t="77648" x="1593850" y="5543550"/>
          <p14:tracePt t="77664" x="1600200" y="5537200"/>
          <p14:tracePt t="77682" x="1612900" y="5537200"/>
          <p14:tracePt t="77698" x="1631950" y="5530850"/>
          <p14:tracePt t="77714" x="1638300" y="5530850"/>
          <p14:tracePt t="77732" x="1651000" y="5530850"/>
          <p14:tracePt t="77747" x="1657350" y="5530850"/>
          <p14:tracePt t="77764" x="1676400" y="5530850"/>
          <p14:tracePt t="77781" x="1689100" y="5530850"/>
          <p14:tracePt t="77798" x="1695450" y="5530850"/>
          <p14:tracePt t="77814" x="1701800" y="5530850"/>
          <p14:tracePt t="77831" x="1708150" y="5524500"/>
          <p14:tracePt t="77848" x="1714500" y="5524500"/>
          <p14:tracePt t="77865" x="1720850" y="5524500"/>
          <p14:tracePt t="77897" x="1727200" y="5524500"/>
          <p14:tracePt t="77914" x="1733550" y="5524500"/>
          <p14:tracePt t="77930" x="1739900" y="5524500"/>
          <p14:tracePt t="77947" x="1752600" y="5524500"/>
          <p14:tracePt t="77964" x="1784350" y="5524500"/>
          <p14:tracePt t="77980" x="1847850" y="5537200"/>
          <p14:tracePt t="77998" x="1924050" y="5537200"/>
          <p14:tracePt t="78014" x="1968500" y="5543550"/>
          <p14:tracePt t="78031" x="2019300" y="5543550"/>
          <p14:tracePt t="78047" x="2171700" y="5549900"/>
          <p14:tracePt t="78064" x="2222500" y="5549900"/>
          <p14:tracePt t="78080" x="2266950" y="5549900"/>
          <p14:tracePt t="78097" x="2336800" y="5549900"/>
          <p14:tracePt t="78114" x="2374900" y="5543550"/>
          <p14:tracePt t="78130" x="2387600" y="5543550"/>
          <p14:tracePt t="78147" x="2406650" y="5543550"/>
          <p14:tracePt t="78163" x="2413000" y="5543550"/>
          <p14:tracePt t="78397" x="2438400" y="5543550"/>
          <p14:tracePt t="78411" x="2463800" y="5530850"/>
          <p14:tracePt t="78419" x="2501900" y="5530850"/>
          <p14:tracePt t="78432" x="2546350" y="5518150"/>
          <p14:tracePt t="78446" x="2584450" y="5511800"/>
          <p14:tracePt t="78462" x="2647950" y="5505450"/>
          <p14:tracePt t="78479" x="2667000" y="5499100"/>
          <p14:tracePt t="78496" x="2705100" y="5499100"/>
          <p14:tracePt t="78512" x="2717800" y="5492750"/>
          <p14:tracePt t="78528" x="2724150" y="5492750"/>
          <p14:tracePt t="78545" x="2730500" y="5492750"/>
          <p14:tracePt t="78562" x="2736850" y="5492750"/>
          <p14:tracePt t="78608" x="2743200" y="5492750"/>
          <p14:tracePt t="79093" x="2762250" y="5505450"/>
          <p14:tracePt t="79099" x="2806700" y="5518150"/>
          <p14:tracePt t="79114" x="2832100" y="5537200"/>
          <p14:tracePt t="79128" x="2863850" y="5549900"/>
          <p14:tracePt t="79143" x="2971800" y="5568950"/>
          <p14:tracePt t="79160" x="3028950" y="5575300"/>
          <p14:tracePt t="79164" x="3079750" y="5575300"/>
          <p14:tracePt t="79178" x="3143250" y="5575300"/>
          <p14:tracePt t="79193" x="3257550" y="5575300"/>
          <p14:tracePt t="79209" x="3327400" y="5568950"/>
          <p14:tracePt t="79226" x="3416300" y="5556250"/>
          <p14:tracePt t="79242" x="3467100" y="5556250"/>
          <p14:tracePt t="79259" x="3479800" y="5549900"/>
          <p14:tracePt t="79276" x="3505200" y="5549900"/>
          <p14:tracePt t="79292" x="3524250" y="5549900"/>
          <p14:tracePt t="79309" x="3536950" y="5549900"/>
          <p14:tracePt t="79326" x="3562350" y="5543550"/>
          <p14:tracePt t="79342" x="3575050" y="5537200"/>
          <p14:tracePt t="79360" x="3632200" y="5530850"/>
          <p14:tracePt t="79375" x="3663950" y="5530850"/>
          <p14:tracePt t="79392" x="3702050" y="5524500"/>
          <p14:tracePt t="79409" x="3784600" y="5518150"/>
          <p14:tracePt t="79425" x="3860800" y="5505450"/>
          <p14:tracePt t="79442" x="3905250" y="5505450"/>
          <p14:tracePt t="79459" x="3956050" y="5505450"/>
          <p14:tracePt t="79475" x="4006850" y="5505450"/>
          <p14:tracePt t="79493" x="4019550" y="5505450"/>
          <p14:tracePt t="79508" x="4044950" y="5505450"/>
          <p14:tracePt t="79525" x="4057650" y="5505450"/>
          <p14:tracePt t="79612" x="4064000" y="5505450"/>
          <p14:tracePt t="79626" x="4070350" y="5505450"/>
          <p14:tracePt t="79633" x="4076700" y="5505450"/>
          <p14:tracePt t="79647" x="4083050" y="5505450"/>
          <p14:tracePt t="79661" x="4089400" y="5505450"/>
          <p14:tracePt t="79675" x="4102100" y="5505450"/>
          <p14:tracePt t="79691" x="4114800" y="5505450"/>
          <p14:tracePt t="79707" x="4146550" y="5505450"/>
          <p14:tracePt t="79725" x="4191000" y="5505450"/>
          <p14:tracePt t="79741" x="4222750" y="5505450"/>
          <p14:tracePt t="79758" x="4279900" y="5505450"/>
          <p14:tracePt t="79774" x="4337050" y="5505450"/>
          <p14:tracePt t="79791" x="4356100" y="5511800"/>
          <p14:tracePt t="79807" x="4406900" y="5511800"/>
          <p14:tracePt t="79823" x="4457700" y="5511800"/>
          <p14:tracePt t="79841" x="4476750" y="5511800"/>
          <p14:tracePt t="79858" x="4508500" y="5511800"/>
          <p14:tracePt t="79874" x="4540250" y="5511800"/>
          <p14:tracePt t="79890" x="4559300" y="5511800"/>
          <p14:tracePt t="79907" x="4584700" y="5511800"/>
          <p14:tracePt t="79923" x="4610100" y="5505450"/>
          <p14:tracePt t="79941" x="4616450" y="5505450"/>
          <p14:tracePt t="79957" x="4635500" y="5505450"/>
          <p14:tracePt t="79973" x="4641850" y="5505450"/>
          <p14:tracePt t="79990" x="4654550" y="5505450"/>
          <p14:tracePt t="80007" x="4667250" y="5505450"/>
          <p14:tracePt t="80023" x="4673600" y="5505450"/>
          <p14:tracePt t="80040" x="4679950" y="5505450"/>
          <p14:tracePt t="80117" x="4686300" y="5505450"/>
          <p14:tracePt t="80131" x="4692650" y="5505450"/>
          <p14:tracePt t="80496" x="4718050" y="5505450"/>
          <p14:tracePt t="80503" x="4756150" y="5505450"/>
          <p14:tracePt t="80517" x="4806950" y="5505450"/>
          <p14:tracePt t="80524" x="4857750" y="5505450"/>
          <p14:tracePt t="80541" x="4914900" y="5505450"/>
          <p14:tracePt t="80555" x="5029200" y="5486400"/>
          <p14:tracePt t="80571" x="5099050" y="5473700"/>
          <p14:tracePt t="80588" x="5257800" y="5422900"/>
          <p14:tracePt t="80605" x="5308600" y="5403850"/>
          <p14:tracePt t="80621" x="5372100" y="5397500"/>
          <p14:tracePt t="80638" x="5397500" y="5391150"/>
          <p14:tracePt t="80654" x="5403850" y="5391150"/>
          <p14:tracePt t="81521" x="5422900" y="5397500"/>
          <p14:tracePt t="81536" x="5448300" y="5403850"/>
          <p14:tracePt t="81542" x="5492750" y="5410200"/>
          <p14:tracePt t="81556" x="5549900" y="5429250"/>
          <p14:tracePt t="81568" x="5613400" y="5441950"/>
          <p14:tracePt t="81585" x="5759450" y="5461000"/>
          <p14:tracePt t="81601" x="5911850" y="5480050"/>
          <p14:tracePt t="81619" x="6057900" y="5499100"/>
          <p14:tracePt t="81634" x="6108700" y="5505450"/>
          <p14:tracePt t="81651" x="6216650" y="5524500"/>
          <p14:tracePt t="81668" x="6286500" y="5530850"/>
          <p14:tracePt t="81684" x="6324600" y="5537200"/>
          <p14:tracePt t="81700" x="6356350" y="5543550"/>
          <p14:tracePt t="81718" x="6381750" y="5549900"/>
          <p14:tracePt t="81734" x="6388100" y="5549900"/>
          <p14:tracePt t="81751" x="6394450" y="5556250"/>
          <p14:tracePt t="81767" x="6407150" y="5556250"/>
          <p14:tracePt t="81784" x="6413500" y="5556250"/>
          <p14:tracePt t="81801" x="6419850" y="5556250"/>
          <p14:tracePt t="81817" x="6457950" y="5556250"/>
          <p14:tracePt t="81834" x="6470650" y="5562600"/>
          <p14:tracePt t="81851" x="6521450" y="5562600"/>
          <p14:tracePt t="81867" x="6559550" y="5575300"/>
          <p14:tracePt t="81883" x="6629400" y="5575300"/>
          <p14:tracePt t="81900" x="6705600" y="5581650"/>
          <p14:tracePt t="81917" x="6750050" y="5581650"/>
          <p14:tracePt t="81934" x="6826250" y="5581650"/>
          <p14:tracePt t="81950" x="6883400" y="5581650"/>
          <p14:tracePt t="81966" x="6908800" y="5581650"/>
          <p14:tracePt t="81984" x="6959600" y="5581650"/>
          <p14:tracePt t="82000" x="6991350" y="5581650"/>
          <p14:tracePt t="82016" x="7004050" y="5581650"/>
          <p14:tracePt t="82033" x="7029450" y="5575300"/>
          <p14:tracePt t="82050" x="7048500" y="5575300"/>
          <p14:tracePt t="82066" x="7054850" y="5575300"/>
          <p14:tracePt t="82083" x="7061200" y="5568950"/>
          <p14:tracePt t="82099" x="7067550" y="5568950"/>
          <p14:tracePt t="82117" x="7080250" y="5568950"/>
          <p14:tracePt t="82149" x="7086600" y="5562600"/>
          <p14:tracePt t="82166" x="7099300" y="5562600"/>
          <p14:tracePt t="82199" x="7105650" y="5562600"/>
          <p14:tracePt t="82216" x="7118350" y="5556250"/>
          <p14:tracePt t="82233" x="7131050" y="5556250"/>
          <p14:tracePt t="82265" x="7150100" y="5556250"/>
          <p14:tracePt t="82282" x="7181850" y="5556250"/>
          <p14:tracePt t="82300" x="7232650" y="5556250"/>
          <p14:tracePt t="82315" x="7258050" y="5556250"/>
          <p14:tracePt t="82332" x="7315200" y="5556250"/>
          <p14:tracePt t="82349" x="7397750" y="5549900"/>
          <p14:tracePt t="82365" x="7423150" y="5543550"/>
          <p14:tracePt t="82382" x="7505700" y="5543550"/>
          <p14:tracePt t="82398" x="7569200" y="5543550"/>
          <p14:tracePt t="82415" x="7607300" y="5543550"/>
          <p14:tracePt t="82432" x="7664450" y="5543550"/>
          <p14:tracePt t="82448" x="7721600" y="5543550"/>
          <p14:tracePt t="82465" x="7753350" y="5537200"/>
          <p14:tracePt t="82482" x="7810500" y="5537200"/>
          <p14:tracePt t="82498" x="7829550" y="5537200"/>
          <p14:tracePt t="82515" x="7880350" y="5537200"/>
          <p14:tracePt t="82532" x="7924800" y="5537200"/>
          <p14:tracePt t="82548" x="7956550" y="5537200"/>
          <p14:tracePt t="82565" x="8013700" y="5543550"/>
          <p14:tracePt t="82581" x="8070850" y="5556250"/>
          <p14:tracePt t="82598" x="8102600" y="5562600"/>
          <p14:tracePt t="82615" x="8159750" y="5581650"/>
          <p14:tracePt t="82630" x="8204200" y="5594350"/>
          <p14:tracePt t="82648" x="8223250" y="5600700"/>
          <p14:tracePt t="82664" x="8267700" y="5613400"/>
          <p14:tracePt t="82680" x="8293100" y="5626100"/>
          <p14:tracePt t="82697" x="8305800" y="5632450"/>
          <p14:tracePt t="82714" x="8324850" y="5638800"/>
          <p14:tracePt t="82731" x="8337550" y="5645150"/>
          <p14:tracePt t="82749" x="8362950" y="5651500"/>
          <p14:tracePt t="82763" x="8375650" y="5651500"/>
          <p14:tracePt t="82780" x="8388350" y="5651500"/>
          <p14:tracePt t="82798" x="8401050" y="5651500"/>
          <p14:tracePt t="82830" x="8407400" y="5651500"/>
          <p14:tracePt t="82847" x="8420100" y="5651500"/>
          <p14:tracePt t="82880" x="8426450" y="5645150"/>
          <p14:tracePt t="82917" x="8432800" y="5645150"/>
          <p14:tracePt t="82938" x="8439150" y="5645150"/>
          <p14:tracePt t="82987" x="8451850" y="5645150"/>
          <p14:tracePt t="83022" x="8458200" y="5645150"/>
          <p14:tracePt t="83029" x="8464550" y="5645150"/>
          <p14:tracePt t="83036" x="8470900" y="5645150"/>
          <p14:tracePt t="83057" x="8477250" y="5645150"/>
          <p14:tracePt t="83071" x="8483600" y="5645150"/>
          <p14:tracePt t="83085" x="8489950" y="5645150"/>
          <p14:tracePt t="83106" x="8496300" y="5645150"/>
          <p14:tracePt t="83127" x="8502650" y="5645150"/>
          <p14:tracePt t="83162" x="8509000" y="5645150"/>
          <p14:tracePt t="83267" x="8502650" y="5638800"/>
          <p14:tracePt t="83288" x="8496300" y="5638800"/>
          <p14:tracePt t="83310" x="8489950" y="5632450"/>
          <p14:tracePt t="83337" x="8483600" y="5632450"/>
          <p14:tracePt t="83352" x="8477250" y="5626100"/>
          <p14:tracePt t="83358" x="8470900" y="5626100"/>
          <p14:tracePt t="83373" x="8458200" y="5619750"/>
          <p14:tracePt t="83381" x="8445500" y="5613400"/>
          <p14:tracePt t="83395" x="8426450" y="5607050"/>
          <p14:tracePt t="83412" x="8388350" y="5600700"/>
          <p14:tracePt t="83429" x="8172450" y="5530850"/>
          <p14:tracePt t="83445" x="8058150" y="5499100"/>
          <p14:tracePt t="83461" x="7924800" y="5454650"/>
          <p14:tracePt t="83478" x="7499350" y="5372100"/>
          <p14:tracePt t="83494" x="6921500" y="5276850"/>
          <p14:tracePt t="83511" x="6578600" y="5245100"/>
          <p14:tracePt t="83528" x="5810250" y="5175250"/>
          <p14:tracePt t="83544" x="4953000" y="5162550"/>
          <p14:tracePt t="83562" x="4076700" y="5162550"/>
          <p14:tracePt t="83578" x="3632200" y="5187950"/>
          <p14:tracePt t="83594" x="2762250" y="5276850"/>
          <p14:tracePt t="83611" x="1962150" y="5384800"/>
          <p14:tracePt t="83627" x="1606550" y="5448300"/>
          <p14:tracePt t="83644" x="984250" y="5543550"/>
          <p14:tracePt t="83661" x="450850" y="5651500"/>
          <p14:tracePt t="83678" x="228600" y="5676900"/>
          <p14:tracePt t="83694" x="63500" y="5702300"/>
          <p14:tracePt t="84607" x="0" y="6216650"/>
          <p14:tracePt t="84614" x="6350" y="6216650"/>
          <p14:tracePt t="84623" x="19050" y="6223000"/>
          <p14:tracePt t="84641" x="44450" y="6223000"/>
          <p14:tracePt t="84657" x="101600" y="6229350"/>
          <p14:tracePt t="84674" x="139700" y="6235700"/>
          <p14:tracePt t="84692" x="247650" y="6248400"/>
          <p14:tracePt t="84707" x="273050" y="6248400"/>
          <p14:tracePt t="84724" x="323850" y="6248400"/>
          <p14:tracePt t="84741" x="387350" y="6248400"/>
          <p14:tracePt t="84757" x="482600" y="6248400"/>
          <p14:tracePt t="84774" x="533400" y="6248400"/>
          <p14:tracePt t="84790" x="635000" y="6242050"/>
          <p14:tracePt t="84807" x="742950" y="6242050"/>
          <p14:tracePt t="84824" x="844550" y="6248400"/>
          <p14:tracePt t="84840" x="876300" y="6248400"/>
          <p14:tracePt t="84857" x="933450" y="6248400"/>
          <p14:tracePt t="84874" x="965200" y="6261100"/>
          <p14:tracePt t="84890" x="977900" y="6261100"/>
          <p14:tracePt t="84906" x="984250" y="6261100"/>
          <p14:tracePt t="84923" x="990600" y="6261100"/>
          <p14:tracePt t="84957" x="996950" y="6261100"/>
          <p14:tracePt t="85042" x="1003300" y="6261100"/>
          <p14:tracePt t="85049" x="1009650" y="6261100"/>
          <p14:tracePt t="85063" x="1016000" y="6261100"/>
          <p14:tracePt t="85077" x="1028700" y="6254750"/>
          <p14:tracePt t="85092" x="1041400" y="6248400"/>
          <p14:tracePt t="85106" x="1060450" y="6242050"/>
          <p14:tracePt t="85122" x="1111250" y="6210300"/>
          <p14:tracePt t="85139" x="1174750" y="6184900"/>
          <p14:tracePt t="85155" x="1238250" y="6146800"/>
          <p14:tracePt t="85172" x="1257300" y="6134100"/>
          <p14:tracePt t="85189" x="1320800" y="6096000"/>
          <p14:tracePt t="85206" x="1365250" y="6051550"/>
          <p14:tracePt t="85222" x="1390650" y="6032500"/>
          <p14:tracePt t="85239" x="1435100" y="6000750"/>
          <p14:tracePt t="85255" x="1460500" y="5975350"/>
          <p14:tracePt t="85272" x="1473200" y="5962650"/>
          <p14:tracePt t="85288" x="1492250" y="5949950"/>
          <p14:tracePt t="85305" x="1498600" y="5949950"/>
          <p14:tracePt t="85323" x="1524000" y="5937250"/>
          <p14:tracePt t="85339" x="1536700" y="5930900"/>
          <p14:tracePt t="85355" x="1549400" y="5924550"/>
          <p14:tracePt t="85372" x="1568450" y="5918200"/>
          <p14:tracePt t="85388" x="1587500" y="5911850"/>
          <p14:tracePt t="85422" x="1606550" y="5905500"/>
          <p14:tracePt t="85437" x="1612900" y="5905500"/>
          <p14:tracePt t="85456" x="1631950" y="5905500"/>
          <p14:tracePt t="85471" x="1638300" y="5899150"/>
          <p14:tracePt t="85488" x="1644650" y="5899150"/>
          <p14:tracePt t="85505" x="1663700" y="5899150"/>
          <p14:tracePt t="85521" x="1670050" y="5899150"/>
          <p14:tracePt t="85538" x="1676400" y="5899150"/>
          <p14:tracePt t="85555" x="1701800" y="5899150"/>
          <p14:tracePt t="85571" x="1714500" y="5899150"/>
          <p14:tracePt t="85587" x="1727200" y="5899150"/>
          <p14:tracePt t="85604" x="1803400" y="5899150"/>
          <p14:tracePt t="85621" x="1841500" y="5892800"/>
          <p14:tracePt t="85638" x="1936750" y="5892800"/>
          <p14:tracePt t="85654" x="1987550" y="5892800"/>
          <p14:tracePt t="85671" x="2114550" y="5892800"/>
          <p14:tracePt t="85687" x="2235200" y="5892800"/>
          <p14:tracePt t="85704" x="2298700" y="5892800"/>
          <p14:tracePt t="85720" x="2400300" y="5905500"/>
          <p14:tracePt t="85737" x="2508250" y="5899150"/>
          <p14:tracePt t="85753" x="2546350" y="5899150"/>
          <p14:tracePt t="85757" x="2584450" y="5899150"/>
          <p14:tracePt t="85770" x="2628900" y="5892800"/>
          <p14:tracePt t="85787" x="2686050" y="5880100"/>
          <p14:tracePt t="85803" x="2711450" y="5880100"/>
          <p14:tracePt t="85820" x="2762250" y="5861050"/>
          <p14:tracePt t="85836" x="2806700" y="5848350"/>
          <p14:tracePt t="85853" x="2819400" y="5842000"/>
          <p14:tracePt t="85870" x="2851150" y="5822950"/>
          <p14:tracePt t="85886" x="2857500" y="5816600"/>
          <p14:tracePt t="86378" x="2876550" y="5816600"/>
          <p14:tracePt t="86386" x="2895600" y="5816600"/>
          <p14:tracePt t="86399" x="2921000" y="5822950"/>
          <p14:tracePt t="86406" x="2946400" y="5822950"/>
          <p14:tracePt t="86421" x="2978150" y="5822950"/>
          <p14:tracePt t="86435" x="3035300" y="5822950"/>
          <p14:tracePt t="86451" x="3073400" y="5822950"/>
          <p14:tracePt t="86468" x="3098800" y="5822950"/>
          <p14:tracePt t="86484" x="3200400" y="5816600"/>
          <p14:tracePt t="86501" x="3308350" y="5803900"/>
          <p14:tracePt t="86519" x="3435350" y="5784850"/>
          <p14:tracePt t="86534" x="3492500" y="5778500"/>
          <p14:tracePt t="86551" x="3594100" y="5778500"/>
          <p14:tracePt t="86568" x="3689350" y="5772150"/>
          <p14:tracePt t="86584" x="3714750" y="5772150"/>
          <p14:tracePt t="86601" x="3771900" y="5772150"/>
          <p14:tracePt t="86617" x="3822700" y="5772150"/>
          <p14:tracePt t="86634" x="3841750" y="5772150"/>
          <p14:tracePt t="86651" x="3879850" y="5772150"/>
          <p14:tracePt t="86667" x="3930650" y="5772150"/>
          <p14:tracePt t="86683" x="3962400" y="5778500"/>
          <p14:tracePt t="86701" x="4019550" y="5778500"/>
          <p14:tracePt t="86717" x="4057650" y="5778500"/>
          <p14:tracePt t="86733" x="4089400" y="5772150"/>
          <p14:tracePt t="86750" x="4210050" y="5746750"/>
          <p14:tracePt t="86767" x="4254500" y="5734050"/>
          <p14:tracePt t="86783" x="4318000" y="5727700"/>
          <p14:tracePt t="86800" x="4368800" y="5727700"/>
          <p14:tracePt t="86816" x="4400550" y="5727700"/>
          <p14:tracePt t="86833" x="4451350" y="5734050"/>
          <p14:tracePt t="86849" x="4508500" y="5753100"/>
          <p14:tracePt t="86866" x="4533900" y="5759450"/>
          <p14:tracePt t="86883" x="4635500" y="5784850"/>
          <p14:tracePt t="86899" x="4749800" y="5803900"/>
          <p14:tracePt t="86916" x="4800600" y="5803900"/>
          <p14:tracePt t="86933" x="4933950" y="5803900"/>
          <p14:tracePt t="86949" x="5060950" y="5803900"/>
          <p14:tracePt t="86966" x="5124450" y="5803900"/>
          <p14:tracePt t="86983" x="5264150" y="5810250"/>
          <p14:tracePt t="86999" x="5372100" y="5822950"/>
          <p14:tracePt t="87016" x="5416550" y="5822950"/>
          <p14:tracePt t="87032" x="5429250" y="5822950"/>
          <p14:tracePt t="87049" x="5435600" y="5822950"/>
          <p14:tracePt t="87066" x="5441950" y="5822950"/>
          <p14:tracePt t="87087" x="5429250" y="5822950"/>
          <p14:tracePt t="87102" x="5422900" y="5816600"/>
          <p14:tracePt t="87122" x="5416550" y="5816600"/>
          <p14:tracePt t="87131" x="5403850" y="5810250"/>
          <p14:tracePt t="87496" x="5467350" y="5810250"/>
          <p14:tracePt t="87510" x="5543550" y="5810250"/>
          <p14:tracePt t="87517" x="5619750" y="5810250"/>
          <p14:tracePt t="87533" x="5695950" y="5810250"/>
          <p14:tracePt t="87547" x="5759450" y="5810250"/>
          <p14:tracePt t="87564" x="5911850" y="5822950"/>
          <p14:tracePt t="87581" x="6045200" y="5842000"/>
          <p14:tracePt t="87597" x="6096000" y="5848350"/>
          <p14:tracePt t="87614" x="6165850" y="5861050"/>
          <p14:tracePt t="87630" x="6267450" y="5861050"/>
          <p14:tracePt t="87647" x="6381750" y="5861050"/>
          <p14:tracePt t="87664" x="6438900" y="5854700"/>
          <p14:tracePt t="87680" x="6540500" y="5854700"/>
          <p14:tracePt t="87697" x="6572250" y="5854700"/>
          <p14:tracePt t="87714" x="6610350" y="5854700"/>
          <p14:tracePt t="87730" x="6642100" y="5854700"/>
          <p14:tracePt t="87746" x="6667500" y="5854700"/>
          <p14:tracePt t="87763" x="6686550" y="5854700"/>
          <p14:tracePt t="87780" x="6711950" y="5854700"/>
          <p14:tracePt t="87796" x="6724650" y="5854700"/>
          <p14:tracePt t="87813" x="6750050" y="5854700"/>
          <p14:tracePt t="87830" x="6762750" y="5854700"/>
          <p14:tracePt t="87847" x="6807200" y="5854700"/>
          <p14:tracePt t="87863" x="6826250" y="5854700"/>
          <p14:tracePt t="87879" x="6845300" y="5854700"/>
          <p14:tracePt t="87896" x="6908800" y="5842000"/>
          <p14:tracePt t="87913" x="6965950" y="5835650"/>
          <p14:tracePt t="87929" x="7004050" y="5829300"/>
          <p14:tracePt t="87946" x="7086600" y="5816600"/>
          <p14:tracePt t="87962" x="7143750" y="5816600"/>
          <p14:tracePt t="87979" x="7181850" y="5816600"/>
          <p14:tracePt t="87995" x="7232650" y="5816600"/>
          <p14:tracePt t="88012" x="7277100" y="5816600"/>
          <p14:tracePt t="88030" x="7334250" y="5816600"/>
          <p14:tracePt t="88045" x="7353300" y="5816600"/>
          <p14:tracePt t="88062" x="7410450" y="5816600"/>
          <p14:tracePt t="88079" x="7461250" y="5810250"/>
          <p14:tracePt t="88095" x="7486650" y="5803900"/>
          <p14:tracePt t="88113" x="7512050" y="5803900"/>
          <p14:tracePt t="88128" x="7600950" y="5803900"/>
          <p14:tracePt t="88145" x="7626350" y="5803900"/>
          <p14:tracePt t="88163" x="7677150" y="5810250"/>
          <p14:tracePt t="88178" x="7702550" y="5810250"/>
          <p14:tracePt t="88195" x="7753350" y="5810250"/>
          <p14:tracePt t="88212" x="7804150" y="5810250"/>
          <p14:tracePt t="88228" x="7829550" y="5810250"/>
          <p14:tracePt t="88245" x="7874000" y="5816600"/>
          <p14:tracePt t="88262" x="7905750" y="5816600"/>
          <p14:tracePt t="88278" x="7918450" y="5816600"/>
          <p14:tracePt t="88295" x="7937500" y="5822950"/>
          <p14:tracePt t="88311" x="7943850" y="5829300"/>
          <p14:tracePt t="88744" x="7950200" y="5829300"/>
          <p14:tracePt t="88751" x="7962900" y="5829300"/>
          <p14:tracePt t="88765" x="7981950" y="5842000"/>
          <p14:tracePt t="88776" x="7994650" y="5842000"/>
          <p14:tracePt t="88793" x="8045450" y="5848350"/>
          <p14:tracePt t="88809" x="8064500" y="5848350"/>
          <p14:tracePt t="88826" x="8115300" y="5848350"/>
          <p14:tracePt t="88843" x="8197850" y="5835650"/>
          <p14:tracePt t="88860" x="8223250" y="5829300"/>
          <p14:tracePt t="88877" x="8280400" y="5829300"/>
          <p14:tracePt t="88892" x="8331200" y="5822950"/>
          <p14:tracePt t="88909" x="8350250" y="5822950"/>
          <p14:tracePt t="88926" x="8375650" y="5822950"/>
          <p14:tracePt t="88942" x="8394700" y="5816600"/>
          <p14:tracePt t="88959" x="8401050" y="5816600"/>
          <p14:tracePt t="88976" x="8413750" y="5816600"/>
          <p14:tracePt t="88992" x="8426450" y="5816600"/>
          <p14:tracePt t="89009" x="8439150" y="5816600"/>
          <p14:tracePt t="89025" x="8458200" y="5816600"/>
          <p14:tracePt t="89042" x="8470900" y="5816600"/>
          <p14:tracePt t="89059" x="8489950" y="5816600"/>
          <p14:tracePt t="89075" x="8502650" y="5816600"/>
          <p14:tracePt t="89092" x="8515350" y="5816600"/>
          <p14:tracePt t="89109" x="8534400" y="5810250"/>
          <p14:tracePt t="89125" x="8540750" y="5810250"/>
          <p14:tracePt t="89164" x="8547100" y="5810250"/>
          <p14:tracePt t="89263" x="8553450" y="5810250"/>
          <p14:tracePt t="89340" x="8540750" y="5810250"/>
          <p14:tracePt t="89361" x="8528050" y="5810250"/>
          <p14:tracePt t="89376" x="8509000" y="5810250"/>
          <p14:tracePt t="89382" x="8477250" y="5816600"/>
          <p14:tracePt t="89396" x="8432800" y="5822950"/>
          <p14:tracePt t="89407" x="8382000" y="5822950"/>
          <p14:tracePt t="89424" x="8267700" y="5822950"/>
          <p14:tracePt t="89441" x="8191500" y="5835650"/>
          <p14:tracePt t="89457" x="8128000" y="5835650"/>
          <p14:tracePt t="89474" x="7994650" y="5842000"/>
          <p14:tracePt t="89491" x="7918450" y="5842000"/>
          <p14:tracePt t="89508" x="7886700" y="5842000"/>
          <p14:tracePt t="89523" x="7848600" y="5842000"/>
          <p14:tracePt t="89557" x="7842250" y="5842000"/>
          <p14:tracePt t="89676" x="7835900" y="5842000"/>
          <p14:tracePt t="89691" x="7829550" y="5842000"/>
          <p14:tracePt t="89705" x="7823200" y="5842000"/>
          <p14:tracePt t="89712" x="7816850" y="5842000"/>
          <p14:tracePt t="89726" x="7810500" y="5848350"/>
          <p14:tracePt t="89746" x="7804150" y="5848350"/>
          <p14:tracePt t="89756" x="7791450" y="5848350"/>
          <p14:tracePt t="89773" x="7772400" y="5854700"/>
          <p14:tracePt t="89790" x="7721600" y="5854700"/>
          <p14:tracePt t="89806" x="7664450" y="5854700"/>
          <p14:tracePt t="89823" x="7645400" y="5854700"/>
          <p14:tracePt t="89839" x="7600950" y="5854700"/>
          <p14:tracePt t="89856" x="7575550" y="5854700"/>
          <p14:tracePt t="89873" x="7562850" y="5854700"/>
          <p14:tracePt t="89889" x="7556500" y="5854700"/>
          <p14:tracePt t="89923" x="7569200" y="5854700"/>
          <p14:tracePt t="89936" x="7575550" y="5854700"/>
          <p14:tracePt t="89943" x="7581900" y="5854700"/>
          <p14:tracePt t="89959" x="7594600" y="5854700"/>
          <p14:tracePt t="89973" x="7607300" y="5854700"/>
          <p14:tracePt t="89988" x="7620000" y="5854700"/>
          <p14:tracePt t="90006" x="7664450" y="5854700"/>
          <p14:tracePt t="90022" x="7683500" y="5854700"/>
          <p14:tracePt t="90039" x="7715250" y="5854700"/>
          <p14:tracePt t="90056" x="7734300" y="5854700"/>
          <p14:tracePt t="90072" x="7766050" y="5854700"/>
          <p14:tracePt t="90088" x="7785100" y="5854700"/>
          <p14:tracePt t="90105" x="7791450" y="5854700"/>
          <p14:tracePt t="90203" x="7785100" y="5854700"/>
          <p14:tracePt t="90217" x="7778750" y="5854700"/>
          <p14:tracePt t="90224" x="7772400" y="5854700"/>
          <p14:tracePt t="90241" x="7766050" y="5854700"/>
          <p14:tracePt t="90254" x="7747000" y="5854700"/>
          <p14:tracePt t="90271" x="7727950" y="5854700"/>
          <p14:tracePt t="90288" x="7689850" y="5854700"/>
          <p14:tracePt t="90304" x="7670800" y="5854700"/>
          <p14:tracePt t="90322" x="7626350" y="5854700"/>
          <p14:tracePt t="90337" x="7613650" y="5854700"/>
          <p14:tracePt t="90354" x="7607300" y="5854700"/>
          <p14:tracePt t="90387" x="7600950" y="5854700"/>
          <p14:tracePt t="90427" x="7594600" y="5854700"/>
          <p14:tracePt t="90504" x="7588250" y="5854700"/>
          <p14:tracePt t="90602" x="7594600" y="5854700"/>
          <p14:tracePt t="90616" x="7600950" y="5854700"/>
          <p14:tracePt t="90638" x="7613650" y="5854700"/>
          <p14:tracePt t="90645" x="7626350" y="5854700"/>
          <p14:tracePt t="90659" x="7639050" y="5854700"/>
          <p14:tracePt t="90669" x="7651750" y="5854700"/>
          <p14:tracePt t="90687" x="7689850" y="5854700"/>
          <p14:tracePt t="90703" x="7715250" y="5854700"/>
          <p14:tracePt t="90720" x="7747000" y="5848350"/>
          <p14:tracePt t="90736" x="7772400" y="5848350"/>
          <p14:tracePt t="90753" x="7778750" y="5848350"/>
          <p14:tracePt t="90771" x="7785100" y="5842000"/>
          <p14:tracePt t="90786" x="7791450" y="5842000"/>
          <p14:tracePt t="90819" x="7797800" y="5842000"/>
          <p14:tracePt t="90890" x="7804150" y="5842000"/>
          <p14:tracePt t="90897" x="7810500" y="5842000"/>
          <p14:tracePt t="90918" x="7816850" y="5842000"/>
          <p14:tracePt t="90932" x="7823200" y="5842000"/>
          <p14:tracePt t="90939" x="7835900" y="5842000"/>
          <p14:tracePt t="90952" x="7848600" y="5835650"/>
          <p14:tracePt t="90969" x="7886700" y="5835650"/>
          <p14:tracePt t="90985" x="7918450" y="5835650"/>
          <p14:tracePt t="91003" x="7975600" y="5835650"/>
          <p14:tracePt t="91018" x="8013700" y="5835650"/>
          <p14:tracePt t="91035" x="8039100" y="5829300"/>
          <p14:tracePt t="91052" x="8058150" y="5829300"/>
          <p14:tracePt t="91068" x="8070850" y="5829300"/>
          <p14:tracePt t="91085" x="8077200" y="5829300"/>
          <p14:tracePt t="91102" x="8083550" y="5829300"/>
          <p14:tracePt t="91192" x="8077200" y="5829300"/>
          <p14:tracePt t="91212" x="8064500" y="5829300"/>
          <p14:tracePt t="91220" x="8058150" y="5829300"/>
          <p14:tracePt t="91227" x="8039100" y="5829300"/>
          <p14:tracePt t="91241" x="8020050" y="5835650"/>
          <p14:tracePt t="91251" x="7988300" y="5842000"/>
          <p14:tracePt t="91269" x="7886700" y="5848350"/>
          <p14:tracePt t="91285" x="7804150" y="5861050"/>
          <p14:tracePt t="91301" x="7651750" y="5880100"/>
          <p14:tracePt t="91318" x="7575550" y="5880100"/>
          <p14:tracePt t="91334" x="7416800" y="5892800"/>
          <p14:tracePt t="91351" x="7289800" y="5892800"/>
          <p14:tracePt t="91368" x="7232650" y="5886450"/>
          <p14:tracePt t="91384" x="7213600" y="5886450"/>
          <p14:tracePt t="91401" x="7194550" y="5880100"/>
          <p14:tracePt t="91417" x="7181850" y="5880100"/>
          <p14:tracePt t="91924" x="7143750" y="5880100"/>
          <p14:tracePt t="91931" x="7080250" y="5880100"/>
          <p14:tracePt t="91938" x="7004050" y="5880100"/>
          <p14:tracePt t="91952" x="6915150" y="5880100"/>
          <p14:tracePt t="91966" x="6826250" y="5880100"/>
          <p14:tracePt t="91982" x="6635750" y="5880100"/>
          <p14:tracePt t="91998" x="6546850" y="5880100"/>
          <p14:tracePt t="92015" x="6356350" y="5880100"/>
          <p14:tracePt t="92032" x="6178550" y="5880100"/>
          <p14:tracePt t="92049" x="6076950" y="5892800"/>
          <p14:tracePt t="92065" x="5880100" y="5911850"/>
          <p14:tracePt t="92082" x="5702300" y="5930900"/>
          <p14:tracePt t="92099" x="5537200" y="5949950"/>
          <p14:tracePt t="92115" x="5467350" y="5962650"/>
          <p14:tracePt t="92131" x="5314950" y="5988050"/>
          <p14:tracePt t="92149" x="5207000" y="6000750"/>
          <p14:tracePt t="92164" x="5175250" y="6000750"/>
          <p14:tracePt t="92181" x="5124450" y="5981700"/>
          <p14:tracePt t="92198" x="5124450" y="5975350"/>
          <p14:tracePt t="92215" x="5124450" y="5962650"/>
          <p14:tracePt t="92231" x="5124450" y="5956300"/>
          <p14:tracePt t="92248" x="5162550" y="5924550"/>
          <p14:tracePt t="92264" x="5213350" y="5924550"/>
          <p14:tracePt t="92738" x="5200650" y="5924550"/>
          <p14:tracePt t="92745" x="5181600" y="5924550"/>
          <p14:tracePt t="92759" x="5156200" y="5930900"/>
          <p14:tracePt t="92766" x="5130800" y="5937250"/>
          <p14:tracePt t="92779" x="5099050" y="5943600"/>
          <p14:tracePt t="92796" x="5048250" y="5962650"/>
          <p14:tracePt t="92812" x="5010150" y="5962650"/>
          <p14:tracePt t="92830" x="4940300" y="5956300"/>
          <p14:tracePt t="92846" x="4864100" y="5949950"/>
          <p14:tracePt t="92862" x="4832350" y="5943600"/>
          <p14:tracePt t="92879" x="4768850" y="5930900"/>
          <p14:tracePt t="92895" x="4743450" y="5918200"/>
          <p14:tracePt t="92912" x="4705350" y="5899150"/>
          <p14:tracePt t="92929" x="4686300" y="5880100"/>
          <p14:tracePt t="92945" x="4679950" y="5867400"/>
          <p14:tracePt t="92962" x="4673600" y="5848350"/>
          <p14:tracePt t="92978" x="4673600" y="5822950"/>
          <p14:tracePt t="92995" x="4673600" y="5816600"/>
          <p14:tracePt t="93012" x="4679950" y="5784850"/>
          <p14:tracePt t="93028" x="4705350" y="5759450"/>
          <p14:tracePt t="93045" x="4730750" y="5753100"/>
          <p14:tracePt t="93062" x="4832350" y="5727700"/>
          <p14:tracePt t="93078" x="5003800" y="5695950"/>
          <p14:tracePt t="93095" x="5118100" y="5676900"/>
          <p14:tracePt t="93111" x="5384800" y="5664200"/>
          <p14:tracePt t="93128" x="5511800" y="5657850"/>
          <p14:tracePt t="93145" x="5867400" y="5657850"/>
          <p14:tracePt t="93161" x="6248400" y="5676900"/>
          <p14:tracePt t="93178" x="6438900" y="5702300"/>
          <p14:tracePt t="93194" x="6711950" y="5746750"/>
          <p14:tracePt t="93211" x="6921500" y="5797550"/>
          <p14:tracePt t="93228" x="7010400" y="5803900"/>
          <p14:tracePt t="93244" x="7156450" y="5835650"/>
          <p14:tracePt t="93261" x="7239000" y="5842000"/>
          <p14:tracePt t="93278" x="7277100" y="5842000"/>
          <p14:tracePt t="93295" x="7283450" y="5842000"/>
          <p14:tracePt t="93311" x="7289800" y="5835650"/>
          <p14:tracePt t="93349" x="7289800" y="5842000"/>
          <p14:tracePt t="93360" x="7289800" y="5848350"/>
          <p14:tracePt t="93377" x="7239000" y="5873750"/>
          <p14:tracePt t="93394" x="7200900" y="5892800"/>
          <p14:tracePt t="93412" x="7054850" y="5943600"/>
          <p14:tracePt t="93427" x="6845300" y="5981700"/>
          <p14:tracePt t="93444" x="6718300" y="6000750"/>
          <p14:tracePt t="93461" x="6419850" y="6038850"/>
          <p14:tracePt t="93476" x="6013450" y="6064250"/>
          <p14:tracePt t="93493" x="5829300" y="6064250"/>
          <p14:tracePt t="93510" x="5505450" y="6057900"/>
          <p14:tracePt t="93526" x="5372100" y="6045200"/>
          <p14:tracePt t="93543" x="5143500" y="6038850"/>
          <p14:tracePt t="93560" x="4997450" y="6019800"/>
          <p14:tracePt t="93576" x="4959350" y="6007100"/>
          <p14:tracePt t="93594" x="4940300" y="5994400"/>
          <p14:tracePt t="93610" x="4978400" y="5981700"/>
          <p14:tracePt t="93626" x="5022850" y="5975350"/>
          <p14:tracePt t="93643" x="5187950" y="5956300"/>
          <p14:tracePt t="93659" x="5391150" y="5956300"/>
          <p14:tracePt t="93676" x="5543550" y="5956300"/>
          <p14:tracePt t="93693" x="5822950" y="5969000"/>
          <p14:tracePt t="93710" x="6191250" y="5969000"/>
          <p14:tracePt t="93727" x="6330950" y="5969000"/>
          <p14:tracePt t="93743" x="6559550" y="5956300"/>
          <p14:tracePt t="93759" x="6648450" y="5937250"/>
          <p14:tracePt t="93777" x="6870700" y="5918200"/>
          <p14:tracePt t="93792" x="6908800" y="5918200"/>
          <p14:tracePt t="93809" x="6927850" y="5918200"/>
          <p14:tracePt t="93826" x="6978650" y="5918200"/>
          <p14:tracePt t="93951" x="6978650" y="5911850"/>
          <p14:tracePt t="93987" x="6985000" y="5911850"/>
          <p14:tracePt t="94106" x="6985000" y="5905500"/>
          <p14:tracePt t="94127" x="6985000" y="5899150"/>
          <p14:tracePt t="94142" x="6991350" y="5892800"/>
          <p14:tracePt t="94602" x="7010400" y="5892800"/>
          <p14:tracePt t="94609" x="7029450" y="5899150"/>
          <p14:tracePt t="94625" x="7067550" y="5911850"/>
          <p14:tracePt t="94640" x="7137400" y="5905500"/>
          <p14:tracePt t="94656" x="7169150" y="5905500"/>
          <p14:tracePt t="94673" x="7239000" y="5892800"/>
          <p14:tracePt t="94689" x="7264400" y="5892800"/>
          <p14:tracePt t="94706" x="7315200" y="5880100"/>
          <p14:tracePt t="94722" x="7366000" y="5873750"/>
          <p14:tracePt t="94739" x="7391400" y="5873750"/>
          <p14:tracePt t="94756" x="7429500" y="5854700"/>
          <p14:tracePt t="94772" x="7442200" y="5854700"/>
          <p14:tracePt t="94789" x="7448550" y="5854700"/>
          <p14:tracePt t="94806" x="7454900" y="5854700"/>
          <p14:tracePt t="94834" x="7461250" y="5854700"/>
          <p14:tracePt t="94911" x="7454900" y="5854700"/>
          <p14:tracePt t="94918" x="7448550" y="5861050"/>
          <p14:tracePt t="94931" x="7442200" y="5867400"/>
          <p14:tracePt t="94941" x="7429500" y="5867400"/>
          <p14:tracePt t="94955" x="7404100" y="5880100"/>
          <p14:tracePt t="94972" x="7385050" y="5880100"/>
          <p14:tracePt t="94988" x="7283450" y="5924550"/>
          <p14:tracePt t="95005" x="7239000" y="5930900"/>
          <p14:tracePt t="95022" x="7188200" y="5937250"/>
          <p14:tracePt t="95038" x="7105650" y="5949950"/>
          <p14:tracePt t="95055" x="7016750" y="5956300"/>
          <p14:tracePt t="95072" x="6953250" y="5962650"/>
          <p14:tracePt t="95089" x="6927850" y="5962650"/>
          <p14:tracePt t="95104" x="6896100" y="5962650"/>
          <p14:tracePt t="95122" x="6883400" y="5962650"/>
          <p14:tracePt t="95138" x="6877050" y="5962650"/>
          <p14:tracePt t="95184" x="6883400" y="5962650"/>
          <p14:tracePt t="95191" x="6889750" y="5956300"/>
          <p14:tracePt t="95205" x="6902450" y="5949950"/>
          <p14:tracePt t="95221" x="6934200" y="5943600"/>
          <p14:tracePt t="95237" x="6953250" y="5930900"/>
          <p14:tracePt t="95254" x="7029450" y="5905500"/>
          <p14:tracePt t="95271" x="7112000" y="5892800"/>
          <p14:tracePt t="95288" x="7137400" y="5880100"/>
          <p14:tracePt t="95304" x="7194550" y="5861050"/>
          <p14:tracePt t="95321" x="7207250" y="5854700"/>
          <p14:tracePt t="95338" x="7226300" y="5848350"/>
          <p14:tracePt t="95354" x="7232650" y="5842000"/>
          <p14:tracePt t="95408" x="7213600" y="5842000"/>
          <p14:tracePt t="95422" x="7200900" y="5842000"/>
          <p14:tracePt t="95430" x="7175500" y="5848350"/>
          <p14:tracePt t="95444" x="7137400" y="5848350"/>
          <p14:tracePt t="95453" x="7086600" y="5854700"/>
          <p14:tracePt t="95470" x="7035800" y="5854700"/>
          <p14:tracePt t="95487" x="6896100" y="5867400"/>
          <p14:tracePt t="95503" x="6699250" y="5873750"/>
          <p14:tracePt t="95521" x="6483350" y="5905500"/>
          <p14:tracePt t="95536" x="6369050" y="5905500"/>
          <p14:tracePt t="95553" x="6165850" y="5930900"/>
          <p14:tracePt t="95570" x="6064250" y="5937250"/>
          <p14:tracePt t="95586" x="5873750" y="5937250"/>
          <p14:tracePt t="95603" x="5797550" y="5937250"/>
          <p14:tracePt t="95620" x="5626100" y="5924550"/>
          <p14:tracePt t="95636" x="5607050" y="5924550"/>
          <p14:tracePt t="95653" x="5588000" y="5918200"/>
          <p14:tracePt t="95669" x="5568950" y="5918200"/>
          <p14:tracePt t="95686" x="5562600" y="5918200"/>
          <p14:tracePt t="95718" x="5562600" y="5924550"/>
          <p14:tracePt t="95736" x="5575300" y="5930900"/>
          <p14:tracePt t="96142" x="5556250" y="5930900"/>
          <p14:tracePt t="96156" x="5518150" y="5930900"/>
          <p14:tracePt t="96170" x="5467350" y="5930900"/>
          <p14:tracePt t="96177" x="5403850" y="5937250"/>
          <p14:tracePt t="96186" x="5334000" y="5949950"/>
          <p14:tracePt t="96201" x="5257800" y="5949950"/>
          <p14:tracePt t="96217" x="5067300" y="5969000"/>
          <p14:tracePt t="96234" x="4876800" y="5981700"/>
          <p14:tracePt t="96250" x="4762500" y="5981700"/>
          <p14:tracePt t="96267" x="4508500" y="5981700"/>
          <p14:tracePt t="96284" x="4254500" y="5975350"/>
          <p14:tracePt t="96300" x="4127500" y="5962650"/>
          <p14:tracePt t="96317" x="3867150" y="5943600"/>
          <p14:tracePt t="96333" x="3600450" y="5924550"/>
          <p14:tracePt t="96350" x="3486150" y="5911850"/>
          <p14:tracePt t="96367" x="3276600" y="5892800"/>
          <p14:tracePt t="96383" x="3162300" y="5892800"/>
          <p14:tracePt t="96400" x="3136900" y="5892800"/>
          <p14:tracePt t="96417" x="3092450" y="5880100"/>
          <p14:tracePt t="96922" x="3054350" y="5880100"/>
          <p14:tracePt t="96936" x="3009900" y="5880100"/>
          <p14:tracePt t="96944" x="2959100" y="5886450"/>
          <p14:tracePt t="96958" x="2901950" y="5899150"/>
          <p14:tracePt t="96967" x="2851150" y="5918200"/>
          <p14:tracePt t="96981" x="2794000" y="5924550"/>
          <p14:tracePt t="96998" x="2673350" y="5943600"/>
          <p14:tracePt t="97015" x="2520950" y="5962650"/>
          <p14:tracePt t="97031" x="2432050" y="5962650"/>
          <p14:tracePt t="97048" x="2279650" y="5956300"/>
          <p14:tracePt t="97064" x="2146300" y="5949950"/>
          <p14:tracePt t="97081" x="2082800" y="5949950"/>
          <p14:tracePt t="97098" x="2032000" y="5930900"/>
          <p14:tracePt t="97114" x="1866900" y="5886450"/>
          <p14:tracePt t="97131" x="1822450" y="5880100"/>
          <p14:tracePt t="97147" x="1758950" y="5848350"/>
          <p14:tracePt t="97164" x="1720850" y="5816600"/>
          <p14:tracePt t="97181" x="1708150" y="5810250"/>
          <p14:tracePt t="97197" x="1676400" y="5791200"/>
          <p14:tracePt t="97214" x="1676400" y="5784850"/>
          <p14:tracePt t="97231" x="1676400" y="5772150"/>
          <p14:tracePt t="97263" x="1689100" y="5772150"/>
          <p14:tracePt t="97280" x="1714500" y="5772150"/>
          <p14:tracePt t="97666" x="1701800" y="5759450"/>
          <p14:tracePt t="97673" x="1682750" y="5746750"/>
          <p14:tracePt t="97686" x="1670050" y="5734050"/>
          <p14:tracePt t="97695" x="1657350" y="5727700"/>
          <p14:tracePt t="97712" x="1638300" y="5721350"/>
          <p14:tracePt t="97730" x="1600200" y="5702300"/>
          <p14:tracePt t="97745" x="1568450" y="5676900"/>
          <p14:tracePt t="97762" x="1555750" y="5664200"/>
          <p14:tracePt t="97779" x="1511300" y="5645150"/>
          <p14:tracePt t="97795" x="1498600" y="5632450"/>
          <p14:tracePt t="97812" x="1466850" y="5594350"/>
          <p14:tracePt t="97828" x="1447800" y="5568950"/>
          <p14:tracePt t="97845" x="1441450" y="5556250"/>
          <p14:tracePt t="97862" x="1435100" y="5530850"/>
          <p14:tracePt t="97878" x="1428750" y="5511800"/>
          <p14:tracePt t="97912" x="1428750" y="5505450"/>
          <p14:tracePt t="97939" x="1428750" y="5499100"/>
          <p14:tracePt t="97953" x="1428750" y="5492750"/>
          <p14:tracePt t="97996" x="1428750" y="5486400"/>
          <p14:tracePt t="98017" x="1428750" y="5480050"/>
          <p14:tracePt t="98023" x="1435100" y="5480050"/>
          <p14:tracePt t="98046" x="1441450" y="5480050"/>
          <p14:tracePt t="98066" x="1447800" y="5473700"/>
          <p14:tracePt t="98087" x="1447800" y="5467350"/>
          <p14:tracePt t="98095" x="1454150" y="5467350"/>
          <p14:tracePt t="98108" x="1460500" y="5461000"/>
          <p14:tracePt t="98115" x="1460500" y="5454650"/>
          <p14:tracePt t="98130" x="1460500" y="5448300"/>
          <p14:tracePt t="98144" x="1466850" y="5435600"/>
          <p14:tracePt t="98161" x="1479550" y="5410200"/>
          <p14:tracePt t="98178" x="1498600" y="5378450"/>
          <p14:tracePt t="98194" x="1504950" y="5359400"/>
          <p14:tracePt t="98210" x="1517650" y="5334000"/>
          <p14:tracePt t="98227" x="1524000" y="5308600"/>
          <p14:tracePt t="98243" x="1530350" y="5302250"/>
          <p14:tracePt t="98260" x="1530350" y="5295900"/>
          <p14:tracePt t="98277" x="1530350" y="5289550"/>
          <p14:tracePt t="98346" x="1530350" y="5295900"/>
          <p14:tracePt t="98361" x="1524000" y="5302250"/>
          <p14:tracePt t="98367" x="1517650" y="5302250"/>
          <p14:tracePt t="98376" x="1517650" y="5314950"/>
          <p14:tracePt t="98393" x="1504950" y="5327650"/>
          <p14:tracePt t="98411" x="1492250" y="5365750"/>
          <p14:tracePt t="98428" x="1485900" y="5384800"/>
          <p14:tracePt t="98444" x="1460500" y="5441950"/>
          <p14:tracePt t="98460" x="1460500" y="5461000"/>
          <p14:tracePt t="98476" x="1454150" y="5480050"/>
          <p14:tracePt t="98479" x="1454150" y="5492750"/>
          <p14:tracePt t="98493" x="1454150" y="5511800"/>
          <p14:tracePt t="98510" x="1460500" y="5562600"/>
          <p14:tracePt t="98526" x="1460500" y="5594350"/>
          <p14:tracePt t="98543" x="1479550" y="5651500"/>
          <p14:tracePt t="98559" x="1492250" y="5689600"/>
          <p14:tracePt t="98576" x="1498600" y="5708650"/>
          <p14:tracePt t="98592" x="1504950" y="5721350"/>
          <p14:tracePt t="98610" x="1511300" y="5727700"/>
          <p14:tracePt t="98648" x="1511300" y="5734050"/>
          <p14:tracePt t="98676" x="1517650" y="5734050"/>
          <p14:tracePt t="98739" x="1524000" y="5734050"/>
          <p14:tracePt t="98795" x="1524000" y="5727700"/>
          <p14:tracePt t="98830" x="1524000" y="5721350"/>
          <p14:tracePt t="98837" x="1524000" y="5708650"/>
          <p14:tracePt t="98851" x="1524000" y="5702300"/>
          <p14:tracePt t="98861" x="1517650" y="5683250"/>
          <p14:tracePt t="98875" x="1517650" y="5664200"/>
          <p14:tracePt t="98892" x="1498600" y="5600700"/>
          <p14:tracePt t="98908" x="1485900" y="5499100"/>
          <p14:tracePt t="98925" x="1473200" y="5441950"/>
          <p14:tracePt t="98941" x="1466850" y="5327650"/>
          <p14:tracePt t="98958" x="1466850" y="5219700"/>
          <p14:tracePt t="98974" x="1466850" y="5181600"/>
          <p14:tracePt t="98992" x="1479550" y="5124450"/>
          <p14:tracePt t="99008" x="1492250" y="5080000"/>
          <p14:tracePt t="99024" x="1492250" y="5073650"/>
          <p14:tracePt t="99041" x="1498600" y="5067300"/>
          <p14:tracePt t="99077" x="1498600" y="5060950"/>
          <p14:tracePt t="99111" x="1504950" y="5054600"/>
          <p14:tracePt t="99117" x="1504950" y="5048250"/>
          <p14:tracePt t="99132" x="1504950" y="5041900"/>
          <p14:tracePt t="99141" x="1504950" y="5035550"/>
          <p14:tracePt t="99157" x="1504950" y="5029200"/>
          <p14:tracePt t="99174" x="1511300" y="5029200"/>
          <p14:tracePt t="100389" x="1504950" y="5060950"/>
          <p14:tracePt t="100404" x="1492250" y="5073650"/>
          <p14:tracePt t="100410" x="1485900" y="5099050"/>
          <p14:tracePt t="100424" x="1479550" y="5111750"/>
          <p14:tracePt t="100439" x="1473200" y="5118100"/>
          <p14:tracePt t="100455" x="1466850" y="5124450"/>
          <p14:tracePt t="100470" x="1466850" y="5130800"/>
          <p14:tracePt t="100486" x="1460500" y="5143500"/>
          <p14:tracePt t="100503" x="1454150" y="5149850"/>
          <p14:tracePt t="100520" x="1447800" y="5149850"/>
          <p14:tracePt t="100535" x="1447800" y="5156200"/>
          <p14:tracePt t="100552" x="1441450" y="5175250"/>
          <p14:tracePt t="100586" x="1441450" y="5194300"/>
          <p14:tracePt t="100622" x="1441450" y="5200650"/>
          <p14:tracePt t="100894" x="1435100" y="5207000"/>
          <p14:tracePt t="100922" x="1435100" y="5213350"/>
          <p14:tracePt t="100943" x="1435100" y="5219700"/>
          <p14:tracePt t="100951" x="1435100" y="5226050"/>
          <p14:tracePt t="100972" x="1435100" y="5232400"/>
          <p14:tracePt t="100992" x="1441450" y="5232400"/>
          <p14:tracePt t="101001" x="1441450" y="5238750"/>
          <p14:tracePt t="101056" x="1441450" y="5245100"/>
          <p14:tracePt t="101063" x="1441450" y="5251450"/>
          <p14:tracePt t="101090" x="1441450" y="5257800"/>
          <p14:tracePt t="101126" x="1441450" y="5264150"/>
          <p14:tracePt t="101133" x="1447800" y="5264150"/>
          <p14:tracePt t="101140" x="1447800" y="5270500"/>
          <p14:tracePt t="101182" x="1447800" y="5276850"/>
          <p14:tracePt t="101203" x="1454150" y="5283200"/>
          <p14:tracePt t="101231" x="1454150" y="5289550"/>
          <p14:tracePt t="101245" x="1454150" y="5295900"/>
          <p14:tracePt t="101273" x="1460500" y="5302250"/>
          <p14:tracePt t="101280" x="1460500" y="5308600"/>
          <p14:tracePt t="101343" x="1466850" y="5314950"/>
          <p14:tracePt t="101371" x="1466850" y="5321300"/>
          <p14:tracePt t="101392" x="1473200" y="5327650"/>
          <p14:tracePt t="101420" x="1473200" y="5334000"/>
          <p14:tracePt t="101455" x="1473200" y="5340350"/>
          <p14:tracePt t="101483" x="1479550" y="5346700"/>
          <p14:tracePt t="101511" x="1479550" y="5353050"/>
          <p14:tracePt t="101547" x="1479550" y="5359400"/>
          <p14:tracePt t="101560" x="1479550" y="5365750"/>
          <p14:tracePt t="101827" x="1485900" y="5372100"/>
          <p14:tracePt t="101897" x="1485900" y="5378450"/>
          <p14:tracePt t="101925" x="1485900" y="5384800"/>
          <p14:tracePt t="101932" x="1485900" y="5391150"/>
          <p14:tracePt t="101953" x="1485900" y="5397500"/>
          <p14:tracePt t="101975" x="1485900" y="5403850"/>
          <p14:tracePt t="102016" x="1485900" y="5410200"/>
          <p14:tracePt t="102023" x="1485900" y="5416550"/>
          <p14:tracePt t="102073" x="1485900" y="5422900"/>
          <p14:tracePt t="102108" x="1485900" y="5429250"/>
          <p14:tracePt t="102142" x="1492250" y="5435600"/>
          <p14:tracePt t="102178" x="1498600" y="5435600"/>
          <p14:tracePt t="102206" x="1498600" y="5441950"/>
          <p14:tracePt t="102234" x="1504950" y="5448300"/>
          <p14:tracePt t="102255" x="1511300" y="5454650"/>
          <p14:tracePt t="102276" x="1517650" y="5454650"/>
          <p14:tracePt t="102297" x="1524000" y="5454650"/>
          <p14:tracePt t="102304" x="1530350" y="5461000"/>
          <p14:tracePt t="102318" x="1536700" y="5461000"/>
          <p14:tracePt t="102329" x="1536700" y="5467350"/>
          <p14:tracePt t="102346" x="1549400" y="5473700"/>
          <p14:tracePt t="102363" x="1549400" y="5480050"/>
          <p14:tracePt t="102379" x="1568450" y="5499100"/>
          <p14:tracePt t="102396" x="1593850" y="5511800"/>
          <p14:tracePt t="102413" x="1600200" y="5524500"/>
          <p14:tracePt t="102430" x="1631950" y="5543550"/>
          <p14:tracePt t="102445" x="1651000" y="5562600"/>
          <p14:tracePt t="102462" x="1663700" y="5568950"/>
          <p14:tracePt t="102480" x="1670050" y="5581650"/>
          <p14:tracePt t="102495" x="1676400" y="5588000"/>
          <p14:tracePt t="102529" x="1689100" y="5588000"/>
          <p14:tracePt t="102545" x="1701800" y="5588000"/>
          <p14:tracePt t="103365" x="1695450" y="5581650"/>
          <p14:tracePt t="103379" x="1689100" y="5568950"/>
          <p14:tracePt t="103414" x="1689100" y="5486400"/>
          <p14:tracePt t="103428" x="1695450" y="5473700"/>
          <p14:tracePt t="103435" x="1701800" y="5461000"/>
          <p14:tracePt t="103449" x="1714500" y="5441950"/>
          <p14:tracePt t="103458" x="1727200" y="5429250"/>
          <p14:tracePt t="103476" x="1739900" y="5416550"/>
          <p14:tracePt t="103492" x="1765300" y="5372100"/>
          <p14:tracePt t="103509" x="1797050" y="5334000"/>
          <p14:tracePt t="103525" x="1803400" y="5321300"/>
          <p14:tracePt t="103542" x="1822450" y="5302250"/>
          <p14:tracePt t="103558" x="1828800" y="5295900"/>
          <p14:tracePt t="103611" x="1835150" y="5289550"/>
          <p14:tracePt t="103849" x="1841500" y="5289550"/>
          <p14:tracePt t="103870" x="1847850" y="5295900"/>
          <p14:tracePt t="103877" x="1854200" y="5308600"/>
          <p14:tracePt t="103893" x="1866900" y="5321300"/>
          <p14:tracePt t="103907" x="1892300" y="5353050"/>
          <p14:tracePt t="103924" x="1905000" y="5365750"/>
          <p14:tracePt t="103941" x="1962150" y="5410200"/>
          <p14:tracePt t="103957" x="1987550" y="5435600"/>
          <p14:tracePt t="103974" x="2051050" y="5480050"/>
          <p14:tracePt t="103991" x="2152650" y="5537200"/>
          <p14:tracePt t="104008" x="2197100" y="5556250"/>
          <p14:tracePt t="104024" x="2292350" y="5581650"/>
          <p14:tracePt t="104040" x="2374900" y="5594350"/>
          <p14:tracePt t="104057" x="2413000" y="5607050"/>
          <p14:tracePt t="104074" x="2482850" y="5607050"/>
          <p14:tracePt t="104090" x="2533650" y="5607050"/>
          <p14:tracePt t="104107" x="2546350" y="5607050"/>
          <p14:tracePt t="104124" x="2578100" y="5594350"/>
          <p14:tracePt t="104140" x="2603500" y="5581650"/>
          <p14:tracePt t="104156" x="2616200" y="5581650"/>
          <p14:tracePt t="104173" x="2622550" y="5581650"/>
          <p14:tracePt t="104190" x="2628900" y="5581650"/>
          <p14:tracePt t="104209" x="2635250" y="5581650"/>
          <p14:tracePt t="104522" x="2647950" y="5581650"/>
          <p14:tracePt t="104536" x="2673350" y="5568950"/>
          <p14:tracePt t="104544" x="2679700" y="5568950"/>
          <p14:tracePt t="104555" x="2711450" y="5568950"/>
          <p14:tracePt t="104572" x="2762250" y="5568950"/>
          <p14:tracePt t="104589" x="2787650" y="5568950"/>
          <p14:tracePt t="104605" x="2844800" y="5568950"/>
          <p14:tracePt t="104622" x="2889250" y="5575300"/>
          <p14:tracePt t="104638" x="2908300" y="5575300"/>
          <p14:tracePt t="104655" x="2933700" y="5581650"/>
          <p14:tracePt t="104671" x="2946400" y="5588000"/>
          <p14:tracePt t="104705" x="2946400" y="5594350"/>
          <p14:tracePt t="104726" x="2952750" y="5594350"/>
          <p14:tracePt t="105131" x="2971800" y="5594350"/>
          <p14:tracePt t="105138" x="2990850" y="5594350"/>
          <p14:tracePt t="105151" x="3022600" y="5594350"/>
          <p14:tracePt t="105159" x="3060700" y="5600700"/>
          <p14:tracePt t="105173" x="3105150" y="5613400"/>
          <p14:tracePt t="105187" x="3155950" y="5613400"/>
          <p14:tracePt t="105203" x="3295650" y="5626100"/>
          <p14:tracePt t="105220" x="3384550" y="5619750"/>
          <p14:tracePt t="105236" x="3606800" y="5600700"/>
          <p14:tracePt t="105253" x="3822700" y="5588000"/>
          <p14:tracePt t="105270" x="3917950" y="5588000"/>
          <p14:tracePt t="105286" x="4114800" y="5581650"/>
          <p14:tracePt t="105302" x="4203700" y="5581650"/>
          <p14:tracePt t="105320" x="4343400" y="5581650"/>
          <p14:tracePt t="105336" x="4457700" y="5581650"/>
          <p14:tracePt t="105352" x="4521200" y="5568950"/>
          <p14:tracePt t="105369" x="4692650" y="5549900"/>
          <p14:tracePt t="105386" x="4724400" y="5543550"/>
          <p14:tracePt t="105402" x="4762500" y="5543550"/>
          <p14:tracePt t="105419" x="4845050" y="5537200"/>
          <p14:tracePt t="105435" x="4889500" y="5537200"/>
          <p14:tracePt t="105452" x="4914900" y="5537200"/>
          <p14:tracePt t="105469" x="4984750" y="5537200"/>
          <p14:tracePt t="105485" x="5060950" y="5537200"/>
          <p14:tracePt t="105503" x="5130800" y="5537200"/>
          <p14:tracePt t="105518" x="5168900" y="5543550"/>
          <p14:tracePt t="105535" x="5238750" y="5562600"/>
          <p14:tracePt t="105552" x="5295900" y="5568950"/>
          <p14:tracePt t="105568" x="5321300" y="5575300"/>
          <p14:tracePt t="105585" x="5365750" y="5581650"/>
          <p14:tracePt t="105602" x="5416550" y="5594350"/>
          <p14:tracePt t="105618" x="5435600" y="5594350"/>
          <p14:tracePt t="105635" x="5480050" y="5607050"/>
          <p14:tracePt t="105651" x="5530850" y="5600700"/>
          <p14:tracePt t="105668" x="5556250" y="5594350"/>
          <p14:tracePt t="105685" x="5632450" y="5581650"/>
          <p14:tracePt t="105701" x="5689600" y="5575300"/>
          <p14:tracePt t="105718" x="5715000" y="5575300"/>
          <p14:tracePt t="105734" x="5765800" y="5568950"/>
          <p14:tracePt t="105751" x="5791200" y="5568950"/>
          <p14:tracePt t="105768" x="5835650" y="5575300"/>
          <p14:tracePt t="105784" x="5873750" y="5581650"/>
          <p14:tracePt t="105801" x="5892800" y="5600700"/>
          <p14:tracePt t="105818" x="5899150" y="5613400"/>
          <p14:tracePt t="106206" x="5937250" y="5613400"/>
          <p14:tracePt t="106213" x="5994400" y="5613400"/>
          <p14:tracePt t="106219" x="6057900" y="5613400"/>
          <p14:tracePt t="106236" x="6108700" y="5613400"/>
          <p14:tracePt t="106249" x="6184900" y="5607050"/>
          <p14:tracePt t="106266" x="6343650" y="5581650"/>
          <p14:tracePt t="106283" x="6521450" y="5537200"/>
          <p14:tracePt t="106299" x="6616700" y="5530850"/>
          <p14:tracePt t="106316" x="6705600" y="5505450"/>
          <p14:tracePt t="106333" x="6851650" y="5461000"/>
          <p14:tracePt t="106349" x="6972300" y="5429250"/>
          <p14:tracePt t="106365" x="7048500" y="5403850"/>
          <p14:tracePt t="106382" x="7086600" y="5397500"/>
          <p14:tracePt t="106399" x="7105650" y="5391150"/>
          <p14:tracePt t="106416" x="7112000" y="5391150"/>
          <p14:tracePt t="106432" x="7131050" y="5391150"/>
          <p14:tracePt t="106448" x="7137400" y="5391150"/>
          <p14:tracePt t="106500" x="7143750" y="5391150"/>
          <p14:tracePt t="106521" x="7156450" y="5384800"/>
          <p14:tracePt t="106535" x="7162800" y="5384800"/>
          <p14:tracePt t="106542" x="7169150" y="5378450"/>
          <p14:tracePt t="106557" x="7194550" y="5378450"/>
          <p14:tracePt t="106565" x="7213600" y="5372100"/>
          <p14:tracePt t="106581" x="7245350" y="5365750"/>
          <p14:tracePt t="106598" x="7283450" y="5365750"/>
          <p14:tracePt t="106615" x="7340600" y="5365750"/>
          <p14:tracePt t="106631" x="7378700" y="5365750"/>
          <p14:tracePt t="106634" x="7423150" y="5378450"/>
          <p14:tracePt t="106648" x="7461250" y="5384800"/>
          <p14:tracePt t="106664" x="7531100" y="5391150"/>
          <p14:tracePt t="106681" x="7569200" y="5403850"/>
          <p14:tracePt t="106698" x="7639050" y="5410200"/>
          <p14:tracePt t="106714" x="7708900" y="5410200"/>
          <p14:tracePt t="106732" x="7766050" y="5391150"/>
          <p14:tracePt t="106748" x="7797800" y="5384800"/>
          <p14:tracePt t="106764" x="7823200" y="5378450"/>
          <p14:tracePt t="106781" x="7905750" y="5353050"/>
          <p14:tracePt t="106798" x="7924800" y="5346700"/>
          <p14:tracePt t="106814" x="7950200" y="5340350"/>
          <p14:tracePt t="106831" x="7981950" y="5334000"/>
          <p14:tracePt t="106847" x="8013700" y="5334000"/>
          <p14:tracePt t="106864" x="8026400" y="5334000"/>
          <p14:tracePt t="106880" x="8039100" y="5334000"/>
          <p14:tracePt t="106897" x="8045450" y="5334000"/>
          <p14:tracePt t="106930" x="8045450" y="5340350"/>
          <p14:tracePt t="107454" x="8051800" y="5340350"/>
          <p14:tracePt t="107609" x="8039100" y="5340350"/>
          <p14:tracePt t="107616" x="8032750" y="5340350"/>
          <p14:tracePt t="107627" x="8026400" y="5340350"/>
          <p14:tracePt t="107644" x="8001000" y="5340350"/>
          <p14:tracePt t="107661" x="7981950" y="5340350"/>
          <p14:tracePt t="107678" x="7943850" y="5334000"/>
          <p14:tracePt t="107694" x="7772400" y="5334000"/>
          <p14:tracePt t="107711" x="7696200" y="5334000"/>
          <p14:tracePt t="107728" x="7480300" y="5365750"/>
          <p14:tracePt t="107744" x="7366000" y="5391150"/>
          <p14:tracePt t="107760" x="7219950" y="5422900"/>
          <p14:tracePt t="107778" x="6699250" y="5511800"/>
          <p14:tracePt t="107794" x="6483350" y="5537200"/>
          <p14:tracePt t="107810" x="6083300" y="5600700"/>
          <p14:tracePt t="107827" x="5734050" y="5664200"/>
          <p14:tracePt t="107844" x="5543550" y="5689600"/>
          <p14:tracePt t="107861" x="5226050" y="5740400"/>
          <p14:tracePt t="107877" x="4959350" y="5759450"/>
          <p14:tracePt t="107893" x="4832350" y="5772150"/>
          <p14:tracePt t="107910" x="4610100" y="5835650"/>
          <p14:tracePt t="107927" x="4425950" y="5905500"/>
          <p14:tracePt t="107943" x="4337050" y="5937250"/>
          <p14:tracePt t="107960" x="4171950" y="5994400"/>
          <p14:tracePt t="107977" x="4064000" y="6026150"/>
          <p14:tracePt t="107994" x="4013200" y="6038850"/>
          <p14:tracePt t="108010" x="3905250" y="6051550"/>
          <p14:tracePt t="108026" x="3835400" y="6051550"/>
          <p14:tracePt t="108044" x="3778250" y="6051550"/>
          <p14:tracePt t="108060" x="3765550" y="6051550"/>
          <p14:tracePt t="108076" x="3759200" y="6051550"/>
          <p14:tracePt t="108093" x="3746500" y="6032500"/>
          <p14:tracePt t="108627" x="3727450" y="6032500"/>
          <p14:tracePt t="108635" x="3702050" y="6032500"/>
          <p14:tracePt t="108649" x="3670300" y="6026150"/>
          <p14:tracePt t="108657" x="3632200" y="6013450"/>
          <p14:tracePt t="108674" x="3600450" y="6013450"/>
          <p14:tracePt t="108691" x="3568700" y="6007100"/>
          <p14:tracePt t="108707" x="3492500" y="5994400"/>
          <p14:tracePt t="108724" x="3473450" y="5994400"/>
          <p14:tracePt t="108741" x="3435350" y="5975350"/>
          <p14:tracePt t="108757" x="3416300" y="5969000"/>
          <p14:tracePt t="108775" x="3384550" y="5956300"/>
          <p14:tracePt t="108791" x="3371850" y="5949950"/>
          <p14:tracePt t="108807" x="3365500" y="5943600"/>
          <p14:tracePt t="108824" x="3359150" y="5937250"/>
          <p14:tracePt t="108840" x="3346450" y="5937250"/>
          <p14:tracePt t="108873" x="3333750" y="5937250"/>
          <p14:tracePt t="108907" x="3327400" y="5937250"/>
          <p14:tracePt t="108923" x="3314700" y="5937250"/>
          <p14:tracePt t="108940" x="3302000" y="5937250"/>
          <p14:tracePt t="108957" x="3289300" y="5937250"/>
          <p14:tracePt t="108973" x="3276600" y="5937250"/>
          <p14:tracePt t="108990" x="3244850" y="5937250"/>
          <p14:tracePt t="109007" x="3194050" y="5937250"/>
          <p14:tracePt t="109023" x="3162300" y="5937250"/>
          <p14:tracePt t="109040" x="3136900" y="5937250"/>
          <p14:tracePt t="109056" x="3048000" y="5937250"/>
          <p14:tracePt t="109073" x="3028950" y="5937250"/>
          <p14:tracePt t="109091" x="2984500" y="5937250"/>
          <p14:tracePt t="109106" x="2940050" y="5930900"/>
          <p14:tracePt t="109123" x="2921000" y="5924550"/>
          <p14:tracePt t="109139" x="2901950" y="5924550"/>
          <p14:tracePt t="109792" x="2895600" y="5924550"/>
          <p14:tracePt t="109799" x="2882900" y="5924550"/>
          <p14:tracePt t="109813" x="2870200" y="5924550"/>
          <p14:tracePt t="109822" x="2851150" y="5924550"/>
          <p14:tracePt t="109837" x="2838450" y="5924550"/>
          <p14:tracePt t="109853" x="2794000" y="5918200"/>
          <p14:tracePt t="109870" x="2762250" y="5911850"/>
          <p14:tracePt t="109887" x="2749550" y="5911850"/>
          <p14:tracePt t="109904" x="2724150" y="5905500"/>
          <p14:tracePt t="109920" x="2698750" y="5905500"/>
          <p14:tracePt t="109936" x="2686050" y="5905500"/>
          <p14:tracePt t="109953" x="2673350" y="5905500"/>
          <p14:tracePt t="109970" x="2654300" y="5905500"/>
          <p14:tracePt t="109986" x="2647950" y="5905500"/>
          <p14:tracePt t="110003" x="2641600" y="5905500"/>
          <p14:tracePt t="110019" x="2635250" y="5905500"/>
          <p14:tracePt t="110093" x="2628900" y="5905500"/>
          <p14:tracePt t="110164" x="2622550" y="5905500"/>
          <p14:tracePt t="110234" x="2616200" y="5905500"/>
          <p14:tracePt t="110360" x="2616200" y="5899150"/>
          <p14:tracePt t="110381" x="2609850" y="5899150"/>
          <p14:tracePt t="110388" x="2603500" y="5899150"/>
          <p14:tracePt t="110404" x="2597150" y="5899150"/>
          <p14:tracePt t="110423" x="2590800" y="5899150"/>
          <p14:tracePt t="110444" x="2584450" y="5899150"/>
          <p14:tracePt t="110454" x="2578100" y="5899150"/>
          <p14:tracePt t="110468" x="2578100" y="5905500"/>
          <p14:tracePt t="110485" x="2559050" y="5918200"/>
          <p14:tracePt t="110502" x="2546350" y="5930900"/>
          <p14:tracePt t="111040" x="2527300" y="5930900"/>
          <p14:tracePt t="111053" x="2495550" y="5930900"/>
          <p14:tracePt t="111061" x="2470150" y="5924550"/>
          <p14:tracePt t="111075" x="2425700" y="5905500"/>
          <p14:tracePt t="111083" x="2381250" y="5886450"/>
          <p14:tracePt t="111099" x="2349500" y="5861050"/>
          <p14:tracePt t="111116" x="2292350" y="5822950"/>
          <p14:tracePt t="111132" x="2228850" y="5765800"/>
          <p14:tracePt t="111149" x="2184400" y="5740400"/>
          <p14:tracePt t="111166" x="2120900" y="5702300"/>
          <p14:tracePt t="111182" x="2057400" y="5670550"/>
          <p14:tracePt t="111199" x="2025650" y="5657850"/>
          <p14:tracePt t="111216" x="1968500" y="5638800"/>
          <p14:tracePt t="111232" x="1943100" y="5632450"/>
          <p14:tracePt t="111235" x="1924050" y="5626100"/>
          <p14:tracePt t="111249" x="1905000" y="5613400"/>
          <p14:tracePt t="111265" x="1892300" y="5613400"/>
          <p14:tracePt t="111282" x="1885950" y="5607050"/>
          <p14:tracePt t="111320" x="1879600" y="5607050"/>
          <p14:tracePt t="111341" x="1873250" y="5613400"/>
          <p14:tracePt t="111404" x="1866900" y="5613400"/>
          <p14:tracePt t="111411" x="1860550" y="5613400"/>
          <p14:tracePt t="111453" x="1854200" y="5613400"/>
          <p14:tracePt t="111460" x="1847850" y="5613400"/>
          <p14:tracePt t="111935" x="1847850" y="5619750"/>
          <p14:tracePt t="111943" x="1847850" y="5632450"/>
          <p14:tracePt t="111957" x="1847850" y="5645150"/>
          <p14:tracePt t="111965" x="1847850" y="5664200"/>
          <p14:tracePt t="111979" x="1854200" y="5676900"/>
          <p14:tracePt t="111996" x="1854200" y="5695950"/>
          <p14:tracePt t="112014" x="1873250" y="5708650"/>
          <p14:tracePt t="112030" x="1885950" y="5715000"/>
          <p14:tracePt t="112046" x="1930400" y="5734050"/>
          <p14:tracePt t="112063" x="1962150" y="5759450"/>
          <p14:tracePt t="112079" x="1974850" y="5765800"/>
          <p14:tracePt t="112096" x="1987550" y="5772150"/>
          <p14:tracePt t="112113" x="2038350" y="5791200"/>
          <p14:tracePt t="112129" x="2051050" y="5797550"/>
          <p14:tracePt t="112146" x="2063750" y="5803900"/>
          <p14:tracePt t="112162" x="2082800" y="5810250"/>
          <p14:tracePt t="112179" x="2095500" y="5816600"/>
          <p14:tracePt t="112196" x="2108200" y="5822950"/>
          <p14:tracePt t="112212" x="2114550" y="5822950"/>
          <p14:tracePt t="112229" x="2127250" y="5822950"/>
          <p14:tracePt t="112245" x="2139950" y="5822950"/>
          <p14:tracePt t="112262" x="2146300" y="5822950"/>
          <p14:tracePt t="112278" x="2165350" y="5822950"/>
          <p14:tracePt t="112295" x="2190750" y="5822950"/>
          <p14:tracePt t="112312" x="2209800" y="5822950"/>
          <p14:tracePt t="112329" x="2254250" y="5816600"/>
          <p14:tracePt t="112345" x="2298700" y="5816600"/>
          <p14:tracePt t="112362" x="2317750" y="5816600"/>
          <p14:tracePt t="112379" x="2355850" y="5816600"/>
          <p14:tracePt t="112395" x="2368550" y="5816600"/>
          <p14:tracePt t="112411" x="2381250" y="5816600"/>
          <p14:tracePt t="112428" x="2387600" y="5816600"/>
          <p14:tracePt t="112444" x="2393950" y="5816600"/>
          <p14:tracePt t="112462" x="2406650" y="5810250"/>
          <p14:tracePt t="112478" x="2406650" y="5803900"/>
          <p14:tracePt t="114001" x="2406650" y="5810250"/>
          <p14:tracePt t="114008" x="2413000" y="5816600"/>
          <p14:tracePt t="114015" x="2425700" y="5822950"/>
          <p14:tracePt t="114029" x="2438400" y="5829300"/>
          <p14:tracePt t="114039" x="2463800" y="5835650"/>
          <p14:tracePt t="114056" x="2482850" y="5842000"/>
          <p14:tracePt t="114072" x="2533650" y="5848350"/>
          <p14:tracePt t="114089" x="2584450" y="5867400"/>
          <p14:tracePt t="114107" x="2628900" y="5867400"/>
          <p14:tracePt t="114122" x="2647950" y="5867400"/>
          <p14:tracePt t="114139" x="2660650" y="5867400"/>
          <p14:tracePt t="114156" x="2692400" y="5867400"/>
          <p14:tracePt t="114172" x="2705100" y="5867400"/>
          <p14:tracePt t="114188" x="2711450" y="5867400"/>
          <p14:tracePt t="114205" x="2736850" y="5867400"/>
          <p14:tracePt t="114222" x="2762250" y="5867400"/>
          <p14:tracePt t="114238" x="2781300" y="5867400"/>
          <p14:tracePt t="114255" x="2825750" y="5861050"/>
          <p14:tracePt t="114272" x="2863850" y="5842000"/>
          <p14:tracePt t="114289" x="2933700" y="5829300"/>
          <p14:tracePt t="114305" x="2978150" y="5810250"/>
          <p14:tracePt t="114321" x="3060700" y="5797550"/>
          <p14:tracePt t="114338" x="3130550" y="5784850"/>
          <p14:tracePt t="114354" x="3168650" y="5778500"/>
          <p14:tracePt t="114371" x="3232150" y="5772150"/>
          <p14:tracePt t="114388" x="3270250" y="5765800"/>
          <p14:tracePt t="114404" x="3282950" y="5765800"/>
          <p14:tracePt t="114422" x="3295650" y="5765800"/>
          <p14:tracePt t="114437" x="3302000" y="5765800"/>
          <p14:tracePt t="114471" x="3302000" y="5759450"/>
          <p14:tracePt t="114487" x="3302000" y="5753100"/>
          <p14:tracePt t="114504" x="3302000" y="5740400"/>
          <p14:tracePt t="114520" x="3295650" y="5727700"/>
          <p14:tracePt t="114537" x="3302000" y="5721350"/>
          <p14:tracePt t="114993" x="3314700" y="5721350"/>
          <p14:tracePt t="115014" x="3333750" y="5721350"/>
          <p14:tracePt t="115021" x="3340100" y="5721350"/>
          <p14:tracePt t="115035" x="3352800" y="5727700"/>
          <p14:tracePt t="115042" x="3371850" y="5740400"/>
          <p14:tracePt t="115056" x="3403600" y="5746750"/>
          <p14:tracePt t="115069" x="3435350" y="5753100"/>
          <p14:tracePt t="115086" x="3505200" y="5765800"/>
          <p14:tracePt t="115102" x="3536950" y="5784850"/>
          <p14:tracePt t="115119" x="3594100" y="5797550"/>
          <p14:tracePt t="115137" x="3676650" y="5816600"/>
          <p14:tracePt t="115152" x="3714750" y="5816600"/>
          <p14:tracePt t="115168" x="3797300" y="5829300"/>
          <p14:tracePt t="115185" x="3867150" y="5848350"/>
          <p14:tracePt t="115202" x="3911600" y="5854700"/>
          <p14:tracePt t="115218" x="3981450" y="5861050"/>
          <p14:tracePt t="115235" x="4044950" y="5867400"/>
          <p14:tracePt t="115252" x="4095750" y="5867400"/>
          <p14:tracePt t="115268" x="4114800" y="5867400"/>
          <p14:tracePt t="115285" x="4140200" y="5861050"/>
          <p14:tracePt t="115302" x="4191000" y="5861050"/>
          <p14:tracePt t="115318" x="4203700" y="5854700"/>
          <p14:tracePt t="115334" x="4210050" y="5854700"/>
          <p14:tracePt t="115351" x="4222750" y="5854700"/>
          <p14:tracePt t="115966" x="4254500" y="5861050"/>
          <p14:tracePt t="115974" x="4298950" y="5892800"/>
          <p14:tracePt t="115987" x="4349750" y="5918200"/>
          <p14:tracePt t="115998" x="4419600" y="5949950"/>
          <p14:tracePt t="116016" x="4578350" y="5994400"/>
          <p14:tracePt t="116032" x="4673600" y="6019800"/>
          <p14:tracePt t="116049" x="4914900" y="6038850"/>
          <p14:tracePt t="116065" x="5187950" y="6032500"/>
          <p14:tracePt t="116082" x="5327650" y="6026150"/>
          <p14:tracePt t="116099" x="5473700" y="6000750"/>
          <p14:tracePt t="116115" x="5727700" y="5969000"/>
          <p14:tracePt t="116132" x="5930900" y="5937250"/>
          <p14:tracePt t="116149" x="6007100" y="5930900"/>
          <p14:tracePt t="116165" x="6165850" y="5899150"/>
          <p14:tracePt t="116182" x="6273800" y="5880100"/>
          <p14:tracePt t="116199" x="6337300" y="5867400"/>
          <p14:tracePt t="116215" x="6362700" y="5867400"/>
          <p14:tracePt t="116232" x="6394450" y="5867400"/>
          <p14:tracePt t="116248" x="6419850" y="5867400"/>
          <p14:tracePt t="116265" x="6432550" y="5867400"/>
          <p14:tracePt t="116282" x="6451600" y="5867400"/>
          <p14:tracePt t="116298" x="6477000" y="5873750"/>
          <p14:tracePt t="116315" x="6489700" y="5873750"/>
          <p14:tracePt t="116332" x="6515100" y="5880100"/>
          <p14:tracePt t="116348" x="6540500" y="5880100"/>
          <p14:tracePt t="116364" x="6553200" y="5886450"/>
          <p14:tracePt t="116381" x="6578600" y="5892800"/>
          <p14:tracePt t="116397" x="6610350" y="5899150"/>
          <p14:tracePt t="116415" x="6623050" y="5899150"/>
          <p14:tracePt t="116431" x="6654800" y="5899150"/>
          <p14:tracePt t="116448" x="6667500" y="5899150"/>
          <p14:tracePt t="116465" x="6737350" y="5899150"/>
          <p14:tracePt t="116480" x="6762750" y="5899150"/>
          <p14:tracePt t="116497" x="6794500" y="5899150"/>
          <p14:tracePt t="116514" x="6851650" y="5899150"/>
          <p14:tracePt t="116530" x="6896100" y="5899150"/>
          <p14:tracePt t="116547" x="6921500" y="5899150"/>
          <p14:tracePt t="116564" x="6959600" y="5892800"/>
          <p14:tracePt t="116580" x="7004050" y="5892800"/>
          <p14:tracePt t="116597" x="7023100" y="5886450"/>
          <p14:tracePt t="116613" x="7073900" y="5880100"/>
          <p14:tracePt t="116630" x="7131050" y="5861050"/>
          <p14:tracePt t="116647" x="7169150" y="5861050"/>
          <p14:tracePt t="116663" x="7194550" y="5861050"/>
          <p14:tracePt t="116680" x="7226300" y="5861050"/>
          <p14:tracePt t="116697" x="7251700" y="5873750"/>
          <p14:tracePt t="116713" x="7264400" y="5873750"/>
          <p14:tracePt t="116730" x="7277100" y="5873750"/>
          <p14:tracePt t="116746" x="7315200" y="5886450"/>
          <p14:tracePt t="116763" x="7321550" y="5886450"/>
          <p14:tracePt t="116780" x="7327900" y="5886450"/>
          <p14:tracePt t="116797" x="7353300" y="5886450"/>
          <p14:tracePt t="116813" x="7372350" y="5892800"/>
          <p14:tracePt t="116830" x="7385050" y="5892800"/>
          <p14:tracePt t="116846" x="7391400" y="5892800"/>
          <p14:tracePt t="116862" x="7404100" y="5892800"/>
          <p14:tracePt t="116879" x="7416800" y="5892800"/>
          <p14:tracePt t="116896" x="7423150" y="5892800"/>
          <p14:tracePt t="116942" x="7429500" y="5892800"/>
          <p14:tracePt t="116977" x="7435850" y="5892800"/>
          <p14:tracePt t="117011" x="7442200" y="5899150"/>
          <p14:tracePt t="117018" x="7448550" y="5899150"/>
          <p14:tracePt t="117033" x="7454900" y="5899150"/>
          <p14:tracePt t="117532" x="7435850" y="5899150"/>
          <p14:tracePt t="117539" x="7404100" y="5899150"/>
          <p14:tracePt t="117553" x="7359650" y="5899150"/>
          <p14:tracePt t="117561" x="7315200" y="5899150"/>
          <p14:tracePt t="117577" x="7277100" y="5905500"/>
          <p14:tracePt t="117594" x="7181850" y="5924550"/>
          <p14:tracePt t="117610" x="7035800" y="5956300"/>
          <p14:tracePt t="117627" x="6959600" y="5975350"/>
          <p14:tracePt t="117644" x="6800850" y="6000750"/>
          <p14:tracePt t="117660" x="6591300" y="6057900"/>
          <p14:tracePt t="117676" x="6502400" y="6076950"/>
          <p14:tracePt t="117693" x="6324600" y="6083300"/>
          <p14:tracePt t="117710" x="6146800" y="6083300"/>
          <p14:tracePt t="117726" x="6045200" y="6083300"/>
          <p14:tracePt t="117743" x="5816600" y="6108700"/>
          <p14:tracePt t="117759" x="5702300" y="6115050"/>
          <p14:tracePt t="117777" x="5473700" y="6146800"/>
          <p14:tracePt t="117794" x="5200650" y="6203950"/>
          <p14:tracePt t="117810" x="5048250" y="6235700"/>
          <p14:tracePt t="117827" x="4826000" y="6292850"/>
          <p14:tracePt t="117843" x="4648200" y="6330950"/>
          <p14:tracePt t="117859" x="4559300" y="6343650"/>
          <p14:tracePt t="117876" x="4375150" y="6350000"/>
          <p14:tracePt t="117893" x="4343400" y="6343650"/>
          <p14:tracePt t="117909" x="4324350" y="6324600"/>
          <p14:tracePt t="117925" x="4292600" y="6299200"/>
          <p14:tracePt t="117943" x="4286250" y="6261100"/>
          <p14:tracePt t="117959" x="4286250" y="6248400"/>
          <p14:tracePt t="117975" x="4292600" y="6229350"/>
          <p14:tracePt t="117992" x="4305300" y="6210300"/>
          <p14:tracePt t="118504" x="4279900" y="6191250"/>
          <p14:tracePt t="118511" x="4241800" y="6178550"/>
          <p14:tracePt t="118526" x="4197350" y="6159500"/>
          <p14:tracePt t="118540" x="4108450" y="6108700"/>
          <p14:tracePt t="118557" x="4051300" y="6070600"/>
          <p14:tracePt t="118574" x="3981450" y="6026150"/>
          <p14:tracePt t="118590" x="3829050" y="5924550"/>
          <p14:tracePt t="118606" x="3651250" y="5835650"/>
          <p14:tracePt t="118624" x="3441700" y="5727700"/>
          <p14:tracePt t="118640" x="3333750" y="5676900"/>
          <p14:tracePt t="118656" x="3136900" y="5568950"/>
          <p14:tracePt t="118673" x="2965450" y="5486400"/>
          <p14:tracePt t="118690" x="2870200" y="5435600"/>
          <p14:tracePt t="118707" x="2698750" y="5365750"/>
          <p14:tracePt t="118723" x="2578100" y="5340350"/>
          <p14:tracePt t="118739" x="2520950" y="5327650"/>
          <p14:tracePt t="118756" x="2476500" y="5308600"/>
          <p14:tracePt t="118774" x="2438400" y="5308600"/>
          <p14:tracePt t="119364" x="2406650" y="5308600"/>
          <p14:tracePt t="119372" x="2368550" y="5308600"/>
          <p14:tracePt t="119385" x="2330450" y="5314950"/>
          <p14:tracePt t="119392" x="2279650" y="5314950"/>
          <p14:tracePt t="119407" x="2247900" y="5314950"/>
          <p14:tracePt t="119420" x="2209800" y="5321300"/>
          <p14:tracePt t="119437" x="2133600" y="5321300"/>
          <p14:tracePt t="119454" x="2076450" y="5321300"/>
          <p14:tracePt t="119470" x="1917700" y="5327650"/>
          <p14:tracePt t="119487" x="1854200" y="5321300"/>
          <p14:tracePt t="119504" x="1790700" y="5321300"/>
          <p14:tracePt t="119520" x="1676400" y="5321300"/>
          <p14:tracePt t="119537" x="1555750" y="5321300"/>
          <p14:tracePt t="119554" x="1428750" y="5321300"/>
          <p14:tracePt t="119570" x="1365250" y="5321300"/>
          <p14:tracePt t="119587" x="1250950" y="5321300"/>
          <p14:tracePt t="119603" x="1181100" y="5321300"/>
          <p14:tracePt t="119620" x="1162050" y="5321300"/>
          <p14:tracePt t="119637" x="1130300" y="5321300"/>
          <p14:tracePt t="119653" x="1111250" y="5340350"/>
          <p14:tracePt t="119669" x="1098550" y="5346700"/>
          <p14:tracePt t="119687" x="1079500" y="5365750"/>
          <p14:tracePt t="119702" x="1073150" y="5372100"/>
          <p14:tracePt t="119719" x="1060450" y="5391150"/>
          <p14:tracePt t="119736" x="1054100" y="5410200"/>
          <p14:tracePt t="119752" x="1054100" y="5416550"/>
          <p14:tracePt t="119769" x="1047750" y="5422900"/>
          <p14:tracePt t="119786" x="1041400" y="5435600"/>
          <p14:tracePt t="119802" x="1041400" y="5441950"/>
          <p14:tracePt t="119820" x="1041400" y="5461000"/>
          <p14:tracePt t="119835" x="1041400" y="5492750"/>
          <p14:tracePt t="119852" x="1041400" y="5505450"/>
          <p14:tracePt t="119869" x="1060450" y="5543550"/>
          <p14:tracePt t="119886" x="1079500" y="5607050"/>
          <p14:tracePt t="119904" x="1123950" y="5670550"/>
          <p14:tracePt t="119919" x="1136650" y="5702300"/>
          <p14:tracePt t="119935" x="1174750" y="5734050"/>
          <p14:tracePt t="119954" x="1206500" y="5746750"/>
          <p14:tracePt t="119968" x="1219200" y="5753100"/>
          <p14:tracePt t="119985" x="1231900" y="5753100"/>
          <p14:tracePt t="120002" x="1250950" y="5753100"/>
          <p14:tracePt t="120018" x="1263650" y="5753100"/>
          <p14:tracePt t="120035" x="1270000" y="5753100"/>
          <p14:tracePt t="120052" x="1289050" y="5746750"/>
          <p14:tracePt t="120068" x="1308100" y="5727700"/>
          <p14:tracePt t="120085" x="1320800" y="5721350"/>
          <p14:tracePt t="120102" x="1346200" y="5695950"/>
          <p14:tracePt t="120118" x="1371600" y="5664200"/>
          <p14:tracePt t="120135" x="1416050" y="5632450"/>
          <p14:tracePt t="120151" x="1428750" y="5613400"/>
          <p14:tracePt t="120168" x="1466850" y="5575300"/>
          <p14:tracePt t="120185" x="1479550" y="5530850"/>
          <p14:tracePt t="120201" x="1485900" y="5511800"/>
          <p14:tracePt t="120218" x="1485900" y="5467350"/>
          <p14:tracePt t="120234" x="1485900" y="5422900"/>
          <p14:tracePt t="120251" x="1479550" y="5397500"/>
          <p14:tracePt t="120268" x="1479550" y="5378450"/>
          <p14:tracePt t="120284" x="1428750" y="5321300"/>
          <p14:tracePt t="120301" x="1409700" y="5308600"/>
          <p14:tracePt t="120318" x="1365250" y="5289550"/>
          <p14:tracePt t="120334" x="1346200" y="5276850"/>
          <p14:tracePt t="120351" x="1295400" y="5264150"/>
          <p14:tracePt t="120354" x="1276350" y="5264150"/>
          <p14:tracePt t="120370" x="1257300" y="5264150"/>
          <p14:tracePt t="120384" x="1225550" y="5264150"/>
          <p14:tracePt t="120400" x="1181100" y="5264150"/>
          <p14:tracePt t="120418" x="1130300" y="5264150"/>
          <p14:tracePt t="120434" x="1111250" y="5264150"/>
          <p14:tracePt t="120451" x="1073150" y="5289550"/>
          <p14:tracePt t="120467" x="1022350" y="5321300"/>
          <p14:tracePt t="120483" x="996950" y="5365750"/>
          <p14:tracePt t="120500" x="958850" y="5422900"/>
          <p14:tracePt t="120517" x="927100" y="5473700"/>
          <p14:tracePt t="120533" x="920750" y="5492750"/>
          <p14:tracePt t="120551" x="920750" y="5537200"/>
          <p14:tracePt t="120567" x="920750" y="5568950"/>
          <p14:tracePt t="120583" x="920750" y="5575300"/>
          <p14:tracePt t="120600" x="939800" y="5600700"/>
          <p14:tracePt t="120616" x="946150" y="5613400"/>
          <p14:tracePt t="120634" x="958850" y="5632450"/>
          <p14:tracePt t="121368" x="958850" y="5638800"/>
          <p14:tracePt t="121375" x="965200" y="5645150"/>
          <p14:tracePt t="121389" x="971550" y="5657850"/>
          <p14:tracePt t="121397" x="977900" y="5664200"/>
          <p14:tracePt t="121413" x="984250" y="5676900"/>
          <p14:tracePt t="121431" x="996950" y="5695950"/>
          <p14:tracePt t="121447" x="1009650" y="5708650"/>
          <p14:tracePt t="121463" x="1016000" y="5715000"/>
          <p14:tracePt t="121480" x="1022350" y="5727700"/>
          <p14:tracePt t="121497" x="1028700" y="5734050"/>
          <p14:tracePt t="121513" x="1041400" y="5740400"/>
          <p14:tracePt t="121530" x="1054100" y="5740400"/>
          <p14:tracePt t="121546" x="1066800" y="5740400"/>
          <p14:tracePt t="121563" x="1092200" y="5740400"/>
          <p14:tracePt t="121579" x="1111250" y="5740400"/>
          <p14:tracePt t="121596" x="1130300" y="5734050"/>
          <p14:tracePt t="121613" x="1181100" y="5715000"/>
          <p14:tracePt t="121629" x="1238250" y="5683250"/>
          <p14:tracePt t="121646" x="1270000" y="5670550"/>
          <p14:tracePt t="121663" x="1327150" y="5619750"/>
          <p14:tracePt t="121679" x="1371600" y="5600700"/>
          <p14:tracePt t="121697" x="1390650" y="5588000"/>
          <p14:tracePt t="121713" x="1409700" y="5549900"/>
          <p14:tracePt t="121729" x="1416050" y="5524500"/>
          <p14:tracePt t="121746" x="1416050" y="5492750"/>
          <p14:tracePt t="121762" x="1416050" y="5473700"/>
          <p14:tracePt t="121779" x="1416050" y="5461000"/>
          <p14:tracePt t="121796" x="1397000" y="5403850"/>
          <p14:tracePt t="121812" x="1384300" y="5391150"/>
          <p14:tracePt t="121829" x="1377950" y="5378450"/>
          <p14:tracePt t="121845" x="1358900" y="5353050"/>
          <p14:tracePt t="121862" x="1333500" y="5327650"/>
          <p14:tracePt t="121879" x="1308100" y="5302250"/>
          <p14:tracePt t="121882" x="1289050" y="5289550"/>
          <p14:tracePt t="121895" x="1270000" y="5283200"/>
          <p14:tracePt t="121912" x="1219200" y="5257800"/>
          <p14:tracePt t="121929" x="1155700" y="5251450"/>
          <p14:tracePt t="121945" x="1130300" y="5251450"/>
          <p14:tracePt t="121961" x="1073150" y="5251450"/>
          <p14:tracePt t="121978" x="1022350" y="5251450"/>
          <p14:tracePt t="121995" x="996950" y="5264150"/>
          <p14:tracePt t="122012" x="952500" y="5276850"/>
          <p14:tracePt t="122028" x="920750" y="5295900"/>
          <p14:tracePt t="122045" x="901700" y="5308600"/>
          <p14:tracePt t="122062" x="869950" y="5340350"/>
          <p14:tracePt t="122078" x="844550" y="5372100"/>
          <p14:tracePt t="122094" x="831850" y="5391150"/>
          <p14:tracePt t="122112" x="806450" y="5435600"/>
          <p14:tracePt t="122127" x="793750" y="5480050"/>
          <p14:tracePt t="122144" x="787400" y="5499100"/>
          <p14:tracePt t="122161" x="787400" y="5530850"/>
          <p14:tracePt t="122178" x="793750" y="5556250"/>
          <p14:tracePt t="122194" x="793750" y="5568950"/>
          <p14:tracePt t="122211" x="812800" y="5594350"/>
          <p14:tracePt t="122227" x="825500" y="5600700"/>
          <p14:tracePt t="122244" x="844550" y="5619750"/>
          <p14:tracePt t="122261" x="869950" y="5651500"/>
          <p14:tracePt t="122277" x="882650" y="5657850"/>
          <p14:tracePt t="122294" x="927100" y="5676900"/>
          <p14:tracePt t="122310" x="958850" y="5695950"/>
          <p14:tracePt t="122327" x="990600" y="5708650"/>
          <p14:tracePt t="122344" x="1060450" y="5715000"/>
          <p14:tracePt t="122360" x="1117600" y="5715000"/>
          <p14:tracePt t="122378" x="1181100" y="5715000"/>
          <p14:tracePt t="122394" x="1212850" y="5715000"/>
          <p14:tracePt t="122410" x="1238250" y="5715000"/>
          <p14:tracePt t="122427" x="1333500" y="5683250"/>
          <p14:tracePt t="122443" x="1365250" y="5664200"/>
          <p14:tracePt t="122460" x="1397000" y="5651500"/>
          <p14:tracePt t="122476" x="1447800" y="5613400"/>
          <p14:tracePt t="122493" x="1492250" y="5581650"/>
          <p14:tracePt t="122510" x="1517650" y="5562600"/>
          <p14:tracePt t="122526" x="1536700" y="5530850"/>
          <p14:tracePt t="122543" x="1549400" y="5499100"/>
          <p14:tracePt t="122560" x="1562100" y="5454650"/>
          <p14:tracePt t="122576" x="1568450" y="5435600"/>
          <p14:tracePt t="122593" x="1574800" y="5403850"/>
          <p14:tracePt t="122610" x="1574800" y="5372100"/>
          <p14:tracePt t="122626" x="1574800" y="5359400"/>
          <p14:tracePt t="122642" x="1568450" y="5327650"/>
          <p14:tracePt t="122660" x="1549400" y="5289550"/>
          <p14:tracePt t="122676" x="1536700" y="5270500"/>
          <p14:tracePt t="122695" x="1492250" y="5232400"/>
          <p14:tracePt t="122709" x="1428750" y="5194300"/>
          <p14:tracePt t="122726" x="1397000" y="5187950"/>
          <p14:tracePt t="122743" x="1346200" y="5162550"/>
          <p14:tracePt t="122759" x="1320800" y="5156200"/>
          <p14:tracePt t="122775" x="1263650" y="5156200"/>
          <p14:tracePt t="122792" x="1212850" y="5156200"/>
          <p14:tracePt t="122809" x="1174750" y="5156200"/>
          <p14:tracePt t="122825" x="1111250" y="5162550"/>
          <p14:tracePt t="122842" x="1054100" y="5175250"/>
          <p14:tracePt t="122858" x="1035050" y="5175250"/>
          <p14:tracePt t="122876" x="977900" y="5187950"/>
          <p14:tracePt t="122892" x="939800" y="5207000"/>
          <p14:tracePt t="122909" x="920750" y="5219700"/>
          <p14:tracePt t="122925" x="889000" y="5251450"/>
          <p14:tracePt t="122941" x="857250" y="5283200"/>
          <p14:tracePt t="122958" x="844550" y="5308600"/>
          <p14:tracePt t="122975" x="838200" y="5346700"/>
          <p14:tracePt t="122991" x="838200" y="5397500"/>
          <p14:tracePt t="123009" x="838200" y="5461000"/>
          <p14:tracePt t="123024" x="844550" y="5486400"/>
          <p14:tracePt t="123041" x="857250" y="5505450"/>
          <p14:tracePt t="123059" x="901700" y="5581650"/>
          <p14:tracePt t="123075" x="927100" y="5600700"/>
          <p14:tracePt t="123091" x="946150" y="5613400"/>
          <p14:tracePt t="123108" x="990600" y="5657850"/>
          <p14:tracePt t="123124" x="1054100" y="5683250"/>
          <p14:tracePt t="123141" x="1079500" y="5689600"/>
          <p14:tracePt t="123158" x="1149350" y="5695950"/>
          <p14:tracePt t="123175" x="1200150" y="5708650"/>
          <p14:tracePt t="123191" x="1231900" y="5702300"/>
          <p14:tracePt t="123208" x="1282700" y="5689600"/>
          <p14:tracePt t="123225" x="1339850" y="5670550"/>
          <p14:tracePt t="123241" x="1403350" y="5638800"/>
          <p14:tracePt t="123257" x="1447800" y="5619750"/>
          <p14:tracePt t="123274" x="1511300" y="5581650"/>
          <p14:tracePt t="123291" x="1587500" y="5537200"/>
          <p14:tracePt t="123307" x="1606550" y="5511800"/>
          <p14:tracePt t="123324" x="1651000" y="5448300"/>
          <p14:tracePt t="123340" x="1657350" y="5378450"/>
          <p14:tracePt t="123357" x="1657350" y="5340350"/>
          <p14:tracePt t="123374" x="1638300" y="5283200"/>
          <p14:tracePt t="123390" x="1625600" y="5257800"/>
          <p14:tracePt t="123407" x="1581150" y="5213350"/>
          <p14:tracePt t="123424" x="1511300" y="5194300"/>
          <p14:tracePt t="123440" x="1466850" y="5181600"/>
          <p14:tracePt t="123457" x="1397000" y="5175250"/>
          <p14:tracePt t="123474" x="1339850" y="5194300"/>
          <p14:tracePt t="123490" x="1301750" y="5194300"/>
          <p14:tracePt t="123507" x="1238250" y="5213350"/>
          <p14:tracePt t="123523" x="1168400" y="5238750"/>
          <p14:tracePt t="123539" x="1123950" y="5257800"/>
          <p14:tracePt t="123556" x="1060450" y="5295900"/>
          <p14:tracePt t="123574" x="1009650" y="5327650"/>
          <p14:tracePt t="123589" x="984250" y="5340350"/>
          <p14:tracePt t="123606" x="958850" y="5384800"/>
          <p14:tracePt t="123623" x="933450" y="5435600"/>
          <p14:tracePt t="123640" x="927100" y="5486400"/>
          <p14:tracePt t="123655" x="927100" y="5511800"/>
          <p14:tracePt t="123672" x="927100" y="5537200"/>
          <p14:tracePt t="123690" x="946150" y="5581650"/>
          <p14:tracePt t="123706" x="971550" y="5594350"/>
          <p14:tracePt t="123722" x="990600" y="5613400"/>
          <p14:tracePt t="123739" x="1041400" y="5632450"/>
          <p14:tracePt t="123755" x="1111250" y="5638800"/>
          <p14:tracePt t="123772" x="1143000" y="5645150"/>
          <p14:tracePt t="123788" x="1200150" y="5645150"/>
          <p14:tracePt t="123805" x="1250950" y="5632450"/>
          <p14:tracePt t="123823" x="1308100" y="5619750"/>
          <p14:tracePt t="123838" x="1339850" y="5600700"/>
          <p14:tracePt t="123855" x="1390650" y="5581650"/>
          <p14:tracePt t="123872" x="1447800" y="5562600"/>
          <p14:tracePt t="123888" x="1479550" y="5537200"/>
          <p14:tracePt t="123904" x="1524000" y="5511800"/>
          <p14:tracePt t="123922" x="1568450" y="5467350"/>
          <p14:tracePt t="123938" x="1581150" y="5454650"/>
          <p14:tracePt t="123955" x="1593850" y="5435600"/>
          <p14:tracePt t="123971" x="1593850" y="5372100"/>
          <p14:tracePt t="123988" x="1593850" y="5353050"/>
          <p14:tracePt t="124006" x="1581150" y="5308600"/>
          <p14:tracePt t="124021" x="1562100" y="5276850"/>
          <p14:tracePt t="124038" x="1530350" y="5232400"/>
          <p14:tracePt t="124054" x="1485900" y="5200650"/>
          <p14:tracePt t="124071" x="1441450" y="5181600"/>
          <p14:tracePt t="124088" x="1384300" y="5156200"/>
          <p14:tracePt t="124104" x="1327150" y="5149850"/>
          <p14:tracePt t="124121" x="1295400" y="5149850"/>
          <p14:tracePt t="124138" x="1238250" y="5175250"/>
          <p14:tracePt t="124154" x="1181100" y="5213350"/>
          <p14:tracePt t="124171" x="1162050" y="5232400"/>
          <p14:tracePt t="124188" x="1123950" y="5270500"/>
          <p14:tracePt t="124203" x="1085850" y="5334000"/>
          <p14:tracePt t="124222" x="1079500" y="5365750"/>
          <p14:tracePt t="124237" x="1054100" y="5435600"/>
          <p14:tracePt t="124254" x="1035050" y="5505450"/>
          <p14:tracePt t="124271" x="1035050" y="5537200"/>
          <p14:tracePt t="124286" x="1047750" y="5594350"/>
          <p14:tracePt t="124303" x="1054100" y="5613400"/>
          <p14:tracePt t="124321" x="1104900" y="5683250"/>
          <p14:tracePt t="124336" x="1136650" y="5695950"/>
          <p14:tracePt t="124353" x="1162050" y="5702300"/>
          <p14:tracePt t="124370" x="1225550" y="5715000"/>
          <p14:tracePt t="124387" x="1289050" y="5715000"/>
          <p14:tracePt t="124403" x="1320800" y="5715000"/>
          <p14:tracePt t="124420" x="1403350" y="5683250"/>
          <p14:tracePt t="124436" x="1454150" y="5651500"/>
          <p14:tracePt t="124453" x="1479550" y="5638800"/>
          <p14:tracePt t="124469" x="1504950" y="5613400"/>
          <p14:tracePt t="124486" x="1530350" y="5600700"/>
          <p14:tracePt t="124503" x="1549400" y="5562600"/>
          <p14:tracePt t="124520" x="1568450" y="5543550"/>
          <p14:tracePt t="124536" x="1574800" y="5499100"/>
          <p14:tracePt t="124553" x="1574800" y="5435600"/>
          <p14:tracePt t="124569" x="1562100" y="5403850"/>
          <p14:tracePt t="124586" x="1549400" y="5384800"/>
          <p14:tracePt t="124602" x="1492250" y="5314950"/>
          <p14:tracePt t="124619" x="1447800" y="5289550"/>
          <p14:tracePt t="124636" x="1377950" y="5276850"/>
          <p14:tracePt t="124652" x="1339850" y="5276850"/>
          <p14:tracePt t="124669" x="1257300" y="5289550"/>
          <p14:tracePt t="124686" x="1181100" y="5321300"/>
          <p14:tracePt t="124702" x="1123950" y="5359400"/>
          <p14:tracePt t="124719" x="1028700" y="5429250"/>
          <p14:tracePt t="124735" x="965200" y="5499100"/>
          <p14:tracePt t="124752" x="939800" y="5530850"/>
          <p14:tracePt t="124769" x="914400" y="5575300"/>
          <p14:tracePt t="124785" x="914400" y="5600700"/>
          <p14:tracePt t="124802" x="914400" y="5613400"/>
          <p14:tracePt t="124819" x="939800" y="5638800"/>
          <p14:tracePt t="124835" x="971550" y="5676900"/>
          <p14:tracePt t="124852" x="1003300" y="5683250"/>
          <p14:tracePt t="124868" x="1073150" y="5708650"/>
          <p14:tracePt t="124885" x="1136650" y="5721350"/>
          <p14:tracePt t="124902" x="1162050" y="5727700"/>
          <p14:tracePt t="124918" x="1219200" y="5727700"/>
          <p14:tracePt t="124935" x="1250950" y="5734050"/>
          <p14:tracePt t="124952" x="1333500" y="5740400"/>
          <p14:tracePt t="124968" x="1365250" y="5740400"/>
          <p14:tracePt t="124984" x="1390650" y="5740400"/>
          <p14:tracePt t="125001" x="1441450" y="5740400"/>
          <p14:tracePt t="125018" x="1492250" y="5734050"/>
          <p14:tracePt t="125034" x="1504950" y="5721350"/>
          <p14:tracePt t="125051" x="1549400" y="5683250"/>
          <p14:tracePt t="125067" x="1574800" y="5632450"/>
          <p14:tracePt t="125086" x="1587500" y="5581650"/>
          <p14:tracePt t="125101" x="1587500" y="5556250"/>
          <p14:tracePt t="125117" x="1574800" y="5499100"/>
          <p14:tracePt t="125134" x="1543050" y="5435600"/>
          <p14:tracePt t="125151" x="1530350" y="5410200"/>
          <p14:tracePt t="125167" x="1485900" y="5372100"/>
          <p14:tracePt t="125184" x="1454150" y="5346700"/>
          <p14:tracePt t="125201" x="1441450" y="5340350"/>
          <p14:tracePt t="125218" x="1428750" y="5327650"/>
          <p14:tracePt t="125233" x="1397000" y="5314950"/>
          <p14:tracePt t="125250" x="1390650" y="5314950"/>
          <p14:tracePt t="125267" x="1384300" y="5308600"/>
          <p14:tracePt t="125283" x="1377950" y="5308600"/>
          <p14:tracePt t="125303" x="1377950" y="5302250"/>
          <p14:tracePt t="125324" x="1377950" y="5295900"/>
          <p14:tracePt t="125337" x="1384300" y="5295900"/>
          <p14:tracePt t="125350" x="1390650" y="5289550"/>
          <p14:tracePt t="125367" x="1403350" y="5276850"/>
          <p14:tracePt t="125383" x="1409700" y="5264150"/>
          <p14:tracePt t="125400" x="1447800" y="5226050"/>
          <p14:tracePt t="125416" x="1492250" y="5181600"/>
          <p14:tracePt t="125433" x="1504950" y="5162550"/>
          <p14:tracePt t="125436" x="1524000" y="5130800"/>
          <p14:tracePt t="125450" x="1530350" y="5111750"/>
          <p14:tracePt t="125466" x="1543050" y="5054600"/>
          <p14:tracePt t="125483" x="1549400" y="5022850"/>
          <p14:tracePt t="125500" x="1549400" y="4984750"/>
          <p14:tracePt t="125516" x="1562100" y="4940300"/>
          <p14:tracePt t="125533" x="1581150" y="4927600"/>
          <p14:tracePt t="125549" x="1619250" y="4902200"/>
          <p14:tracePt t="125566" x="1657350" y="4895850"/>
          <p14:tracePt t="125583" x="1778000" y="4895850"/>
          <p14:tracePt t="125599" x="1841500" y="4908550"/>
          <p14:tracePt t="125615" x="1892300" y="4908550"/>
          <p14:tracePt t="125632" x="2000250" y="4914900"/>
          <p14:tracePt t="125649" x="2070100" y="4902200"/>
          <p14:tracePt t="125665" x="2082800" y="4895850"/>
          <p14:tracePt t="125682" x="2101850" y="4883150"/>
          <p14:tracePt t="125699" x="2108200" y="4883150"/>
          <p14:tracePt t="125732" x="2114550" y="4876800"/>
          <p14:tracePt t="125807" x="2120900" y="4876800"/>
          <p14:tracePt t="125856" x="2133600" y="4876800"/>
          <p14:tracePt t="125863" x="2133600" y="4883150"/>
          <p14:tracePt t="125878" x="2146300" y="4883150"/>
          <p14:tracePt t="125899" x="2152650" y="4883150"/>
          <p14:tracePt t="125905" x="2159000" y="4883150"/>
          <p14:tracePt t="125919" x="2171700" y="4889500"/>
          <p14:tracePt t="125931" x="2190750" y="4889500"/>
          <p14:tracePt t="125949" x="2228850" y="4908550"/>
          <p14:tracePt t="125964" x="2247900" y="4908550"/>
          <p14:tracePt t="125981" x="2273300" y="4908550"/>
          <p14:tracePt t="125998" x="2298700" y="4914900"/>
          <p14:tracePt t="126015" x="2311400" y="4921250"/>
          <p14:tracePt t="126031" x="2317750" y="4921250"/>
          <p14:tracePt t="126088" x="2317750" y="4927600"/>
          <p14:tracePt t="126095" x="2311400" y="4933950"/>
          <p14:tracePt t="126109" x="2298700" y="4933950"/>
          <p14:tracePt t="126117" x="2292350" y="4940300"/>
          <p14:tracePt t="126132" x="2279650" y="4946650"/>
          <p14:tracePt t="126147" x="2209800" y="4972050"/>
          <p14:tracePt t="126164" x="2165350" y="4984750"/>
          <p14:tracePt t="126181" x="2032000" y="5029200"/>
          <p14:tracePt t="126197" x="1949450" y="5054600"/>
          <p14:tracePt t="126214" x="1714500" y="5118100"/>
          <p14:tracePt t="126230" x="1651000" y="5137150"/>
          <p14:tracePt t="126247" x="1581150" y="5156200"/>
          <p14:tracePt t="126263" x="1466850" y="5162550"/>
          <p14:tracePt t="126280" x="1397000" y="5162550"/>
          <p14:tracePt t="126297" x="1365250" y="5162550"/>
          <p14:tracePt t="126313" x="1327150" y="5143500"/>
          <p14:tracePt t="126330" x="1295400" y="5111750"/>
          <p14:tracePt t="126347" x="1276350" y="5086350"/>
          <p14:tracePt t="126363" x="1263650" y="5073650"/>
          <p14:tracePt t="126380" x="1250950" y="5041900"/>
          <p14:tracePt t="126397" x="1238250" y="4991100"/>
          <p14:tracePt t="126413" x="1225550" y="4965700"/>
          <p14:tracePt t="126430" x="1206500" y="4921250"/>
          <p14:tracePt t="126446" x="1193800" y="4883150"/>
          <p14:tracePt t="126463" x="1181100" y="4870450"/>
          <p14:tracePt t="126466" x="1174750" y="4864100"/>
          <p14:tracePt t="126496" x="1155700" y="4851400"/>
          <p14:tracePt t="126512" x="1149350" y="4851400"/>
          <p14:tracePt t="126530" x="1136650" y="4851400"/>
          <p14:tracePt t="126546" x="1123950" y="4864100"/>
          <p14:tracePt t="126562" x="1111250" y="4883150"/>
          <p14:tracePt t="126579" x="1104900" y="4895850"/>
          <p14:tracePt t="126595" x="1098550" y="4902200"/>
          <p14:tracePt t="126612" x="1092200" y="4914900"/>
          <p14:tracePt t="126629" x="1085850" y="4927600"/>
          <p14:tracePt t="126645" x="1085850" y="4933950"/>
          <p14:tracePt t="126678" x="1085850" y="4940300"/>
          <p14:tracePt t="126705" x="1092200" y="4946650"/>
          <p14:tracePt t="126718" x="1098550" y="4946650"/>
          <p14:tracePt t="126740" x="1098550" y="4953000"/>
          <p14:tracePt t="126748" x="1104900" y="4959350"/>
          <p14:tracePt t="126762" x="1117600" y="4959350"/>
          <p14:tracePt t="126778" x="1143000" y="4965700"/>
          <p14:tracePt t="126796" x="1162050" y="4972050"/>
          <p14:tracePt t="126811" x="1212850" y="4972050"/>
          <p14:tracePt t="126828" x="1244600" y="4972050"/>
          <p14:tracePt t="126845" x="1320800" y="4965700"/>
          <p14:tracePt t="126861" x="1352550" y="4953000"/>
          <p14:tracePt t="126878" x="1377950" y="4946650"/>
          <p14:tracePt t="126895" x="1428750" y="4940300"/>
          <p14:tracePt t="126911" x="1473200" y="4927600"/>
          <p14:tracePt t="126928" x="1498600" y="4921250"/>
          <p14:tracePt t="126944" x="1543050" y="4908550"/>
          <p14:tracePt t="126961" x="1581150" y="4889500"/>
          <p14:tracePt t="126979" x="1619250" y="4883150"/>
          <p14:tracePt t="126994" x="1638300" y="4876800"/>
          <p14:tracePt t="127011" x="1676400" y="4876800"/>
          <p14:tracePt t="127028" x="1714500" y="4864100"/>
          <p14:tracePt t="127044" x="1727200" y="4864100"/>
          <p14:tracePt t="127061" x="1752600" y="4857750"/>
          <p14:tracePt t="127077" x="1771650" y="4851400"/>
          <p14:tracePt t="127094" x="1778000" y="4845050"/>
          <p14:tracePt t="127112" x="1790700" y="4838700"/>
          <p14:tracePt t="127127" x="1797050" y="4838700"/>
          <p14:tracePt t="127163" x="1803400" y="4832350"/>
          <p14:tracePt t="127177" x="1809750" y="4832350"/>
          <p14:tracePt t="127197" x="1816100" y="4832350"/>
          <p14:tracePt t="127230" x="1816100" y="4826000"/>
          <p14:tracePt t="127259" x="1822450" y="4819650"/>
          <p14:tracePt t="127287" x="1828800" y="4813300"/>
          <p14:tracePt t="127308" x="1828800" y="4806950"/>
          <p14:tracePt t="127329" x="1835150" y="4806950"/>
          <p14:tracePt t="127336" x="1841500" y="4806950"/>
          <p14:tracePt t="127399" x="1828800" y="4806950"/>
          <p14:tracePt t="127406" x="1822450" y="4806950"/>
          <p14:tracePt t="127420" x="1816100" y="4806950"/>
          <p14:tracePt t="127428" x="1816100" y="4813300"/>
          <p14:tracePt t="127442" x="1797050" y="4819650"/>
          <p14:tracePt t="127459" x="1771650" y="4826000"/>
          <p14:tracePt t="127477" x="1682750" y="4845050"/>
          <p14:tracePt t="127492" x="1644650" y="4857750"/>
          <p14:tracePt t="127509" x="1606550" y="4857750"/>
          <p14:tracePt t="127526" x="1530350" y="4870450"/>
          <p14:tracePt t="127542" x="1485900" y="4876800"/>
          <p14:tracePt t="127559" x="1460500" y="4876800"/>
          <p14:tracePt t="127575" x="1441450" y="4876800"/>
          <p14:tracePt t="127592" x="1435100" y="4876800"/>
          <p14:tracePt t="127631" x="1447800" y="4876800"/>
          <p14:tracePt t="127641" x="1460500" y="4870450"/>
          <p14:tracePt t="127659" x="1492250" y="4870450"/>
          <p14:tracePt t="127675" x="1524000" y="4870450"/>
          <p14:tracePt t="127692" x="1581150" y="4870450"/>
          <p14:tracePt t="127708" x="1651000" y="4864100"/>
          <p14:tracePt t="127725" x="1701800" y="4864100"/>
          <p14:tracePt t="127742" x="1739900" y="4864100"/>
          <p14:tracePt t="127758" x="1854200" y="4864100"/>
          <p14:tracePt t="127775" x="1885950" y="4864100"/>
          <p14:tracePt t="127792" x="1936750" y="4857750"/>
          <p14:tracePt t="127808" x="1955800" y="4857750"/>
          <p14:tracePt t="127825" x="1987550" y="4857750"/>
          <p14:tracePt t="127842" x="2012950" y="4857750"/>
          <p14:tracePt t="127858" x="2019300" y="4857750"/>
          <p14:tracePt t="127874" x="2025650" y="4851400"/>
          <p14:tracePt t="127960" x="2032000" y="4851400"/>
          <p14:tracePt t="127967" x="2038350" y="4851400"/>
          <p14:tracePt t="128401" x="2044700" y="4851400"/>
          <p14:tracePt t="128408" x="2057400" y="4851400"/>
          <p14:tracePt t="128423" x="2070100" y="4857750"/>
          <p14:tracePt t="128429" x="2095500" y="4864100"/>
          <p14:tracePt t="128443" x="2127250" y="4864100"/>
          <p14:tracePt t="128456" x="2165350" y="4864100"/>
          <p14:tracePt t="128472" x="2241550" y="4864100"/>
          <p14:tracePt t="128489" x="2273300" y="4864100"/>
          <p14:tracePt t="128492" x="2311400" y="4864100"/>
          <p14:tracePt t="128506" x="2355850" y="4857750"/>
          <p14:tracePt t="128522" x="2419350" y="4851400"/>
          <p14:tracePt t="128539" x="2451100" y="4851400"/>
          <p14:tracePt t="128556" x="2508250" y="4851400"/>
          <p14:tracePt t="128573" x="2565400" y="4851400"/>
          <p14:tracePt t="128590" x="2597150" y="4851400"/>
          <p14:tracePt t="128605" x="2635250" y="4851400"/>
          <p14:tracePt t="128622" x="2667000" y="4851400"/>
          <p14:tracePt t="128639" x="2679700" y="4851400"/>
          <p14:tracePt t="128656" x="2705100" y="4851400"/>
          <p14:tracePt t="128672" x="2717800" y="4851400"/>
          <p14:tracePt t="128689" x="2736850" y="4851400"/>
          <p14:tracePt t="128705" x="2743200" y="4851400"/>
          <p14:tracePt t="128722" x="2749550" y="4851400"/>
          <p14:tracePt t="128738" x="2755900" y="4851400"/>
          <p14:tracePt t="128755" x="2762250" y="4851400"/>
          <p14:tracePt t="128772" x="2768600" y="4851400"/>
          <p14:tracePt t="128788" x="2774950" y="4851400"/>
          <p14:tracePt t="128805" x="2781300" y="4851400"/>
          <p14:tracePt t="128823" x="2787650" y="4851400"/>
          <p14:tracePt t="128850" x="2794000" y="4851400"/>
          <p14:tracePt t="128885" x="2800350" y="4851400"/>
          <p14:tracePt t="128892" x="2806700" y="4851400"/>
          <p14:tracePt t="128934" x="2813050" y="4851400"/>
          <p14:tracePt t="128990" x="2819400" y="4851400"/>
          <p14:tracePt t="129005" x="2825750" y="4851400"/>
          <p14:tracePt t="129011" x="2832100" y="4851400"/>
          <p14:tracePt t="129025" x="2838450" y="4851400"/>
          <p14:tracePt t="129037" x="2844800" y="4851400"/>
          <p14:tracePt t="129054" x="2851150" y="4851400"/>
          <p14:tracePt t="129071" x="2857500" y="4851400"/>
          <p14:tracePt t="129087" x="2882900" y="4851400"/>
          <p14:tracePt t="129104" x="2914650" y="4851400"/>
          <p14:tracePt t="129121" x="2933700" y="4851400"/>
          <p14:tracePt t="129137" x="2965450" y="4851400"/>
          <p14:tracePt t="129153" x="3003550" y="4851400"/>
          <p14:tracePt t="129170" x="3022600" y="4851400"/>
          <p14:tracePt t="129187" x="3054350" y="4845050"/>
          <p14:tracePt t="129203" x="3079750" y="4845050"/>
          <p14:tracePt t="129220" x="3086100" y="4845050"/>
          <p14:tracePt t="129237" x="3098800" y="4838700"/>
          <p14:tracePt t="129253" x="3105150" y="4838700"/>
          <p14:tracePt t="129286" x="3111500" y="4838700"/>
          <p14:tracePt t="129312" x="3117850" y="4838700"/>
          <p14:tracePt t="129390" x="3124200" y="4838700"/>
          <p14:tracePt t="129432" x="3136900" y="4838700"/>
          <p14:tracePt t="129460" x="3143250" y="4838700"/>
          <p14:tracePt t="129481" x="3149600" y="4838700"/>
          <p14:tracePt t="129516" x="3155950" y="4838700"/>
          <p14:tracePt t="129551" x="3162300" y="4832350"/>
          <p14:tracePt t="129600" x="3155950" y="4832350"/>
          <p14:tracePt t="129615" x="3149600" y="4832350"/>
          <p14:tracePt t="129622" x="3136900" y="4832350"/>
          <p14:tracePt t="129638" x="3130550" y="4832350"/>
          <p14:tracePt t="129652" x="3105150" y="4832350"/>
          <p14:tracePt t="129668" x="3028950" y="4832350"/>
          <p14:tracePt t="129685" x="2940050" y="4832350"/>
          <p14:tracePt t="129702" x="2882900" y="4819650"/>
          <p14:tracePt t="129718" x="2781300" y="4819650"/>
          <p14:tracePt t="129735" x="2698750" y="4819650"/>
          <p14:tracePt t="129751" x="2673350" y="4813300"/>
          <p14:tracePt t="129769" x="2628900" y="4813300"/>
          <p14:tracePt t="129784" x="2616200" y="4813300"/>
          <p14:tracePt t="129801" x="2609850" y="4813300"/>
          <p14:tracePt t="129818" x="2603500" y="4813300"/>
          <p14:tracePt t="129834" x="2597150" y="4813300"/>
          <p14:tracePt t="130148" x="2603500" y="4806950"/>
          <p14:tracePt t="130155" x="2622550" y="4806950"/>
          <p14:tracePt t="130166" x="2641600" y="4806950"/>
          <p14:tracePt t="130183" x="2686050" y="4800600"/>
          <p14:tracePt t="130200" x="2698750" y="4800600"/>
          <p14:tracePt t="130216" x="2711450" y="4794250"/>
          <p14:tracePt t="130233" x="2730500" y="4794250"/>
          <p14:tracePt t="130249" x="2736850" y="4794250"/>
          <p14:tracePt t="130269" x="2743200" y="4794250"/>
          <p14:tracePt t="130283" x="2749550" y="4794250"/>
          <p14:tracePt t="130385" x="2755900" y="4794250"/>
          <p14:tracePt t="130793" x="2743200" y="4800600"/>
          <p14:tracePt t="130807" x="2717800" y="4819650"/>
          <p14:tracePt t="130814" x="2686050" y="4845050"/>
          <p14:tracePt t="130828" x="2654300" y="4870450"/>
          <p14:tracePt t="130835" x="2622550" y="4908550"/>
          <p14:tracePt t="130850" x="2571750" y="4940300"/>
          <p14:tracePt t="130864" x="2508250" y="5010150"/>
          <p14:tracePt t="130881" x="2470150" y="5048250"/>
          <p14:tracePt t="130898" x="2438400" y="5080000"/>
          <p14:tracePt t="130914" x="2387600" y="5137150"/>
          <p14:tracePt t="130930" x="2355850" y="5168900"/>
          <p14:tracePt t="130948" x="2336800" y="5194300"/>
          <p14:tracePt t="130964" x="2330450" y="5194300"/>
          <p14:tracePt t="130981" x="2324100" y="5194300"/>
          <p14:tracePt t="130997" x="2317750" y="5200650"/>
          <p14:tracePt t="131017" x="2311400" y="5200650"/>
          <p14:tracePt t="131031" x="2305050" y="5207000"/>
          <p14:tracePt t="131047" x="2298700" y="5207000"/>
          <p14:tracePt t="131063" x="2292350" y="5207000"/>
          <p14:tracePt t="131081" x="2273300" y="5207000"/>
          <p14:tracePt t="131097" x="2254250" y="5207000"/>
          <p14:tracePt t="131130" x="2228850" y="5207000"/>
          <p14:tracePt t="131146" x="2197100" y="5207000"/>
          <p14:tracePt t="131163" x="2178050" y="5207000"/>
          <p14:tracePt t="131180" x="2127250" y="5207000"/>
          <p14:tracePt t="131197" x="2108200" y="5207000"/>
          <p14:tracePt t="131213" x="2025650" y="5226050"/>
          <p14:tracePt t="131230" x="2000250" y="5238750"/>
          <p14:tracePt t="131247" x="1974850" y="5245100"/>
          <p14:tracePt t="131263" x="1936750" y="5257800"/>
          <p14:tracePt t="131279" x="1911350" y="5270500"/>
          <p14:tracePt t="131296" x="1898650" y="5276850"/>
          <p14:tracePt t="131313" x="1898650" y="5283200"/>
          <p14:tracePt t="131688" x="1898650" y="5295900"/>
          <p14:tracePt t="131696" x="1885950" y="5314950"/>
          <p14:tracePt t="131709" x="1860550" y="5346700"/>
          <p14:tracePt t="131717" x="1847850" y="5378450"/>
          <p14:tracePt t="131731" x="1822450" y="5410200"/>
          <p14:tracePt t="131745" x="1790700" y="5473700"/>
          <p14:tracePt t="131761" x="1778000" y="5505450"/>
          <p14:tracePt t="131778" x="1771650" y="5530850"/>
          <p14:tracePt t="131794" x="1746250" y="5568950"/>
          <p14:tracePt t="131811" x="1739900" y="5613400"/>
          <p14:tracePt t="131827" x="1739900" y="5619750"/>
          <p14:tracePt t="131844" x="1739900" y="5632450"/>
          <p14:tracePt t="131861" x="1739900" y="5645150"/>
          <p14:tracePt t="131878" x="1752600" y="5657850"/>
          <p14:tracePt t="131894" x="1758950" y="5670550"/>
          <p14:tracePt t="131911" x="1778000" y="5683250"/>
          <p14:tracePt t="131927" x="1803400" y="5695950"/>
          <p14:tracePt t="131944" x="1822450" y="5702300"/>
          <p14:tracePt t="131961" x="1854200" y="5708650"/>
          <p14:tracePt t="131977" x="1892300" y="5702300"/>
          <p14:tracePt t="131993" x="1905000" y="5695950"/>
          <p14:tracePt t="132011" x="1924050" y="5670550"/>
          <p14:tracePt t="132014" x="1930400" y="5651500"/>
          <p14:tracePt t="132027" x="1955800" y="5600700"/>
          <p14:tracePt t="132043" x="1962150" y="5581650"/>
          <p14:tracePt t="132061" x="1962150" y="5530850"/>
          <p14:tracePt t="132077" x="1962150" y="5511800"/>
          <p14:tracePt t="132093" x="1949450" y="5473700"/>
          <p14:tracePt t="132110" x="1917700" y="5448300"/>
          <p14:tracePt t="132127" x="1898650" y="5435600"/>
          <p14:tracePt t="132143" x="1860550" y="5410200"/>
          <p14:tracePt t="132160" x="1803400" y="5397500"/>
          <p14:tracePt t="132176" x="1778000" y="5397500"/>
          <p14:tracePt t="132194" x="1708150" y="5403850"/>
          <p14:tracePt t="132209" x="1625600" y="5429250"/>
          <p14:tracePt t="132226" x="1568450" y="5448300"/>
          <p14:tracePt t="132243" x="1485900" y="5486400"/>
          <p14:tracePt t="132259" x="1403350" y="5549900"/>
          <p14:tracePt t="132276" x="1377950" y="5581650"/>
          <p14:tracePt t="132292" x="1352550" y="5632450"/>
          <p14:tracePt t="132309" x="1333500" y="5676900"/>
          <p14:tracePt t="132326" x="1339850" y="5695950"/>
          <p14:tracePt t="132342" x="1358900" y="5746750"/>
          <p14:tracePt t="132359" x="1371600" y="5772150"/>
          <p14:tracePt t="132376" x="1454150" y="5848350"/>
          <p14:tracePt t="132392" x="1492250" y="5867400"/>
          <p14:tracePt t="132409" x="1524000" y="5873750"/>
          <p14:tracePt t="132426" x="1606550" y="5880100"/>
          <p14:tracePt t="132442" x="1695450" y="5880100"/>
          <p14:tracePt t="132459" x="1733550" y="5880100"/>
          <p14:tracePt t="132475" x="1828800" y="5822950"/>
          <p14:tracePt t="132491" x="1911350" y="5734050"/>
          <p14:tracePt t="132509" x="1993900" y="5613400"/>
          <p14:tracePt t="132525" x="2025650" y="5562600"/>
          <p14:tracePt t="132542" x="2051050" y="5441950"/>
          <p14:tracePt t="132559" x="2051050" y="5302250"/>
          <p14:tracePt t="132575" x="2051050" y="5232400"/>
          <p14:tracePt t="132592" x="2012950" y="5137150"/>
          <p14:tracePt t="132608" x="1981200" y="5073650"/>
          <p14:tracePt t="132625" x="1955800" y="5041900"/>
          <p14:tracePt t="132642" x="1911350" y="5010150"/>
          <p14:tracePt t="132658" x="1860550" y="4991100"/>
          <p14:tracePt t="132675" x="1835150" y="4972050"/>
          <p14:tracePt t="132692" x="1784350" y="4965700"/>
          <p14:tracePt t="132708" x="1765300" y="4959350"/>
          <p14:tracePt t="132725" x="1708150" y="4959350"/>
          <p14:tracePt t="132741" x="1638300" y="4972050"/>
          <p14:tracePt t="132757" x="1593850" y="4978400"/>
          <p14:tracePt t="132774" x="1504950" y="5041900"/>
          <p14:tracePt t="132791" x="1409700" y="5137150"/>
          <p14:tracePt t="132807" x="1365250" y="5181600"/>
          <p14:tracePt t="132825" x="1308100" y="5295900"/>
          <p14:tracePt t="132840" x="1270000" y="5429250"/>
          <p14:tracePt t="132857" x="1270000" y="5505450"/>
          <p14:tracePt t="132874" x="1270000" y="5594350"/>
          <p14:tracePt t="132891" x="1308100" y="5670550"/>
          <p14:tracePt t="132907" x="1314450" y="5689600"/>
          <p14:tracePt t="132924" x="1358900" y="5734050"/>
          <p14:tracePt t="132940" x="1409700" y="5772150"/>
          <p14:tracePt t="132957" x="1441450" y="5791200"/>
          <p14:tracePt t="132973" x="1524000" y="5810250"/>
          <p14:tracePt t="132990" x="1562100" y="5816600"/>
          <p14:tracePt t="133007" x="1651000" y="5803900"/>
          <p14:tracePt t="133023" x="1733550" y="5791200"/>
          <p14:tracePt t="133040" x="1771650" y="5778500"/>
          <p14:tracePt t="133057" x="1860550" y="5727700"/>
          <p14:tracePt t="133073" x="1943100" y="5664200"/>
          <p14:tracePt t="133090" x="1974850" y="5632450"/>
          <p14:tracePt t="133106" x="2025650" y="5575300"/>
          <p14:tracePt t="133123" x="2038350" y="5537200"/>
          <p14:tracePt t="133140" x="2044700" y="5473700"/>
          <p14:tracePt t="133156" x="2044700" y="5448300"/>
          <p14:tracePt t="133173" x="2019300" y="5397500"/>
          <p14:tracePt t="133190" x="1993900" y="5359400"/>
          <p14:tracePt t="133206" x="1974850" y="5346700"/>
          <p14:tracePt t="133223" x="1936750" y="5327650"/>
          <p14:tracePt t="133239" x="1885950" y="5314950"/>
          <p14:tracePt t="133256" x="1860550" y="5314950"/>
          <p14:tracePt t="133273" x="1841500" y="5314950"/>
          <p14:tracePt t="133289" x="1758950" y="5327650"/>
          <p14:tracePt t="133306" x="1739900" y="5334000"/>
          <p14:tracePt t="133323" x="1689100" y="5365750"/>
          <p14:tracePt t="133339" x="1663700" y="5384800"/>
          <p14:tracePt t="133355" x="1619250" y="5429250"/>
          <p14:tracePt t="133372" x="1587500" y="5473700"/>
          <p14:tracePt t="133389" x="1574800" y="5499100"/>
          <p14:tracePt t="133405" x="1562100" y="5530850"/>
          <p14:tracePt t="133422" x="1562100" y="5562600"/>
          <p14:tracePt t="133438" x="1568450" y="5575300"/>
          <p14:tracePt t="133456" x="1587500" y="5594350"/>
          <p14:tracePt t="133472" x="1593850" y="5600700"/>
          <p14:tracePt t="133489" x="1600200" y="5607050"/>
          <p14:tracePt t="133505" x="1612900" y="5613400"/>
          <p14:tracePt t="133522" x="1619250" y="5613400"/>
          <p14:tracePt t="133555" x="1625600" y="5613400"/>
          <p14:tracePt t="133582" x="1631950" y="5619750"/>
          <p14:tracePt t="133638" x="1631950" y="5613400"/>
          <p14:tracePt t="133652" x="1631950" y="5607050"/>
          <p14:tracePt t="134383" x="1606550" y="5600700"/>
          <p14:tracePt t="134390" x="1587500" y="5594350"/>
          <p14:tracePt t="134405" x="1568450" y="5588000"/>
          <p14:tracePt t="134418" x="1543050" y="5581650"/>
          <p14:tracePt t="134435" x="1485900" y="5568950"/>
          <p14:tracePt t="134452" x="1466850" y="5568950"/>
          <p14:tracePt t="134468" x="1416050" y="5562600"/>
          <p14:tracePt t="134485" x="1377950" y="5562600"/>
          <p14:tracePt t="134502" x="1358900" y="5562600"/>
          <p14:tracePt t="134518" x="1339850" y="5588000"/>
          <p14:tracePt t="134535" x="1333500" y="5594350"/>
          <p14:tracePt t="134552" x="1333500" y="5613400"/>
          <p14:tracePt t="134568" x="1333500" y="5619750"/>
          <p14:tracePt t="134587" x="1346200" y="5632450"/>
          <p14:tracePt t="134601" x="1358900" y="5645150"/>
          <p14:tracePt t="134618" x="1365250" y="5651500"/>
          <p14:tracePt t="134635" x="1377950" y="5657850"/>
          <p14:tracePt t="134667" x="1390650" y="5657850"/>
          <p14:tracePt t="134685" x="1397000" y="5657850"/>
          <p14:tracePt t="134701" x="1403350" y="5657850"/>
          <p14:tracePt t="134717" x="1409700" y="5645150"/>
          <p14:tracePt t="134734" x="1416050" y="5638800"/>
          <p14:tracePt t="136626" x="1422400" y="5638800"/>
          <p14:tracePt t="136640" x="1428750" y="5645150"/>
          <p14:tracePt t="136647" x="1435100" y="5651500"/>
          <p14:tracePt t="136661" x="1441450" y="5657850"/>
          <p14:tracePt t="136677" x="1447800" y="5664200"/>
          <p14:tracePt t="136694" x="1460500" y="5664200"/>
          <p14:tracePt t="136711" x="1479550" y="5657850"/>
          <p14:tracePt t="136727" x="1504950" y="5638800"/>
          <p14:tracePt t="136743" x="1511300" y="5626100"/>
          <p14:tracePt t="136760" x="1517650" y="5607050"/>
          <p14:tracePt t="136777" x="1524000" y="5594350"/>
          <p14:tracePt t="136795" x="1530350" y="5562600"/>
          <p14:tracePt t="136810" x="1530350" y="5549900"/>
          <p14:tracePt t="136827" x="1530350" y="5537200"/>
          <p14:tracePt t="136844" x="1511300" y="5518150"/>
          <p14:tracePt t="136860" x="1479550" y="5499100"/>
          <p14:tracePt t="136877" x="1454150" y="5486400"/>
          <p14:tracePt t="136893" x="1397000" y="5480050"/>
          <p14:tracePt t="136910" x="1339850" y="5467350"/>
          <p14:tracePt t="136926" x="1301750" y="5473700"/>
          <p14:tracePt t="136943" x="1231900" y="5480050"/>
          <p14:tracePt t="136960" x="1181100" y="5492750"/>
          <p14:tracePt t="136977" x="1174750" y="5505450"/>
          <p14:tracePt t="136993" x="1162050" y="5524500"/>
          <p14:tracePt t="137009" x="1155700" y="5543550"/>
          <p14:tracePt t="137026" x="1162050" y="5575300"/>
          <p14:tracePt t="137043" x="1168400" y="5588000"/>
          <p14:tracePt t="137059" x="1174750" y="5607050"/>
          <p14:tracePt t="137076" x="1219200" y="5676900"/>
          <p14:tracePt t="137092" x="1231900" y="5695950"/>
          <p14:tracePt t="137110" x="1270000" y="5753100"/>
          <p14:tracePt t="137126" x="1295400" y="5772150"/>
          <p14:tracePt t="137142" x="1327150" y="5797550"/>
          <p14:tracePt t="137160" x="1377950" y="5816600"/>
          <p14:tracePt t="137175" x="1397000" y="5816600"/>
          <p14:tracePt t="137192" x="1441450" y="5797550"/>
          <p14:tracePt t="137209" x="1485900" y="5753100"/>
          <p14:tracePt t="137225" x="1498600" y="5721350"/>
          <p14:tracePt t="137242" x="1530350" y="5657850"/>
          <p14:tracePt t="137259" x="1536700" y="5626100"/>
          <p14:tracePt t="137275" x="1536700" y="5607050"/>
          <p14:tracePt t="137292" x="1536700" y="5562600"/>
          <p14:tracePt t="137310" x="1517650" y="5530850"/>
          <p14:tracePt t="137326" x="1504950" y="5518150"/>
          <p14:tracePt t="137342" x="1479550" y="5499100"/>
          <p14:tracePt t="137358" x="1454150" y="5492750"/>
          <p14:tracePt t="137375" x="1441450" y="5492750"/>
          <p14:tracePt t="137392" x="1409700" y="5492750"/>
          <p14:tracePt t="137408" x="1390650" y="5492750"/>
          <p14:tracePt t="137426" x="1320800" y="5518150"/>
          <p14:tracePt t="137441" x="1289050" y="5530850"/>
          <p14:tracePt t="137458" x="1257300" y="5543550"/>
          <p14:tracePt t="137475" x="1212850" y="5575300"/>
          <p14:tracePt t="137491" x="1193800" y="5607050"/>
          <p14:tracePt t="137508" x="1187450" y="5619750"/>
          <p14:tracePt t="137525" x="1181100" y="5645150"/>
          <p14:tracePt t="137541" x="1193800" y="5683250"/>
          <p14:tracePt t="137558" x="1200150" y="5695950"/>
          <p14:tracePt t="137574" x="1231900" y="5734050"/>
          <p14:tracePt t="137591" x="1276350" y="5753100"/>
          <p14:tracePt t="137608" x="1320800" y="5759450"/>
          <p14:tracePt t="137624" x="1346200" y="5759450"/>
          <p14:tracePt t="137641" x="1397000" y="5734050"/>
          <p14:tracePt t="137658" x="1454150" y="5683250"/>
          <p14:tracePt t="137674" x="1473200" y="5651500"/>
          <p14:tracePt t="137690" x="1492250" y="5632450"/>
          <p14:tracePt t="137707" x="1511300" y="5575300"/>
          <p14:tracePt t="137724" x="1511300" y="5562600"/>
          <p14:tracePt t="137742" x="1504950" y="5530850"/>
          <p14:tracePt t="137757" x="1498600" y="5524500"/>
          <p14:tracePt t="137774" x="1473200" y="5505450"/>
          <p14:tracePt t="137791" x="1460500" y="5505450"/>
          <p14:tracePt t="137807" x="1447800" y="5499100"/>
          <p14:tracePt t="137823" x="1428750" y="5486400"/>
          <p14:tracePt t="138489" x="1416050" y="5486400"/>
          <p14:tracePt t="138504" x="1397000" y="5486400"/>
          <p14:tracePt t="138511" x="1384300" y="5486400"/>
          <p14:tracePt t="138521" x="1365250" y="5480050"/>
          <p14:tracePt t="138537" x="1352550" y="5473700"/>
          <p14:tracePt t="138554" x="1308100" y="5473700"/>
          <p14:tracePt t="138571" x="1282700" y="5467350"/>
          <p14:tracePt t="138589" x="1200150" y="5454650"/>
          <p14:tracePt t="138604" x="1181100" y="5448300"/>
          <p14:tracePt t="138621" x="1149350" y="5448300"/>
          <p14:tracePt t="138637" x="1092200" y="5448300"/>
          <p14:tracePt t="138654" x="1047750" y="5448300"/>
          <p14:tracePt t="138670" x="1022350" y="5448300"/>
          <p14:tracePt t="138687" x="996950" y="5454650"/>
          <p14:tracePt t="138704" x="984250" y="5461000"/>
          <p14:tracePt t="138721" x="977900" y="5461000"/>
          <p14:tracePt t="138737" x="971550" y="5467350"/>
          <p14:tracePt t="138753" x="965200" y="5473700"/>
          <p14:tracePt t="139284" x="946150" y="5480050"/>
          <p14:tracePt t="139291" x="927100" y="5492750"/>
          <p14:tracePt t="139305" x="914400" y="5505450"/>
          <p14:tracePt t="139319" x="889000" y="5524500"/>
          <p14:tracePt t="139335" x="844550" y="5549900"/>
          <p14:tracePt t="139351" x="825500" y="5556250"/>
          <p14:tracePt t="139369" x="800100" y="5568950"/>
          <p14:tracePt t="139385" x="781050" y="5581650"/>
          <p14:tracePt t="139401" x="774700" y="5588000"/>
          <p14:tracePt t="139418" x="768350" y="5594350"/>
          <p14:tracePt t="139434" x="768350" y="5600700"/>
          <p14:tracePt t="139451" x="768350" y="5613400"/>
          <p14:tracePt t="139468" x="768350" y="5626100"/>
          <p14:tracePt t="139484" x="768350" y="5638800"/>
          <p14:tracePt t="139523" x="768350" y="5651500"/>
          <p14:tracePt t="139544" x="774700" y="5657850"/>
          <p14:tracePt t="139553" x="781050" y="5657850"/>
          <p14:tracePt t="139567" x="787400" y="5657850"/>
          <p14:tracePt t="139584" x="806450" y="5664200"/>
          <p14:tracePt t="139601" x="844550" y="5664200"/>
          <p14:tracePt t="139617" x="876300" y="5664200"/>
          <p14:tracePt t="139634" x="901700" y="5657850"/>
          <p14:tracePt t="139651" x="965200" y="5632450"/>
          <p14:tracePt t="139667" x="1022350" y="5588000"/>
          <p14:tracePt t="139684" x="1060450" y="5530850"/>
          <p14:tracePt t="139700" x="1066800" y="5511800"/>
          <p14:tracePt t="139717" x="1073150" y="5467350"/>
          <p14:tracePt t="139734" x="1047750" y="5435600"/>
          <p14:tracePt t="139750" x="1028700" y="5422900"/>
          <p14:tracePt t="139767" x="984250" y="5391150"/>
          <p14:tracePt t="139783" x="933450" y="5372100"/>
          <p14:tracePt t="139800" x="914400" y="5372100"/>
          <p14:tracePt t="139817" x="850900" y="5372100"/>
          <p14:tracePt t="139833" x="781050" y="5378450"/>
          <p14:tracePt t="139850" x="749300" y="5384800"/>
          <p14:tracePt t="139867" x="698500" y="5416550"/>
          <p14:tracePt t="139883" x="660400" y="5454650"/>
          <p14:tracePt t="139900" x="654050" y="5473700"/>
          <p14:tracePt t="139916" x="641350" y="5524500"/>
          <p14:tracePt t="139933" x="641350" y="5543550"/>
          <p14:tracePt t="139950" x="660400" y="5588000"/>
          <p14:tracePt t="139966" x="698500" y="5613400"/>
          <p14:tracePt t="139983" x="717550" y="5632450"/>
          <p14:tracePt t="140000" x="781050" y="5651500"/>
          <p14:tracePt t="140016" x="863600" y="5670550"/>
          <p14:tracePt t="140032" x="901700" y="5676900"/>
          <p14:tracePt t="140049" x="996950" y="5683250"/>
          <p14:tracePt t="140066" x="1066800" y="5689600"/>
          <p14:tracePt t="140082" x="1104900" y="5689600"/>
          <p14:tracePt t="140099" x="1181100" y="5657850"/>
          <p14:tracePt t="140115" x="1231900" y="5626100"/>
          <p14:tracePt t="140133" x="1270000" y="5575300"/>
          <p14:tracePt t="140149" x="1282700" y="5556250"/>
          <p14:tracePt t="140166" x="1289050" y="5492750"/>
          <p14:tracePt t="140182" x="1282700" y="5454650"/>
          <p14:tracePt t="140198" x="1276350" y="5441950"/>
          <p14:tracePt t="140215" x="1270000" y="5422900"/>
          <p14:tracePt t="140232" x="1212850" y="5391150"/>
          <p14:tracePt t="140248" x="1193800" y="5384800"/>
          <p14:tracePt t="140265" x="1168400" y="5384800"/>
          <p14:tracePt t="140281" x="1123950" y="5378450"/>
          <p14:tracePt t="140298" x="1066800" y="5384800"/>
          <p14:tracePt t="140315" x="1022350" y="5410200"/>
          <p14:tracePt t="140331" x="1003300" y="5422900"/>
          <p14:tracePt t="140348" x="958850" y="5448300"/>
          <p14:tracePt t="140365" x="927100" y="5499100"/>
          <p14:tracePt t="140381" x="920750" y="5524500"/>
          <p14:tracePt t="140398" x="914400" y="5575300"/>
          <p14:tracePt t="140414" x="927100" y="5619750"/>
          <p14:tracePt t="140431" x="939800" y="5645150"/>
          <p14:tracePt t="140448" x="984250" y="5670550"/>
          <p14:tracePt t="140464" x="1022350" y="5702300"/>
          <p14:tracePt t="140481" x="1047750" y="5708650"/>
          <p14:tracePt t="140498" x="1092200" y="5708650"/>
          <p14:tracePt t="140514" x="1162050" y="5702300"/>
          <p14:tracePt t="140531" x="1206500" y="5670550"/>
          <p14:tracePt t="140547" x="1270000" y="5651500"/>
          <p14:tracePt t="140564" x="1289050" y="5638800"/>
          <p14:tracePt t="140583" x="1339850" y="5594350"/>
          <p14:tracePt t="140597" x="1346200" y="5575300"/>
          <p14:tracePt t="140614" x="1346200" y="5556250"/>
          <p14:tracePt t="140631" x="1346200" y="5492750"/>
          <p14:tracePt t="140647" x="1320800" y="5435600"/>
          <p14:tracePt t="140663" x="1301750" y="5422900"/>
          <p14:tracePt t="140680" x="1257300" y="5365750"/>
          <p14:tracePt t="140697" x="1193800" y="5334000"/>
          <p14:tracePt t="140713" x="1162050" y="5327650"/>
          <p14:tracePt t="140730" x="1111250" y="5327650"/>
          <p14:tracePt t="140747" x="1066800" y="5327650"/>
          <p14:tracePt t="140764" x="1028700" y="5359400"/>
          <p14:tracePt t="140780" x="1009650" y="5372100"/>
          <p14:tracePt t="140796" x="971550" y="5422900"/>
          <p14:tracePt t="140814" x="933450" y="5480050"/>
          <p14:tracePt t="140830" x="927100" y="5499100"/>
          <p14:tracePt t="140846" x="920750" y="5524500"/>
          <p14:tracePt t="140863" x="901700" y="5600700"/>
          <p14:tracePt t="140880" x="901700" y="5619750"/>
          <p14:tracePt t="140896" x="920750" y="5638800"/>
          <p14:tracePt t="140913" x="946150" y="5683250"/>
          <p14:tracePt t="140929" x="990600" y="5702300"/>
          <p14:tracePt t="140947" x="1022350" y="5721350"/>
          <p14:tracePt t="140962" x="1054100" y="5727700"/>
          <p14:tracePt t="140979" x="1092200" y="5727700"/>
          <p14:tracePt t="140996" x="1143000" y="5727700"/>
          <p14:tracePt t="141012" x="1174750" y="5708650"/>
          <p14:tracePt t="141029" x="1219200" y="5664200"/>
          <p14:tracePt t="141046" x="1250950" y="5619750"/>
          <p14:tracePt t="141062" x="1263650" y="5600700"/>
          <p14:tracePt t="141079" x="1270000" y="5549900"/>
          <p14:tracePt t="141095" x="1270000" y="5511800"/>
          <p14:tracePt t="141112" x="1257300" y="5486400"/>
          <p14:tracePt t="141129" x="1231900" y="5461000"/>
          <p14:tracePt t="141145" x="1193800" y="5441950"/>
          <p14:tracePt t="141162" x="1168400" y="5435600"/>
          <p14:tracePt t="141179" x="1111250" y="5435600"/>
          <p14:tracePt t="141195" x="1085850" y="5435600"/>
          <p14:tracePt t="141212" x="1022350" y="5441950"/>
          <p14:tracePt t="141228" x="971550" y="5461000"/>
          <p14:tracePt t="141245" x="958850" y="5467350"/>
          <p14:tracePt t="141262" x="952500" y="5473700"/>
          <p14:tracePt t="144985" x="958850" y="5473700"/>
          <p14:tracePt t="144992" x="965200" y="5473700"/>
          <p14:tracePt t="145006" x="984250" y="5480050"/>
          <p14:tracePt t="145015" x="996950" y="5486400"/>
          <p14:tracePt t="145032" x="1016000" y="5486400"/>
          <p14:tracePt t="145049" x="1047750" y="5486400"/>
          <p14:tracePt t="145065" x="1073150" y="5486400"/>
          <p14:tracePt t="145082" x="1085850" y="5486400"/>
          <p14:tracePt t="145098" x="1111250" y="5480050"/>
          <p14:tracePt t="145115" x="1123950" y="5480050"/>
          <p14:tracePt t="145132" x="1143000" y="5480050"/>
          <p14:tracePt t="145148" x="1149350" y="5480050"/>
          <p14:tracePt t="145165" x="1168400" y="5486400"/>
          <p14:tracePt t="145182" x="1174750" y="5486400"/>
          <p14:tracePt t="145198" x="1181100" y="5486400"/>
          <p14:tracePt t="145231" x="1193800" y="5480050"/>
          <p14:tracePt t="145272" x="1193800" y="5467350"/>
          <p14:tracePt t="145293" x="1193800" y="5461000"/>
          <p14:tracePt t="145335" x="1193800" y="5454650"/>
          <p14:tracePt t="145342" x="1193800" y="5448300"/>
          <p14:tracePt t="145391" x="1187450" y="5441950"/>
          <p14:tracePt t="145427" x="1181100" y="5435600"/>
          <p14:tracePt t="145455" x="1174750" y="5435600"/>
          <p14:tracePt t="145476" x="1162050" y="5435600"/>
          <p14:tracePt t="145483" x="1155700" y="5435600"/>
          <p14:tracePt t="145499" x="1143000" y="5441950"/>
          <p14:tracePt t="145513" x="1111250" y="5461000"/>
          <p14:tracePt t="145530" x="1092200" y="5480050"/>
          <p14:tracePt t="145547" x="1060450" y="5492750"/>
          <p14:tracePt t="145563" x="1035050" y="5518150"/>
          <p14:tracePt t="145581" x="1028700" y="5537200"/>
          <p14:tracePt t="145596" x="1016000" y="5562600"/>
          <p14:tracePt t="145613" x="1016000" y="5575300"/>
          <p14:tracePt t="145630" x="1028700" y="5613400"/>
          <p14:tracePt t="145646" x="1054100" y="5632450"/>
          <p14:tracePt t="145663" x="1066800" y="5632450"/>
          <p14:tracePt t="145680" x="1104900" y="5638800"/>
          <p14:tracePt t="145696" x="1123950" y="5638800"/>
          <p14:tracePt t="145713" x="1168400" y="5626100"/>
          <p14:tracePt t="145729" x="1200150" y="5613400"/>
          <p14:tracePt t="145746" x="1219200" y="5600700"/>
          <p14:tracePt t="145763" x="1231900" y="5588000"/>
          <p14:tracePt t="145779" x="1238250" y="5588000"/>
          <p14:tracePt t="145796" x="1244600" y="5562600"/>
          <p14:tracePt t="145813" x="1250950" y="5549900"/>
          <p14:tracePt t="145829" x="1250950" y="5537200"/>
          <p14:tracePt t="145846" x="1250950" y="5524500"/>
          <p14:tracePt t="145862" x="1244600" y="5486400"/>
          <p14:tracePt t="145879" x="1225550" y="5473700"/>
          <p14:tracePt t="145897" x="1193800" y="5441950"/>
          <p14:tracePt t="145912" x="1168400" y="5422900"/>
          <p14:tracePt t="145929" x="1111250" y="5416550"/>
          <p14:tracePt t="145946" x="1041400" y="5429250"/>
          <p14:tracePt t="145962" x="1009650" y="5454650"/>
          <p14:tracePt t="145979" x="952500" y="5511800"/>
          <p14:tracePt t="145995" x="914400" y="5588000"/>
          <p14:tracePt t="146012" x="895350" y="5619750"/>
          <p14:tracePt t="146028" x="895350" y="5664200"/>
          <p14:tracePt t="146045" x="908050" y="5708650"/>
          <p14:tracePt t="146062" x="933450" y="5721350"/>
          <p14:tracePt t="146079" x="971550" y="5734050"/>
          <p14:tracePt t="146095" x="1028700" y="5734050"/>
          <p14:tracePt t="146111" x="1066800" y="5734050"/>
          <p14:tracePt t="146128" x="1149350" y="5727700"/>
          <p14:tracePt t="146144" x="1219200" y="5708650"/>
          <p14:tracePt t="146161" x="1250950" y="5702300"/>
          <p14:tracePt t="146178" x="1301750" y="5676900"/>
          <p14:tracePt t="146194" x="1320800" y="5664200"/>
          <p14:tracePt t="146213" x="1377950" y="5613400"/>
          <p14:tracePt t="146227" x="1390650" y="5594350"/>
          <p14:tracePt t="146245" x="1403350" y="5581650"/>
          <p14:tracePt t="146248" x="1409700" y="5549900"/>
          <p14:tracePt t="146261" x="1416050" y="5530850"/>
          <p14:tracePt t="146278" x="1422400" y="5486400"/>
          <p14:tracePt t="146294" x="1422400" y="5467350"/>
          <p14:tracePt t="146311" x="1422400" y="5435600"/>
          <p14:tracePt t="146327" x="1409700" y="5410200"/>
          <p14:tracePt t="146344" x="1403350" y="5403850"/>
          <p14:tracePt t="146361" x="1384300" y="5391150"/>
          <p14:tracePt t="146377" x="1371600" y="5384800"/>
          <p14:tracePt t="146395" x="1346200" y="5378450"/>
          <p14:tracePt t="146411" x="1320800" y="5378450"/>
          <p14:tracePt t="146427" x="1282700" y="5378450"/>
          <p14:tracePt t="146444" x="1219200" y="5410200"/>
          <p14:tracePt t="146460" x="1174750" y="5429250"/>
          <p14:tracePt t="146477" x="1130300" y="5454650"/>
          <p14:tracePt t="146494" x="1028700" y="5543550"/>
          <p14:tracePt t="146510" x="996950" y="5556250"/>
          <p14:tracePt t="146527" x="971550" y="5600700"/>
          <p14:tracePt t="146543" x="958850" y="5619750"/>
          <p14:tracePt t="146560" x="958850" y="5626100"/>
          <p14:tracePt t="146577" x="971550" y="5651500"/>
          <p14:tracePt t="146593" x="984250" y="5657850"/>
          <p14:tracePt t="146610" x="1022350" y="5676900"/>
          <p14:tracePt t="146627" x="1085850" y="5702300"/>
          <p14:tracePt t="146643" x="1136650" y="5708650"/>
          <p14:tracePt t="146660" x="1219200" y="5715000"/>
          <p14:tracePt t="146677" x="1289050" y="5715000"/>
          <p14:tracePt t="146693" x="1314450" y="5708650"/>
          <p14:tracePt t="146710" x="1358900" y="5689600"/>
          <p14:tracePt t="146726" x="1403350" y="5657850"/>
          <p14:tracePt t="146743" x="1416050" y="5645150"/>
          <p14:tracePt t="146745" x="1428750" y="5626100"/>
          <p14:tracePt t="146762" x="1435100" y="5600700"/>
          <p14:tracePt t="146776" x="1447800" y="5562600"/>
          <p14:tracePt t="146792" x="1447800" y="5537200"/>
          <p14:tracePt t="146809" x="1447800" y="5492750"/>
          <p14:tracePt t="146826" x="1428750" y="5441950"/>
          <p14:tracePt t="146842" x="1416050" y="5416550"/>
          <p14:tracePt t="146859" x="1384300" y="5378450"/>
          <p14:tracePt t="146875" x="1352550" y="5359400"/>
          <p14:tracePt t="146893" x="1314450" y="5359400"/>
          <p14:tracePt t="147515" x="1301750" y="5359400"/>
          <p14:tracePt t="147529" x="1289050" y="5359400"/>
          <p14:tracePt t="147535" x="1276350" y="5359400"/>
          <p14:tracePt t="147550" x="1263650" y="5359400"/>
          <p14:tracePt t="147559" x="1250950" y="5359400"/>
          <p14:tracePt t="147572" x="1238250" y="5359400"/>
          <p14:tracePt t="147590" x="1206500" y="5359400"/>
          <p14:tracePt t="147606" x="1181100" y="5359400"/>
          <p14:tracePt t="147623" x="1168400" y="5359400"/>
          <p14:tracePt t="147640" x="1149350" y="5365750"/>
          <p14:tracePt t="147656" x="1143000" y="5372100"/>
          <p14:tracePt t="147673" x="1136650" y="5384800"/>
          <p14:tracePt t="147690" x="1130300" y="5397500"/>
          <p14:tracePt t="147705" x="1130300" y="5410200"/>
          <p14:tracePt t="147722" x="1130300" y="5416550"/>
          <p14:tracePt t="147740" x="1130300" y="5429250"/>
          <p14:tracePt t="147756" x="1130300" y="5435600"/>
          <p14:tracePt t="147772" x="1149350" y="5454650"/>
          <p14:tracePt t="147790" x="1168400" y="5473700"/>
          <p14:tracePt t="147805" x="1187450" y="5486400"/>
          <p14:tracePt t="147823" x="1231900" y="5505450"/>
          <p14:tracePt t="147839" x="1289050" y="5530850"/>
          <p14:tracePt t="147855" x="1320800" y="5543550"/>
          <p14:tracePt t="147872" x="1371600" y="5562600"/>
          <p14:tracePt t="147889" x="1428750" y="5568950"/>
          <p14:tracePt t="147905" x="1447800" y="5568950"/>
          <p14:tracePt t="147922" x="1498600" y="5568950"/>
          <p14:tracePt t="147938" x="1562100" y="5524500"/>
          <p14:tracePt t="147955" x="1593850" y="5499100"/>
          <p14:tracePt t="147972" x="1644650" y="5448300"/>
          <p14:tracePt t="147989" x="1670050" y="5416550"/>
          <p14:tracePt t="148006" x="1701800" y="5334000"/>
          <p14:tracePt t="148021" x="1701800" y="5321300"/>
          <p14:tracePt t="148038" x="1701800" y="5289550"/>
          <p14:tracePt t="148055" x="1682750" y="5238750"/>
          <p14:tracePt t="148071" x="1651000" y="5187950"/>
          <p14:tracePt t="148088" x="1631950" y="5175250"/>
          <p14:tracePt t="148104" x="1574800" y="5130800"/>
          <p14:tracePt t="148121" x="1504950" y="5092700"/>
          <p14:tracePt t="148138" x="1428750" y="5080000"/>
          <p14:tracePt t="148155" x="1377950" y="5080000"/>
          <p14:tracePt t="148171" x="1320800" y="5086350"/>
          <p14:tracePt t="148188" x="1225550" y="5105400"/>
          <p14:tracePt t="148204" x="1181100" y="5130800"/>
          <p14:tracePt t="148221" x="1117600" y="5175250"/>
          <p14:tracePt t="148238" x="1060450" y="5219700"/>
          <p14:tracePt t="148254" x="1035050" y="5251450"/>
          <p14:tracePt t="148257" x="1022350" y="5270500"/>
          <p14:tracePt t="148271" x="1016000" y="5302250"/>
          <p14:tracePt t="148287" x="1003300" y="5334000"/>
          <p14:tracePt t="148304" x="1003300" y="5359400"/>
          <p14:tracePt t="148321" x="996950" y="5403850"/>
          <p14:tracePt t="148337" x="996950" y="5435600"/>
          <p14:tracePt t="148353" x="996950" y="5492750"/>
          <p14:tracePt t="148371" x="1009650" y="5543550"/>
          <p14:tracePt t="148387" x="1016000" y="5575300"/>
          <p14:tracePt t="148403" x="1047750" y="5607050"/>
          <p14:tracePt t="148420" x="1073150" y="5645150"/>
          <p14:tracePt t="148437" x="1092200" y="5651500"/>
          <p14:tracePt t="148454" x="1136650" y="5676900"/>
          <p14:tracePt t="148470" x="1193800" y="5689600"/>
          <p14:tracePt t="148486" x="1225550" y="5689600"/>
          <p14:tracePt t="148504" x="1270000" y="5689600"/>
          <p14:tracePt t="148520" x="1327150" y="5689600"/>
          <p14:tracePt t="148537" x="1352550" y="5683250"/>
          <p14:tracePt t="148553" x="1403350" y="5670550"/>
          <p14:tracePt t="148569" x="1460500" y="5645150"/>
          <p14:tracePt t="148588" x="1549400" y="5613400"/>
          <p14:tracePt t="148603" x="1587500" y="5607050"/>
          <p14:tracePt t="148620" x="1644650" y="5588000"/>
          <p14:tracePt t="148637" x="1822450" y="5511800"/>
          <p14:tracePt t="148653" x="1892300" y="5480050"/>
          <p14:tracePt t="148669" x="1936750" y="5454650"/>
          <p14:tracePt t="148686" x="2025650" y="5384800"/>
          <p14:tracePt t="148702" x="2095500" y="5334000"/>
          <p14:tracePt t="148719" x="2114550" y="5308600"/>
          <p14:tracePt t="148736" x="2139950" y="5270500"/>
          <p14:tracePt t="148752" x="2146300" y="5219700"/>
          <p14:tracePt t="148769" x="2152650" y="5187950"/>
          <p14:tracePt t="148786" x="2152650" y="5130800"/>
          <p14:tracePt t="148802" x="2127250" y="5073650"/>
          <p14:tracePt t="148819" x="2082800" y="4997450"/>
          <p14:tracePt t="148835" x="2051050" y="4959350"/>
          <p14:tracePt t="148852" x="1974850" y="4902200"/>
          <p14:tracePt t="148869" x="1860550" y="4857750"/>
          <p14:tracePt t="148885" x="1784350" y="4838700"/>
          <p14:tracePt t="148902" x="1708150" y="4838700"/>
          <p14:tracePt t="148918" x="1435100" y="4838700"/>
          <p14:tracePt t="148935" x="1358900" y="4857750"/>
          <p14:tracePt t="148953" x="1225550" y="4914900"/>
          <p14:tracePt t="148968" x="1162050" y="4965700"/>
          <p14:tracePt t="148985" x="1054100" y="5086350"/>
          <p14:tracePt t="149002" x="977900" y="5232400"/>
          <p14:tracePt t="149018" x="939800" y="5365750"/>
          <p14:tracePt t="149035" x="927100" y="5422900"/>
          <p14:tracePt t="149051" x="946150" y="5505450"/>
          <p14:tracePt t="149068" x="971550" y="5524500"/>
          <p14:tracePt t="149086" x="984250" y="5530850"/>
          <p14:tracePt t="149631" x="1003300" y="5543550"/>
          <p14:tracePt t="149638" x="1016000" y="5562600"/>
          <p14:tracePt t="149652" x="1028700" y="5575300"/>
          <p14:tracePt t="149667" x="1079500" y="5594350"/>
          <p14:tracePt t="149682" x="1117600" y="5613400"/>
          <p14:tracePt t="149699" x="1174750" y="5632450"/>
          <p14:tracePt t="149716" x="1257300" y="5657850"/>
          <p14:tracePt t="149733" x="1346200" y="5689600"/>
          <p14:tracePt t="149749" x="1384300" y="5695950"/>
          <p14:tracePt t="149766" x="1479550" y="5715000"/>
          <p14:tracePt t="149782" x="1612900" y="5715000"/>
          <p14:tracePt t="149798" x="1676400" y="5715000"/>
          <p14:tracePt t="149815" x="1784350" y="5676900"/>
          <p14:tracePt t="149832" x="1885950" y="5613400"/>
          <p14:tracePt t="149849" x="1968500" y="5537200"/>
          <p14:tracePt t="149866" x="2012950" y="5499100"/>
          <p14:tracePt t="149882" x="2038350" y="5454650"/>
          <p14:tracePt t="149899" x="2082800" y="5391150"/>
          <p14:tracePt t="149915" x="2089150" y="5340350"/>
          <p14:tracePt t="149932" x="2089150" y="5321300"/>
          <p14:tracePt t="149948" x="2076450" y="5270500"/>
          <p14:tracePt t="149964" x="2057400" y="5232400"/>
          <p14:tracePt t="149982" x="2019300" y="5187950"/>
          <p14:tracePt t="149998" x="2000250" y="5175250"/>
          <p14:tracePt t="150014" x="1930400" y="5143500"/>
          <p14:tracePt t="150032" x="1841500" y="5111750"/>
          <p14:tracePt t="150048" x="1790700" y="5111750"/>
          <p14:tracePt t="150064" x="1689100" y="5111750"/>
          <p14:tracePt t="150081" x="1581150" y="5137150"/>
          <p14:tracePt t="150098" x="1511300" y="5156200"/>
          <p14:tracePt t="150115" x="1466850" y="5175250"/>
          <p14:tracePt t="150131" x="1371600" y="5245100"/>
          <p14:tracePt t="150147" x="1346200" y="5270500"/>
          <p14:tracePt t="150165" x="1314450" y="5353050"/>
          <p14:tracePt t="150181" x="1295400" y="5397500"/>
          <p14:tracePt t="150197" x="1289050" y="5492750"/>
          <p14:tracePt t="150214" x="1295400" y="5562600"/>
          <p14:tracePt t="150231" x="1308100" y="5594350"/>
          <p14:tracePt t="150247" x="1352550" y="5657850"/>
          <p14:tracePt t="150264" x="1409700" y="5727700"/>
          <p14:tracePt t="150280" x="1435100" y="5746750"/>
          <p14:tracePt t="150283" x="1466850" y="5772150"/>
          <p14:tracePt t="150298" x="1498600" y="5797550"/>
          <p14:tracePt t="150314" x="1562100" y="5829300"/>
          <p14:tracePt t="150330" x="1600200" y="5829300"/>
          <p14:tracePt t="150347" x="1670050" y="5835650"/>
          <p14:tracePt t="150363" x="1727200" y="5816600"/>
          <p14:tracePt t="150380" x="1765300" y="5791200"/>
          <p14:tracePt t="150397" x="1822450" y="5734050"/>
          <p14:tracePt t="150413" x="1866900" y="5651500"/>
          <p14:tracePt t="150430" x="1892300" y="5594350"/>
          <p14:tracePt t="150446" x="1917700" y="5486400"/>
          <p14:tracePt t="150463" x="1917700" y="5441950"/>
          <p14:tracePt t="150481" x="1905000" y="5321300"/>
          <p14:tracePt t="150496" x="1879600" y="5295900"/>
          <p14:tracePt t="150513" x="1866900" y="5276850"/>
          <p14:tracePt t="150530" x="1803400" y="5238750"/>
          <p14:tracePt t="150546" x="1714500" y="5194300"/>
          <p14:tracePt t="150563" x="1676400" y="5187950"/>
          <p14:tracePt t="150579" x="1543050" y="5168900"/>
          <p14:tracePt t="150596" x="1403350" y="5168900"/>
          <p14:tracePt t="150613" x="1282700" y="5187950"/>
          <p14:tracePt t="150629" x="1225550" y="5207000"/>
          <p14:tracePt t="150646" x="1123950" y="5264150"/>
          <p14:tracePt t="150663" x="1035050" y="5353050"/>
          <p14:tracePt t="150679" x="1016000" y="5422900"/>
          <p14:tracePt t="150696" x="965200" y="5543550"/>
          <p14:tracePt t="150712" x="952500" y="5638800"/>
          <p14:tracePt t="150728" x="952500" y="5695950"/>
          <p14:tracePt t="150746" x="977900" y="5740400"/>
          <p14:tracePt t="150762" x="1085850" y="5842000"/>
          <p14:tracePt t="150779" x="1130300" y="5867400"/>
          <p14:tracePt t="150796" x="1212850" y="5892800"/>
          <p14:tracePt t="150812" x="1250950" y="5905500"/>
          <p14:tracePt t="150828" x="1320800" y="5911850"/>
          <p14:tracePt t="150845" x="1377950" y="5911850"/>
          <p14:tracePt t="150862" x="1409700" y="5911850"/>
          <p14:tracePt t="150878" x="1473200" y="5867400"/>
          <p14:tracePt t="150895" x="1562100" y="5816600"/>
          <p14:tracePt t="150912" x="1600200" y="5772150"/>
          <p14:tracePt t="150929" x="1651000" y="5670550"/>
          <p14:tracePt t="150945" x="1695450" y="5524500"/>
          <p14:tracePt t="150961" x="1695450" y="5461000"/>
          <p14:tracePt t="150978" x="1682750" y="5327650"/>
          <p14:tracePt t="150994" x="1606550" y="5213350"/>
          <p14:tracePt t="151011" x="1555750" y="5175250"/>
          <p14:tracePt t="151028" x="1435100" y="5130800"/>
          <p14:tracePt t="151044" x="1327150" y="5092700"/>
          <p14:tracePt t="151062" x="1276350" y="5092700"/>
          <p14:tracePt t="151077" x="1181100" y="5092700"/>
          <p14:tracePt t="151094" x="1130300" y="5092700"/>
          <p14:tracePt t="151111" x="1060450" y="5118100"/>
          <p14:tracePt t="151127" x="1009650" y="5143500"/>
          <p14:tracePt t="151144" x="984250" y="5156200"/>
          <p14:tracePt t="151161" x="971550" y="5175250"/>
          <p14:tracePt t="151195" x="977900" y="5175250"/>
          <p14:tracePt t="152947" x="977900" y="5200650"/>
          <p14:tracePt t="152961" x="977900" y="5213350"/>
          <p14:tracePt t="152967" x="977900" y="5226050"/>
          <p14:tracePt t="152975" x="971550" y="5238750"/>
          <p14:tracePt t="152991" x="971550" y="5257800"/>
          <p14:tracePt t="153004" x="965200" y="5270500"/>
          <p14:tracePt t="153021" x="958850" y="5302250"/>
          <p14:tracePt t="153038" x="946150" y="5327650"/>
          <p14:tracePt t="153054" x="939800" y="5353050"/>
          <p14:tracePt t="153070" x="927100" y="5384800"/>
          <p14:tracePt t="153087" x="914400" y="5410200"/>
          <p14:tracePt t="153104" x="914400" y="5416550"/>
          <p14:tracePt t="153121" x="914400" y="5429250"/>
          <p14:tracePt t="153137" x="914400" y="5435600"/>
          <p14:tracePt t="153154" x="914400" y="5441950"/>
          <p14:tracePt t="153171" x="914400" y="5454650"/>
          <p14:tracePt t="153187" x="920750" y="5467350"/>
          <p14:tracePt t="153203" x="920750" y="5473700"/>
          <p14:tracePt t="153221" x="933450" y="5480050"/>
          <p14:tracePt t="153237" x="939800" y="5492750"/>
          <p14:tracePt t="153253" x="952500" y="5505450"/>
          <p14:tracePt t="153270" x="958850" y="5511800"/>
          <p14:tracePt t="153287" x="965200" y="5511800"/>
          <p14:tracePt t="153305" x="984250" y="5511800"/>
          <p14:tracePt t="153320" x="1009650" y="5505450"/>
          <p14:tracePt t="153337" x="1022350" y="5499100"/>
          <p14:tracePt t="153353" x="1060450" y="5480050"/>
          <p14:tracePt t="153370" x="1092200" y="5448300"/>
          <p14:tracePt t="153387" x="1111250" y="5435600"/>
          <p14:tracePt t="153403" x="1143000" y="5410200"/>
          <p14:tracePt t="153420" x="1155700" y="5372100"/>
          <p14:tracePt t="153436" x="1162050" y="5359400"/>
          <p14:tracePt t="153453" x="1168400" y="5334000"/>
          <p14:tracePt t="153469" x="1168400" y="5327650"/>
          <p14:tracePt t="153486" x="1168400" y="5321300"/>
          <p14:tracePt t="153503" x="1162050" y="5308600"/>
          <p14:tracePt t="153519" x="1155700" y="5302250"/>
          <p14:tracePt t="153536" x="1143000" y="5295900"/>
          <p14:tracePt t="153552" x="1136650" y="5295900"/>
          <p14:tracePt t="153569" x="1130300" y="5295900"/>
          <p14:tracePt t="153586" x="1104900" y="5302250"/>
          <p14:tracePt t="153603" x="1079500" y="5314950"/>
          <p14:tracePt t="153619" x="1066800" y="5314950"/>
          <p14:tracePt t="153635" x="1041400" y="5327650"/>
          <p14:tracePt t="153652" x="1016000" y="5334000"/>
          <p14:tracePt t="153669" x="1003300" y="5334000"/>
          <p14:tracePt t="153685" x="996950" y="5340350"/>
          <p14:tracePt t="153702" x="996950" y="5334000"/>
          <p14:tracePt t="155249" x="984250" y="5346700"/>
          <p14:tracePt t="155264" x="977900" y="5353050"/>
          <p14:tracePt t="155270" x="971550" y="5372100"/>
          <p14:tracePt t="155284" x="958850" y="5384800"/>
          <p14:tracePt t="155296" x="939800" y="5410200"/>
          <p14:tracePt t="155313" x="920750" y="5448300"/>
          <p14:tracePt t="155329" x="908050" y="5480050"/>
          <p14:tracePt t="155332" x="889000" y="5499100"/>
          <p14:tracePt t="155348" x="876300" y="5537200"/>
          <p14:tracePt t="155362" x="869950" y="5556250"/>
          <p14:tracePt t="155379" x="869950" y="5575300"/>
          <p14:tracePt t="155397" x="869950" y="5594350"/>
          <p14:tracePt t="155413" x="882650" y="5613400"/>
          <p14:tracePt t="155429" x="895350" y="5613400"/>
          <p14:tracePt t="155446" x="927100" y="5613400"/>
          <p14:tracePt t="155463" x="971550" y="5594350"/>
          <p14:tracePt t="155480" x="984250" y="5575300"/>
          <p14:tracePt t="155496" x="1054100" y="5499100"/>
          <p14:tracePt t="155513" x="1079500" y="5454650"/>
          <p14:tracePt t="155529" x="1104900" y="5365750"/>
          <p14:tracePt t="155545" x="1104900" y="5308600"/>
          <p14:tracePt t="155562" x="1104900" y="5289550"/>
          <p14:tracePt t="155579" x="1066800" y="5264150"/>
          <p14:tracePt t="155595" x="1028700" y="5238750"/>
          <p14:tracePt t="155612" x="1016000" y="5226050"/>
          <p14:tracePt t="155628" x="952500" y="5213350"/>
          <p14:tracePt t="155645" x="895350" y="5187950"/>
          <p14:tracePt t="155662" x="850900" y="5175250"/>
          <p14:tracePt t="155678" x="831850" y="5168900"/>
          <p14:tracePt t="155695" x="781050" y="5156200"/>
          <p14:tracePt t="155712" x="742950" y="5149850"/>
          <p14:tracePt t="155728" x="717550" y="5149850"/>
          <p14:tracePt t="155745" x="698500" y="5149850"/>
          <p14:tracePt t="155761" x="679450" y="5149850"/>
          <p14:tracePt t="155778" x="673100" y="5149850"/>
          <p14:tracePt t="155795" x="666750" y="5149850"/>
          <p14:tracePt t="155811" x="660400" y="5149850"/>
          <p14:tracePt t="155866" x="666750" y="5149850"/>
          <p14:tracePt t="155873" x="673100" y="5149850"/>
          <p14:tracePt t="155881" x="679450" y="5149850"/>
          <p14:tracePt t="155901" x="679450" y="5143500"/>
          <p14:tracePt t="155915" x="685800" y="5137150"/>
          <p14:tracePt t="155927" x="692150" y="5137150"/>
          <p14:tracePt t="155944" x="704850" y="5130800"/>
          <p14:tracePt t="155961" x="711200" y="5118100"/>
          <p14:tracePt t="155978" x="730250" y="5099050"/>
          <p14:tracePt t="155994" x="742950" y="5067300"/>
          <p14:tracePt t="156011" x="749300" y="5035550"/>
          <p14:tracePt t="156028" x="749300" y="4997450"/>
          <p14:tracePt t="156044" x="749300" y="4940300"/>
          <p14:tracePt t="156060" x="742950" y="4895850"/>
          <p14:tracePt t="156077" x="730250" y="4819650"/>
          <p14:tracePt t="156094" x="723900" y="4737100"/>
          <p14:tracePt t="156110" x="723900" y="4699000"/>
          <p14:tracePt t="156127" x="717550" y="4616450"/>
          <p14:tracePt t="156143" x="717550" y="4578350"/>
          <p14:tracePt t="156161" x="717550" y="4495800"/>
          <p14:tracePt t="156176" x="717550" y="4476750"/>
          <p14:tracePt t="156193" x="717550" y="4464050"/>
          <p14:tracePt t="156210" x="717550" y="4451350"/>
          <p14:tracePt t="156243" x="717550" y="4445000"/>
          <p14:tracePt t="156504" x="717550" y="4464050"/>
          <p14:tracePt t="156510" x="711200" y="4508500"/>
          <p14:tracePt t="156526" x="711200" y="4578350"/>
          <p14:tracePt t="156532" x="711200" y="4654550"/>
          <p14:tracePt t="156546" x="711200" y="4730750"/>
          <p14:tracePt t="156559" x="711200" y="4819650"/>
          <p14:tracePt t="156575" x="711200" y="4959350"/>
          <p14:tracePt t="156592" x="711200" y="5022850"/>
          <p14:tracePt t="156609" x="711200" y="5105400"/>
          <p14:tracePt t="156625" x="711200" y="5143500"/>
          <p14:tracePt t="156642" x="711200" y="5156200"/>
          <p14:tracePt t="156658" x="711200" y="5162550"/>
          <p14:tracePt t="156675" x="711200" y="5168900"/>
          <p14:tracePt t="156778" x="711200" y="5162550"/>
          <p14:tracePt t="156785" x="711200" y="5156200"/>
          <p14:tracePt t="156794" x="711200" y="5149850"/>
          <p14:tracePt t="156834" x="698500" y="5143500"/>
          <p14:tracePt t="156862" x="692150" y="5143500"/>
          <p14:tracePt t="156883" x="685800" y="5143500"/>
          <p14:tracePt t="156904" x="679450" y="5143500"/>
          <p14:tracePt t="156953" x="673100" y="5143500"/>
          <p14:tracePt t="156967" x="666750" y="5143500"/>
          <p14:tracePt t="157002" x="660400" y="5143500"/>
          <p14:tracePt t="157023" x="654050" y="5143500"/>
          <p14:tracePt t="157044" x="647700" y="5143500"/>
          <p14:tracePt t="157072" x="641350" y="5143500"/>
          <p14:tracePt t="157128" x="647700" y="5143500"/>
          <p14:tracePt t="157135" x="654050" y="5143500"/>
          <p14:tracePt t="157143" x="660400" y="5143500"/>
          <p14:tracePt t="157159" x="666750" y="5143500"/>
          <p14:tracePt t="157173" x="679450" y="5143500"/>
          <p14:tracePt t="157190" x="717550" y="5143500"/>
          <p14:tracePt t="157206" x="793750" y="5143500"/>
          <p14:tracePt t="157223" x="850900" y="5143500"/>
          <p14:tracePt t="157240" x="977900" y="5143500"/>
          <p14:tracePt t="157256" x="1117600" y="5143500"/>
          <p14:tracePt t="157273" x="1193800" y="5143500"/>
          <p14:tracePt t="157290" x="1333500" y="5156200"/>
          <p14:tracePt t="157306" x="1441450" y="5162550"/>
          <p14:tracePt t="157323" x="1492250" y="5162550"/>
          <p14:tracePt t="157340" x="1562100" y="5175250"/>
          <p14:tracePt t="157356" x="1631950" y="5175250"/>
          <p14:tracePt t="157373" x="1651000" y="5175250"/>
          <p14:tracePt t="157376" x="1663700" y="5181600"/>
          <p14:tracePt t="157389" x="1682750" y="5181600"/>
          <p14:tracePt t="157406" x="1701800" y="5181600"/>
          <p14:tracePt t="157423" x="1752600" y="5181600"/>
          <p14:tracePt t="157455" x="1758950" y="5181600"/>
          <p14:tracePt t="157472" x="1771650" y="5181600"/>
          <p14:tracePt t="157508" x="1765300" y="5181600"/>
          <p14:tracePt t="157522" x="1758950" y="5194300"/>
          <p14:tracePt t="157538" x="1727200" y="5213350"/>
          <p14:tracePt t="157556" x="1663700" y="5238750"/>
          <p14:tracePt t="157572" x="1612900" y="5251450"/>
          <p14:tracePt t="157590" x="1485900" y="5289550"/>
          <p14:tracePt t="157605" x="1346200" y="5295900"/>
          <p14:tracePt t="157622" x="1270000" y="5314950"/>
          <p14:tracePt t="157638" x="1136650" y="5327650"/>
          <p14:tracePt t="157655" x="1022350" y="5334000"/>
          <p14:tracePt t="157671" x="971550" y="5334000"/>
          <p14:tracePt t="157688" x="939800" y="5334000"/>
          <p14:tracePt t="157704" x="895350" y="5327650"/>
          <p14:tracePt t="157721" x="889000" y="5327650"/>
          <p14:tracePt t="157738" x="895350" y="5321300"/>
          <p14:tracePt t="157754" x="901700" y="5321300"/>
          <p14:tracePt t="157771" x="920750" y="5314950"/>
          <p14:tracePt t="157788" x="984250" y="5289550"/>
          <p14:tracePt t="157804" x="1022350" y="5289550"/>
          <p14:tracePt t="157821" x="1143000" y="5264150"/>
          <p14:tracePt t="157837" x="1289050" y="5232400"/>
          <p14:tracePt t="157854" x="1365250" y="5213350"/>
          <p14:tracePt t="157871" x="1536700" y="5181600"/>
          <p14:tracePt t="157887" x="1651000" y="5175250"/>
          <p14:tracePt t="157904" x="1708150" y="5162550"/>
          <p14:tracePt t="157921" x="1758950" y="5156200"/>
          <p14:tracePt t="157937" x="1771650" y="5156200"/>
          <p14:tracePt t="157977" x="1758950" y="5156200"/>
          <p14:tracePt t="157986" x="1733550" y="5156200"/>
          <p14:tracePt t="158004" x="1708150" y="5156200"/>
          <p14:tracePt t="158020" x="1631950" y="5149850"/>
          <p14:tracePt t="158037" x="1562100" y="5149850"/>
          <p14:tracePt t="158054" x="1333500" y="5156200"/>
          <p14:tracePt t="158070" x="1244600" y="5162550"/>
          <p14:tracePt t="158087" x="1155700" y="5162550"/>
          <p14:tracePt t="158103" x="990600" y="5175250"/>
          <p14:tracePt t="158120" x="857250" y="5181600"/>
          <p14:tracePt t="158137" x="806450" y="5181600"/>
          <p14:tracePt t="158153" x="742950" y="5181600"/>
          <p14:tracePt t="158170" x="711200" y="5187950"/>
          <p14:tracePt t="158215" x="717550" y="5187950"/>
          <p14:tracePt t="158229" x="736600" y="5187950"/>
          <p14:tracePt t="158239" x="749300" y="5187950"/>
          <p14:tracePt t="158253" x="781050" y="5187950"/>
          <p14:tracePt t="158269" x="857250" y="5187950"/>
          <p14:tracePt t="158286" x="984250" y="5187950"/>
          <p14:tracePt t="158302" x="1060450" y="5187950"/>
          <p14:tracePt t="158320" x="1149350" y="5187950"/>
          <p14:tracePt t="158335" x="1416050" y="5187950"/>
          <p14:tracePt t="158353" x="1587500" y="5187950"/>
          <p14:tracePt t="158369" x="1638300" y="5175250"/>
          <p14:tracePt t="158385" x="1676400" y="5175250"/>
          <p14:tracePt t="158389" x="1695450" y="5168900"/>
          <p14:tracePt t="158403" x="1708150" y="5168900"/>
          <p14:tracePt t="158418" x="1720850" y="5168900"/>
          <p14:tracePt t="158453" x="1695450" y="5168900"/>
          <p14:tracePt t="158469" x="1689100" y="5168900"/>
          <p14:tracePt t="158485" x="1619250" y="5168900"/>
          <p14:tracePt t="158502" x="1530350" y="5168900"/>
          <p14:tracePt t="158518" x="1447800" y="5168900"/>
          <p14:tracePt t="158536" x="1371600" y="5168900"/>
          <p14:tracePt t="158552" x="1092200" y="5168900"/>
          <p14:tracePt t="158568" x="990600" y="5168900"/>
          <p14:tracePt t="158586" x="800100" y="5168900"/>
          <p14:tracePt t="158602" x="723900" y="5168900"/>
          <p14:tracePt t="158619" x="654050" y="5156200"/>
          <p14:tracePt t="158635" x="635000" y="5156200"/>
          <p14:tracePt t="158652" x="635000" y="5149850"/>
          <p14:tracePt t="158668" x="679450" y="5137150"/>
          <p14:tracePt t="158685" x="774700" y="5118100"/>
          <p14:tracePt t="158701" x="838200" y="5105400"/>
          <p14:tracePt t="158718" x="984250" y="5105400"/>
          <p14:tracePt t="158734" x="1149350" y="5111750"/>
          <p14:tracePt t="158751" x="1238250" y="5124450"/>
          <p14:tracePt t="158768" x="1428750" y="5118100"/>
          <p14:tracePt t="158784" x="1593850" y="5105400"/>
          <p14:tracePt t="158801" x="1657350" y="5105400"/>
          <p14:tracePt t="158818" x="1752600" y="5092700"/>
          <p14:tracePt t="158834" x="1797050" y="5092700"/>
          <p14:tracePt t="158851" x="1803400" y="5092700"/>
          <p14:tracePt t="158884" x="1809750" y="5092700"/>
          <p14:tracePt t="158957" x="1816100" y="5092700"/>
          <p14:tracePt t="158992" x="1828800" y="5092700"/>
          <p14:tracePt t="159745" x="1828800" y="5105400"/>
          <p14:tracePt t="159759" x="1828800" y="5111750"/>
          <p14:tracePt t="159773" x="1828800" y="5118100"/>
          <p14:tracePt t="159787" x="1828800" y="5124450"/>
          <p14:tracePt t="159807" x="1828800" y="5130800"/>
          <p14:tracePt t="159829" x="1828800" y="5143500"/>
          <p14:tracePt t="159836" x="1822450" y="5143500"/>
          <p14:tracePt t="159847" x="1822450" y="5149850"/>
          <p14:tracePt t="159864" x="1816100" y="5162550"/>
          <p14:tracePt t="159948" x="1803400" y="5168900"/>
          <p14:tracePt t="159955" x="1803400" y="5175250"/>
          <p14:tracePt t="159976" x="1790700" y="5181600"/>
          <p14:tracePt t="159983" x="1784350" y="5181600"/>
          <p14:tracePt t="159999" x="1771650" y="5187950"/>
          <p14:tracePt t="160013" x="1752600" y="5207000"/>
          <p14:tracePt t="160030" x="1739900" y="5219700"/>
          <p14:tracePt t="160047" x="1695450" y="5264150"/>
          <p14:tracePt t="160063" x="1663700" y="5302250"/>
          <p14:tracePt t="160080" x="1600200" y="5391150"/>
          <p14:tracePt t="160096" x="1536700" y="5480050"/>
          <p14:tracePt t="160113" x="1511300" y="5524500"/>
          <p14:tracePt t="160130" x="1473200" y="5600700"/>
          <p14:tracePt t="160146" x="1435100" y="5664200"/>
          <p14:tracePt t="160162" x="1435100" y="5683250"/>
          <p14:tracePt t="160737" x="1435100" y="5689600"/>
          <p14:tracePt t="160745" x="1428750" y="5695950"/>
          <p14:tracePt t="160758" x="1416050" y="5715000"/>
          <p14:tracePt t="160765" x="1409700" y="5734050"/>
          <p14:tracePt t="160781" x="1397000" y="5759450"/>
          <p14:tracePt t="160795" x="1365250" y="5797550"/>
          <p14:tracePt t="160811" x="1352550" y="5829300"/>
          <p14:tracePt t="160827" x="1333500" y="5854700"/>
          <p14:tracePt t="160844" x="1295400" y="5905500"/>
          <p14:tracePt t="160861" x="1257300" y="5949950"/>
          <p14:tracePt t="160877" x="1231900" y="5969000"/>
          <p14:tracePt t="160894" x="1193800" y="6026150"/>
          <p14:tracePt t="160910" x="1162050" y="6057900"/>
          <p14:tracePt t="160928" x="1136650" y="6089650"/>
          <p14:tracePt t="160944" x="1117600" y="6102350"/>
          <p14:tracePt t="160960" x="1098550" y="6121400"/>
          <p14:tracePt t="160977" x="1085850" y="6134100"/>
          <p14:tracePt t="160993" x="1079500" y="6140450"/>
          <p14:tracePt t="161011" x="1060450" y="6146800"/>
          <p14:tracePt t="161026" x="1035050" y="6159500"/>
          <p14:tracePt t="161043" x="1022350" y="6165850"/>
          <p14:tracePt t="161060" x="1009650" y="6172200"/>
          <p14:tracePt t="161077" x="996950" y="6172200"/>
          <p14:tracePt t="161093" x="996950" y="6184900"/>
          <p14:tracePt t="161109" x="990600" y="6184900"/>
          <p14:tracePt t="161126" x="984250" y="6184900"/>
          <p14:tracePt t="162402" x="984250" y="6178550"/>
          <p14:tracePt t="162409" x="990600" y="6140450"/>
          <p14:tracePt t="162424" x="996950" y="6121400"/>
          <p14:tracePt t="162438" x="1028700" y="6038850"/>
          <p14:tracePt t="162455" x="1041400" y="5981700"/>
          <p14:tracePt t="162458" x="1054100" y="5937250"/>
          <p14:tracePt t="162474" x="1073150" y="5899150"/>
          <p14:tracePt t="162488" x="1092200" y="5842000"/>
          <p14:tracePt t="162505" x="1123950" y="5753100"/>
          <p14:tracePt t="162522" x="1149350" y="5695950"/>
          <p14:tracePt t="162538" x="1155700" y="5651500"/>
          <p14:tracePt t="162555" x="1181100" y="5568950"/>
          <p14:tracePt t="162571" x="1193800" y="5473700"/>
          <p14:tracePt t="162588" x="1200150" y="5435600"/>
          <p14:tracePt t="162605" x="1200150" y="5346700"/>
          <p14:tracePt t="162621" x="1200150" y="5251450"/>
          <p14:tracePt t="162637" x="1200150" y="5226050"/>
          <p14:tracePt t="162655" x="1181100" y="5162550"/>
          <p14:tracePt t="162671" x="1168400" y="5105400"/>
          <p14:tracePt t="162687" x="1168400" y="5073650"/>
          <p14:tracePt t="162704" x="1149350" y="5022850"/>
          <p14:tracePt t="162720" x="1143000" y="4991100"/>
          <p14:tracePt t="162738" x="1123950" y="4978400"/>
          <p14:tracePt t="162754" x="1117600" y="4953000"/>
          <p14:tracePt t="162771" x="1117600" y="4946650"/>
          <p14:tracePt t="162788" x="1098550" y="4921250"/>
          <p14:tracePt t="162803" x="1092200" y="4914900"/>
          <p14:tracePt t="162820" x="1092200" y="4908550"/>
          <p14:tracePt t="162837" x="1079500" y="4902200"/>
          <p14:tracePt t="162854" x="1073150" y="4895850"/>
          <p14:tracePt t="162871" x="1066800" y="4895850"/>
          <p14:tracePt t="162887" x="1054100" y="4895850"/>
          <p14:tracePt t="162903" x="1047750" y="4895850"/>
          <p14:tracePt t="166065" x="1047750" y="4902200"/>
          <p14:tracePt t="166079" x="1047750" y="4921250"/>
          <p14:tracePt t="166086" x="1041400" y="4940300"/>
          <p14:tracePt t="166095" x="1041400" y="4959350"/>
          <p14:tracePt t="166109" x="1035050" y="4984750"/>
          <p14:tracePt t="166125" x="1035050" y="4997450"/>
          <p14:tracePt t="166143" x="1035050" y="5010150"/>
          <p14:tracePt t="166159" x="1035050" y="5029200"/>
          <p14:tracePt t="166175" x="1035050" y="5035550"/>
          <p14:tracePt t="166192" x="1035050" y="5048250"/>
          <p14:tracePt t="166209" x="1035050" y="5054600"/>
          <p14:tracePt t="166225" x="1035050" y="5060950"/>
          <p14:tracePt t="166242" x="1028700" y="5080000"/>
          <p14:tracePt t="166258" x="1022350" y="5099050"/>
          <p14:tracePt t="166275" x="1016000" y="5105400"/>
          <p14:tracePt t="166292" x="1016000" y="5111750"/>
          <p14:tracePt t="166308" x="1016000" y="5118100"/>
          <p14:tracePt t="166605" x="1016000" y="5111750"/>
          <p14:tracePt t="166640" x="1022350" y="5111750"/>
          <p14:tracePt t="166654" x="1022350" y="5105400"/>
          <p14:tracePt t="166689" x="1028700" y="5105400"/>
          <p14:tracePt t="166696" x="1035050" y="5105400"/>
          <p14:tracePt t="166745" x="1041400" y="5099050"/>
          <p14:tracePt t="166767" x="1041400" y="5092700"/>
          <p14:tracePt t="166781" x="1047750" y="5092700"/>
          <p14:tracePt t="166788" x="1054100" y="5092700"/>
          <p14:tracePt t="166795" x="1066800" y="5086350"/>
          <p14:tracePt t="166810" x="1079500" y="5080000"/>
          <p14:tracePt t="166823" x="1092200" y="5073650"/>
          <p14:tracePt t="166840" x="1143000" y="5041900"/>
          <p14:tracePt t="166856" x="1187450" y="5029200"/>
          <p14:tracePt t="166873" x="1263650" y="4984750"/>
          <p14:tracePt t="166890" x="1339850" y="4953000"/>
          <p14:tracePt t="166907" x="1403350" y="4921250"/>
          <p14:tracePt t="166923" x="1428750" y="4914900"/>
          <p14:tracePt t="166939" x="1473200" y="4895850"/>
          <p14:tracePt t="166956" x="1492250" y="4883150"/>
          <p14:tracePt t="166973" x="1504950" y="4883150"/>
          <p14:tracePt t="166989" x="1511300" y="4883150"/>
          <p14:tracePt t="167061" x="1517650" y="4876800"/>
          <p14:tracePt t="167089" x="1517650" y="4870450"/>
          <p14:tracePt t="167117" x="1517650" y="4864100"/>
          <p14:tracePt t="167621" x="1530350" y="4864100"/>
          <p14:tracePt t="167628" x="1562100" y="4857750"/>
          <p14:tracePt t="167642" x="1587500" y="4851400"/>
          <p14:tracePt t="167653" x="1619250" y="4851400"/>
          <p14:tracePt t="167671" x="1695450" y="4851400"/>
          <p14:tracePt t="167687" x="1733550" y="4838700"/>
          <p14:tracePt t="167703" x="1803400" y="4832350"/>
          <p14:tracePt t="167721" x="1885950" y="4838700"/>
          <p14:tracePt t="167737" x="1936750" y="4832350"/>
          <p14:tracePt t="167754" x="2019300" y="4826000"/>
          <p14:tracePt t="167770" x="2095500" y="4826000"/>
          <p14:tracePt t="167786" x="2139950" y="4826000"/>
          <p14:tracePt t="167804" x="2197100" y="4819650"/>
          <p14:tracePt t="167819" x="2254250" y="4819650"/>
          <p14:tracePt t="167836" x="2273300" y="4813300"/>
          <p14:tracePt t="167853" x="2311400" y="4813300"/>
          <p14:tracePt t="167869" x="2349500" y="4800600"/>
          <p14:tracePt t="167903" x="2368550" y="4800600"/>
          <p14:tracePt t="167919" x="2381250" y="4800600"/>
          <p14:tracePt t="167937" x="2400300" y="4800600"/>
          <p14:tracePt t="167969" x="2413000" y="4800600"/>
          <p14:tracePt t="167986" x="2425700" y="4800600"/>
          <p14:tracePt t="168003" x="2444750" y="4800600"/>
          <p14:tracePt t="168036" x="2457450" y="4800600"/>
          <p14:tracePt t="168052" x="2470150" y="4806950"/>
          <p14:tracePt t="168071" x="2489200" y="4813300"/>
          <p14:tracePt t="168090" x="2501900" y="4813300"/>
          <p14:tracePt t="168102" x="2508250" y="4813300"/>
          <p14:tracePt t="168119" x="2508250" y="4819650"/>
          <p14:tracePt t="168140" x="2514600" y="4819650"/>
          <p14:tracePt t="168169" x="2520950" y="4826000"/>
          <p14:tracePt t="168203" x="2527300" y="4826000"/>
          <p14:tracePt t="168218" x="2533650" y="4832350"/>
          <p14:tracePt t="168238" x="2540000" y="4832350"/>
          <p14:tracePt t="168288" x="2546350" y="4826000"/>
          <p14:tracePt t="169650" x="2540000" y="4832350"/>
          <p14:tracePt t="169664" x="2533650" y="4845050"/>
          <p14:tracePt t="169670" x="2527300" y="4845050"/>
          <p14:tracePt t="169685" x="2520950" y="4857750"/>
          <p14:tracePt t="169696" x="2508250" y="4864100"/>
          <p14:tracePt t="169714" x="2476500" y="4889500"/>
          <p14:tracePt t="169730" x="2463800" y="4902200"/>
          <p14:tracePt t="169746" x="2413000" y="4921250"/>
          <p14:tracePt t="169763" x="2362200" y="4946650"/>
          <p14:tracePt t="169780" x="2317750" y="4959350"/>
          <p14:tracePt t="169797" x="2235200" y="4984750"/>
          <p14:tracePt t="169813" x="2127250" y="4997450"/>
          <p14:tracePt t="169829" x="2076450" y="4997450"/>
          <p14:tracePt t="169846" x="1981200" y="4991100"/>
          <p14:tracePt t="169863" x="1898650" y="4978400"/>
          <p14:tracePt t="169880" x="1873250" y="4978400"/>
          <p14:tracePt t="169896" x="1828800" y="4965700"/>
          <p14:tracePt t="169912" x="1809750" y="4953000"/>
          <p14:tracePt t="169929" x="1758950" y="4946650"/>
          <p14:tracePt t="169946" x="1701800" y="4933950"/>
          <p14:tracePt t="169962" x="1657350" y="4933950"/>
          <p14:tracePt t="169980" x="1631950" y="4921250"/>
          <p14:tracePt t="172046" x="1625600" y="4921250"/>
          <p14:tracePt t="172053" x="1625600" y="4927600"/>
          <p14:tracePt t="172067" x="1625600" y="4933950"/>
          <p14:tracePt t="172074" x="1612900" y="4933950"/>
          <p14:tracePt t="172091" x="1612900" y="4940300"/>
          <p14:tracePt t="172105" x="1600200" y="4946650"/>
          <p14:tracePt t="172121" x="1593850" y="4946650"/>
          <p14:tracePt t="172138" x="1581150" y="4946650"/>
          <p14:tracePt t="172155" x="1574800" y="4946650"/>
          <p14:tracePt t="172173" x="1536700" y="4946650"/>
          <p14:tracePt t="172188" x="1524000" y="4946650"/>
          <p14:tracePt t="172204" x="1504950" y="4946650"/>
          <p14:tracePt t="172222" x="1473200" y="4953000"/>
          <p14:tracePt t="172238" x="1428750" y="4959350"/>
          <p14:tracePt t="172255" x="1409700" y="4959350"/>
          <p14:tracePt t="172271" x="1377950" y="4965700"/>
          <p14:tracePt t="172287" x="1333500" y="4972050"/>
          <p14:tracePt t="172304" x="1314450" y="4984750"/>
          <p14:tracePt t="172321" x="1276350" y="4997450"/>
          <p14:tracePt t="172337" x="1244600" y="5010150"/>
          <p14:tracePt t="172355" x="1212850" y="5016500"/>
          <p14:tracePt t="172371" x="1200150" y="5022850"/>
          <p14:tracePt t="172387" x="1168400" y="5029200"/>
          <p14:tracePt t="172404" x="1149350" y="5035550"/>
          <p14:tracePt t="172420" x="1136650" y="5041900"/>
          <p14:tracePt t="172437" x="1130300" y="5041900"/>
          <p14:tracePt t="172454" x="1123950" y="5041900"/>
          <p14:tracePt t="172487" x="1117600" y="5041900"/>
          <p14:tracePt t="172503" x="1117600" y="5035550"/>
          <p14:tracePt t="173611" x="1123950" y="5035550"/>
          <p14:tracePt t="173618" x="1143000" y="5035550"/>
          <p14:tracePt t="173632" x="1168400" y="5035550"/>
          <p14:tracePt t="173639" x="1174750" y="5035550"/>
          <p14:tracePt t="173653" x="1193800" y="5029200"/>
          <p14:tracePt t="173667" x="1219200" y="5016500"/>
          <p14:tracePt t="173683" x="1231900" y="5010150"/>
          <p14:tracePt t="173700" x="1250950" y="5003800"/>
          <p14:tracePt t="173716" x="1295400" y="4984750"/>
          <p14:tracePt t="173733" x="1320800" y="4972050"/>
          <p14:tracePt t="173749" x="1339850" y="4965700"/>
          <p14:tracePt t="173766" x="1384300" y="4933950"/>
          <p14:tracePt t="173782" x="1428750" y="4908550"/>
          <p14:tracePt t="173799" x="1454150" y="4889500"/>
          <p14:tracePt t="173815" x="1511300" y="4864100"/>
          <p14:tracePt t="173832" x="1549400" y="4832350"/>
          <p14:tracePt t="173850" x="1593850" y="4794250"/>
          <p14:tracePt t="173865" x="1612900" y="4781550"/>
          <p14:tracePt t="173882" x="1625600" y="4768850"/>
          <p14:tracePt t="173899" x="1638300" y="4762500"/>
          <p14:tracePt t="173932" x="1644650" y="4762500"/>
          <p14:tracePt t="173948" x="1663700" y="4743450"/>
          <p14:tracePt t="173965" x="1663700" y="4737100"/>
          <p14:tracePt t="173983" x="1676400" y="4724400"/>
          <p14:tracePt t="173998" x="1689100" y="4718050"/>
          <p14:tracePt t="174015" x="1701800" y="4711700"/>
          <p14:tracePt t="174032" x="1708150" y="4692650"/>
          <p14:tracePt t="174048" x="1720850" y="4679950"/>
          <p14:tracePt t="174065" x="1727200" y="4679950"/>
          <p14:tracePt t="174081" x="1733550" y="4673600"/>
          <p14:tracePt t="174579" x="1733550" y="4679950"/>
          <p14:tracePt t="174593" x="1733550" y="4686300"/>
          <p14:tracePt t="174599" x="1733550" y="4699000"/>
          <p14:tracePt t="174616" x="1727200" y="4705350"/>
          <p14:tracePt t="174630" x="1720850" y="4718050"/>
          <p14:tracePt t="174646" x="1708150" y="4737100"/>
          <p14:tracePt t="174663" x="1695450" y="4768850"/>
          <p14:tracePt t="174679" x="1689100" y="4787900"/>
          <p14:tracePt t="174696" x="1670050" y="4819650"/>
          <p14:tracePt t="174713" x="1651000" y="4845050"/>
          <p14:tracePt t="174729" x="1638300" y="4870450"/>
          <p14:tracePt t="174747" x="1612900" y="4895850"/>
          <p14:tracePt t="174762" x="1600200" y="4914900"/>
          <p14:tracePt t="174779" x="1593850" y="4921250"/>
          <p14:tracePt t="174796" x="1587500" y="4927600"/>
          <p14:tracePt t="174813" x="1574800" y="4940300"/>
          <p14:tracePt t="174829" x="1574800" y="4946650"/>
          <p14:tracePt t="174846" x="1568450" y="4953000"/>
          <p14:tracePt t="174862" x="1568450" y="4959350"/>
          <p14:tracePt t="174922" x="1562100" y="4965700"/>
          <p14:tracePt t="174964" x="1562100" y="4972050"/>
          <p14:tracePt t="175013" x="1562100" y="4965700"/>
          <p14:tracePt t="175021" x="1555750" y="4965700"/>
          <p14:tracePt t="175041" x="1555750" y="4959350"/>
          <p14:tracePt t="175048" x="1555750" y="4953000"/>
          <p14:tracePt t="178097" x="1549400" y="4953000"/>
          <p14:tracePt t="178111" x="1543050" y="4953000"/>
          <p14:tracePt t="178125" x="1543050" y="4959350"/>
          <p14:tracePt t="178133" x="1536700" y="4972050"/>
          <p14:tracePt t="178151" x="1530350" y="4972050"/>
          <p14:tracePt t="178167" x="1524000" y="4991100"/>
          <p14:tracePt t="178203" x="1517650" y="4997450"/>
          <p14:tracePt t="178217" x="1517650" y="5003800"/>
          <p14:tracePt t="178244" x="1511300" y="5003800"/>
          <p14:tracePt t="178272" x="1504950" y="5003800"/>
          <p14:tracePt t="178314" x="1498600" y="5003800"/>
          <p14:tracePt t="178349" x="1492250" y="5003800"/>
          <p14:tracePt t="178447" x="1498600" y="4997450"/>
          <p14:tracePt t="178488" x="1504950" y="4991100"/>
          <p14:tracePt t="178510" x="1504950" y="4984750"/>
          <p14:tracePt t="178530" x="1511300" y="4978400"/>
          <p14:tracePt t="178552" x="1511300" y="4972050"/>
          <p14:tracePt t="178559" x="1517650" y="4972050"/>
          <p14:tracePt t="178573" x="1517650" y="4965700"/>
          <p14:tracePt t="178594" x="1524000" y="4953000"/>
          <p14:tracePt t="178602" x="1530350" y="4953000"/>
          <p14:tracePt t="178618" x="1536700" y="4946650"/>
          <p14:tracePt t="178632" x="1555750" y="4921250"/>
          <p14:tracePt t="178649" x="1568450" y="4914900"/>
          <p14:tracePt t="178666" x="1593850" y="4889500"/>
          <p14:tracePt t="178682" x="1606550" y="4883150"/>
          <p14:tracePt t="178700" x="1638300" y="4864100"/>
          <p14:tracePt t="178715" x="1638300" y="4857750"/>
          <p14:tracePt t="178732" x="1644650" y="4857750"/>
          <p14:tracePt t="178749" x="1651000" y="4851400"/>
          <p14:tracePt t="178785" x="1657350" y="4845050"/>
          <p14:tracePt t="178812" x="1657350" y="4838700"/>
          <p14:tracePt t="178826" x="1657350" y="4832350"/>
          <p14:tracePt t="181758" x="1657350" y="4845050"/>
          <p14:tracePt t="181765" x="1657350" y="4851400"/>
          <p14:tracePt t="181779" x="1657350" y="4857750"/>
          <p14:tracePt t="181788" x="1657350" y="4864100"/>
          <p14:tracePt t="181808" x="1657350" y="4870450"/>
          <p14:tracePt t="181828" x="1657350" y="4876800"/>
          <p14:tracePt t="181838" x="1657350" y="4883150"/>
          <p14:tracePt t="181857" x="1651000" y="4883150"/>
          <p14:tracePt t="181885" x="1651000" y="4889500"/>
          <p14:tracePt t="181969" x="1657350" y="4889500"/>
          <p14:tracePt t="181997" x="1663700" y="4889500"/>
          <p14:tracePt t="182005" x="1670050" y="4889500"/>
          <p14:tracePt t="182025" x="1676400" y="4889500"/>
          <p14:tracePt t="182059" x="1682750" y="4889500"/>
          <p14:tracePt t="182081" x="1689100" y="4889500"/>
          <p14:tracePt t="182102" x="1695450" y="4889500"/>
          <p14:tracePt t="182109" x="1701800" y="4889500"/>
          <p14:tracePt t="182120" x="1701800" y="4883150"/>
          <p14:tracePt t="182139" x="1714500" y="4876800"/>
          <p14:tracePt t="182158" x="1720850" y="4876800"/>
          <p14:tracePt t="182179" x="1720850" y="4870450"/>
          <p14:tracePt t="182187" x="1720850" y="4864100"/>
          <p14:tracePt t="182207" x="1727200" y="4864100"/>
          <p14:tracePt t="182223" x="1733550" y="4864100"/>
          <p14:tracePt t="182236" x="1733550" y="4857750"/>
          <p14:tracePt t="182253" x="1739900" y="4851400"/>
          <p14:tracePt t="182270" x="1746250" y="4851400"/>
          <p14:tracePt t="182286" x="1752600" y="4845050"/>
          <p14:tracePt t="182302" x="1752600" y="4838700"/>
          <p14:tracePt t="182322" x="1758950" y="4832350"/>
          <p14:tracePt t="182368" x="1765300" y="4826000"/>
          <p14:tracePt t="182389" x="1771650" y="4826000"/>
          <p14:tracePt t="182411" x="1778000" y="4826000"/>
          <p14:tracePt t="182439" x="1778000" y="4819650"/>
          <p14:tracePt t="182453" x="1784350" y="4813300"/>
          <p14:tracePt t="182467" x="1790700" y="4813300"/>
          <p14:tracePt t="182488" x="1790700" y="4806950"/>
          <p14:tracePt t="182516" x="1790700" y="4794250"/>
          <p14:tracePt t="183199" x="1790700" y="4800600"/>
          <p14:tracePt t="183213" x="1797050" y="4800600"/>
          <p14:tracePt t="183220" x="1797050" y="4806950"/>
          <p14:tracePt t="183236" x="1809750" y="4806950"/>
          <p14:tracePt t="183250" x="1847850" y="4819650"/>
          <p14:tracePt t="183267" x="1873250" y="4819650"/>
          <p14:tracePt t="183283" x="1924050" y="4819650"/>
          <p14:tracePt t="183299" x="1962150" y="4813300"/>
          <p14:tracePt t="183316" x="2019300" y="4800600"/>
          <p14:tracePt t="183333" x="2089150" y="4800600"/>
          <p14:tracePt t="183349" x="2127250" y="4800600"/>
          <p14:tracePt t="183367" x="2209800" y="4806950"/>
          <p14:tracePt t="183382" x="2298700" y="4813300"/>
          <p14:tracePt t="183399" x="2343150" y="4819650"/>
          <p14:tracePt t="183416" x="2413000" y="4832350"/>
          <p14:tracePt t="183432" x="2463800" y="4832350"/>
          <p14:tracePt t="183449" x="2482850" y="4832350"/>
          <p14:tracePt t="183466" x="2514600" y="4832350"/>
          <p14:tracePt t="183482" x="2533650" y="4832350"/>
          <p14:tracePt t="183499" x="2540000" y="4832350"/>
          <p14:tracePt t="183532" x="2546350" y="4832350"/>
          <p14:tracePt t="183641" x="2552700" y="4832350"/>
          <p14:tracePt t="184134" x="2571750" y="4832350"/>
          <p14:tracePt t="184141" x="2603500" y="4838700"/>
          <p14:tracePt t="184155" x="2641600" y="4838700"/>
          <p14:tracePt t="184164" x="2679700" y="4832350"/>
          <p14:tracePt t="184181" x="2730500" y="4832350"/>
          <p14:tracePt t="184196" x="2813050" y="4826000"/>
          <p14:tracePt t="184213" x="2876550" y="4819650"/>
          <p14:tracePt t="184231" x="2901950" y="4819650"/>
          <p14:tracePt t="184247" x="2952750" y="4819650"/>
          <p14:tracePt t="184263" x="2978150" y="4826000"/>
          <p14:tracePt t="184279" x="2990850" y="4826000"/>
          <p14:tracePt t="184296" x="3003550" y="4826000"/>
          <p14:tracePt t="184313" x="3016250" y="4826000"/>
          <p14:tracePt t="184373" x="3022600" y="4826000"/>
          <p14:tracePt t="184590" x="3028950" y="4826000"/>
          <p14:tracePt t="184604" x="3035300" y="4826000"/>
          <p14:tracePt t="184612" x="3035300" y="4819650"/>
          <p14:tracePt t="184625" x="3041650" y="4819650"/>
          <p14:tracePt t="184647" x="3048000" y="4813300"/>
          <p14:tracePt t="184653" x="3054350" y="4813300"/>
          <p14:tracePt t="184662" x="3060700" y="4813300"/>
          <p14:tracePt t="184702" x="3067050" y="4813300"/>
          <p14:tracePt t="184723" x="3073400" y="4806950"/>
          <p14:tracePt t="184730" x="3079750" y="4806950"/>
          <p14:tracePt t="184745" x="3086100" y="4806950"/>
          <p14:tracePt t="184773" x="3092450" y="4806950"/>
          <p14:tracePt t="184793" x="3092450" y="4800600"/>
          <p14:tracePt t="184822" x="3098800" y="4800600"/>
          <p14:tracePt t="184842" x="3105150" y="4800600"/>
          <p14:tracePt t="184871" x="3111500" y="4794250"/>
          <p14:tracePt t="184906" x="3117850" y="4794250"/>
          <p14:tracePt t="184934" x="3124200" y="4794250"/>
          <p14:tracePt t="184962" x="3136900" y="4794250"/>
          <p14:tracePt t="184983" x="3136900" y="4787900"/>
          <p14:tracePt t="185011" x="3143250" y="4787900"/>
          <p14:tracePt t="185053" x="3143250" y="4781550"/>
          <p14:tracePt t="185298" x="3143250" y="4775200"/>
          <p14:tracePt t="185341" x="3143250" y="4781550"/>
          <p14:tracePt t="185795" x="3136900" y="4781550"/>
          <p14:tracePt t="185802" x="3130550" y="4781550"/>
          <p14:tracePt t="185817" x="3117850" y="4781550"/>
          <p14:tracePt t="185825" x="3111500" y="4781550"/>
          <p14:tracePt t="185840" x="3105150" y="4787900"/>
          <p14:tracePt t="185858" x="3092450" y="4794250"/>
          <p14:tracePt t="185873" x="3073400" y="4806950"/>
          <p14:tracePt t="185891" x="3067050" y="4813300"/>
          <p14:tracePt t="185908" x="3060700" y="4826000"/>
          <p14:tracePt t="185924" x="3054350" y="4826000"/>
          <p14:tracePt t="185941" x="3048000" y="4826000"/>
          <p14:tracePt t="185957" x="3048000" y="4832350"/>
          <p14:tracePt t="185978" x="3041650" y="4832350"/>
          <p14:tracePt t="186047" x="3041650" y="4838700"/>
          <p14:tracePt t="186356" x="3048000" y="4832350"/>
          <p14:tracePt t="186363" x="3054350" y="4832350"/>
          <p14:tracePt t="186384" x="3060700" y="4832350"/>
          <p14:tracePt t="186420" x="3067050" y="4826000"/>
          <p14:tracePt t="186427" x="3073400" y="4826000"/>
          <p14:tracePt t="186456" x="3073400" y="4819650"/>
          <p14:tracePt t="186476" x="3073400" y="4813300"/>
          <p14:tracePt t="186497" x="3079750" y="4813300"/>
          <p14:tracePt t="186525" x="3086100" y="4806950"/>
          <p14:tracePt t="186546" x="3092450" y="4806950"/>
          <p14:tracePt t="186560" x="3098800" y="4806950"/>
          <p14:tracePt t="186574" x="3105150" y="4800600"/>
          <p14:tracePt t="186623" x="3117850" y="4794250"/>
          <p14:tracePt t="187039" x="3111500" y="4794250"/>
          <p14:tracePt t="187045" x="3105150" y="4800600"/>
          <p14:tracePt t="187060" x="3092450" y="4800600"/>
          <p14:tracePt t="187069" x="3086100" y="4806950"/>
          <p14:tracePt t="187086" x="3079750" y="4813300"/>
          <p14:tracePt t="187103" x="3067050" y="4826000"/>
          <p14:tracePt t="187120" x="3048000" y="4832350"/>
          <p14:tracePt t="187137" x="3022600" y="4851400"/>
          <p14:tracePt t="187153" x="3009900" y="4857750"/>
          <p14:tracePt t="187169" x="2990850" y="4870450"/>
          <p14:tracePt t="187186" x="2971800" y="4883150"/>
          <p14:tracePt t="187202" x="2959100" y="4895850"/>
          <p14:tracePt t="187220" x="2952750" y="4908550"/>
          <p14:tracePt t="187236" x="2921000" y="4940300"/>
          <p14:tracePt t="187253" x="2895600" y="4953000"/>
          <p14:tracePt t="187270" x="2882900" y="4959350"/>
          <p14:tracePt t="187286" x="2857500" y="4978400"/>
          <p14:tracePt t="187302" x="2819400" y="5003800"/>
          <p14:tracePt t="187320" x="2774950" y="5016500"/>
          <p14:tracePt t="187336" x="2762250" y="5016500"/>
          <p14:tracePt t="187352" x="2736850" y="5016500"/>
          <p14:tracePt t="187369" x="2717800" y="5016500"/>
          <p14:tracePt t="187432" x="2711450" y="5016500"/>
          <p14:tracePt t="187446" x="2705100" y="5022850"/>
          <p14:tracePt t="187488" x="2698750" y="5029200"/>
          <p14:tracePt t="187509" x="2692400" y="5029200"/>
          <p14:tracePt t="187537" x="2686050" y="5029200"/>
          <p14:tracePt t="187558" x="2686050" y="5035550"/>
          <p14:tracePt t="187579" x="2679700" y="5035550"/>
          <p14:tracePt t="187586" x="2673350" y="5035550"/>
          <p14:tracePt t="187628" x="2667000" y="5035550"/>
          <p14:tracePt t="187649" x="2660650" y="5035550"/>
          <p14:tracePt t="187677" x="2654300" y="5035550"/>
          <p14:tracePt t="187712" x="2647950" y="5035550"/>
          <p14:tracePt t="187747" x="2641600" y="5035550"/>
          <p14:tracePt t="187769" x="2641600" y="5029200"/>
          <p14:tracePt t="187789" x="2635250" y="5029200"/>
          <p14:tracePt t="187810" x="2635250" y="5022850"/>
          <p14:tracePt t="188132" x="2654300" y="5016500"/>
          <p14:tracePt t="188139" x="2667000" y="5003800"/>
          <p14:tracePt t="188153" x="2686050" y="4978400"/>
          <p14:tracePt t="188167" x="2698750" y="4965700"/>
          <p14:tracePt t="188182" x="2730500" y="4946650"/>
          <p14:tracePt t="188199" x="2743200" y="4940300"/>
          <p14:tracePt t="188216" x="2768600" y="4927600"/>
          <p14:tracePt t="188232" x="2794000" y="4908550"/>
          <p14:tracePt t="188249" x="2806700" y="4889500"/>
          <p14:tracePt t="188266" x="2832100" y="4864100"/>
          <p14:tracePt t="188282" x="2870200" y="4838700"/>
          <p14:tracePt t="188299" x="2882900" y="4826000"/>
          <p14:tracePt t="188315" x="2901950" y="4813300"/>
          <p14:tracePt t="188332" x="2901950" y="4806950"/>
          <p14:tracePt t="188350" x="2908300" y="4800600"/>
          <p14:tracePt t="188441" x="2908300" y="4806950"/>
          <p14:tracePt t="188462" x="2908300" y="4813300"/>
          <p14:tracePt t="188469" x="2901950" y="4819650"/>
          <p14:tracePt t="188484" x="2895600" y="4819650"/>
          <p14:tracePt t="188498" x="2889250" y="4826000"/>
          <p14:tracePt t="188515" x="2863850" y="4845050"/>
          <p14:tracePt t="188532" x="2819400" y="4876800"/>
          <p14:tracePt t="188548" x="2800350" y="4902200"/>
          <p14:tracePt t="188566" x="2717800" y="4953000"/>
          <p14:tracePt t="188581" x="2628900" y="5035550"/>
          <p14:tracePt t="188598" x="2584450" y="5060950"/>
          <p14:tracePt t="188615" x="2482850" y="5124450"/>
          <p14:tracePt t="188632" x="2419350" y="5168900"/>
          <p14:tracePt t="188648" x="2393950" y="5175250"/>
          <p14:tracePt t="188665" x="2374900" y="5194300"/>
          <p14:tracePt t="188681" x="2368550" y="5200650"/>
          <p14:tracePt t="188762" x="2368550" y="5194300"/>
          <p14:tracePt t="188783" x="2374900" y="5187950"/>
          <p14:tracePt t="188791" x="2381250" y="5181600"/>
          <p14:tracePt t="188800" x="2387600" y="5175250"/>
          <p14:tracePt t="188819" x="2393950" y="5168900"/>
          <p14:tracePt t="188834" x="2400300" y="5162550"/>
          <p14:tracePt t="188847" x="2413000" y="5149850"/>
          <p14:tracePt t="188863" x="2438400" y="5105400"/>
          <p14:tracePt t="188880" x="2457450" y="5092700"/>
          <p14:tracePt t="188897" x="2501900" y="5029200"/>
          <p14:tracePt t="188914" x="2552700" y="4959350"/>
          <p14:tracePt t="188931" x="2565400" y="4927600"/>
          <p14:tracePt t="188946" x="2597150" y="4876800"/>
          <p14:tracePt t="188964" x="2616200" y="4857750"/>
          <p14:tracePt t="188980" x="2628900" y="4838700"/>
          <p14:tracePt t="189072" x="2628900" y="4851400"/>
          <p14:tracePt t="189078" x="2622550" y="4857750"/>
          <p14:tracePt t="189092" x="2609850" y="4864100"/>
          <p14:tracePt t="189099" x="2597150" y="4876800"/>
          <p14:tracePt t="189115" x="2584450" y="4895850"/>
          <p14:tracePt t="189129" x="2559050" y="4921250"/>
          <p14:tracePt t="189146" x="2501900" y="4965700"/>
          <p14:tracePt t="189163" x="2438400" y="5035550"/>
          <p14:tracePt t="189179" x="2393950" y="5060950"/>
          <p14:tracePt t="189196" x="2336800" y="5099050"/>
          <p14:tracePt t="189212" x="2298700" y="5124450"/>
          <p14:tracePt t="189229" x="2279650" y="5137150"/>
          <p14:tracePt t="189247" x="2273300" y="5143500"/>
          <p14:tracePt t="189262" x="2266950" y="5143500"/>
          <p14:tracePt t="189310" x="2266950" y="5137150"/>
          <p14:tracePt t="189324" x="2273300" y="5124450"/>
          <p14:tracePt t="189332" x="2279650" y="5111750"/>
          <p14:tracePt t="189348" x="2286000" y="5099050"/>
          <p14:tracePt t="189362" x="2311400" y="5060950"/>
          <p14:tracePt t="189379" x="2336800" y="5041900"/>
          <p14:tracePt t="189395" x="2387600" y="4991100"/>
          <p14:tracePt t="189412" x="2413000" y="4972050"/>
          <p14:tracePt t="189429" x="2451100" y="4940300"/>
          <p14:tracePt t="189445" x="2463800" y="4933950"/>
          <p14:tracePt t="189462" x="2470150" y="4927600"/>
          <p14:tracePt t="189479" x="2476500" y="4921250"/>
          <p14:tracePt t="189520" x="2470150" y="4921250"/>
          <p14:tracePt t="189534" x="2457450" y="4921250"/>
          <p14:tracePt t="189541" x="2444750" y="4927600"/>
          <p14:tracePt t="189555" x="2432050" y="4933950"/>
          <p14:tracePt t="189564" x="2419350" y="4933950"/>
          <p14:tracePt t="189578" x="2400300" y="4940300"/>
          <p14:tracePt t="189594" x="2368550" y="4953000"/>
          <p14:tracePt t="189612" x="2330450" y="4972050"/>
          <p14:tracePt t="189627" x="2317750" y="4972050"/>
          <p14:tracePt t="189644" x="2298700" y="4972050"/>
          <p14:tracePt t="189677" x="2305050" y="4959350"/>
          <p14:tracePt t="189945" x="2273300" y="4959350"/>
          <p14:tracePt t="189951" x="2235200" y="4965700"/>
          <p14:tracePt t="189965" x="2178050" y="4997450"/>
          <p14:tracePt t="189977" x="2108200" y="5016500"/>
          <p14:tracePt t="189994" x="2057400" y="5022850"/>
          <p14:tracePt t="190009" x="1949450" y="5054600"/>
          <p14:tracePt t="190026" x="1828800" y="5080000"/>
          <p14:tracePt t="190044" x="1720850" y="5105400"/>
          <p14:tracePt t="190059" x="1676400" y="5105400"/>
          <p14:tracePt t="190076" x="1619250" y="5124450"/>
          <p14:tracePt t="190093" x="1581150" y="5130800"/>
          <p14:tracePt t="190109" x="1555750" y="5130800"/>
          <p14:tracePt t="190126" x="1536700" y="5130800"/>
          <p14:tracePt t="190143" x="1511300" y="5118100"/>
          <p14:tracePt t="190159" x="1498600" y="5118100"/>
          <p14:tracePt t="190177" x="1473200" y="5111750"/>
          <p14:tracePt t="190192" x="1447800" y="5111750"/>
          <p14:tracePt t="190209" x="1441450" y="5111750"/>
          <p14:tracePt t="190226" x="1422400" y="5111750"/>
          <p14:tracePt t="190242" x="1416050" y="5111750"/>
          <p14:tracePt t="190259" x="1409700" y="5099050"/>
          <p14:tracePt t="190275" x="1403350" y="5092700"/>
          <p14:tracePt t="190292" x="1397000" y="5080000"/>
          <p14:tracePt t="190309" x="1397000" y="5073650"/>
          <p14:tracePt t="190707" x="1390650" y="5073650"/>
          <p14:tracePt t="190714" x="1377950" y="5073650"/>
          <p14:tracePt t="190728" x="1358900" y="5073650"/>
          <p14:tracePt t="190741" x="1327150" y="5080000"/>
          <p14:tracePt t="190757" x="1276350" y="5080000"/>
          <p14:tracePt t="190773" x="1257300" y="5092700"/>
          <p14:tracePt t="190791" x="1206500" y="5092700"/>
          <p14:tracePt t="190807" x="1149350" y="5092700"/>
          <p14:tracePt t="190823" x="1143000" y="5092700"/>
          <p14:tracePt t="190840" x="1104900" y="5086350"/>
          <p14:tracePt t="190857" x="1085850" y="5080000"/>
          <p14:tracePt t="190891" x="1085850" y="5060950"/>
          <p14:tracePt t="190906" x="1085850" y="5041900"/>
          <p14:tracePt t="190924" x="1092200" y="5035550"/>
          <p14:tracePt t="190940" x="1098550" y="5016500"/>
          <p14:tracePt t="190956" x="1104900" y="5016500"/>
          <p14:tracePt t="190973" x="1111250" y="5010150"/>
          <p14:tracePt t="190976" x="1111250" y="5003800"/>
          <p14:tracePt t="190990" x="1117600" y="4997450"/>
          <p14:tracePt t="191006" x="1123950" y="4991100"/>
          <p14:tracePt t="191023" x="1123950" y="4984750"/>
          <p14:tracePt t="191043" x="1130300" y="4978400"/>
          <p14:tracePt t="191065" x="1136650" y="4978400"/>
          <p14:tracePt t="191093" x="1143000" y="4978400"/>
          <p14:tracePt t="191114" x="1155700" y="4972050"/>
          <p14:tracePt t="191135" x="1168400" y="4972050"/>
          <p14:tracePt t="191149" x="1174750" y="4965700"/>
          <p14:tracePt t="191158" x="1181100" y="4959350"/>
          <p14:tracePt t="191172" x="1206500" y="4953000"/>
          <p14:tracePt t="191189" x="1263650" y="4927600"/>
          <p14:tracePt t="191206" x="1327150" y="4895850"/>
          <p14:tracePt t="191222" x="1358900" y="4889500"/>
          <p14:tracePt t="191240" x="1403350" y="4870450"/>
          <p14:tracePt t="191255" x="1441450" y="4845050"/>
          <p14:tracePt t="191272" x="1454150" y="4845050"/>
          <p14:tracePt t="191289" x="1460500" y="4845050"/>
          <p14:tracePt t="191325" x="1447800" y="4845050"/>
          <p14:tracePt t="191341" x="1435100" y="4851400"/>
          <p14:tracePt t="191355" x="1422400" y="4857750"/>
          <p14:tracePt t="191371" x="1390650" y="4883150"/>
          <p14:tracePt t="191388" x="1339850" y="4902200"/>
          <p14:tracePt t="191405" x="1295400" y="4921250"/>
          <p14:tracePt t="191422" x="1231900" y="4959350"/>
          <p14:tracePt t="191438" x="1168400" y="4991100"/>
          <p14:tracePt t="191455" x="1149350" y="5003800"/>
          <p14:tracePt t="191472" x="1117600" y="5029200"/>
          <p14:tracePt t="191488" x="1098550" y="5041900"/>
          <p14:tracePt t="191505" x="1092200" y="5048250"/>
          <p14:tracePt t="191535" x="1085850" y="5048250"/>
          <p14:tracePt t="192267" x="1092200" y="5048250"/>
          <p14:tracePt t="192309" x="1098550" y="5048250"/>
          <p14:tracePt t="192316" x="1104900" y="5048250"/>
          <p14:tracePt t="192330" x="1111250" y="5048250"/>
          <p14:tracePt t="192338" x="1117600" y="5048250"/>
          <p14:tracePt t="192354" x="1130300" y="5048250"/>
          <p14:tracePt t="192368" x="1168400" y="5041900"/>
          <p14:tracePt t="192385" x="1181100" y="5035550"/>
          <p14:tracePt t="192401" x="1244600" y="5016500"/>
          <p14:tracePt t="192418" x="1270000" y="5010150"/>
          <p14:tracePt t="192435" x="1390650" y="4965700"/>
          <p14:tracePt t="192451" x="1428750" y="4946650"/>
          <p14:tracePt t="192468" x="1460500" y="4940300"/>
          <p14:tracePt t="192485" x="1511300" y="4927600"/>
          <p14:tracePt t="192501" x="1536700" y="4921250"/>
          <p14:tracePt t="192518" x="1543050" y="4921250"/>
          <p14:tracePt t="192535" x="1549400" y="4914900"/>
          <p14:tracePt t="192562" x="1555750" y="4914900"/>
          <p14:tracePt t="192667" x="1549400" y="4914900"/>
          <p14:tracePt t="192681" x="1543050" y="4921250"/>
          <p14:tracePt t="192687" x="1536700" y="4921250"/>
          <p14:tracePt t="192703" x="1530350" y="4927600"/>
          <p14:tracePt t="192717" x="1504950" y="4940300"/>
          <p14:tracePt t="192734" x="1492250" y="4953000"/>
          <p14:tracePt t="192751" x="1454150" y="4972050"/>
          <p14:tracePt t="192767" x="1422400" y="4991100"/>
          <p14:tracePt t="192783" x="1365250" y="5022850"/>
          <p14:tracePt t="192801" x="1314450" y="5048250"/>
          <p14:tracePt t="192817" x="1295400" y="5054600"/>
          <p14:tracePt t="192833" x="1263650" y="5067300"/>
          <p14:tracePt t="192850" x="1250950" y="5073650"/>
          <p14:tracePt t="192866" x="1244600" y="5080000"/>
          <p14:tracePt t="192883" x="1238250" y="5080000"/>
          <p14:tracePt t="192982" x="1231900" y="5086350"/>
          <p14:tracePt t="193066" x="1225550" y="5086350"/>
          <p14:tracePt t="193108" x="1219200" y="5086350"/>
          <p14:tracePt t="193136" x="1219200" y="5092700"/>
          <p14:tracePt t="193165" x="1212850" y="5092700"/>
          <p14:tracePt t="193501" x="1212850" y="5099050"/>
          <p14:tracePt t="193508" x="1212850" y="5124450"/>
          <p14:tracePt t="193521" x="1212850" y="5143500"/>
          <p14:tracePt t="193531" x="1212850" y="5168900"/>
          <p14:tracePt t="193547" x="1212850" y="5200650"/>
          <p14:tracePt t="193564" x="1219200" y="5251450"/>
          <p14:tracePt t="193581" x="1250950" y="5302250"/>
          <p14:tracePt t="193597" x="1263650" y="5321300"/>
          <p14:tracePt t="193614" x="1301750" y="5359400"/>
          <p14:tracePt t="193631" x="1320800" y="5378450"/>
          <p14:tracePt t="193648" x="1428750" y="5422900"/>
          <p14:tracePt t="193664" x="1466850" y="5422900"/>
          <p14:tracePt t="193680" x="1504950" y="5416550"/>
          <p14:tracePt t="193697" x="1606550" y="5384800"/>
          <p14:tracePt t="193713" x="1663700" y="5314950"/>
          <p14:tracePt t="193730" x="1682750" y="5283200"/>
          <p14:tracePt t="193747" x="1689100" y="5232400"/>
          <p14:tracePt t="193763" x="1663700" y="5175250"/>
          <p14:tracePt t="193781" x="1638300" y="5137150"/>
          <p14:tracePt t="193796" x="1574800" y="5092700"/>
          <p14:tracePt t="193813" x="1517650" y="5067300"/>
          <p14:tracePt t="193831" x="1428750" y="5048250"/>
          <p14:tracePt t="193846" x="1384300" y="5041900"/>
          <p14:tracePt t="193863" x="1308100" y="5041900"/>
          <p14:tracePt t="193880" x="1225550" y="5054600"/>
          <p14:tracePt t="193896" x="1206500" y="5060950"/>
          <p14:tracePt t="193913" x="1174750" y="5080000"/>
          <p14:tracePt t="193929" x="1085850" y="5143500"/>
          <p14:tracePt t="193946" x="1054100" y="5181600"/>
          <p14:tracePt t="193964" x="1022350" y="5219700"/>
          <p14:tracePt t="193979" x="1016000" y="5251450"/>
          <p14:tracePt t="193996" x="990600" y="5321300"/>
          <p14:tracePt t="194013" x="984250" y="5403850"/>
          <p14:tracePt t="194029" x="984250" y="5454650"/>
          <p14:tracePt t="194046" x="984250" y="5562600"/>
          <p14:tracePt t="194062" x="996950" y="5664200"/>
          <p14:tracePt t="194079" x="1003300" y="5721350"/>
          <p14:tracePt t="194096" x="1047750" y="5810250"/>
          <p14:tracePt t="194112" x="1111250" y="5835650"/>
          <p14:tracePt t="194129" x="1149350" y="5848350"/>
          <p14:tracePt t="194146" x="1212850" y="5829300"/>
          <p14:tracePt t="194162" x="1282700" y="5772150"/>
          <p14:tracePt t="194179" x="1339850" y="5702300"/>
          <p14:tracePt t="194196" x="1454150" y="5556250"/>
          <p14:tracePt t="194212" x="1574800" y="5403850"/>
          <p14:tracePt t="194228" x="1612900" y="5346700"/>
          <p14:tracePt t="194245" x="1657350" y="5257800"/>
          <p14:tracePt t="194261" x="1657350" y="5232400"/>
          <p14:tracePt t="194279" x="1657350" y="5175250"/>
          <p14:tracePt t="194295" x="1644650" y="5156200"/>
          <p14:tracePt t="194311" x="1619250" y="5143500"/>
          <p14:tracePt t="194329" x="1587500" y="5105400"/>
          <p14:tracePt t="194345" x="1530350" y="5080000"/>
          <p14:tracePt t="194361" x="1504950" y="5080000"/>
          <p14:tracePt t="194378" x="1435100" y="5080000"/>
          <p14:tracePt t="194394" x="1371600" y="5080000"/>
          <p14:tracePt t="194411" x="1339850" y="5092700"/>
          <p14:tracePt t="194428" x="1289050" y="5118100"/>
          <p14:tracePt t="194445" x="1244600" y="5124450"/>
          <p14:tracePt t="194462" x="1219200" y="5130800"/>
          <p14:tracePt t="194478" x="1212850" y="5130800"/>
          <p14:tracePt t="194494" x="1212850" y="5137150"/>
          <p14:tracePt t="194527" x="1206500" y="5137150"/>
          <p14:tracePt t="194574" x="1200150" y="5137150"/>
          <p14:tracePt t="194581" x="1193800" y="5137150"/>
          <p14:tracePt t="194602" x="1187450" y="5137150"/>
          <p14:tracePt t="194616" x="1181100" y="5143500"/>
          <p14:tracePt t="194627" x="1174750" y="5143500"/>
          <p14:tracePt t="194644" x="1168400" y="5149850"/>
          <p14:tracePt t="194660" x="1143000" y="5156200"/>
          <p14:tracePt t="194677" x="1111250" y="5162550"/>
          <p14:tracePt t="194693" x="1073150" y="5168900"/>
          <p14:tracePt t="194710" x="1054100" y="5168900"/>
          <p14:tracePt t="194727" x="1041400" y="5168900"/>
          <p14:tracePt t="194743" x="1047750" y="5162550"/>
          <p14:tracePt t="194760" x="1060450" y="5162550"/>
          <p14:tracePt t="194777" x="1123950" y="5156200"/>
          <p14:tracePt t="194793" x="1238250" y="5156200"/>
          <p14:tracePt t="194810" x="1314450" y="5143500"/>
          <p14:tracePt t="194827" x="1479550" y="5137150"/>
          <p14:tracePt t="194843" x="1657350" y="5124450"/>
          <p14:tracePt t="194860" x="1733550" y="5124450"/>
          <p14:tracePt t="194876" x="1866900" y="5111750"/>
          <p14:tracePt t="194893" x="1905000" y="5111750"/>
          <p14:tracePt t="194910" x="1955800" y="5111750"/>
          <p14:tracePt t="194926" x="1968500" y="5111750"/>
          <p14:tracePt t="194953" x="1955800" y="5111750"/>
          <p14:tracePt t="194967" x="1936750" y="5111750"/>
          <p14:tracePt t="194975" x="1924050" y="5111750"/>
          <p14:tracePt t="194992" x="1885950" y="5111750"/>
          <p14:tracePt t="195009" x="1778000" y="5118100"/>
          <p14:tracePt t="195025" x="1651000" y="5118100"/>
          <p14:tracePt t="195042" x="1574800" y="5118100"/>
          <p14:tracePt t="195059" x="1409700" y="5124450"/>
          <p14:tracePt t="195075" x="1257300" y="5137150"/>
          <p14:tracePt t="195093" x="1136650" y="5143500"/>
          <p14:tracePt t="195108" x="1098550" y="5143500"/>
          <p14:tracePt t="195125" x="1073150" y="5143500"/>
          <p14:tracePt t="195158" x="1092200" y="5143500"/>
          <p14:tracePt t="195175" x="1111250" y="5143500"/>
          <p14:tracePt t="195193" x="1295400" y="5124450"/>
          <p14:tracePt t="195208" x="1371600" y="5124450"/>
          <p14:tracePt t="195225" x="1447800" y="5124450"/>
          <p14:tracePt t="195242" x="1651000" y="5124450"/>
          <p14:tracePt t="195258" x="1841500" y="5149850"/>
          <p14:tracePt t="195275" x="2019300" y="5156200"/>
          <p14:tracePt t="195291" x="2108200" y="5156200"/>
          <p14:tracePt t="195308" x="2216150" y="5156200"/>
          <p14:tracePt t="195325" x="2254250" y="5156200"/>
          <p14:tracePt t="195341" x="2266950" y="5156200"/>
          <p14:tracePt t="195358" x="2273300" y="5162550"/>
          <p14:tracePt t="195374" x="2254250" y="5168900"/>
          <p14:tracePt t="195391" x="2235200" y="5175250"/>
          <p14:tracePt t="195408" x="2152650" y="5200650"/>
          <p14:tracePt t="195424" x="2019300" y="5226050"/>
          <p14:tracePt t="195441" x="1943100" y="5238750"/>
          <p14:tracePt t="195458" x="1771650" y="5257800"/>
          <p14:tracePt t="195474" x="1619250" y="5270500"/>
          <p14:tracePt t="195491" x="1562100" y="5276850"/>
          <p14:tracePt t="195507" x="1485900" y="5276850"/>
          <p14:tracePt t="195524" x="1460500" y="5276850"/>
          <p14:tracePt t="195541" x="1435100" y="5276850"/>
          <p14:tracePt t="195557" x="1428750" y="5276850"/>
          <p14:tracePt t="195574" x="1435100" y="5276850"/>
          <p14:tracePt t="195591" x="1460500" y="5276850"/>
          <p14:tracePt t="195607" x="1511300" y="5276850"/>
          <p14:tracePt t="195623" x="1543050" y="5264150"/>
          <p14:tracePt t="195640" x="1638300" y="5245100"/>
          <p14:tracePt t="195657" x="1746250" y="5219700"/>
          <p14:tracePt t="195674" x="1809750" y="5200650"/>
          <p14:tracePt t="195690" x="1949450" y="5149850"/>
          <p14:tracePt t="195707" x="2038350" y="5143500"/>
          <p14:tracePt t="195724" x="2070100" y="5137150"/>
          <p14:tracePt t="195740" x="2101850" y="5099050"/>
          <p14:tracePt t="196186" x="2101850" y="5105400"/>
          <p14:tracePt t="196192" x="2101850" y="5111750"/>
          <p14:tracePt t="196208" x="2101850" y="5124450"/>
          <p14:tracePt t="196222" x="2108200" y="5137150"/>
          <p14:tracePt t="196239" x="2114550" y="5168900"/>
          <p14:tracePt t="196255" x="2120900" y="5181600"/>
          <p14:tracePt t="196272" x="2133600" y="5213350"/>
          <p14:tracePt t="196288" x="2139950" y="5245100"/>
          <p14:tracePt t="196305" x="2139950" y="5270500"/>
          <p14:tracePt t="196321" x="2133600" y="5283200"/>
          <p14:tracePt t="196338" x="2127250" y="5308600"/>
          <p14:tracePt t="196355" x="2114550" y="5334000"/>
          <p14:tracePt t="196371" x="2108200" y="5346700"/>
          <p14:tracePt t="196387" x="2101850" y="5359400"/>
          <p14:tracePt t="196404" x="2070100" y="5403850"/>
          <p14:tracePt t="196421" x="2057400" y="5416550"/>
          <p14:tracePt t="196439" x="2051050" y="5429250"/>
          <p14:tracePt t="196454" x="2044700" y="5467350"/>
          <p14:tracePt t="196471" x="2038350" y="5480050"/>
          <p14:tracePt t="196488" x="2038350" y="5518150"/>
          <p14:tracePt t="196503" x="2038350" y="5549900"/>
          <p14:tracePt t="196520" x="2038350" y="5562600"/>
          <p14:tracePt t="196537" x="2051050" y="5575300"/>
          <p14:tracePt t="196553" x="2051050" y="5581650"/>
          <p14:tracePt t="196571" x="2070100" y="5581650"/>
          <p14:tracePt t="196587" x="2082800" y="5562600"/>
          <p14:tracePt t="196603" x="2101850" y="5543550"/>
          <p14:tracePt t="196621" x="2120900" y="5492750"/>
          <p14:tracePt t="196637" x="2159000" y="5429250"/>
          <p14:tracePt t="196653" x="2171700" y="5384800"/>
          <p14:tracePt t="196670" x="2178050" y="5334000"/>
          <p14:tracePt t="196686" x="2152650" y="5295900"/>
          <p14:tracePt t="196703" x="2133600" y="5264150"/>
          <p14:tracePt t="196720" x="2095500" y="5232400"/>
          <p14:tracePt t="196736" x="2076450" y="5219700"/>
          <p14:tracePt t="196754" x="2032000" y="5200650"/>
          <p14:tracePt t="196770" x="1993900" y="5200650"/>
          <p14:tracePt t="196786" x="1974850" y="5200650"/>
          <p14:tracePt t="196803" x="1930400" y="5207000"/>
          <p14:tracePt t="196819" x="1885950" y="5226050"/>
          <p14:tracePt t="196836" x="1866900" y="5232400"/>
          <p14:tracePt t="196853" x="1847850" y="5245100"/>
          <p14:tracePt t="196869" x="1835150" y="5251450"/>
          <p14:tracePt t="196887" x="1828800" y="5251450"/>
          <p14:tracePt t="196944" x="1841500" y="5251450"/>
          <p14:tracePt t="196958" x="1841500" y="5245100"/>
          <p14:tracePt t="197245" x="1790700" y="5245100"/>
          <p14:tracePt t="197259" x="1714500" y="5238750"/>
          <p14:tracePt t="197266" x="1631950" y="5226050"/>
          <p14:tracePt t="197280" x="1555750" y="5226050"/>
          <p14:tracePt t="197288" x="1466850" y="5226050"/>
          <p14:tracePt t="197304" x="1403350" y="5226050"/>
          <p14:tracePt t="197318" x="1301750" y="5226050"/>
          <p14:tracePt t="197335" x="1270000" y="5226050"/>
          <p14:tracePt t="197351" x="1238250" y="5226050"/>
          <p14:tracePt t="197367" x="1231900" y="5226050"/>
          <p14:tracePt t="197401" x="1231900" y="5232400"/>
          <p14:tracePt t="197417" x="1231900" y="5245100"/>
          <p14:tracePt t="197435" x="1270000" y="5264150"/>
          <p14:tracePt t="197450" x="1308100" y="5276850"/>
          <p14:tracePt t="197467" x="1333500" y="5283200"/>
          <p14:tracePt t="197484" x="1377950" y="5283200"/>
          <p14:tracePt t="197501" x="1460500" y="5283200"/>
          <p14:tracePt t="197517" x="1498600" y="5283200"/>
          <p14:tracePt t="197534" x="1593850" y="5276850"/>
          <p14:tracePt t="197550" x="1682750" y="5264150"/>
          <p14:tracePt t="197567" x="1727200" y="5251450"/>
          <p14:tracePt t="197570" x="1771650" y="5238750"/>
          <p14:tracePt t="197583" x="1790700" y="5238750"/>
          <p14:tracePt t="197600" x="1822450" y="5232400"/>
          <p14:tracePt t="197617" x="1828800" y="5232400"/>
          <p14:tracePt t="197633" x="1828800" y="5226050"/>
          <p14:tracePt t="197650" x="1809750" y="5226050"/>
          <p14:tracePt t="197667" x="1727200" y="5207000"/>
          <p14:tracePt t="197683" x="1676400" y="5200650"/>
          <p14:tracePt t="197700" x="1625600" y="5200650"/>
          <p14:tracePt t="197716" x="1504950" y="5187950"/>
          <p14:tracePt t="197733" x="1416050" y="5187950"/>
          <p14:tracePt t="197750" x="1365250" y="5200650"/>
          <p14:tracePt t="197766" x="1352550" y="5207000"/>
          <p14:tracePt t="197783" x="1346200" y="5207000"/>
          <p14:tracePt t="197800" x="1352550" y="5213350"/>
          <p14:tracePt t="197816" x="1365250" y="5219700"/>
          <p14:tracePt t="197833" x="1403350" y="5226050"/>
          <p14:tracePt t="197850" x="1460500" y="5219700"/>
          <p14:tracePt t="197866" x="1504950" y="5213350"/>
          <p14:tracePt t="197882" x="1606550" y="5168900"/>
          <p14:tracePt t="197899" x="1695450" y="5111750"/>
          <p14:tracePt t="197916" x="1727200" y="5080000"/>
          <p14:tracePt t="197933" x="1758950" y="5060950"/>
          <p14:tracePt t="197949" x="1778000" y="5029200"/>
          <p14:tracePt t="197982" x="1739900" y="5022850"/>
          <p14:tracePt t="197999" x="1701800" y="5022850"/>
          <p14:tracePt t="198015" x="1631950" y="5035550"/>
          <p14:tracePt t="198032" x="1524000" y="5054600"/>
          <p14:tracePt t="198049" x="1485900" y="5060950"/>
          <p14:tracePt t="198066" x="1422400" y="5073650"/>
          <p14:tracePt t="198082" x="1409700" y="5080000"/>
          <p14:tracePt t="198108" x="1422400" y="5080000"/>
          <p14:tracePt t="198122" x="1447800" y="5080000"/>
          <p14:tracePt t="198131" x="1473200" y="5073650"/>
          <p14:tracePt t="198148" x="1504950" y="5073650"/>
          <p14:tracePt t="198165" x="1587500" y="5067300"/>
          <p14:tracePt t="198182" x="1689100" y="5048250"/>
          <p14:tracePt t="198199" x="1752600" y="5048250"/>
          <p14:tracePt t="198214" x="1860550" y="5035550"/>
          <p14:tracePt t="198231" x="1981200" y="5029200"/>
          <p14:tracePt t="198249" x="2076450" y="5003800"/>
          <p14:tracePt t="198264" x="2114550" y="4997450"/>
          <p14:tracePt t="198281" x="2146300" y="4991100"/>
          <p14:tracePt t="198298" x="2190750" y="4972050"/>
          <p14:tracePt t="198314" x="2203450" y="4972050"/>
          <p14:tracePt t="198331" x="2209800" y="4972050"/>
          <p14:tracePt t="198348" x="2222500" y="4972050"/>
          <p14:tracePt t="198364" x="2235200" y="4972050"/>
          <p14:tracePt t="198382" x="2254250" y="4972050"/>
          <p14:tracePt t="198398" x="2266950" y="4972050"/>
          <p14:tracePt t="198414" x="2286000" y="4972050"/>
          <p14:tracePt t="198431" x="2298700" y="4972050"/>
          <p14:tracePt t="198447" x="2305050" y="4972050"/>
          <p14:tracePt t="198464" x="2317750" y="4972050"/>
          <p14:tracePt t="198480" x="2330450" y="4972050"/>
          <p14:tracePt t="198514" x="2330450" y="4965700"/>
          <p14:tracePt t="198571" x="2324100" y="4972050"/>
          <p14:tracePt t="198577" x="2311400" y="4972050"/>
          <p14:tracePt t="198592" x="2298700" y="4978400"/>
          <p14:tracePt t="198599" x="2266950" y="4984750"/>
          <p14:tracePt t="198615" x="2228850" y="4991100"/>
          <p14:tracePt t="198630" x="2171700" y="4997450"/>
          <p14:tracePt t="198646" x="2044700" y="5016500"/>
          <p14:tracePt t="198663" x="1911350" y="5035550"/>
          <p14:tracePt t="198680" x="1847850" y="5035550"/>
          <p14:tracePt t="198697" x="1765300" y="5048250"/>
          <p14:tracePt t="198713" x="1714500" y="5060950"/>
          <p14:tracePt t="198729" x="1708150" y="5060950"/>
          <p14:tracePt t="198746" x="1701800" y="5067300"/>
          <p14:tracePt t="198763" x="1714500" y="5073650"/>
          <p14:tracePt t="198779" x="1733550" y="5073650"/>
          <p14:tracePt t="198796" x="1816100" y="5060950"/>
          <p14:tracePt t="198813" x="1924050" y="5041900"/>
          <p14:tracePt t="198829" x="1974850" y="5029200"/>
          <p14:tracePt t="198846" x="2127250" y="4978400"/>
          <p14:tracePt t="198862" x="2247900" y="4940300"/>
          <p14:tracePt t="198880" x="2343150" y="4902200"/>
          <p14:tracePt t="198896" x="2362200" y="4895850"/>
          <p14:tracePt t="198912" x="2381250" y="4889500"/>
          <p14:tracePt t="198929" x="2387600" y="4883150"/>
          <p14:tracePt t="198962" x="2381250" y="4876800"/>
          <p14:tracePt t="198978" x="2362200" y="4876800"/>
          <p14:tracePt t="198995" x="2311400" y="4889500"/>
          <p14:tracePt t="199012" x="2254250" y="4895850"/>
          <p14:tracePt t="199029" x="2146300" y="4933950"/>
          <p14:tracePt t="199045" x="2038350" y="4972050"/>
          <p14:tracePt t="199062" x="1905000" y="5010150"/>
          <p14:tracePt t="199078" x="1847850" y="5022850"/>
          <p14:tracePt t="199095" x="1752600" y="5054600"/>
          <p14:tracePt t="199112" x="1695450" y="5067300"/>
          <p14:tracePt t="199128" x="1670050" y="5073650"/>
          <p14:tracePt t="199145" x="1644650" y="5080000"/>
          <p14:tracePt t="199161" x="1638300" y="5086350"/>
          <p14:tracePt t="199209" x="1651000" y="5086350"/>
          <p14:tracePt t="199223" x="1663700" y="5086350"/>
          <p14:tracePt t="199231" x="1682750" y="5080000"/>
          <p14:tracePt t="199247" x="1714500" y="5067300"/>
          <p14:tracePt t="199261" x="1727200" y="5048250"/>
          <p14:tracePt t="199278" x="1822450" y="5010150"/>
          <p14:tracePt t="199294" x="1949450" y="4940300"/>
          <p14:tracePt t="199311" x="2006600" y="4908550"/>
          <p14:tracePt t="199328" x="2127250" y="4845050"/>
          <p14:tracePt t="199344" x="2197100" y="4794250"/>
          <p14:tracePt t="199360" x="2209800" y="4787900"/>
          <p14:tracePt t="199378" x="2228850" y="4781550"/>
          <p14:tracePt t="199414" x="2222500" y="4781550"/>
          <p14:tracePt t="199427" x="2209800" y="4787900"/>
          <p14:tracePt t="199444" x="2178050" y="4800600"/>
          <p14:tracePt t="199461" x="2152650" y="4806950"/>
          <p14:tracePt t="199477" x="2101850" y="4838700"/>
          <p14:tracePt t="199493" x="2006600" y="4883150"/>
          <p14:tracePt t="199511" x="1905000" y="4933950"/>
          <p14:tracePt t="199527" x="1847850" y="4953000"/>
          <p14:tracePt t="199543" x="1790700" y="4984750"/>
          <p14:tracePt t="199560" x="1676400" y="5022850"/>
          <p14:tracePt t="199576" x="1657350" y="5029200"/>
          <p14:tracePt t="199593" x="1644650" y="5035550"/>
          <p14:tracePt t="199610" x="1631950" y="5035550"/>
          <p14:tracePt t="199627" x="1625600" y="5035550"/>
          <p14:tracePt t="199651" x="1631950" y="5035550"/>
          <p14:tracePt t="199672" x="1651000" y="5035550"/>
          <p14:tracePt t="199686" x="1663700" y="5029200"/>
          <p14:tracePt t="199695" x="1689100" y="5022850"/>
          <p14:tracePt t="199709" x="1714500" y="5010150"/>
          <p14:tracePt t="199726" x="1765300" y="4997450"/>
          <p14:tracePt t="199743" x="1847850" y="4991100"/>
          <p14:tracePt t="199759" x="1873250" y="4984750"/>
          <p14:tracePt t="199776" x="1936750" y="4978400"/>
          <p14:tracePt t="199792" x="1962150" y="4978400"/>
          <p14:tracePt t="199809" x="1968500" y="4978400"/>
          <p14:tracePt t="199826" x="1981200" y="4972050"/>
          <p14:tracePt t="200023" x="1974850" y="4978400"/>
          <p14:tracePt t="200142" x="1968500" y="4978400"/>
          <p14:tracePt t="200156" x="1962150" y="4984750"/>
          <p14:tracePt t="200163" x="1955800" y="4991100"/>
          <p14:tracePt t="200177" x="1949450" y="4997450"/>
          <p14:tracePt t="200192" x="1924050" y="5041900"/>
          <p14:tracePt t="200208" x="1911350" y="5073650"/>
          <p14:tracePt t="200225" x="1879600" y="5118100"/>
          <p14:tracePt t="200241" x="1790700" y="5251450"/>
          <p14:tracePt t="200258" x="1771650" y="5302250"/>
          <p14:tracePt t="200275" x="1765300" y="5359400"/>
          <p14:tracePt t="200291" x="1758950" y="5429250"/>
          <p14:tracePt t="200307" x="1790700" y="5505450"/>
          <p14:tracePt t="200324" x="1841500" y="5543550"/>
          <p14:tracePt t="200341" x="1879600" y="5568950"/>
          <p14:tracePt t="200357" x="1917700" y="5581650"/>
          <p14:tracePt t="200374" x="1949450" y="5588000"/>
          <p14:tracePt t="200391" x="1974850" y="5588000"/>
          <p14:tracePt t="200407" x="1987550" y="5588000"/>
          <p14:tracePt t="200424" x="1993900" y="5594350"/>
          <p14:tracePt t="200457" x="2006600" y="5594350"/>
          <p14:tracePt t="200514" x="2012950" y="5594350"/>
          <p14:tracePt t="200521" x="2012950" y="5588000"/>
          <p14:tracePt t="200535" x="2012950" y="5581650"/>
          <p14:tracePt t="200543" x="2006600" y="5575300"/>
          <p14:tracePt t="200557" x="2000250" y="5575300"/>
          <p14:tracePt t="200573" x="1993900" y="5562600"/>
          <p14:tracePt t="200590" x="1962150" y="5530850"/>
          <p14:tracePt t="200606" x="1898650" y="5492750"/>
          <p14:tracePt t="200623" x="1866900" y="5480050"/>
          <p14:tracePt t="200626" x="1835150" y="5461000"/>
          <p14:tracePt t="200640" x="1803400" y="5448300"/>
          <p14:tracePt t="200656" x="1765300" y="5435600"/>
          <p14:tracePt t="200673" x="1752600" y="5422900"/>
          <p14:tracePt t="200690" x="1746250" y="5422900"/>
          <p14:tracePt t="200706" x="1758950" y="5448300"/>
          <p14:tracePt t="200723" x="1778000" y="5467350"/>
          <p14:tracePt t="200740" x="1873250" y="5518150"/>
          <p14:tracePt t="200756" x="1993900" y="5537200"/>
          <p14:tracePt t="200773" x="2127250" y="5556250"/>
          <p14:tracePt t="200789" x="2190750" y="5556250"/>
          <p14:tracePt t="200805" x="2254250" y="5543550"/>
          <p14:tracePt t="200823" x="2336800" y="5543550"/>
          <p14:tracePt t="200838" x="2355850" y="5537200"/>
          <p14:tracePt t="200855" x="2368550" y="5530850"/>
          <p14:tracePt t="200872" x="2355850" y="5511800"/>
          <p14:tracePt t="200889" x="2311400" y="5473700"/>
          <p14:tracePt t="200906" x="2228850" y="5441950"/>
          <p14:tracePt t="200922" x="2190750" y="5435600"/>
          <p14:tracePt t="200938" x="2095500" y="5403850"/>
          <p14:tracePt t="200956" x="1987550" y="5391150"/>
          <p14:tracePt t="200971" x="1924050" y="5391150"/>
          <p14:tracePt t="200988" x="1854200" y="5391150"/>
          <p14:tracePt t="201005" x="1822450" y="5391150"/>
          <p14:tracePt t="201021" x="1816100" y="5391150"/>
          <p14:tracePt t="201038" x="1816100" y="5397500"/>
          <p14:tracePt t="201055" x="1847850" y="5422900"/>
          <p14:tracePt t="201071" x="1860550" y="5435600"/>
          <p14:tracePt t="201089" x="1924050" y="5473700"/>
          <p14:tracePt t="201104" x="2000250" y="5524500"/>
          <p14:tracePt t="201121" x="2032000" y="5549900"/>
          <p14:tracePt t="201125" x="2076450" y="5568950"/>
          <p14:tracePt t="201140" x="2095500" y="5581650"/>
          <p14:tracePt t="201154" x="2120900" y="5594350"/>
          <p14:tracePt t="201171" x="2146300" y="5607050"/>
          <p14:tracePt t="201187" x="2152650" y="5613400"/>
          <p14:tracePt t="201208" x="2159000" y="5619750"/>
          <p14:tracePt t="201236" x="2152650" y="5619750"/>
          <p14:tracePt t="201257" x="2139950" y="5613400"/>
          <p14:tracePt t="201264" x="2127250" y="5607050"/>
          <p14:tracePt t="201278" x="2101850" y="5600700"/>
          <p14:tracePt t="201287" x="2076450" y="5600700"/>
          <p14:tracePt t="201303" x="2038350" y="5594350"/>
          <p14:tracePt t="201321" x="1930400" y="5562600"/>
          <p14:tracePt t="201337" x="1809750" y="5549900"/>
          <p14:tracePt t="201353" x="1752600" y="5537200"/>
          <p14:tracePt t="201371" x="1714500" y="5530850"/>
          <p14:tracePt t="201387" x="1695450" y="5530850"/>
          <p14:tracePt t="201404" x="1720850" y="5556250"/>
          <p14:tracePt t="201420" x="1758950" y="5575300"/>
          <p14:tracePt t="201437" x="1816100" y="5588000"/>
          <p14:tracePt t="201454" x="2012950" y="5638800"/>
          <p14:tracePt t="201470" x="2076450" y="5638800"/>
          <p14:tracePt t="201487" x="2146300" y="5645150"/>
          <p14:tracePt t="201503" x="2247900" y="5657850"/>
          <p14:tracePt t="201520" x="2298700" y="5657850"/>
          <p14:tracePt t="201538" x="2317750" y="5657850"/>
          <p14:tracePt t="201553" x="2324100" y="5657850"/>
          <p14:tracePt t="201587" x="2311400" y="5651500"/>
          <p14:tracePt t="201603" x="2298700" y="5651500"/>
          <p14:tracePt t="201620" x="2273300" y="5638800"/>
          <p14:tracePt t="201636" x="2254250" y="5632450"/>
          <p14:tracePt t="201653" x="2247900" y="5619750"/>
          <p14:tracePt t="201669" x="2241550" y="5600700"/>
          <p14:tracePt t="201686" x="2235200" y="5588000"/>
          <p14:tracePt t="202251" x="2235200" y="5549900"/>
          <p14:tracePt t="202258" x="2235200" y="5530850"/>
          <p14:tracePt t="202267" x="2235200" y="5518150"/>
          <p14:tracePt t="202284" x="2235200" y="5511800"/>
          <p14:tracePt t="202302" x="2235200" y="5505450"/>
          <p14:tracePt t="202328" x="2235200" y="5499100"/>
          <p14:tracePt t="202336" x="2235200" y="5492750"/>
          <p14:tracePt t="202587" x="2241550" y="5499100"/>
          <p14:tracePt t="202601" x="2247900" y="5499100"/>
          <p14:tracePt t="202608" x="2254250" y="5505450"/>
          <p14:tracePt t="202618" x="2266950" y="5505450"/>
          <p14:tracePt t="202633" x="2279650" y="5511800"/>
          <p14:tracePt t="202650" x="2292350" y="5518150"/>
          <p14:tracePt t="202666" x="2362200" y="5543550"/>
          <p14:tracePt t="202682" x="2451100" y="5568950"/>
          <p14:tracePt t="202700" x="2559050" y="5594350"/>
          <p14:tracePt t="202716" x="2622550" y="5613400"/>
          <p14:tracePt t="202732" x="2774950" y="5619750"/>
          <p14:tracePt t="202750" x="2946400" y="5645150"/>
          <p14:tracePt t="202765" x="3035300" y="5645150"/>
          <p14:tracePt t="202782" x="3200400" y="5638800"/>
          <p14:tracePt t="202799" x="3365500" y="5619750"/>
          <p14:tracePt t="202815" x="3460750" y="5607050"/>
          <p14:tracePt t="202833" x="3638550" y="5568950"/>
          <p14:tracePt t="202849" x="3733800" y="5549900"/>
          <p14:tracePt t="202865" x="3898900" y="5518150"/>
          <p14:tracePt t="202882" x="3981450" y="5499100"/>
          <p14:tracePt t="202898" x="4133850" y="5480050"/>
          <p14:tracePt t="202915" x="4254500" y="5461000"/>
          <p14:tracePt t="202932" x="4324350" y="5461000"/>
          <p14:tracePt t="202948" x="4337050" y="5454650"/>
          <p14:tracePt t="202965" x="4368800" y="5454650"/>
          <p14:tracePt t="202981" x="4387850" y="5454650"/>
          <p14:tracePt t="202998" x="4387850" y="5448300"/>
          <p14:tracePt t="203240" x="4381500" y="5448300"/>
          <p14:tracePt t="203253" x="4368800" y="5448300"/>
          <p14:tracePt t="203261" x="4356100" y="5454650"/>
          <p14:tracePt t="203275" x="4330700" y="5461000"/>
          <p14:tracePt t="203283" x="4305300" y="5467350"/>
          <p14:tracePt t="203297" x="4248150" y="5480050"/>
          <p14:tracePt t="203314" x="4114800" y="5505450"/>
          <p14:tracePt t="203330" x="4038600" y="5524500"/>
          <p14:tracePt t="203347" x="3835400" y="5556250"/>
          <p14:tracePt t="203363" x="3606800" y="5575300"/>
          <p14:tracePt t="203381" x="3352800" y="5588000"/>
          <p14:tracePt t="203397" x="3238500" y="5588000"/>
          <p14:tracePt t="203413" x="3009900" y="5588000"/>
          <p14:tracePt t="203430" x="2832100" y="5588000"/>
          <p14:tracePt t="203446" x="2768600" y="5588000"/>
          <p14:tracePt t="203463" x="2698750" y="5588000"/>
          <p14:tracePt t="203480" x="2667000" y="5588000"/>
          <p14:tracePt t="203496" x="2660650" y="5588000"/>
          <p14:tracePt t="203513" x="2654300" y="5588000"/>
          <p14:tracePt t="203564" x="2647950" y="5588000"/>
          <p14:tracePt t="203569" x="2641600" y="5588000"/>
          <p14:tracePt t="203584" x="2628900" y="5588000"/>
          <p14:tracePt t="203595" x="2616200" y="5588000"/>
          <p14:tracePt t="203613" x="2584450" y="5588000"/>
          <p14:tracePt t="203629" x="2565400" y="5588000"/>
          <p14:tracePt t="203646" x="2514600" y="5575300"/>
          <p14:tracePt t="203663" x="2457450" y="5562600"/>
          <p14:tracePt t="203679" x="2413000" y="5556250"/>
          <p14:tracePt t="203696" x="2343150" y="5530850"/>
          <p14:tracePt t="203712" x="2292350" y="5511800"/>
          <p14:tracePt t="203729" x="2266950" y="5505450"/>
          <p14:tracePt t="203745" x="2235200" y="5499100"/>
          <p14:tracePt t="203762" x="2209800" y="5499100"/>
          <p14:tracePt t="203779" x="2197100" y="5499100"/>
          <p14:tracePt t="203812" x="2184400" y="5499100"/>
          <p14:tracePt t="204229" x="2184400" y="5505450"/>
          <p14:tracePt t="204250" x="2190750" y="5505450"/>
          <p14:tracePt t="204271" x="2197100" y="5505450"/>
          <p14:tracePt t="204285" x="2203450" y="5505450"/>
          <p14:tracePt t="204292" x="2209800" y="5505450"/>
          <p14:tracePt t="204299" x="2216150" y="5505450"/>
          <p14:tracePt t="204313" x="2228850" y="5505450"/>
          <p14:tracePt t="204327" x="2254250" y="5499100"/>
          <p14:tracePt t="204343" x="2305050" y="5492750"/>
          <p14:tracePt t="204360" x="2362200" y="5480050"/>
          <p14:tracePt t="204377" x="2489200" y="5461000"/>
          <p14:tracePt t="204393" x="2647950" y="5441950"/>
          <p14:tracePt t="204410" x="2736850" y="5422900"/>
          <p14:tracePt t="204426" x="2927350" y="5403850"/>
          <p14:tracePt t="204443" x="3105150" y="5391150"/>
          <p14:tracePt t="204461" x="3251200" y="5397500"/>
          <p14:tracePt t="204476" x="3314700" y="5397500"/>
          <p14:tracePt t="204493" x="3352800" y="5403850"/>
          <p14:tracePt t="204510" x="3416300" y="5410200"/>
          <p14:tracePt t="204526" x="3429000" y="5416550"/>
          <p14:tracePt t="204543" x="3435350" y="5416550"/>
          <p14:tracePt t="204621" x="3441700" y="5416550"/>
          <p14:tracePt t="204643" x="3448050" y="5416550"/>
          <p14:tracePt t="204650" x="3454400" y="5416550"/>
          <p14:tracePt t="204664" x="3460750" y="5416550"/>
          <p14:tracePt t="204675" x="3473450" y="5416550"/>
          <p14:tracePt t="204692" x="3517900" y="5422900"/>
          <p14:tracePt t="204709" x="3543300" y="5422900"/>
          <p14:tracePt t="204726" x="3594100" y="5435600"/>
          <p14:tracePt t="204742" x="3714750" y="5454650"/>
          <p14:tracePt t="204759" x="3765550" y="5461000"/>
          <p14:tracePt t="204776" x="3911600" y="5473700"/>
          <p14:tracePt t="204792" x="4038600" y="5480050"/>
          <p14:tracePt t="204808" x="4089400" y="5480050"/>
          <p14:tracePt t="204825" x="4178300" y="5486400"/>
          <p14:tracePt t="204842" x="4191000" y="5486400"/>
          <p14:tracePt t="204858" x="4210050" y="5486400"/>
          <p14:tracePt t="204875" x="4222750" y="5492750"/>
          <p14:tracePt t="204930" x="4222750" y="5499100"/>
          <p14:tracePt t="204944" x="4210050" y="5499100"/>
          <p14:tracePt t="204959" x="4197350" y="5505450"/>
          <p14:tracePt t="204965" x="4178300" y="5511800"/>
          <p14:tracePt t="204979" x="4140200" y="5511800"/>
          <p14:tracePt t="204991" x="4083050" y="5518150"/>
          <p14:tracePt t="205008" x="3892550" y="5530850"/>
          <p14:tracePt t="205024" x="3613150" y="5543550"/>
          <p14:tracePt t="205041" x="3460750" y="5543550"/>
          <p14:tracePt t="205058" x="3086100" y="5568950"/>
          <p14:tracePt t="205074" x="2692400" y="5568950"/>
          <p14:tracePt t="205092" x="2425700" y="5568950"/>
          <p14:tracePt t="205107" x="2324100" y="5568950"/>
          <p14:tracePt t="205124" x="2235200" y="5568950"/>
          <p14:tracePt t="205141" x="2082800" y="5568950"/>
          <p14:tracePt t="205157" x="2070100" y="5568950"/>
          <p14:tracePt t="205174" x="2057400" y="5568950"/>
          <p14:tracePt t="205178" x="2051050" y="5568950"/>
          <p14:tracePt t="205225" x="2044700" y="5568950"/>
          <p14:tracePt t="205281" x="2057400" y="5568950"/>
          <p14:tracePt t="205295" x="2070100" y="5568950"/>
          <p14:tracePt t="205302" x="2082800" y="5568950"/>
          <p14:tracePt t="205316" x="2120900" y="5568950"/>
          <p14:tracePt t="205326" x="2152650" y="5556250"/>
          <p14:tracePt t="205340" x="2203450" y="5556250"/>
          <p14:tracePt t="205356" x="2368550" y="5549900"/>
          <p14:tracePt t="205373" x="2584450" y="5530850"/>
          <p14:tracePt t="205389" x="2711450" y="5518150"/>
          <p14:tracePt t="205408" x="2984500" y="5486400"/>
          <p14:tracePt t="205423" x="3225800" y="5467350"/>
          <p14:tracePt t="205440" x="3340100" y="5454650"/>
          <p14:tracePt t="205457" x="3517900" y="5441950"/>
          <p14:tracePt t="205473" x="3568700" y="5441950"/>
          <p14:tracePt t="205489" x="3606800" y="5441950"/>
          <p14:tracePt t="205506" x="3651250" y="5441950"/>
          <p14:tracePt t="205539" x="3657600" y="5435600"/>
          <p14:tracePt t="205632" x="3663950" y="5435600"/>
          <p14:tracePt t="205870" x="3714750" y="5435600"/>
          <p14:tracePt t="205877" x="3790950" y="5435600"/>
          <p14:tracePt t="205888" x="3879850" y="5435600"/>
          <p14:tracePt t="205906" x="4044950" y="5435600"/>
          <p14:tracePt t="205921" x="4127500" y="5448300"/>
          <p14:tracePt t="205938" x="4229100" y="5448300"/>
          <p14:tracePt t="205955" x="4279900" y="5448300"/>
          <p14:tracePt t="205971" x="4298950" y="5448300"/>
          <p14:tracePt t="205988" x="4318000" y="5448300"/>
          <p14:tracePt t="206005" x="4330700" y="5448300"/>
          <p14:tracePt t="206037" x="4337050" y="5448300"/>
          <p14:tracePt t="206144" x="4337050" y="5454650"/>
          <p14:tracePt t="206537" x="4330700" y="5454650"/>
          <p14:tracePt t="206544" x="4324350" y="5454650"/>
          <p14:tracePt t="206565" x="4318000" y="5454650"/>
          <p14:tracePt t="206578" x="4311650" y="5454650"/>
          <p14:tracePt t="206600" x="4305300" y="5454650"/>
          <p14:tracePt t="206614" x="4298950" y="5454650"/>
          <p14:tracePt t="206628" x="4292600" y="5454650"/>
          <p14:tracePt t="206638" x="4286250" y="5454650"/>
          <p14:tracePt t="206651" x="4267200" y="5454650"/>
          <p14:tracePt t="206669" x="4248150" y="5467350"/>
          <p14:tracePt t="206685" x="4178300" y="5480050"/>
          <p14:tracePt t="206702" x="4044950" y="5518150"/>
          <p14:tracePt t="206719" x="3835400" y="5549900"/>
          <p14:tracePt t="206735" x="3708400" y="5568950"/>
          <p14:tracePt t="206752" x="3397250" y="5613400"/>
          <p14:tracePt t="206769" x="3092450" y="5638800"/>
          <p14:tracePt t="206785" x="2940050" y="5638800"/>
          <p14:tracePt t="206802" x="2667000" y="5632450"/>
          <p14:tracePt t="206819" x="2400300" y="5613400"/>
          <p14:tracePt t="206835" x="2286000" y="5613400"/>
          <p14:tracePt t="206852" x="2108200" y="5600700"/>
          <p14:tracePt t="206868" x="1962150" y="5600700"/>
          <p14:tracePt t="206884" x="1911350" y="5607050"/>
          <p14:tracePt t="206902" x="1835150" y="5607050"/>
          <p14:tracePt t="206918" x="1778000" y="5607050"/>
          <p14:tracePt t="206934" x="1758950" y="5607050"/>
          <p14:tracePt t="206951" x="1714500" y="5613400"/>
          <p14:tracePt t="206967" x="1663700" y="5613400"/>
          <p14:tracePt t="206984" x="1651000" y="5613400"/>
          <p14:tracePt t="207001" x="1638300" y="5613400"/>
          <p14:tracePt t="207581" x="1619250" y="5613400"/>
          <p14:tracePt t="207588" x="1587500" y="5613400"/>
          <p14:tracePt t="207602" x="1562100" y="5613400"/>
          <p14:tracePt t="207616" x="1536700" y="5613400"/>
          <p14:tracePt t="207631" x="1479550" y="5613400"/>
          <p14:tracePt t="207648" x="1460500" y="5613400"/>
          <p14:tracePt t="207665" x="1428750" y="5613400"/>
          <p14:tracePt t="207682" x="1377950" y="5613400"/>
          <p14:tracePt t="207698" x="1358900" y="5607050"/>
          <p14:tracePt t="207715" x="1333500" y="5607050"/>
          <p14:tracePt t="207732" x="1308100" y="5607050"/>
          <p14:tracePt t="207749" x="1295400" y="5600700"/>
          <p14:tracePt t="207765" x="1282700" y="5600700"/>
          <p14:tracePt t="207782" x="1276350" y="5600700"/>
          <p14:tracePt t="207815" x="1270000" y="5600700"/>
          <p14:tracePt t="207832" x="1263650" y="5600700"/>
          <p14:tracePt t="207869" x="1257300" y="5600700"/>
          <p14:tracePt t="207960" x="1250950" y="5594350"/>
          <p14:tracePt t="207987" x="1250950" y="5575300"/>
          <p14:tracePt t="208009" x="1250950" y="5568950"/>
          <p14:tracePt t="208023" x="1250950" y="5562600"/>
          <p14:tracePt t="208037" x="1250950" y="5556250"/>
          <p14:tracePt t="208051" x="1250950" y="5549900"/>
          <p14:tracePt t="208079" x="1244600" y="5537200"/>
          <p14:tracePt t="208093" x="1238250" y="5530850"/>
          <p14:tracePt t="208100" x="1231900" y="5518150"/>
          <p14:tracePt t="208114" x="1219200" y="5505450"/>
          <p14:tracePt t="208130" x="1187450" y="5467350"/>
          <p14:tracePt t="208147" x="1168400" y="5454650"/>
          <p14:tracePt t="208164" x="1117600" y="5429250"/>
          <p14:tracePt t="208180" x="1066800" y="5410200"/>
          <p14:tracePt t="208197" x="1047750" y="5410200"/>
          <p14:tracePt t="208214" x="996950" y="5410200"/>
          <p14:tracePt t="208230" x="977900" y="5410200"/>
          <p14:tracePt t="208247" x="946150" y="5441950"/>
          <p14:tracePt t="208263" x="933450" y="5480050"/>
          <p14:tracePt t="208280" x="933450" y="5499100"/>
          <p14:tracePt t="208297" x="946150" y="5549900"/>
          <p14:tracePt t="208313" x="984250" y="5613400"/>
          <p14:tracePt t="208329" x="1009650" y="5645150"/>
          <p14:tracePt t="208346" x="1085850" y="5721350"/>
          <p14:tracePt t="208363" x="1212850" y="5778500"/>
          <p14:tracePt t="208379" x="1276350" y="5784850"/>
          <p14:tracePt t="208396" x="1409700" y="5765800"/>
          <p14:tracePt t="208413" x="1543050" y="5645150"/>
          <p14:tracePt t="208430" x="1638300" y="5537200"/>
          <p14:tracePt t="208446" x="1670050" y="5492750"/>
          <p14:tracePt t="208463" x="1714500" y="5429250"/>
          <p14:tracePt t="208479" x="1727200" y="5403850"/>
          <p14:tracePt t="208496" x="1727200" y="5391150"/>
          <p14:tracePt t="208512" x="1720850" y="5384800"/>
          <p14:tracePt t="208529" x="1695450" y="5359400"/>
          <p14:tracePt t="208545" x="1682750" y="5353050"/>
          <p14:tracePt t="208563" x="1670050" y="5346700"/>
          <p14:tracePt t="208578" x="1651000" y="5346700"/>
          <p14:tracePt t="208596" x="1612900" y="5346700"/>
          <p14:tracePt t="208612" x="1600200" y="5353050"/>
          <p14:tracePt t="208629" x="1587500" y="5359400"/>
          <p14:tracePt t="208645" x="1568450" y="5372100"/>
          <p14:tracePt t="208662" x="1549400" y="5391150"/>
          <p14:tracePt t="208678" x="1543050" y="5403850"/>
          <p14:tracePt t="208696" x="1530350" y="5429250"/>
          <p14:tracePt t="208712" x="1517650" y="5448300"/>
          <p14:tracePt t="208729" x="1517650" y="5461000"/>
          <p14:tracePt t="208745" x="1517650" y="5473700"/>
          <p14:tracePt t="208761" x="1517650" y="5492750"/>
          <p14:tracePt t="208778" x="1517650" y="5499100"/>
          <p14:tracePt t="208795" x="1517650" y="5505450"/>
          <p14:tracePt t="208811" x="1517650" y="5511800"/>
          <p14:tracePt t="208865" x="1524000" y="5511800"/>
          <p14:tracePt t="208879" x="1524000" y="5505450"/>
          <p14:tracePt t="209323" x="1517650" y="5492750"/>
          <p14:tracePt t="209330" x="1517650" y="5486400"/>
          <p14:tracePt t="209345" x="1511300" y="5480050"/>
          <p14:tracePt t="209359" x="1504950" y="5467350"/>
          <p14:tracePt t="209376" x="1485900" y="5454650"/>
          <p14:tracePt t="209394" x="1466850" y="5448300"/>
          <p14:tracePt t="209409" x="1460500" y="5448300"/>
          <p14:tracePt t="209426" x="1435100" y="5435600"/>
          <p14:tracePt t="209443" x="1409700" y="5435600"/>
          <p14:tracePt t="209459" x="1397000" y="5435600"/>
          <p14:tracePt t="209476" x="1371600" y="5441950"/>
          <p14:tracePt t="209492" x="1352550" y="5441950"/>
          <p14:tracePt t="209509" x="1346200" y="5441950"/>
          <p14:tracePt t="209526" x="1346200" y="5448300"/>
          <p14:tracePt t="209541" x="1333500" y="5454650"/>
          <p14:tracePt t="209688" x="1333500" y="5461000"/>
          <p14:tracePt t="209702" x="1333500" y="5467350"/>
          <p14:tracePt t="209723" x="1333500" y="5473700"/>
          <p14:tracePt t="209737" x="1333500" y="5480050"/>
          <p14:tracePt t="209745" x="1339850" y="5480050"/>
          <p14:tracePt t="209765" x="1346200" y="5480050"/>
          <p14:tracePt t="209775" x="1352550" y="5492750"/>
          <p14:tracePt t="209791" x="1365250" y="5492750"/>
          <p14:tracePt t="209808" x="1390650" y="5505450"/>
          <p14:tracePt t="209824" x="1422400" y="5530850"/>
          <p14:tracePt t="209842" x="1473200" y="5537200"/>
          <p14:tracePt t="209857" x="1492250" y="5543550"/>
          <p14:tracePt t="209874" x="1524000" y="5543550"/>
          <p14:tracePt t="209891" x="1600200" y="5543550"/>
          <p14:tracePt t="209908" x="1638300" y="5530850"/>
          <p14:tracePt t="209924" x="1670050" y="5524500"/>
          <p14:tracePt t="209941" x="1752600" y="5499100"/>
          <p14:tracePt t="209957" x="1816100" y="5486400"/>
          <p14:tracePt t="209975" x="1847850" y="5473700"/>
          <p14:tracePt t="209991" x="1892300" y="5441950"/>
          <p14:tracePt t="210007" x="1917700" y="5435600"/>
          <p14:tracePt t="210025" x="1924050" y="5416550"/>
          <p14:tracePt t="210041" x="1924050" y="5410200"/>
          <p14:tracePt t="210057" x="1911350" y="5384800"/>
          <p14:tracePt t="210074" x="1873250" y="5359400"/>
          <p14:tracePt t="210090" x="1854200" y="5334000"/>
          <p14:tracePt t="210107" x="1784350" y="5295900"/>
          <p14:tracePt t="210123" x="1676400" y="5251450"/>
          <p14:tracePt t="210140" x="1625600" y="5238750"/>
          <p14:tracePt t="210157" x="1568450" y="5232400"/>
          <p14:tracePt t="210173" x="1447800" y="5257800"/>
          <p14:tracePt t="210190" x="1416050" y="5276850"/>
          <p14:tracePt t="210207" x="1358900" y="5334000"/>
          <p14:tracePt t="210223" x="1339850" y="5353050"/>
          <p14:tracePt t="210240" x="1320800" y="5435600"/>
          <p14:tracePt t="210257" x="1308100" y="5505450"/>
          <p14:tracePt t="210273" x="1308100" y="5543550"/>
          <p14:tracePt t="210289" x="1327150" y="5619750"/>
          <p14:tracePt t="210306" x="1358900" y="5664200"/>
          <p14:tracePt t="210323" x="1377950" y="5676900"/>
          <p14:tracePt t="210340" x="1422400" y="5695950"/>
          <p14:tracePt t="210355" x="1473200" y="5702300"/>
          <p14:tracePt t="210372" x="1492250" y="5702300"/>
          <p14:tracePt t="210390" x="1549400" y="5702300"/>
          <p14:tracePt t="210406" x="1606550" y="5689600"/>
          <p14:tracePt t="210422" x="1631950" y="5670550"/>
          <p14:tracePt t="210439" x="1663700" y="5638800"/>
          <p14:tracePt t="210455" x="1689100" y="5594350"/>
          <p14:tracePt t="210472" x="1689100" y="5575300"/>
          <p14:tracePt t="210489" x="1695450" y="5543550"/>
          <p14:tracePt t="210505" x="1695450" y="5530850"/>
          <p14:tracePt t="210523" x="1695450" y="5505450"/>
          <p14:tracePt t="210539" x="1695450" y="5499100"/>
          <p14:tracePt t="210555" x="1695450" y="5492750"/>
          <p14:tracePt t="210572" x="1682750" y="5486400"/>
          <p14:tracePt t="210588" x="1676400" y="5486400"/>
          <p14:tracePt t="210622" x="1670050" y="5480050"/>
          <p14:tracePt t="210638" x="1663700" y="5480050"/>
          <p14:tracePt t="210663" x="1657350" y="5480050"/>
          <p14:tracePt t="210775" x="1651000" y="5480050"/>
          <p14:tracePt t="210789" x="1644650" y="5480050"/>
          <p14:tracePt t="210796" x="1638300" y="5480050"/>
          <p14:tracePt t="210805" x="1625600" y="5480050"/>
          <p14:tracePt t="210821" x="1612900" y="5480050"/>
          <p14:tracePt t="210838" x="1600200" y="5480050"/>
          <p14:tracePt t="210854" x="1562100" y="5486400"/>
          <p14:tracePt t="210871" x="1504950" y="5486400"/>
          <p14:tracePt t="210888" x="1409700" y="5467350"/>
          <p14:tracePt t="210904" x="1377950" y="5448300"/>
          <p14:tracePt t="210920" x="1301750" y="5410200"/>
          <p14:tracePt t="210937" x="1263650" y="5346700"/>
          <p14:tracePt t="210954" x="1244600" y="5314950"/>
          <p14:tracePt t="210971" x="1225550" y="5251450"/>
          <p14:tracePt t="210987" x="1212850" y="5219700"/>
          <p14:tracePt t="211003" x="1212850" y="5213350"/>
          <p14:tracePt t="211021" x="1212850" y="5207000"/>
          <p14:tracePt t="211037" x="1193800" y="5219700"/>
          <p14:tracePt t="211053" x="1193800" y="5232400"/>
          <p14:tracePt t="211071" x="1174750" y="5283200"/>
          <p14:tracePt t="211087" x="1162050" y="5365750"/>
          <p14:tracePt t="211104" x="1149350" y="5403850"/>
          <p14:tracePt t="211120" x="1149350" y="5524500"/>
          <p14:tracePt t="211136" x="1143000" y="5562600"/>
          <p14:tracePt t="211154" x="1155700" y="5721350"/>
          <p14:tracePt t="211170" x="1181100" y="5753100"/>
          <p14:tracePt t="211186" x="1206500" y="5791200"/>
          <p14:tracePt t="211203" x="1250950" y="5816600"/>
          <p14:tracePt t="211220" x="1308100" y="5822950"/>
          <p14:tracePt t="211236" x="1339850" y="5816600"/>
          <p14:tracePt t="211240" x="1384300" y="5797550"/>
          <p14:tracePt t="211253" x="1435100" y="5778500"/>
          <p14:tracePt t="211269" x="1530350" y="5708650"/>
          <p14:tracePt t="211286" x="1600200" y="5657850"/>
          <p14:tracePt t="211302" x="1701800" y="5562600"/>
          <p14:tracePt t="211319" x="1771650" y="5492750"/>
          <p14:tracePt t="211337" x="1797050" y="5416550"/>
          <p14:tracePt t="211352" x="1797050" y="5378450"/>
          <p14:tracePt t="211369" x="1771650" y="5289550"/>
          <p14:tracePt t="211386" x="1701800" y="5187950"/>
          <p14:tracePt t="211402" x="1657350" y="5143500"/>
          <p14:tracePt t="211419" x="1612900" y="5099050"/>
          <p14:tracePt t="211436" x="1498600" y="5029200"/>
          <p14:tracePt t="211452" x="1479550" y="5029200"/>
          <p14:tracePt t="211470" x="1422400" y="5054600"/>
          <p14:tracePt t="211485" x="1371600" y="5086350"/>
          <p14:tracePt t="211502" x="1320800" y="5175250"/>
          <p14:tracePt t="211520" x="1276350" y="5289550"/>
          <p14:tracePt t="211535" x="1257300" y="5353050"/>
          <p14:tracePt t="211552" x="1238250" y="5473700"/>
          <p14:tracePt t="211569" x="1244600" y="5556250"/>
          <p14:tracePt t="211585" x="1257300" y="5600700"/>
          <p14:tracePt t="211602" x="1282700" y="5670550"/>
          <p14:tracePt t="211618" x="1308100" y="5721350"/>
          <p14:tracePt t="211636" x="1320800" y="5746750"/>
          <p14:tracePt t="211652" x="1358900" y="5765800"/>
          <p14:tracePt t="211668" x="1390650" y="5765800"/>
          <p14:tracePt t="211685" x="1416050" y="5765800"/>
          <p14:tracePt t="211702" x="1479550" y="5746750"/>
          <p14:tracePt t="211718" x="1549400" y="5689600"/>
          <p14:tracePt t="211734" x="1587500" y="5632450"/>
          <p14:tracePt t="211751" x="1676400" y="5505450"/>
          <p14:tracePt t="211768" x="1701800" y="5448300"/>
          <p14:tracePt t="211785" x="1739900" y="5340350"/>
          <p14:tracePt t="211801" x="1739900" y="5257800"/>
          <p14:tracePt t="211817" x="1720850" y="5238750"/>
          <p14:tracePt t="211835" x="1676400" y="5200650"/>
          <p14:tracePt t="211851" x="1619250" y="5181600"/>
          <p14:tracePt t="211867" x="1581150" y="5181600"/>
          <p14:tracePt t="211884" x="1511300" y="5181600"/>
          <p14:tracePt t="211901" x="1428750" y="5187950"/>
          <p14:tracePt t="211917" x="1397000" y="5207000"/>
          <p14:tracePt t="211933" x="1333500" y="5245100"/>
          <p14:tracePt t="211950" x="1270000" y="5314950"/>
          <p14:tracePt t="211968" x="1250950" y="5372100"/>
          <p14:tracePt t="211984" x="1244600" y="5403850"/>
          <p14:tracePt t="212000" x="1250950" y="5461000"/>
          <p14:tracePt t="212017" x="1301750" y="5530850"/>
          <p14:tracePt t="212033" x="1333500" y="5562600"/>
          <p14:tracePt t="212050" x="1371600" y="5588000"/>
          <p14:tracePt t="212067" x="1460500" y="5626100"/>
          <p14:tracePt t="212083" x="1492250" y="5632450"/>
          <p14:tracePt t="212101" x="1517650" y="5632450"/>
          <p14:tracePt t="212116" x="1555750" y="5619750"/>
          <p14:tracePt t="212133" x="1574800" y="5594350"/>
          <p14:tracePt t="212150" x="1581150" y="5575300"/>
          <p14:tracePt t="212166" x="1581150" y="5568950"/>
          <p14:tracePt t="212183" x="1587500" y="5549900"/>
          <p14:tracePt t="212200" x="1587500" y="5530850"/>
          <p14:tracePt t="212216" x="1587500" y="5524500"/>
          <p14:tracePt t="212233" x="1600200" y="5524500"/>
          <p14:tracePt t="212250" x="1619250" y="5511800"/>
          <p14:tracePt t="212266" x="1631950" y="5505450"/>
          <p14:tracePt t="212269" x="1644650" y="5505450"/>
          <p14:tracePt t="212283" x="1657350" y="5499100"/>
          <p14:tracePt t="212299" x="1714500" y="5486400"/>
          <p14:tracePt t="212316" x="1752600" y="5486400"/>
          <p14:tracePt t="212333" x="1860550" y="5486400"/>
          <p14:tracePt t="212349" x="1974850" y="5486400"/>
          <p14:tracePt t="212366" x="2038350" y="5486400"/>
          <p14:tracePt t="212382" x="2152650" y="5486400"/>
          <p14:tracePt t="212398" x="2203450" y="5486400"/>
          <p14:tracePt t="212416" x="2260600" y="5499100"/>
          <p14:tracePt t="212432" x="2330450" y="5505450"/>
          <p14:tracePt t="212449" x="2400300" y="5511800"/>
          <p14:tracePt t="212466" x="2444750" y="5518150"/>
          <p14:tracePt t="212482" x="2470150" y="5518150"/>
          <p14:tracePt t="212498" x="2527300" y="5518150"/>
          <p14:tracePt t="212515" x="2578100" y="5518150"/>
          <p14:tracePt t="212532" x="2628900" y="5518150"/>
          <p14:tracePt t="212548" x="2660650" y="5518150"/>
          <p14:tracePt t="212565" x="2698750" y="5518150"/>
          <p14:tracePt t="212581" x="2730500" y="5518150"/>
          <p14:tracePt t="212599" x="2749550" y="5518150"/>
          <p14:tracePt t="212614" x="2755900" y="5518150"/>
          <p14:tracePt t="212631" x="2762250" y="5518150"/>
          <p14:tracePt t="212697" x="2768600" y="5518150"/>
          <p14:tracePt t="212781" x="2768600" y="5524500"/>
          <p14:tracePt t="212873" x="2762250" y="5524500"/>
          <p14:tracePt t="212880" x="2755900" y="5524500"/>
          <p14:tracePt t="212894" x="2743200" y="5524500"/>
          <p14:tracePt t="212901" x="2736850" y="5524500"/>
          <p14:tracePt t="212916" x="2730500" y="5530850"/>
          <p14:tracePt t="212930" x="2698750" y="5530850"/>
          <p14:tracePt t="212947" x="2616200" y="5543550"/>
          <p14:tracePt t="212964" x="2451100" y="5562600"/>
          <p14:tracePt t="212980" x="2222500" y="5575300"/>
          <p14:tracePt t="212996" x="2095500" y="5588000"/>
          <p14:tracePt t="213014" x="1841500" y="5581650"/>
          <p14:tracePt t="213030" x="1727200" y="5568950"/>
          <p14:tracePt t="213047" x="1511300" y="5549900"/>
          <p14:tracePt t="213064" x="1365250" y="5543550"/>
          <p14:tracePt t="213080" x="1327150" y="5530850"/>
          <p14:tracePt t="213097" x="1276350" y="5530850"/>
          <p14:tracePt t="213113" x="1257300" y="5530850"/>
          <p14:tracePt t="213181" x="1263650" y="5537200"/>
          <p14:tracePt t="213188" x="1270000" y="5543550"/>
          <p14:tracePt t="213202" x="1282700" y="5549900"/>
          <p14:tracePt t="213213" x="1301750" y="5556250"/>
          <p14:tracePt t="213229" x="1320800" y="5568950"/>
          <p14:tracePt t="213246" x="1416050" y="5588000"/>
          <p14:tracePt t="213262" x="1574800" y="5626100"/>
          <p14:tracePt t="213280" x="1689100" y="5645150"/>
          <p14:tracePt t="213296" x="2000250" y="5657850"/>
          <p14:tracePt t="213312" x="2216150" y="5670550"/>
          <p14:tracePt t="213329" x="3054350" y="5664200"/>
          <p14:tracePt t="213345" x="3340100" y="5645150"/>
          <p14:tracePt t="213362" x="3632200" y="5657850"/>
          <p14:tracePt t="213379" x="4159250" y="5683250"/>
          <p14:tracePt t="213395" x="4610100" y="5702300"/>
          <p14:tracePt t="213413" x="4940300" y="5715000"/>
          <p14:tracePt t="213428" x="5073650" y="5715000"/>
          <p14:tracePt t="213445" x="5308600" y="5695950"/>
          <p14:tracePt t="213462" x="5511800" y="5676900"/>
          <p14:tracePt t="213478" x="5575300" y="5670550"/>
          <p14:tracePt t="213495" x="5670550" y="5638800"/>
          <p14:tracePt t="213512" x="5734050" y="5619750"/>
          <p14:tracePt t="213528" x="5753100" y="5613400"/>
          <p14:tracePt t="213545" x="5772150" y="5594350"/>
          <p14:tracePt t="213561" x="5778500" y="5588000"/>
          <p14:tracePt t="213578" x="5772150" y="5575300"/>
          <p14:tracePt t="213955" x="5835650" y="5575300"/>
          <p14:tracePt t="213962" x="5924550" y="5575300"/>
          <p14:tracePt t="213976" x="6013450" y="5575300"/>
          <p14:tracePt t="213983" x="6076950" y="5575300"/>
          <p14:tracePt t="213997" x="6165850" y="5575300"/>
          <p14:tracePt t="214010" x="6242050" y="5575300"/>
          <p14:tracePt t="214026" x="6419850" y="5562600"/>
          <p14:tracePt t="214043" x="6515100" y="5556250"/>
          <p14:tracePt t="214061" x="6724650" y="5499100"/>
          <p14:tracePt t="214077" x="6807200" y="5467350"/>
          <p14:tracePt t="214093" x="6883400" y="5435600"/>
          <p14:tracePt t="214110" x="7016750" y="5397500"/>
          <p14:tracePt t="214126" x="7112000" y="5384800"/>
          <p14:tracePt t="214143" x="7143750" y="5384800"/>
          <p14:tracePt t="214159" x="7169150" y="5384800"/>
          <p14:tracePt t="214176" x="7175500" y="5384800"/>
          <p14:tracePt t="214292" x="7181850" y="5384800"/>
          <p14:tracePt t="214326" x="7181850" y="5378450"/>
          <p14:tracePt t="214334" x="7181850" y="5372100"/>
          <p14:tracePt t="214342" x="7188200" y="5359400"/>
          <p14:tracePt t="214358" x="7188200" y="5346700"/>
          <p14:tracePt t="214376" x="7194550" y="5327650"/>
          <p14:tracePt t="215697" x="7150100" y="5340350"/>
          <p14:tracePt t="215710" x="7054850" y="5378450"/>
          <p14:tracePt t="215718" x="6940550" y="5410200"/>
          <p14:tracePt t="215725" x="6807200" y="5467350"/>
          <p14:tracePt t="215740" x="6648450" y="5518150"/>
          <p14:tracePt t="215754" x="6483350" y="5581650"/>
          <p14:tracePt t="215770" x="6134100" y="5695950"/>
          <p14:tracePt t="215788" x="5746750" y="5803900"/>
          <p14:tracePt t="215804" x="5562600" y="5854700"/>
          <p14:tracePt t="215821" x="5137150" y="5937250"/>
          <p14:tracePt t="215824" x="4933950" y="5975350"/>
          <p14:tracePt t="215840" x="4730750" y="6032500"/>
          <p14:tracePt t="215853" x="4572000" y="6083300"/>
          <p14:tracePt t="215870" x="4210050" y="6184900"/>
          <p14:tracePt t="215887" x="3968750" y="6273800"/>
          <p14:tracePt t="215904" x="3860800" y="6305550"/>
          <p14:tracePt t="215921" x="3702050" y="6375400"/>
          <p14:tracePt t="215936" x="3581400" y="6432550"/>
          <p14:tracePt t="215954" x="3549650" y="6438900"/>
          <p14:tracePt t="215970" x="3473450" y="6483350"/>
          <p14:tracePt t="215986" x="3378200" y="6508750"/>
          <p14:tracePt t="216003" x="3333750" y="6515100"/>
          <p14:tracePt t="216020" x="3263900" y="6534150"/>
          <p14:tracePt t="216036" x="3206750" y="6540500"/>
          <p14:tracePt t="216053" x="3175000" y="6546850"/>
          <p14:tracePt t="216069" x="3149600" y="6553200"/>
          <p14:tracePt t="216086" x="3149600" y="6559550"/>
          <p14:tracePt t="216460" x="3105150" y="6546850"/>
          <p14:tracePt t="216468" x="3054350" y="6521450"/>
          <p14:tracePt t="216481" x="2984500" y="6489700"/>
          <p14:tracePt t="216488" x="2914650" y="6470650"/>
          <p14:tracePt t="216502" x="2851150" y="6445250"/>
          <p14:tracePt t="216518" x="2743200" y="6419850"/>
          <p14:tracePt t="216534" x="2673350" y="6407150"/>
          <p14:tracePt t="216552" x="2590800" y="6381750"/>
          <p14:tracePt t="216568" x="2520950" y="6375400"/>
          <p14:tracePt t="216584" x="2495550" y="6369050"/>
          <p14:tracePt t="216601" x="2438400" y="6369050"/>
          <p14:tracePt t="216617" x="2400300" y="6369050"/>
          <p14:tracePt t="216634" x="2349500" y="6369050"/>
          <p14:tracePt t="216651" x="2298700" y="6369050"/>
          <p14:tracePt t="216668" x="2279650" y="6369050"/>
          <p14:tracePt t="216685" x="2247900" y="6369050"/>
          <p14:tracePt t="216701" x="2216150" y="6369050"/>
          <p14:tracePt t="216717" x="2209800" y="6362700"/>
          <p14:tracePt t="216734" x="2190750" y="6356350"/>
          <p14:tracePt t="216751" x="2184400" y="6350000"/>
          <p14:tracePt t="216767" x="2178050" y="6343650"/>
          <p14:tracePt t="216784" x="2165350" y="6330950"/>
          <p14:tracePt t="216800" x="2152650" y="6324600"/>
          <p14:tracePt t="217400" x="2127250" y="6324600"/>
          <p14:tracePt t="217407" x="2101850" y="6324600"/>
          <p14:tracePt t="217421" x="2057400" y="6330950"/>
          <p14:tracePt t="217432" x="2032000" y="6330950"/>
          <p14:tracePt t="217449" x="1962150" y="6350000"/>
          <p14:tracePt t="217465" x="1936750" y="6350000"/>
          <p14:tracePt t="217481" x="1885950" y="6356350"/>
          <p14:tracePt t="217500" x="1828800" y="6356350"/>
          <p14:tracePt t="217515" x="1809750" y="6356350"/>
          <p14:tracePt t="217531" x="1784350" y="6356350"/>
          <p14:tracePt t="217548" x="1733550" y="6343650"/>
          <p14:tracePt t="217564" x="1720850" y="6337300"/>
          <p14:tracePt t="217581" x="1701800" y="6324600"/>
          <p14:tracePt t="217598" x="1676400" y="6324600"/>
          <p14:tracePt t="217614" x="1651000" y="6318250"/>
          <p14:tracePt t="217632" x="1625600" y="6318250"/>
          <p14:tracePt t="217647" x="1606550" y="6318250"/>
          <p14:tracePt t="217664" x="1568450" y="6311900"/>
          <p14:tracePt t="217681" x="1549400" y="6311900"/>
          <p14:tracePt t="217697" x="1498600" y="6318250"/>
          <p14:tracePt t="217714" x="1460500" y="6311900"/>
          <p14:tracePt t="217731" x="1422400" y="6311900"/>
          <p14:tracePt t="217747" x="1397000" y="6305550"/>
          <p14:tracePt t="217765" x="1358900" y="6299200"/>
          <p14:tracePt t="217780" x="1314450" y="6292850"/>
          <p14:tracePt t="217797" x="1301750" y="6292850"/>
          <p14:tracePt t="217814" x="1276350" y="6286500"/>
          <p14:tracePt t="217830" x="1263650" y="6286500"/>
          <p14:tracePt t="217847" x="1250950" y="6286500"/>
          <p14:tracePt t="217864" x="1231900" y="6286500"/>
          <p14:tracePt t="217880" x="1219200" y="6286500"/>
          <p14:tracePt t="217896" x="1200150" y="6286500"/>
          <p14:tracePt t="217913" x="1187450" y="6292850"/>
          <p14:tracePt t="217930" x="1174750" y="6299200"/>
          <p14:tracePt t="217947" x="1162050" y="6305550"/>
          <p14:tracePt t="217980" x="1155700" y="6311900"/>
          <p14:tracePt t="217997" x="1123950" y="6330950"/>
          <p14:tracePt t="218013" x="1111250" y="6343650"/>
          <p14:tracePt t="218029" x="1098550" y="6350000"/>
          <p14:tracePt t="218046" x="1073150" y="6369050"/>
          <p14:tracePt t="218063" x="1054100" y="6375400"/>
          <p14:tracePt t="218080" x="1047750" y="6375400"/>
          <p14:tracePt t="218112" x="1047750" y="6369050"/>
          <p14:tracePt t="219494" x="1047750" y="6375400"/>
          <p14:tracePt t="219502" x="1073150" y="6407150"/>
          <p14:tracePt t="219515" x="1092200" y="6432550"/>
          <p14:tracePt t="219524" x="1130300" y="6457950"/>
          <p14:tracePt t="219541" x="1162050" y="6483350"/>
          <p14:tracePt t="219790" x="2197100" y="6623050"/>
          <p14:tracePt t="219807" x="2203450" y="6616700"/>
          <p14:tracePt t="219824" x="2216150" y="6610350"/>
          <p14:tracePt t="219839" x="2222500" y="6610350"/>
          <p14:tracePt t="219857" x="2228850" y="6610350"/>
          <p14:tracePt t="219873" x="2241550" y="6610350"/>
          <p14:tracePt t="219890" x="2247900" y="6610350"/>
          <p14:tracePt t="219907" x="2254250" y="6610350"/>
          <p14:tracePt t="219923" x="2273300" y="6610350"/>
          <p14:tracePt t="219939" x="2279650" y="6610350"/>
          <p14:tracePt t="219956" x="2286000" y="6610350"/>
          <p14:tracePt t="219972" x="2298700" y="6610350"/>
          <p14:tracePt t="219989" x="2311400" y="6610350"/>
          <p14:tracePt t="220007" x="2317750" y="6604000"/>
          <p14:tracePt t="220022" x="2330450" y="6597650"/>
          <p14:tracePt t="220039" x="2349500" y="6584950"/>
          <p14:tracePt t="220056" x="2374900" y="6572250"/>
          <p14:tracePt t="220072" x="2393950" y="6565900"/>
          <p14:tracePt t="220089" x="2432050" y="6546850"/>
          <p14:tracePt t="220106" x="2457450" y="6527800"/>
          <p14:tracePt t="220122" x="2501900" y="6515100"/>
          <p14:tracePt t="220140" x="2546350" y="6502400"/>
          <p14:tracePt t="220155" x="2571750" y="6496050"/>
          <p14:tracePt t="220172" x="2584450" y="6496050"/>
          <p14:tracePt t="220189" x="2597150" y="6489700"/>
          <p14:tracePt t="220205" x="2616200" y="6489700"/>
          <p14:tracePt t="220222" x="2622550" y="6489700"/>
          <p14:tracePt t="220239" x="2635250" y="6489700"/>
          <p14:tracePt t="220255" x="2641600" y="6489700"/>
          <p14:tracePt t="220272" x="2654300" y="6489700"/>
          <p14:tracePt t="220288" x="2667000" y="6483350"/>
          <p14:tracePt t="220305" x="2673350" y="6483350"/>
          <p14:tracePt t="220322" x="2679700" y="6483350"/>
          <p14:tracePt t="220338" x="2686050" y="6477000"/>
          <p14:tracePt t="220355" x="2698750" y="6477000"/>
          <p14:tracePt t="220371" x="2705100" y="6477000"/>
          <p14:tracePt t="220388" x="2724150" y="6477000"/>
          <p14:tracePt t="220422" x="2730500" y="6477000"/>
          <p14:tracePt t="220456" x="2743200" y="6470650"/>
          <p14:tracePt t="220476" x="2749550" y="6470650"/>
          <p14:tracePt t="220483" x="2755900" y="6470650"/>
          <p14:tracePt t="220505" x="2762250" y="6470650"/>
          <p14:tracePt t="220519" x="2768600" y="6470650"/>
          <p14:tracePt t="220540" x="2781300" y="6470650"/>
          <p14:tracePt t="220547" x="2794000" y="6470650"/>
          <p14:tracePt t="220555" x="2806700" y="6477000"/>
          <p14:tracePt t="220570" x="2819400" y="6477000"/>
          <p14:tracePt t="220587" x="2838450" y="6483350"/>
          <p14:tracePt t="220604" x="2882900" y="6483350"/>
          <p14:tracePt t="221040" x="2901950" y="6483350"/>
          <p14:tracePt t="221047" x="2933700" y="6496050"/>
          <p14:tracePt t="221061" x="2971800" y="6496050"/>
          <p14:tracePt t="221069" x="3035300" y="6496050"/>
          <p14:tracePt t="221085" x="3124200" y="6496050"/>
          <p14:tracePt t="221103" x="3308350" y="6477000"/>
          <p14:tracePt t="221119" x="3524250" y="6419850"/>
          <p14:tracePt t="221135" x="3670300" y="6400800"/>
          <p14:tracePt t="221152" x="3943350" y="6343650"/>
          <p14:tracePt t="221168" x="4184650" y="6305550"/>
          <p14:tracePt t="221185" x="4298950" y="6292850"/>
          <p14:tracePt t="221202" x="4502150" y="6273800"/>
          <p14:tracePt t="221218" x="4641850" y="6273800"/>
          <p14:tracePt t="221236" x="4737100" y="6267450"/>
          <p14:tracePt t="221252" x="4775200" y="6267450"/>
          <p14:tracePt t="221268" x="4794250" y="6267450"/>
          <p14:tracePt t="221285" x="4857750" y="6273800"/>
          <p14:tracePt t="221301" x="4876800" y="6273800"/>
          <p14:tracePt t="221318" x="4889500" y="6273800"/>
          <p14:tracePt t="221335" x="4908550" y="6273800"/>
          <p14:tracePt t="221411" x="4914900" y="6273800"/>
          <p14:tracePt t="221419" x="4914900" y="6267450"/>
          <p14:tracePt t="221438" x="4914900" y="6261100"/>
          <p14:tracePt t="221446" x="4914900" y="6248400"/>
          <p14:tracePt t="221460" x="4914900" y="6242050"/>
          <p14:tracePt t="221771" x="4953000" y="6248400"/>
          <p14:tracePt t="221778" x="5003800" y="6254750"/>
          <p14:tracePt t="221792" x="5060950" y="6273800"/>
          <p14:tracePt t="221800" x="5124450" y="6292850"/>
          <p14:tracePt t="221816" x="5194300" y="6318250"/>
          <p14:tracePt t="221833" x="5353050" y="6350000"/>
          <p14:tracePt t="221849" x="5492750" y="6362700"/>
          <p14:tracePt t="221866" x="5556250" y="6362700"/>
          <p14:tracePt t="221883" x="5702300" y="6369050"/>
          <p14:tracePt t="221899" x="5753100" y="6381750"/>
          <p14:tracePt t="221916" x="5803900" y="6388100"/>
          <p14:tracePt t="221919" x="5861050" y="6388100"/>
          <p14:tracePt t="221933" x="5937250" y="6394450"/>
          <p14:tracePt t="221949" x="5969000" y="6400800"/>
          <p14:tracePt t="221966" x="6026150" y="6400800"/>
          <p14:tracePt t="221982" x="6064250" y="6413500"/>
          <p14:tracePt t="221999" x="6076950" y="6413500"/>
          <p14:tracePt t="222016" x="6115050" y="6413500"/>
          <p14:tracePt t="222032" x="6121400" y="6413500"/>
          <p14:tracePt t="222049" x="6134100" y="6413500"/>
          <p14:tracePt t="222066" x="6146800" y="6413500"/>
          <p14:tracePt t="222082" x="6165850" y="6413500"/>
          <p14:tracePt t="222099" x="6172200" y="6413500"/>
          <p14:tracePt t="222115" x="6184900" y="6419850"/>
          <p14:tracePt t="222132" x="6197600" y="6419850"/>
          <p14:tracePt t="222149" x="6210300" y="6419850"/>
          <p14:tracePt t="222165" x="6235700" y="6419850"/>
          <p14:tracePt t="222182" x="6267450" y="6426200"/>
          <p14:tracePt t="222199" x="6286500" y="6426200"/>
          <p14:tracePt t="222215" x="6356350" y="6426200"/>
          <p14:tracePt t="222231" x="6464300" y="6419850"/>
          <p14:tracePt t="222248" x="6591300" y="6400800"/>
          <p14:tracePt t="222265" x="6661150" y="6381750"/>
          <p14:tracePt t="222281" x="6724650" y="6362700"/>
          <p14:tracePt t="222298" x="6934200" y="6324600"/>
          <p14:tracePt t="222315" x="6991350" y="6311900"/>
          <p14:tracePt t="222332" x="7073900" y="6305550"/>
          <p14:tracePt t="222348" x="7112000" y="6305550"/>
          <p14:tracePt t="222364" x="7150100" y="6305550"/>
          <p14:tracePt t="222382" x="7169150" y="6305550"/>
          <p14:tracePt t="222398" x="7175500" y="6305550"/>
          <p14:tracePt t="222431" x="7188200" y="6305550"/>
          <p14:tracePt t="222448" x="7188200" y="6299200"/>
          <p14:tracePt t="222464" x="7194550" y="6286500"/>
          <p14:tracePt t="222823" x="7213600" y="6292850"/>
          <p14:tracePt t="222830" x="7245350" y="6318250"/>
          <p14:tracePt t="222844" x="7264400" y="6343650"/>
          <p14:tracePt t="222851" x="7296150" y="6356350"/>
          <p14:tracePt t="222863" x="7327900" y="6362700"/>
          <p14:tracePt t="222880" x="7378700" y="6388100"/>
          <p14:tracePt t="222896" x="7391400" y="6388100"/>
          <p14:tracePt t="222913" x="7410450" y="6394450"/>
          <p14:tracePt t="222929" x="7435850" y="6400800"/>
          <p14:tracePt t="222963" x="7442200" y="6400800"/>
          <p14:tracePt t="224112" x="7435850" y="6400800"/>
          <p14:tracePt t="224126" x="7429500" y="6394450"/>
          <p14:tracePt t="224133" x="7416800" y="6394450"/>
          <p14:tracePt t="224141" x="7404100" y="6394450"/>
          <p14:tracePt t="224158" x="7391400" y="6388100"/>
          <p14:tracePt t="224175" x="7378700" y="6388100"/>
          <p14:tracePt t="224191" x="7372350" y="6388100"/>
          <p14:tracePt t="224208" x="7353300" y="6388100"/>
          <p14:tracePt t="224225" x="7334250" y="6394450"/>
          <p14:tracePt t="224241" x="7321550" y="6394450"/>
          <p14:tracePt t="224258" x="7315200" y="6400800"/>
          <p14:tracePt t="224274" x="7296150" y="6400800"/>
          <p14:tracePt t="224291" x="7283450" y="6400800"/>
          <p14:tracePt t="224309" x="7251700" y="6400800"/>
          <p14:tracePt t="224324" x="7232650" y="6400800"/>
          <p14:tracePt t="224341" x="7200900" y="6400800"/>
          <p14:tracePt t="224358" x="7061200" y="6400800"/>
          <p14:tracePt t="224374" x="6997700" y="6400800"/>
          <p14:tracePt t="224391" x="6819900" y="6407150"/>
          <p14:tracePt t="224407" x="6629400" y="6407150"/>
          <p14:tracePt t="224424" x="6362700" y="6400800"/>
          <p14:tracePt t="224441" x="6210300" y="6400800"/>
          <p14:tracePt t="224444" x="5988050" y="6375400"/>
          <p14:tracePt t="224458" x="5765800" y="6330950"/>
          <p14:tracePt t="224474" x="5486400" y="6273800"/>
          <p14:tracePt t="224491" x="4476750" y="5969000"/>
          <p14:tracePt t="224507" x="4108450" y="5848350"/>
          <p14:tracePt t="224523" x="3790950" y="5708650"/>
          <p14:tracePt t="224541" x="3238500" y="5518150"/>
          <p14:tracePt t="224557" x="2819400" y="5397500"/>
          <p14:tracePt t="224574" x="2641600" y="5359400"/>
          <p14:tracePt t="224591" x="2393950" y="5270500"/>
          <p14:tracePt t="224607" x="2190750" y="5175250"/>
          <p14:tracePt t="224624" x="2032000" y="5105400"/>
          <p14:tracePt t="224640" x="1962150" y="5067300"/>
          <p14:tracePt t="224656" x="1860550" y="5003800"/>
          <p14:tracePt t="224674" x="1809750" y="4984750"/>
          <p14:tracePt t="224690" x="1790700" y="4972050"/>
          <p14:tracePt t="224706" x="1778000" y="4972050"/>
          <p14:tracePt t="224814" x="1778000" y="4965700"/>
          <p14:tracePt t="224856" x="1778000" y="4953000"/>
          <p14:tracePt t="224862" x="1771650" y="4953000"/>
          <p14:tracePt t="224877" x="1765300" y="4940300"/>
          <p14:tracePt t="224889" x="1765300" y="4927600"/>
          <p14:tracePt t="224906" x="1746250" y="4889500"/>
          <p14:tracePt t="224922" x="1746250" y="4876800"/>
          <p14:tracePt t="224940" x="1733550" y="4838700"/>
          <p14:tracePt t="224956" x="1720850" y="4806950"/>
          <p14:tracePt t="224972" x="1714500" y="4781550"/>
          <p14:tracePt t="224989" x="1701800" y="4756150"/>
          <p14:tracePt t="225005" x="1682750" y="4737100"/>
          <p14:tracePt t="225022" x="1676400" y="4730750"/>
          <p14:tracePt t="225039" x="1670050" y="4724400"/>
          <p14:tracePt t="225055" x="1657350" y="4711700"/>
          <p14:tracePt t="225072" x="1651000" y="4711700"/>
          <p14:tracePt t="225088" x="1644650" y="4711700"/>
          <p14:tracePt t="225105" x="1638300" y="4705350"/>
          <p14:tracePt t="225143" x="1638300" y="4699000"/>
          <p14:tracePt t="225171" x="1638300" y="4692650"/>
          <p14:tracePt t="225749" x="1638300" y="4699000"/>
          <p14:tracePt t="225755" x="1631950" y="4730750"/>
          <p14:tracePt t="225772" x="1625600" y="4762500"/>
          <p14:tracePt t="225786" x="1625600" y="4806950"/>
          <p14:tracePt t="225802" x="1619250" y="4832350"/>
          <p14:tracePt t="225819" x="1619250" y="4876800"/>
          <p14:tracePt t="225836" x="1619250" y="4921250"/>
          <p14:tracePt t="225852" x="1619250" y="4940300"/>
          <p14:tracePt t="225869" x="1619250" y="5010150"/>
          <p14:tracePt t="225885" x="1619250" y="5048250"/>
          <p14:tracePt t="225903" x="1612900" y="5124450"/>
          <p14:tracePt t="225919" x="1600200" y="5194300"/>
          <p14:tracePt t="225935" x="1600200" y="5226050"/>
          <p14:tracePt t="225952" x="1600200" y="5251450"/>
          <p14:tracePt t="225969" x="1606550" y="5270500"/>
          <p14:tracePt t="226002" x="1612900" y="5283200"/>
          <p14:tracePt t="226050" x="1612900" y="5289550"/>
          <p14:tracePt t="226176" x="1619250" y="5276850"/>
          <p14:tracePt t="226192" x="1625600" y="5270500"/>
          <p14:tracePt t="226208" x="1631950" y="5264150"/>
          <p14:tracePt t="226216" x="1638300" y="5251450"/>
          <p14:tracePt t="226222" x="1651000" y="5232400"/>
          <p14:tracePt t="226234" x="1663700" y="5213350"/>
          <p14:tracePt t="226251" x="1695450" y="5149850"/>
          <p14:tracePt t="226267" x="1701800" y="5124450"/>
          <p14:tracePt t="226285" x="1720850" y="5080000"/>
          <p14:tracePt t="226301" x="1739900" y="4984750"/>
          <p14:tracePt t="226317" x="1746250" y="4889500"/>
          <p14:tracePt t="226335" x="1746250" y="4800600"/>
          <p14:tracePt t="226351" x="1746250" y="4762500"/>
          <p14:tracePt t="226367" x="1746250" y="4699000"/>
          <p14:tracePt t="226384" x="1746250" y="4667250"/>
          <p14:tracePt t="226400" x="1746250" y="4660900"/>
          <p14:tracePt t="226417" x="1746250" y="4654550"/>
          <p14:tracePt t="226496" x="1739900" y="4654550"/>
          <p14:tracePt t="226524" x="1733550" y="4667250"/>
          <p14:tracePt t="226531" x="1727200" y="4673600"/>
          <p14:tracePt t="226545" x="1727200" y="4692650"/>
          <p14:tracePt t="226553" x="1720850" y="4699000"/>
          <p14:tracePt t="226568" x="1714500" y="4718050"/>
          <p14:tracePt t="226583" x="1695450" y="4768850"/>
          <p14:tracePt t="226600" x="1689100" y="4794250"/>
          <p14:tracePt t="226616" x="1657350" y="4857750"/>
          <p14:tracePt t="226633" x="1644650" y="4902200"/>
          <p14:tracePt t="226650" x="1619250" y="4984750"/>
          <p14:tracePt t="226666" x="1593850" y="5060950"/>
          <p14:tracePt t="226683" x="1587500" y="5099050"/>
          <p14:tracePt t="226700" x="1574800" y="5168900"/>
          <p14:tracePt t="226716" x="1568450" y="5200650"/>
          <p14:tracePt t="226733" x="1568450" y="5213350"/>
          <p14:tracePt t="226749" x="1568450" y="5238750"/>
          <p14:tracePt t="226766" x="1568450" y="5257800"/>
          <p14:tracePt t="226783" x="1568450" y="5264150"/>
          <p14:tracePt t="226799" x="1568450" y="5270500"/>
          <p14:tracePt t="226816" x="1568450" y="5289550"/>
          <p14:tracePt t="226833" x="1568450" y="5308600"/>
          <p14:tracePt t="226849" x="1574800" y="5314950"/>
          <p14:tracePt t="226865" x="1581150" y="5314950"/>
          <p14:tracePt t="226882" x="1600200" y="5353050"/>
          <p14:tracePt t="226899" x="1619250" y="5378450"/>
          <p14:tracePt t="226915" x="1631950" y="5397500"/>
          <p14:tracePt t="226932" x="1663700" y="5441950"/>
          <p14:tracePt t="226948" x="1733550" y="5499100"/>
          <p14:tracePt t="226966" x="1822450" y="5562600"/>
          <p14:tracePt t="226982" x="1892300" y="5600700"/>
          <p14:tracePt t="226998" x="2006600" y="5689600"/>
          <p14:tracePt t="227015" x="2146300" y="5791200"/>
          <p14:tracePt t="227031" x="2203450" y="5816600"/>
          <p14:tracePt t="227048" x="2292350" y="5854700"/>
          <p14:tracePt t="227065" x="2362200" y="5867400"/>
          <p14:tracePt t="227081" x="2387600" y="5861050"/>
          <p14:tracePt t="227099" x="2413000" y="5835650"/>
          <p14:tracePt t="227114" x="2432050" y="5816600"/>
          <p14:tracePt t="227131" x="2438400" y="5797550"/>
          <p14:tracePt t="227148" x="2438400" y="5753100"/>
          <p14:tracePt t="227164" x="2419350" y="5702300"/>
          <p14:tracePt t="227181" x="2419350" y="5676900"/>
          <p14:tracePt t="227198" x="2393950" y="5594350"/>
          <p14:tracePt t="227214" x="2381250" y="5549900"/>
          <p14:tracePt t="227231" x="2349500" y="5473700"/>
          <p14:tracePt t="227247" x="2305050" y="5410200"/>
          <p14:tracePt t="227264" x="2286000" y="5397500"/>
          <p14:tracePt t="227281" x="2241550" y="5384800"/>
          <p14:tracePt t="227297" x="2216150" y="5384800"/>
          <p14:tracePt t="227331" x="2203450" y="5391150"/>
          <p14:tracePt t="227347" x="2209800" y="5422900"/>
          <p14:tracePt t="227364" x="2216150" y="5435600"/>
          <p14:tracePt t="227380" x="2235200" y="5473700"/>
          <p14:tracePt t="227397" x="2279650" y="5499100"/>
          <p14:tracePt t="227414" x="2311400" y="5518150"/>
          <p14:tracePt t="227430" x="2374900" y="5549900"/>
          <p14:tracePt t="227447" x="2444750" y="5562600"/>
          <p14:tracePt t="227464" x="2533650" y="5562600"/>
          <p14:tracePt t="227480" x="2571750" y="5562600"/>
          <p14:tracePt t="227497" x="2635250" y="5562600"/>
          <p14:tracePt t="227514" x="2832100" y="5543550"/>
          <p14:tracePt t="227531" x="2889250" y="5524500"/>
          <p14:tracePt t="227547" x="2965450" y="5505450"/>
          <p14:tracePt t="227563" x="3079750" y="5448300"/>
          <p14:tracePt t="227580" x="3136900" y="5410200"/>
          <p14:tracePt t="227597" x="3155950" y="5365750"/>
          <p14:tracePt t="227613" x="3155950" y="5353050"/>
          <p14:tracePt t="227630" x="3149600" y="5314950"/>
          <p14:tracePt t="227647" x="3111500" y="5289550"/>
          <p14:tracePt t="227663" x="3073400" y="5276850"/>
          <p14:tracePt t="227679" x="3016250" y="5251450"/>
          <p14:tracePt t="227696" x="2946400" y="5251450"/>
          <p14:tracePt t="227713" x="2908300" y="5251450"/>
          <p14:tracePt t="227729" x="2813050" y="5270500"/>
          <p14:tracePt t="227746" x="2724150" y="5314950"/>
          <p14:tracePt t="227762" x="2698750" y="5340350"/>
          <p14:tracePt t="227780" x="2660650" y="5416550"/>
          <p14:tracePt t="227795" x="2660650" y="5480050"/>
          <p14:tracePt t="227812" x="2660650" y="5511800"/>
          <p14:tracePt t="227829" x="2711450" y="5575300"/>
          <p14:tracePt t="227846" x="2755900" y="5607050"/>
          <p14:tracePt t="227862" x="2832100" y="5657850"/>
          <p14:tracePt t="227879" x="2940050" y="5689600"/>
          <p14:tracePt t="227895" x="2997200" y="5702300"/>
          <p14:tracePt t="227912" x="3136900" y="5695950"/>
          <p14:tracePt t="227929" x="3308350" y="5670550"/>
          <p14:tracePt t="227945" x="3384550" y="5657850"/>
          <p14:tracePt t="227962" x="3505200" y="5613400"/>
          <p14:tracePt t="227979" x="3581400" y="5575300"/>
          <p14:tracePt t="227995" x="3600450" y="5562600"/>
          <p14:tracePt t="228012" x="3619500" y="5537200"/>
          <p14:tracePt t="228029" x="3625850" y="5518150"/>
          <p14:tracePt t="228046" x="3619500" y="5492750"/>
          <p14:tracePt t="228061" x="3606800" y="5473700"/>
          <p14:tracePt t="228078" x="3581400" y="5448300"/>
          <p14:tracePt t="228095" x="3536950" y="5422900"/>
          <p14:tracePt t="228111" x="3505200" y="5416550"/>
          <p14:tracePt t="228127" x="3467100" y="5410200"/>
          <p14:tracePt t="228145" x="3308350" y="5397500"/>
          <p14:tracePt t="228161" x="3257550" y="5397500"/>
          <p14:tracePt t="228178" x="3206750" y="5403850"/>
          <p14:tracePt t="228194" x="3092450" y="5441950"/>
          <p14:tracePt t="228211" x="3016250" y="5499100"/>
          <p14:tracePt t="228228" x="2971800" y="5556250"/>
          <p14:tracePt t="228244" x="2959100" y="5588000"/>
          <p14:tracePt t="228261" x="2965450" y="5626100"/>
          <p14:tracePt t="228278" x="2990850" y="5676900"/>
          <p14:tracePt t="228294" x="3016250" y="5702300"/>
          <p14:tracePt t="228310" x="3086100" y="5759450"/>
          <p14:tracePt t="228327" x="3168650" y="5803900"/>
          <p14:tracePt t="228344" x="3225800" y="5803900"/>
          <p14:tracePt t="228360" x="3333750" y="5784850"/>
          <p14:tracePt t="228377" x="3441700" y="5740400"/>
          <p14:tracePt t="228393" x="3486150" y="5721350"/>
          <p14:tracePt t="228411" x="3517900" y="5702300"/>
          <p14:tracePt t="228427" x="3568700" y="5638800"/>
          <p14:tracePt t="228443" x="3581400" y="5626100"/>
          <p14:tracePt t="228460" x="3594100" y="5600700"/>
          <p14:tracePt t="228476" x="3600450" y="5600700"/>
          <p14:tracePt t="228493" x="3600450" y="5588000"/>
          <p14:tracePt t="228510" x="3606800" y="5581650"/>
          <p14:tracePt t="228536" x="3606800" y="5575300"/>
          <p14:tracePt t="228951" x="3587750" y="5568950"/>
          <p14:tracePt t="228959" x="3543300" y="5562600"/>
          <p14:tracePt t="228972" x="3492500" y="5556250"/>
          <p14:tracePt t="228979" x="3416300" y="5543550"/>
          <p14:tracePt t="228992" x="3333750" y="5537200"/>
          <p14:tracePt t="229008" x="3155950" y="5505450"/>
          <p14:tracePt t="229025" x="3054350" y="5492750"/>
          <p14:tracePt t="229042" x="2825750" y="5473700"/>
          <p14:tracePt t="229058" x="2635250" y="5461000"/>
          <p14:tracePt t="229075" x="2546350" y="5461000"/>
          <p14:tracePt t="229092" x="2406650" y="5461000"/>
          <p14:tracePt t="229108" x="2349500" y="5467350"/>
          <p14:tracePt t="229125" x="2279650" y="5473700"/>
          <p14:tracePt t="229141" x="2241550" y="5486400"/>
          <p14:tracePt t="229157" x="2235200" y="5492750"/>
          <p14:tracePt t="229175" x="2222500" y="5499100"/>
          <p14:tracePt t="229191" x="2216150" y="5511800"/>
          <p14:tracePt t="229225" x="2209800" y="5518150"/>
          <p14:tracePt t="229241" x="2209800" y="5530850"/>
          <p14:tracePt t="229257" x="2209800" y="5537200"/>
          <p14:tracePt t="229290" x="2203450" y="5543550"/>
          <p14:tracePt t="229329" x="2197100" y="5549900"/>
          <p14:tracePt t="230101" x="2203450" y="5549900"/>
          <p14:tracePt t="230143" x="2209800" y="5549900"/>
          <p14:tracePt t="230150" x="2216150" y="5556250"/>
          <p14:tracePt t="230172" x="2222500" y="5556250"/>
          <p14:tracePt t="230178" x="2228850" y="5556250"/>
          <p14:tracePt t="230199" x="2235200" y="5556250"/>
          <p14:tracePt t="230221" x="2241550" y="5556250"/>
          <p14:tracePt t="230242" x="2247900" y="5556250"/>
          <p14:tracePt t="230248" x="2254250" y="5556250"/>
          <p14:tracePt t="230263" x="2266950" y="5556250"/>
          <p14:tracePt t="230271" x="2279650" y="5556250"/>
          <p14:tracePt t="230287" x="2298700" y="5556250"/>
          <p14:tracePt t="230304" x="2317750" y="5556250"/>
          <p14:tracePt t="230320" x="2451100" y="5568950"/>
          <p14:tracePt t="230337" x="2514600" y="5568950"/>
          <p14:tracePt t="230354" x="2597150" y="5581650"/>
          <p14:tracePt t="230370" x="2749550" y="5581650"/>
          <p14:tracePt t="230387" x="2876550" y="5588000"/>
          <p14:tracePt t="230404" x="2971800" y="5600700"/>
          <p14:tracePt t="230420" x="3009900" y="5600700"/>
          <p14:tracePt t="230437" x="3041650" y="5600700"/>
          <p14:tracePt t="230453" x="3060700" y="5600700"/>
          <p14:tracePt t="230470" x="3067050" y="5600700"/>
          <p14:tracePt t="230487" x="3079750" y="5588000"/>
          <p14:tracePt t="230503" x="3111500" y="5568950"/>
          <p14:tracePt t="230519" x="3124200" y="5556250"/>
          <p14:tracePt t="230536" x="3168650" y="5524500"/>
          <p14:tracePt t="230553" x="3225800" y="5492750"/>
          <p14:tracePt t="230569" x="3251200" y="5486400"/>
          <p14:tracePt t="230586" x="3276600" y="5473700"/>
          <p14:tracePt t="230602" x="3289300" y="5467350"/>
          <p14:tracePt t="230620" x="3295650" y="5467350"/>
          <p14:tracePt t="230655" x="3302000" y="5467350"/>
          <p14:tracePt t="230670" x="3308350" y="5467350"/>
          <p14:tracePt t="230698" x="3314700" y="5461000"/>
          <p14:tracePt t="230711" x="3321050" y="5454650"/>
          <p14:tracePt t="230721" x="3327400" y="5441950"/>
          <p14:tracePt t="231272" x="3365500" y="5441950"/>
          <p14:tracePt t="231286" x="3416300" y="5441950"/>
          <p14:tracePt t="231293" x="3473450" y="5454650"/>
          <p14:tracePt t="231307" x="3549650" y="5461000"/>
          <p14:tracePt t="231316" x="3613150" y="5473700"/>
          <p14:tracePt t="231334" x="3689350" y="5473700"/>
          <p14:tracePt t="231350" x="3841750" y="5473700"/>
          <p14:tracePt t="231367" x="4000500" y="5473700"/>
          <p14:tracePt t="231384" x="4102100" y="5473700"/>
          <p14:tracePt t="231400" x="4140200" y="5480050"/>
          <p14:tracePt t="231416" x="4178300" y="5480050"/>
          <p14:tracePt t="231433" x="4191000" y="5480050"/>
          <p14:tracePt t="231469" x="4191000" y="5486400"/>
          <p14:tracePt t="231566" x="4184650" y="5492750"/>
          <p14:tracePt t="231580" x="4178300" y="5492750"/>
          <p14:tracePt t="231601" x="4171950" y="5492750"/>
          <p14:tracePt t="231616" x="4165600" y="5492750"/>
          <p14:tracePt t="231657" x="4165600" y="5499100"/>
          <p14:tracePt t="231692" x="4159250" y="5499100"/>
          <p14:tracePt t="231707" x="4152900" y="5505450"/>
          <p14:tracePt t="231721" x="4146550" y="5505450"/>
          <p14:tracePt t="231727" x="4140200" y="5505450"/>
          <p14:tracePt t="231735" x="4133850" y="5511800"/>
          <p14:tracePt t="231751" x="4121150" y="5518150"/>
          <p14:tracePt t="231765" x="4070350" y="5543550"/>
          <p14:tracePt t="231782" x="4038600" y="5556250"/>
          <p14:tracePt t="231799" x="3956050" y="5600700"/>
          <p14:tracePt t="231815" x="3841750" y="5664200"/>
          <p14:tracePt t="231832" x="3790950" y="5702300"/>
          <p14:tracePt t="231848" x="3695700" y="5759450"/>
          <p14:tracePt t="231865" x="3657600" y="5784850"/>
          <p14:tracePt t="231882" x="3581400" y="5854700"/>
          <p14:tracePt t="231898" x="3562350" y="5873750"/>
          <p14:tracePt t="231915" x="3549650" y="5886450"/>
          <p14:tracePt t="231931" x="3536950" y="5911850"/>
          <p14:tracePt t="231948" x="3536950" y="5924550"/>
          <p14:tracePt t="231965" x="3536950" y="5930900"/>
          <p14:tracePt t="231997" x="3530600" y="5937250"/>
          <p14:tracePt t="232016" x="3530600" y="5956300"/>
          <p14:tracePt t="232031" x="3530600" y="5962650"/>
          <p14:tracePt t="232048" x="3524250" y="5981700"/>
          <p14:tracePt t="232065" x="3505200" y="6007100"/>
          <p14:tracePt t="232081" x="3492500" y="6032500"/>
          <p14:tracePt t="232097" x="3479800" y="6064250"/>
          <p14:tracePt t="232115" x="3467100" y="6102350"/>
          <p14:tracePt t="232130" x="3460750" y="6121400"/>
          <p14:tracePt t="232149" x="3454400" y="6140450"/>
          <p14:tracePt t="232164" x="3448050" y="6153150"/>
          <p14:tracePt t="232181" x="3448050" y="6159500"/>
          <p14:tracePt t="232214" x="3448050" y="6165850"/>
          <p14:tracePt t="232230" x="3441700" y="6172200"/>
          <p14:tracePt t="232247" x="3441700" y="6178550"/>
          <p14:tracePt t="232264" x="3435350" y="6178550"/>
          <p14:tracePt t="232281" x="3422650" y="6191250"/>
          <p14:tracePt t="232297" x="3403600" y="6203950"/>
          <p14:tracePt t="232313" x="3390900" y="6210300"/>
          <p14:tracePt t="232330" x="3378200" y="6216650"/>
          <p14:tracePt t="232346" x="3340100" y="6229350"/>
          <p14:tracePt t="232363" x="3321050" y="6229350"/>
          <p14:tracePt t="232380" x="3289300" y="6242050"/>
          <p14:tracePt t="232397" x="3263900" y="6254750"/>
          <p14:tracePt t="232413" x="3257550" y="6254750"/>
          <p14:tracePt t="232430" x="3251200" y="6261100"/>
          <p14:tracePt t="232446" x="3244850" y="6261100"/>
          <p14:tracePt t="232485" x="3251200" y="6254750"/>
          <p14:tracePt t="232500" x="3257550" y="6254750"/>
          <p14:tracePt t="232513" x="3263900" y="6248400"/>
          <p14:tracePt t="232529" x="3276600" y="6248400"/>
          <p14:tracePt t="232546" x="3289300" y="6248400"/>
          <p14:tracePt t="232562" x="3321050" y="6242050"/>
          <p14:tracePt t="232579" x="3359150" y="6235700"/>
          <p14:tracePt t="232596" x="3371850" y="6235700"/>
          <p14:tracePt t="232612" x="3390900" y="6229350"/>
          <p14:tracePt t="232629" x="3403600" y="6229350"/>
          <p14:tracePt t="232646" x="3409950" y="6229350"/>
          <p14:tracePt t="232710" x="3403600" y="6235700"/>
          <p14:tracePt t="232717" x="3397250" y="6235700"/>
          <p14:tracePt t="232738" x="3384550" y="6242050"/>
          <p14:tracePt t="232746" x="3371850" y="6242050"/>
          <p14:tracePt t="232761" x="3359150" y="6242050"/>
          <p14:tracePt t="232778" x="3340100" y="6242050"/>
          <p14:tracePt t="232795" x="3276600" y="6242050"/>
          <p14:tracePt t="232812" x="3257550" y="6242050"/>
          <p14:tracePt t="232829" x="3238500" y="6242050"/>
          <p14:tracePt t="232845" x="3206750" y="6242050"/>
          <p14:tracePt t="232861" x="3168650" y="6242050"/>
          <p14:tracePt t="232879" x="3136900" y="6248400"/>
          <p14:tracePt t="232895" x="3124200" y="6248400"/>
          <p14:tracePt t="232912" x="3086100" y="6248400"/>
          <p14:tracePt t="232928" x="3060700" y="6248400"/>
          <p14:tracePt t="232945" x="3048000" y="6248400"/>
          <p14:tracePt t="232962" x="3028950" y="6248400"/>
          <p14:tracePt t="232978" x="3022600" y="6242050"/>
          <p14:tracePt t="233011" x="3016250" y="6235700"/>
          <p14:tracePt t="233039" x="3009900" y="6235700"/>
          <p14:tracePt t="233138" x="3009900" y="6242050"/>
          <p14:tracePt t="233158" x="3016250" y="6242050"/>
          <p14:tracePt t="233165" x="3016250" y="6248400"/>
          <p14:tracePt t="233180" x="3022600" y="6248400"/>
          <p14:tracePt t="233194" x="3035300" y="6248400"/>
          <p14:tracePt t="233210" x="3054350" y="6254750"/>
          <p14:tracePt t="233227" x="3073400" y="6254750"/>
          <p14:tracePt t="233244" x="3130550" y="6273800"/>
          <p14:tracePt t="233260" x="3232150" y="6299200"/>
          <p14:tracePt t="233277" x="3282950" y="6305550"/>
          <p14:tracePt t="233293" x="3365500" y="6318250"/>
          <p14:tracePt t="233310" x="3448050" y="6324600"/>
          <p14:tracePt t="233327" x="3505200" y="6324600"/>
          <p14:tracePt t="233343" x="3517900" y="6324600"/>
          <p14:tracePt t="233360" x="3530600" y="6324600"/>
          <p14:tracePt t="233377" x="3536950" y="6318250"/>
          <p14:tracePt t="233409" x="3536950" y="6305550"/>
          <p14:tracePt t="233426" x="3530600" y="6292850"/>
          <p14:tracePt t="233460" x="3536950" y="6286500"/>
          <p14:tracePt t="233476" x="3543300" y="62801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 smtClean="0"/>
              <a:t>Function </a:t>
            </a:r>
            <a:r>
              <a:rPr lang="en-US" altLang="en-US" b="1" dirty="0" smtClean="0"/>
              <a:t>Annotations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28600" y="987552"/>
            <a:ext cx="8763000" cy="5870448"/>
          </a:xfrm>
        </p:spPr>
        <p:txBody>
          <a:bodyPr/>
          <a:lstStyle/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:float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spc="-6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n</a:t>
            </a:r>
            <a:r>
              <a:rPr lang="en-US" altLang="en-US" sz="2000" spc="-6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6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annotated</a:t>
            </a:r>
            <a:r>
              <a:rPr lang="en-US" altLang="en-US" sz="1800" spc="-6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6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p</a:t>
            </a:r>
            <a:r>
              <a:rPr lang="en-US" altLang="en-US" spc="-5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ara</a:t>
            </a:r>
            <a:r>
              <a:rPr lang="en-US" altLang="en-US" spc="-6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mete</a:t>
            </a:r>
            <a:r>
              <a:rPr lang="en-US" altLang="en-US" spc="-5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r</a:t>
            </a:r>
            <a:endParaRPr lang="en-US" altLang="en-US" spc="-5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 smtClean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2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1+2j</a:t>
            </a:r>
            <a:r>
              <a:rPr lang="en-US" altLang="en-US" spc="-1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What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happens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if the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parameter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is</a:t>
            </a:r>
            <a:r>
              <a:rPr lang="en-US" altLang="en-US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n't</a:t>
            </a:r>
            <a:r>
              <a:rPr lang="en-US" altLang="en-US" sz="2000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sz="2000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float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(1+2j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f(x)</a:t>
            </a:r>
            <a:r>
              <a:rPr lang="en-US" altLang="en-US" b="1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-&gt;</a:t>
            </a:r>
            <a:r>
              <a:rPr lang="en-US" altLang="en-US" b="1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#annotated </a:t>
            </a:r>
            <a:r>
              <a:rPr lang="en-US" altLang="en-US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return value</a:t>
            </a:r>
            <a:endParaRPr lang="en-US" altLang="en-US" dirty="0">
              <a:solidFill>
                <a:srgbClr val="C0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>
                <a:solidFill>
                  <a:srgbClr val="C0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f(4.1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  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#Will it return an </a:t>
            </a:r>
            <a:r>
              <a:rPr lang="en-US" altLang="en-US" b="1" dirty="0" err="1" smtClean="0">
                <a:solidFill>
                  <a:srgbClr val="C00000"/>
                </a:solidFill>
                <a:latin typeface="Lucida Fax" panose="02060602050505020204" pitchFamily="18" charset="0"/>
              </a:rPr>
              <a:t>int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  <a:latin typeface="Lucida Console" panose="020B0609040504020204" pitchFamily="49" charset="0"/>
              </a:rPr>
              <a:t>4.1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pc="-3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foo(</a:t>
            </a:r>
            <a:r>
              <a:rPr lang="en-US" altLang="en-US" spc="-3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a:int</a:t>
            </a:r>
            <a:r>
              <a:rPr lang="en-US" altLang="en-US" spc="-3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pc="-3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b:expression</a:t>
            </a:r>
            <a:r>
              <a:rPr lang="en-US" altLang="en-US" spc="-3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):return</a:t>
            </a:r>
            <a:r>
              <a:rPr lang="en-US" altLang="en-US" sz="1800" spc="-3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3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a+b</a:t>
            </a:r>
            <a:r>
              <a:rPr lang="en-US" altLang="en-US" dirty="0" err="1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b="1" dirty="0" err="1" smtClean="0">
                <a:solidFill>
                  <a:srgbClr val="00B0F0"/>
                </a:solidFill>
                <a:latin typeface="Lucida Fax" panose="02060602050505020204" pitchFamily="18" charset="0"/>
              </a:rPr>
              <a:t>m</a:t>
            </a:r>
            <a:r>
              <a:rPr lang="en-US" altLang="en-US" b="1" dirty="0" err="1" smtClean="0">
                <a:solidFill>
                  <a:srgbClr val="00B050"/>
                </a:solidFill>
                <a:latin typeface="Lucida Fax" panose="02060602050505020204" pitchFamily="18" charset="0"/>
              </a:rPr>
              <a:t>u</a:t>
            </a:r>
            <a:r>
              <a:rPr lang="en-US" altLang="en-US" b="1" dirty="0" err="1" smtClean="0">
                <a:solidFill>
                  <a:srgbClr val="00B0F0"/>
                </a:solidFill>
                <a:latin typeface="Lucida Fax" panose="02060602050505020204" pitchFamily="18" charset="0"/>
              </a:rPr>
              <a:t>l</a:t>
            </a:r>
            <a:r>
              <a:rPr lang="en-US" altLang="en-US" b="1" dirty="0" err="1" smtClean="0">
                <a:solidFill>
                  <a:srgbClr val="00B05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b="1" dirty="0" err="1" smtClean="0">
                <a:solidFill>
                  <a:srgbClr val="00B0F0"/>
                </a:solidFill>
                <a:latin typeface="Lucida Fax" panose="02060602050505020204" pitchFamily="18" charset="0"/>
              </a:rPr>
              <a:t>i</a:t>
            </a:r>
            <a:endParaRPr lang="en-US" altLang="en-US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foo(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a,b:expression</a:t>
            </a:r>
            <a:r>
              <a:rPr lang="en-US" altLang="en-US" b="1" dirty="0" smtClean="0">
                <a:solidFill>
                  <a:srgbClr val="C40C94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b="1" spc="-100" dirty="0" smtClean="0">
                <a:solidFill>
                  <a:srgbClr val="C40C94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a+b</a:t>
            </a:r>
            <a:r>
              <a:rPr lang="en-US" altLang="en-US" dirty="0" err="1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b="1" dirty="0" err="1" smtClean="0">
                <a:solidFill>
                  <a:srgbClr val="C40C94"/>
                </a:solidFill>
                <a:latin typeface="Lucida Fax" panose="02060602050505020204" pitchFamily="18" charset="0"/>
              </a:rPr>
              <a:t>default</a:t>
            </a:r>
            <a:endParaRPr lang="en-US" altLang="en-US" b="1" dirty="0">
              <a:solidFill>
                <a:srgbClr val="C40C94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:'what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y:'ever'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-&gt;str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#So what did we learn? Anno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ions are legal &amp; useless.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1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pc="-5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annotat</a:t>
            </a:r>
            <a:r>
              <a:rPr lang="en-US" alt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ion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pc="-5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100" dirty="0" err="1" smtClean="0">
                <a:solidFill>
                  <a:srgbClr val="C00000"/>
                </a:solidFill>
                <a:latin typeface="Lucida Fax" panose="02060602050505020204" pitchFamily="18" charset="0"/>
              </a:rPr>
              <a:t>#Well</a:t>
            </a:r>
            <a:r>
              <a:rPr lang="en-US" altLang="en-US" spc="-100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, useless unless </a:t>
            </a:r>
            <a:r>
              <a:rPr lang="en-US" altLang="en-US" u="sng" spc="-100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you</a:t>
            </a:r>
            <a:r>
              <a:rPr lang="en-US" altLang="en-US" spc="-100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 use them:</a:t>
            </a:r>
            <a:endParaRPr lang="en-US" altLang="en-US" spc="-100" dirty="0">
              <a:solidFill>
                <a:srgbClr val="C0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'x':</a:t>
            </a:r>
            <a:r>
              <a:rPr lang="en-US" altLang="en-US" sz="20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'what'</a:t>
            </a:r>
            <a:r>
              <a:rPr lang="en-US" altLang="en-US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'y':</a:t>
            </a:r>
            <a:r>
              <a:rPr lang="en-US" altLang="en-US" sz="20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'ever'</a:t>
            </a:r>
            <a:r>
              <a:rPr lang="en-US" altLang="en-US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'return':</a:t>
            </a:r>
            <a:r>
              <a:rPr lang="en-US" altLang="en-US" sz="20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&lt;class</a:t>
            </a:r>
            <a:r>
              <a:rPr lang="en-US" altLang="en-US" sz="20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'&gt;</a:t>
            </a: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en-US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987552"/>
            <a:ext cx="762000" cy="587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b="1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3269412" y="2760454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3283789" y="1161692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0448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7068"/>
    </mc:Choice>
    <mc:Fallback>
      <p:transition spd="slow" advTm="5870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3174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3174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3174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32" x="5454650" y="762000"/>
          <p14:tracePt t="739" x="5448300" y="774700"/>
          <p14:tracePt t="746" x="5441950" y="781050"/>
          <p14:tracePt t="754" x="5429250" y="793750"/>
          <p14:tracePt t="771" x="5410200" y="819150"/>
          <p14:tracePt t="788" x="5384800" y="863600"/>
          <p14:tracePt t="804" x="5353050" y="901700"/>
          <p14:tracePt t="821" x="5334000" y="927100"/>
          <p14:tracePt t="837" x="5289550" y="977900"/>
          <p14:tracePt t="854" x="5257800" y="996950"/>
          <p14:tracePt t="870" x="5207000" y="1016000"/>
          <p14:tracePt t="887" x="5111750" y="1016000"/>
          <p14:tracePt t="904" x="5035550" y="1016000"/>
          <p14:tracePt t="921" x="4933950" y="990600"/>
          <p14:tracePt t="937" x="4883150" y="977900"/>
          <p14:tracePt t="953" x="4857750" y="965200"/>
          <p14:tracePt t="971" x="4845050" y="958850"/>
          <p14:tracePt t="1004" x="4845050" y="946150"/>
          <p14:tracePt t="1021" x="4870450" y="933450"/>
          <p14:tracePt t="1037" x="4895850" y="920750"/>
          <p14:tracePt t="1054" x="4927600" y="908050"/>
          <p14:tracePt t="1069" x="4991100" y="882650"/>
          <p14:tracePt t="1086" x="5048250" y="869950"/>
          <p14:tracePt t="1103" x="5130800" y="857250"/>
          <p14:tracePt t="1120" x="5181600" y="844550"/>
          <p14:tracePt t="1137" x="5232400" y="831850"/>
          <p14:tracePt t="1153" x="5308600" y="812800"/>
          <p14:tracePt t="1169" x="5391150" y="793750"/>
          <p14:tracePt t="1187" x="5505450" y="774700"/>
          <p14:tracePt t="1203" x="5575300" y="755650"/>
          <p14:tracePt t="1219" x="5683250" y="736600"/>
          <p14:tracePt t="1236" x="5816600" y="692150"/>
          <p14:tracePt t="1253" x="5924550" y="666750"/>
          <p14:tracePt t="1269" x="6000750" y="641350"/>
          <p14:tracePt t="1286" x="6083300" y="628650"/>
          <p14:tracePt t="1302" x="6121400" y="628650"/>
          <p14:tracePt t="1319" x="6153150" y="628650"/>
          <p14:tracePt t="1336" x="6184900" y="628650"/>
          <p14:tracePt t="1352" x="6191250" y="628650"/>
          <p14:tracePt t="1370" x="6210300" y="628650"/>
          <p14:tracePt t="1402" x="6216650" y="635000"/>
          <p14:tracePt t="1426" x="6216650" y="641350"/>
          <p14:tracePt t="1439" x="6210300" y="647700"/>
          <p14:tracePt t="1455" x="6197600" y="647700"/>
          <p14:tracePt t="1469" x="6172200" y="654050"/>
          <p14:tracePt t="1485" x="6134100" y="660400"/>
          <p14:tracePt t="1502" x="6070600" y="679450"/>
          <p14:tracePt t="1518" x="5943600" y="685800"/>
          <p14:tracePt t="1535" x="5816600" y="685800"/>
          <p14:tracePt t="1552" x="5657850" y="685800"/>
          <p14:tracePt t="1568" x="5530850" y="704850"/>
          <p14:tracePt t="1585" x="5422900" y="717550"/>
          <p14:tracePt t="1602" x="5289550" y="723900"/>
          <p14:tracePt t="1618" x="5219700" y="742950"/>
          <p14:tracePt t="1635" x="5168900" y="768350"/>
          <p14:tracePt t="1651" x="5105400" y="787400"/>
          <p14:tracePt t="1668" x="5086350" y="793750"/>
          <p14:tracePt t="1685" x="5073650" y="800100"/>
          <p14:tracePt t="1701" x="5067300" y="800100"/>
          <p14:tracePt t="1762" x="5073650" y="793750"/>
          <p14:tracePt t="1776" x="5086350" y="787400"/>
          <p14:tracePt t="1783" x="5099050" y="787400"/>
          <p14:tracePt t="1789" x="5118100" y="781050"/>
          <p14:tracePt t="1800" x="5124450" y="781050"/>
          <p14:tracePt t="1818" x="5156200" y="774700"/>
          <p14:tracePt t="1834" x="5232400" y="755650"/>
          <p14:tracePt t="1850" x="5314950" y="749300"/>
          <p14:tracePt t="1868" x="5473700" y="736600"/>
          <p14:tracePt t="1884" x="5575300" y="730250"/>
          <p14:tracePt t="1900" x="5683250" y="730250"/>
          <p14:tracePt t="1917" x="5861050" y="711200"/>
          <p14:tracePt t="1933" x="5943600" y="704850"/>
          <p14:tracePt t="1951" x="6032500" y="704850"/>
          <p14:tracePt t="1967" x="6121400" y="692150"/>
          <p14:tracePt t="1984" x="6165850" y="692150"/>
          <p14:tracePt t="2001" x="6191250" y="698500"/>
          <p14:tracePt t="2016" x="6203950" y="698500"/>
          <p14:tracePt t="2050" x="6203950" y="704850"/>
          <p14:tracePt t="2106" x="6203950" y="698500"/>
          <p14:tracePt t="2372" x="6210300" y="698500"/>
          <p14:tracePt t="2413" x="6203950" y="698500"/>
          <p14:tracePt t="3387" x="6197600" y="698500"/>
          <p14:tracePt t="3393" x="6184900" y="698500"/>
          <p14:tracePt t="3400" x="6172200" y="698500"/>
          <p14:tracePt t="3412" x="6159500" y="704850"/>
          <p14:tracePt t="3429" x="6121400" y="711200"/>
          <p14:tracePt t="3445" x="6089650" y="717550"/>
          <p14:tracePt t="3461" x="6057900" y="736600"/>
          <p14:tracePt t="3479" x="5994400" y="742950"/>
          <p14:tracePt t="3495" x="5943600" y="749300"/>
          <p14:tracePt t="3512" x="5886450" y="749300"/>
          <p14:tracePt t="3528" x="5822950" y="749300"/>
          <p14:tracePt t="3545" x="5784850" y="762000"/>
          <p14:tracePt t="3562" x="5702300" y="793750"/>
          <p14:tracePt t="3578" x="5651500" y="812800"/>
          <p14:tracePt t="3595" x="5613400" y="825500"/>
          <p14:tracePt t="3611" x="5556250" y="850900"/>
          <p14:tracePt t="3627" x="5524500" y="863600"/>
          <p14:tracePt t="3646" x="5486400" y="869950"/>
          <p14:tracePt t="3648" x="5480050" y="869950"/>
          <p14:tracePt t="3661" x="5441950" y="869950"/>
          <p14:tracePt t="3677" x="5416550" y="863600"/>
          <p14:tracePt t="3694" x="5410200" y="850900"/>
          <p14:tracePt t="3711" x="5410200" y="844550"/>
          <p14:tracePt t="4738" x="5403850" y="844550"/>
          <p14:tracePt t="4745" x="5397500" y="844550"/>
          <p14:tracePt t="4756" x="5391150" y="844550"/>
          <p14:tracePt t="4774" x="5372100" y="844550"/>
          <p14:tracePt t="4790" x="5365750" y="844550"/>
          <p14:tracePt t="4807" x="5346700" y="844550"/>
          <p14:tracePt t="4824" x="5314950" y="844550"/>
          <p14:tracePt t="4840" x="5302250" y="850900"/>
          <p14:tracePt t="4858" x="5270500" y="857250"/>
          <p14:tracePt t="4873" x="5238750" y="863600"/>
          <p14:tracePt t="4890" x="5194300" y="869950"/>
          <p14:tracePt t="4907" x="5118100" y="889000"/>
          <p14:tracePt t="4923" x="5073650" y="895350"/>
          <p14:tracePt t="4940" x="5029200" y="895350"/>
          <p14:tracePt t="4957" x="4959350" y="895350"/>
          <p14:tracePt t="4973" x="4921250" y="876300"/>
          <p14:tracePt t="4990" x="4889500" y="876300"/>
          <p14:tracePt t="5585" x="4876800" y="876300"/>
          <p14:tracePt t="5592" x="4851400" y="876300"/>
          <p14:tracePt t="5604" x="4819650" y="882650"/>
          <p14:tracePt t="5621" x="4762500" y="901700"/>
          <p14:tracePt t="5637" x="4724400" y="914400"/>
          <p14:tracePt t="5655" x="4667250" y="933450"/>
          <p14:tracePt t="5670" x="4616450" y="939800"/>
          <p14:tracePt t="5687" x="4572000" y="939800"/>
          <p14:tracePt t="5704" x="4451350" y="939800"/>
          <p14:tracePt t="5720" x="4387850" y="939800"/>
          <p14:tracePt t="5737" x="4305300" y="933450"/>
          <p14:tracePt t="5754" x="4203700" y="914400"/>
          <p14:tracePt t="5771" x="4133850" y="895350"/>
          <p14:tracePt t="5787" x="4076700" y="863600"/>
          <p14:tracePt t="5803" x="3994150" y="831850"/>
          <p14:tracePt t="5820" x="3943350" y="793750"/>
          <p14:tracePt t="5838" x="3860800" y="755650"/>
          <p14:tracePt t="5854" x="3816350" y="730250"/>
          <p14:tracePt t="5870" x="3790950" y="723900"/>
          <p14:tracePt t="5887" x="3759200" y="717550"/>
          <p14:tracePt t="5903" x="3746500" y="717550"/>
          <p14:tracePt t="6012" x="3740150" y="717550"/>
          <p14:tracePt t="6054" x="3733800" y="717550"/>
          <p14:tracePt t="6062" x="3727450" y="723900"/>
          <p14:tracePt t="6082" x="3721100" y="723900"/>
          <p14:tracePt t="6089" x="3714750" y="723900"/>
          <p14:tracePt t="6110" x="3708400" y="723900"/>
          <p14:tracePt t="6132" x="3702050" y="723900"/>
          <p14:tracePt t="6139" x="3695700" y="723900"/>
          <p14:tracePt t="6155" x="3689350" y="723900"/>
          <p14:tracePt t="6169" x="3683000" y="723900"/>
          <p14:tracePt t="6185" x="3670300" y="723900"/>
          <p14:tracePt t="6202" x="3663950" y="723900"/>
          <p14:tracePt t="6219" x="3651250" y="717550"/>
          <p14:tracePt t="6235" x="3638550" y="717550"/>
          <p14:tracePt t="6252" x="3632200" y="717550"/>
          <p14:tracePt t="6268" x="3625850" y="717550"/>
          <p14:tracePt t="6286" x="3619500" y="717550"/>
          <p14:tracePt t="6301" x="3613150" y="717550"/>
          <p14:tracePt t="6336" x="3606800" y="717550"/>
          <p14:tracePt t="6370" x="3600450" y="717550"/>
          <p14:tracePt t="6405" x="3600450" y="723900"/>
          <p14:tracePt t="6419" x="3606800" y="723900"/>
          <p14:tracePt t="6440" x="3613150" y="730250"/>
          <p14:tracePt t="6454" x="3619500" y="730250"/>
          <p14:tracePt t="6482" x="3625850" y="730250"/>
          <p14:tracePt t="6510" x="3632200" y="730250"/>
          <p14:tracePt t="6714" x="3638550" y="730250"/>
          <p14:tracePt t="6720" x="3644900" y="730250"/>
          <p14:tracePt t="6736" x="3651250" y="730250"/>
          <p14:tracePt t="6750" x="3657600" y="730250"/>
          <p14:tracePt t="6766" x="3663950" y="730250"/>
          <p14:tracePt t="6784" x="3683000" y="723900"/>
          <p14:tracePt t="6800" x="3702050" y="723900"/>
          <p14:tracePt t="6817" x="3721100" y="723900"/>
          <p14:tracePt t="6834" x="3759200" y="723900"/>
          <p14:tracePt t="6850" x="3810000" y="723900"/>
          <p14:tracePt t="6866" x="3860800" y="723900"/>
          <p14:tracePt t="6883" x="3943350" y="742950"/>
          <p14:tracePt t="6900" x="3994150" y="742950"/>
          <p14:tracePt t="6917" x="4057650" y="742950"/>
          <p14:tracePt t="6933" x="4070350" y="742950"/>
          <p14:tracePt t="6949" x="4089400" y="742950"/>
          <p14:tracePt t="6966" x="4095750" y="742950"/>
          <p14:tracePt t="6994" x="4102100" y="742950"/>
          <p14:tracePt t="7106" x="4102100" y="749300"/>
          <p14:tracePt t="7113" x="4095750" y="749300"/>
          <p14:tracePt t="7127" x="4089400" y="749300"/>
          <p14:tracePt t="7135" x="4083050" y="749300"/>
          <p14:tracePt t="7149" x="4070350" y="749300"/>
          <p14:tracePt t="7165" x="4051300" y="749300"/>
          <p14:tracePt t="7182" x="4019550" y="749300"/>
          <p14:tracePt t="7186" x="3987800" y="749300"/>
          <p14:tracePt t="7199" x="3937000" y="730250"/>
          <p14:tracePt t="7215" x="3873500" y="723900"/>
          <p14:tracePt t="7233" x="3771900" y="711200"/>
          <p14:tracePt t="7248" x="3708400" y="698500"/>
          <p14:tracePt t="7265" x="3644900" y="685800"/>
          <p14:tracePt t="7282" x="3581400" y="673100"/>
          <p14:tracePt t="7298" x="3556000" y="660400"/>
          <p14:tracePt t="7315" x="3549650" y="660400"/>
          <p14:tracePt t="7332" x="3536950" y="647700"/>
          <p14:tracePt t="7373" x="3543300" y="647700"/>
          <p14:tracePt t="7394" x="3549650" y="647700"/>
          <p14:tracePt t="7401" x="3556000" y="647700"/>
          <p14:tracePt t="7415" x="3568700" y="647700"/>
          <p14:tracePt t="7431" x="3575050" y="647700"/>
          <p14:tracePt t="7448" x="3581400" y="654050"/>
          <p14:tracePt t="7464" x="3594100" y="660400"/>
          <p14:tracePt t="7481" x="3606800" y="660400"/>
          <p14:tracePt t="7498" x="3619500" y="666750"/>
          <p14:tracePt t="7514" x="3644900" y="673100"/>
          <p14:tracePt t="7531" x="3670300" y="679450"/>
          <p14:tracePt t="7548" x="3733800" y="692150"/>
          <p14:tracePt t="7564" x="3803650" y="698500"/>
          <p14:tracePt t="7581" x="3886200" y="717550"/>
          <p14:tracePt t="7598" x="4057650" y="736600"/>
          <p14:tracePt t="7614" x="4184650" y="736600"/>
          <p14:tracePt t="7631" x="4318000" y="742950"/>
          <p14:tracePt t="7647" x="4572000" y="723900"/>
          <p14:tracePt t="7664" x="4737100" y="698500"/>
          <p14:tracePt t="7681" x="4870450" y="679450"/>
          <p14:tracePt t="7697" x="5016500" y="654050"/>
          <p14:tracePt t="7714" x="5067300" y="647700"/>
          <p14:tracePt t="7731" x="5105400" y="641350"/>
          <p14:tracePt t="7747" x="5118100" y="635000"/>
          <p14:tracePt t="7835" x="5105400" y="641350"/>
          <p14:tracePt t="7849" x="5092700" y="647700"/>
          <p14:tracePt t="7856" x="5080000" y="654050"/>
          <p14:tracePt t="7865" x="5067300" y="660400"/>
          <p14:tracePt t="7880" x="5029200" y="666750"/>
          <p14:tracePt t="7896" x="4959350" y="673100"/>
          <p14:tracePt t="7913" x="4775200" y="692150"/>
          <p14:tracePt t="7929" x="4635500" y="692150"/>
          <p14:tracePt t="7946" x="4445000" y="679450"/>
          <p14:tracePt t="7962" x="4222750" y="679450"/>
          <p14:tracePt t="7979" x="4095750" y="679450"/>
          <p14:tracePt t="7996" x="3879850" y="673100"/>
          <p14:tracePt t="8012" x="3784600" y="660400"/>
          <p14:tracePt t="8029" x="3727450" y="660400"/>
          <p14:tracePt t="8046" x="3689350" y="654050"/>
          <p14:tracePt t="8062" x="3676650" y="654050"/>
          <p14:tracePt t="8109" x="3683000" y="654050"/>
          <p14:tracePt t="8123" x="3695700" y="654050"/>
          <p14:tracePt t="8131" x="3708400" y="654050"/>
          <p14:tracePt t="8145" x="3727450" y="654050"/>
          <p14:tracePt t="8162" x="3759200" y="654050"/>
          <p14:tracePt t="8179" x="3873500" y="679450"/>
          <p14:tracePt t="8195" x="3968750" y="698500"/>
          <p14:tracePt t="8212" x="4076700" y="711200"/>
          <p14:tracePt t="8229" x="4260850" y="742950"/>
          <p14:tracePt t="8245" x="4387850" y="742950"/>
          <p14:tracePt t="8262" x="4572000" y="749300"/>
          <p14:tracePt t="8278" x="4813300" y="762000"/>
          <p14:tracePt t="8295" x="4940300" y="762000"/>
          <p14:tracePt t="8312" x="5086350" y="749300"/>
          <p14:tracePt t="8328" x="5124450" y="749300"/>
          <p14:tracePt t="8345" x="5149850" y="749300"/>
          <p14:tracePt t="8396" x="5143500" y="749300"/>
          <p14:tracePt t="8410" x="5130800" y="749300"/>
          <p14:tracePt t="8417" x="5124450" y="749300"/>
          <p14:tracePt t="8427" x="5118100" y="749300"/>
          <p14:tracePt t="8446" x="5105400" y="742950"/>
          <p14:tracePt t="8460" x="5092700" y="742950"/>
          <p14:tracePt t="8477" x="5080000" y="742950"/>
          <p14:tracePt t="8495" x="5060950" y="723900"/>
          <p14:tracePt t="8511" x="5048250" y="717550"/>
          <p14:tracePt t="8527" x="5041900" y="698500"/>
          <p14:tracePt t="8544" x="5041900" y="660400"/>
          <p14:tracePt t="9777" x="5035550" y="666750"/>
          <p14:tracePt t="9784" x="5029200" y="666750"/>
          <p14:tracePt t="9792" x="5029200" y="679450"/>
          <p14:tracePt t="9807" x="5010150" y="704850"/>
          <p14:tracePt t="9823" x="4997450" y="736600"/>
          <p14:tracePt t="9840" x="4972050" y="781050"/>
          <p14:tracePt t="9856" x="4959350" y="825500"/>
          <p14:tracePt t="9873" x="4946650" y="857250"/>
          <p14:tracePt t="9890" x="4933950" y="895350"/>
          <p14:tracePt t="9906" x="4927600" y="901700"/>
          <p14:tracePt t="9923" x="4921250" y="914400"/>
          <p14:tracePt t="9967" x="4914900" y="920750"/>
          <p14:tracePt t="10009" x="4914900" y="927100"/>
          <p14:tracePt t="11415" x="4851400" y="933450"/>
          <p14:tracePt t="11421" x="4775200" y="952500"/>
          <p14:tracePt t="11434" x="4673600" y="965200"/>
          <p14:tracePt t="11451" x="4464050" y="977900"/>
          <p14:tracePt t="11467" x="4362450" y="984250"/>
          <p14:tracePt t="11485" x="4127500" y="996950"/>
          <p14:tracePt t="11500" x="3898900" y="1009650"/>
          <p14:tracePt t="11517" x="3784600" y="1016000"/>
          <p14:tracePt t="11534" x="3663950" y="1041400"/>
          <p14:tracePt t="11550" x="3289300" y="1104900"/>
          <p14:tracePt t="11567" x="3187700" y="1123950"/>
          <p14:tracePt t="11584" x="3003550" y="1174750"/>
          <p14:tracePt t="11600" x="2832100" y="1212850"/>
          <p14:tracePt t="11618" x="2743200" y="1225550"/>
          <p14:tracePt t="11633" x="2609850" y="1263650"/>
          <p14:tracePt t="11650" x="2540000" y="1301750"/>
          <p14:tracePt t="11667" x="2432050" y="1320800"/>
          <p14:tracePt t="11683" x="2374900" y="1346200"/>
          <p14:tracePt t="11700" x="2349500" y="1346200"/>
          <p14:tracePt t="11716" x="2292350" y="1352550"/>
          <p14:tracePt t="11733" x="2260600" y="1358900"/>
          <p14:tracePt t="11750" x="2247900" y="1358900"/>
          <p14:tracePt t="11767" x="2216150" y="1358900"/>
          <p14:tracePt t="11783" x="2203450" y="1352550"/>
          <p14:tracePt t="11816" x="2197100" y="1352550"/>
          <p14:tracePt t="11835" x="2197100" y="1358900"/>
          <p14:tracePt t="11863" x="2190750" y="1365250"/>
          <p14:tracePt t="11884" x="2190750" y="1371600"/>
          <p14:tracePt t="11891" x="2184400" y="1377950"/>
          <p14:tracePt t="11905" x="2184400" y="1384300"/>
          <p14:tracePt t="11916" x="2178050" y="1390650"/>
          <p14:tracePt t="11932" x="2171700" y="1397000"/>
          <p14:tracePt t="11949" x="2159000" y="1403350"/>
          <p14:tracePt t="11966" x="2139950" y="1403350"/>
          <p14:tracePt t="11983" x="2127250" y="1409700"/>
          <p14:tracePt t="11999" x="2120900" y="1409700"/>
          <p14:tracePt t="12016" x="2108200" y="1416050"/>
          <p14:tracePt t="12032" x="2095500" y="1416050"/>
          <p14:tracePt t="12048" x="2089150" y="1422400"/>
          <p14:tracePt t="12065" x="2076450" y="1428750"/>
          <p14:tracePt t="12082" x="2063750" y="1435100"/>
          <p14:tracePt t="12098" x="2057400" y="1441450"/>
          <p14:tracePt t="12116" x="2044700" y="1454150"/>
          <p14:tracePt t="12132" x="2025650" y="1466850"/>
          <p14:tracePt t="12148" x="2019300" y="1485900"/>
          <p14:tracePt t="12633" x="2032000" y="1466850"/>
          <p14:tracePt t="12640" x="2044700" y="1454150"/>
          <p14:tracePt t="12654" x="2051050" y="1441450"/>
          <p14:tracePt t="12663" x="2057400" y="1435100"/>
          <p14:tracePt t="12680" x="2063750" y="1428750"/>
          <p14:tracePt t="12711" x="2070100" y="1428750"/>
          <p14:tracePt t="12732" x="2076450" y="1428750"/>
          <p14:tracePt t="12752" x="2082800" y="1428750"/>
          <p14:tracePt t="12774" x="2089150" y="1428750"/>
          <p14:tracePt t="12781" x="2095500" y="1428750"/>
          <p14:tracePt t="12802" x="2095500" y="1422400"/>
          <p14:tracePt t="12823" x="2101850" y="1422400"/>
          <p14:tracePt t="13117" x="2101850" y="1416050"/>
          <p14:tracePt t="13173" x="2101850" y="1409700"/>
          <p14:tracePt t="13215" x="2101850" y="1403350"/>
          <p14:tracePt t="13265" x="2101850" y="1397000"/>
          <p14:tracePt t="13762" x="2095500" y="1397000"/>
          <p14:tracePt t="13783" x="2089150" y="1397000"/>
          <p14:tracePt t="13804" x="2082800" y="1397000"/>
          <p14:tracePt t="13825" x="2076450" y="1397000"/>
          <p14:tracePt t="13867" x="2070100" y="1397000"/>
          <p14:tracePt t="13895" x="2070100" y="1403350"/>
          <p14:tracePt t="13916" x="2063750" y="1403350"/>
          <p14:tracePt t="13944" x="2063750" y="1409700"/>
          <p14:tracePt t="14599" x="2063750" y="1416050"/>
          <p14:tracePt t="14613" x="2063750" y="1422400"/>
          <p14:tracePt t="14621" x="2063750" y="1428750"/>
          <p14:tracePt t="14634" x="2063750" y="1435100"/>
          <p14:tracePt t="14642" x="2063750" y="1447800"/>
          <p14:tracePt t="14657" x="2063750" y="1454150"/>
          <p14:tracePt t="14673" x="2057400" y="1466850"/>
          <p14:tracePt t="14690" x="2051050" y="1473200"/>
          <p14:tracePt t="14706" x="2044700" y="1479550"/>
          <p14:tracePt t="14722" x="2038350" y="1485900"/>
          <p14:tracePt t="14740" x="2032000" y="1498600"/>
          <p14:tracePt t="14756" x="2025650" y="1498600"/>
          <p14:tracePt t="14773" x="2025650" y="1504950"/>
          <p14:tracePt t="14776" x="2019300" y="1511300"/>
          <p14:tracePt t="14796" x="2012950" y="1517650"/>
          <p14:tracePt t="14805" x="2006600" y="1517650"/>
          <p14:tracePt t="14822" x="2000250" y="1530350"/>
          <p14:tracePt t="14839" x="1981200" y="1549400"/>
          <p14:tracePt t="14855" x="1962150" y="1581150"/>
          <p14:tracePt t="14873" x="1930400" y="1644650"/>
          <p14:tracePt t="14889" x="1917700" y="1689100"/>
          <p14:tracePt t="14905" x="1892300" y="1784350"/>
          <p14:tracePt t="14922" x="1860550" y="1930400"/>
          <p14:tracePt t="14938" x="1860550" y="2006600"/>
          <p14:tracePt t="14955" x="1873250" y="2171700"/>
          <p14:tracePt t="14972" x="1949450" y="2368550"/>
          <p14:tracePt t="14988" x="1987550" y="2463800"/>
          <p14:tracePt t="15006" x="2038350" y="2559050"/>
          <p14:tracePt t="15021" x="2178050" y="2781300"/>
          <p14:tracePt t="15038" x="2241550" y="2851150"/>
          <p14:tracePt t="15055" x="2387600" y="2990850"/>
          <p14:tracePt t="15071" x="2552700" y="3136900"/>
          <p14:tracePt t="15088" x="2622550" y="3219450"/>
          <p14:tracePt t="15105" x="2743200" y="3340100"/>
          <p14:tracePt t="15121" x="2794000" y="3397250"/>
          <p14:tracePt t="15138" x="2882900" y="3473450"/>
          <p14:tracePt t="15155" x="2946400" y="3517900"/>
          <p14:tracePt t="15171" x="2959100" y="3517900"/>
          <p14:tracePt t="15188" x="2978150" y="3517900"/>
          <p14:tracePt t="15204" x="2990850" y="3505200"/>
          <p14:tracePt t="15221" x="2997200" y="3498850"/>
          <p14:tracePt t="15238" x="2997200" y="3473450"/>
          <p14:tracePt t="15254" x="3003550" y="3441700"/>
          <p14:tracePt t="15271" x="3003550" y="3422650"/>
          <p14:tracePt t="15274" x="3003550" y="3403600"/>
          <p14:tracePt t="15288" x="3003550" y="3378200"/>
          <p14:tracePt t="15304" x="2984500" y="3302000"/>
          <p14:tracePt t="15322" x="2959100" y="3225800"/>
          <p14:tracePt t="15337" x="2946400" y="3194050"/>
          <p14:tracePt t="15353" x="2927350" y="3162300"/>
          <p14:tracePt t="15371" x="2863850" y="3124200"/>
          <p14:tracePt t="15387" x="2844800" y="3124200"/>
          <p14:tracePt t="15404" x="2813050" y="3130550"/>
          <p14:tracePt t="15420" x="2711450" y="3213100"/>
          <p14:tracePt t="15437" x="2667000" y="3263900"/>
          <p14:tracePt t="15453" x="2628900" y="3308350"/>
          <p14:tracePt t="15470" x="2571750" y="3422650"/>
          <p14:tracePt t="15487" x="2520950" y="3524250"/>
          <p14:tracePt t="15504" x="2514600" y="3606800"/>
          <p14:tracePt t="15520" x="2520950" y="3632200"/>
          <p14:tracePt t="15536" x="2559050" y="3676650"/>
          <p14:tracePt t="15553" x="2584450" y="3708400"/>
          <p14:tracePt t="15570" x="2597150" y="3708400"/>
          <p14:tracePt t="15586" x="2616200" y="3708400"/>
          <p14:tracePt t="15624" x="2622550" y="3702050"/>
          <p14:tracePt t="15636" x="2622550" y="3695700"/>
          <p14:tracePt t="15653" x="2622550" y="3683000"/>
          <p14:tracePt t="15686" x="2628900" y="3683000"/>
          <p14:tracePt t="15703" x="2635250" y="3683000"/>
          <p14:tracePt t="15719" x="2635250" y="3676650"/>
          <p14:tracePt t="15738" x="2635250" y="3670300"/>
          <p14:tracePt t="15777" x="2635250" y="3663950"/>
          <p14:tracePt t="15784" x="2641600" y="3657600"/>
          <p14:tracePt t="15812" x="2641600" y="3651250"/>
          <p14:tracePt t="15833" x="2647950" y="3644900"/>
          <p14:tracePt t="15847" x="2654300" y="3644900"/>
          <p14:tracePt t="15861" x="2654300" y="3638550"/>
          <p14:tracePt t="15882" x="2667000" y="3638550"/>
          <p14:tracePt t="15910" x="2673350" y="3632200"/>
          <p14:tracePt t="15924" x="2686050" y="3625850"/>
          <p14:tracePt t="15931" x="2692400" y="3619500"/>
          <p14:tracePt t="15945" x="2711450" y="3619500"/>
          <p14:tracePt t="15955" x="2743200" y="3606800"/>
          <p14:tracePt t="15968" x="2768600" y="3587750"/>
          <p14:tracePt t="15984" x="2882900" y="3549650"/>
          <p14:tracePt t="16002" x="3016250" y="3505200"/>
          <p14:tracePt t="16019" x="3073400" y="3486150"/>
          <p14:tracePt t="16034" x="3168650" y="3460750"/>
          <p14:tracePt t="16052" x="3219450" y="3435350"/>
          <p14:tracePt t="16068" x="3238500" y="3429000"/>
          <p14:tracePt t="16087" x="3257550" y="3416300"/>
          <p14:tracePt t="16101" x="3263900" y="3416300"/>
          <p14:tracePt t="16135" x="3270250" y="3416300"/>
          <p14:tracePt t="16162" x="3276600" y="3416300"/>
          <p14:tracePt t="16232" x="3282950" y="3409950"/>
          <p14:tracePt t="16345" x="3276600" y="3403600"/>
          <p14:tracePt t="16352" x="3270250" y="3403600"/>
          <p14:tracePt t="16373" x="3263900" y="3403600"/>
          <p14:tracePt t="16415" x="3257550" y="3403600"/>
          <p14:tracePt t="16443" x="3251200" y="3409950"/>
          <p14:tracePt t="16464" x="3244850" y="3409950"/>
          <p14:tracePt t="16478" x="3244850" y="3416300"/>
          <p14:tracePt t="16486" x="3238500" y="3422650"/>
          <p14:tracePt t="16500" x="3238500" y="3429000"/>
          <p14:tracePt t="16517" x="3225800" y="3454400"/>
          <p14:tracePt t="16533" x="3219450" y="3473450"/>
          <p14:tracePt t="16549" x="3219450" y="3524250"/>
          <p14:tracePt t="16566" x="3225800" y="3606800"/>
          <p14:tracePt t="16583" x="3270250" y="3670300"/>
          <p14:tracePt t="16599" x="3295650" y="3702050"/>
          <p14:tracePt t="16616" x="3327400" y="3733800"/>
          <p14:tracePt t="16633" x="3416300" y="3810000"/>
          <p14:tracePt t="16649" x="3435350" y="3822700"/>
          <p14:tracePt t="16666" x="3467100" y="3829050"/>
          <p14:tracePt t="16683" x="3505200" y="3848100"/>
          <p14:tracePt t="16699" x="3530600" y="3854450"/>
          <p14:tracePt t="16716" x="3536950" y="3854450"/>
          <p14:tracePt t="16732" x="3543300" y="3854450"/>
          <p14:tracePt t="16766" x="3536950" y="3841750"/>
          <p14:tracePt t="16782" x="3536950" y="3835400"/>
          <p14:tracePt t="16799" x="3536950" y="3822700"/>
          <p14:tracePt t="16815" x="3536950" y="3816350"/>
          <p14:tracePt t="16832" x="3536950" y="3803650"/>
          <p14:tracePt t="16849" x="3536950" y="3784600"/>
          <p14:tracePt t="16865" x="3562350" y="3759200"/>
          <p14:tracePt t="16882" x="3581400" y="3740150"/>
          <p14:tracePt t="16900" x="3625850" y="3702050"/>
          <p14:tracePt t="16915" x="3676650" y="3676650"/>
          <p14:tracePt t="16932" x="3721100" y="3663950"/>
          <p14:tracePt t="16948" x="3790950" y="3651250"/>
          <p14:tracePt t="16965" x="3829050" y="3651250"/>
          <p14:tracePt t="16981" x="3917950" y="3651250"/>
          <p14:tracePt t="16998" x="4013200" y="3657600"/>
          <p14:tracePt t="17015" x="4051300" y="3657600"/>
          <p14:tracePt t="17032" x="4133850" y="3663950"/>
          <p14:tracePt t="17048" x="4184650" y="3670300"/>
          <p14:tracePt t="17064" x="4203700" y="3689350"/>
          <p14:tracePt t="17081" x="4229100" y="3702050"/>
          <p14:tracePt t="17098" x="4241800" y="3708400"/>
          <p14:tracePt t="17114" x="4248150" y="3708400"/>
          <p14:tracePt t="17131" x="4254500" y="3714750"/>
          <p14:tracePt t="17214" x="4260850" y="3714750"/>
          <p14:tracePt t="17249" x="4260850" y="3721100"/>
          <p14:tracePt t="17256" x="4267200" y="3721100"/>
          <p14:tracePt t="17334" x="4260850" y="3721100"/>
          <p14:tracePt t="17355" x="4248150" y="3714750"/>
          <p14:tracePt t="17369" x="4235450" y="3714750"/>
          <p14:tracePt t="17376" x="4222750" y="3714750"/>
          <p14:tracePt t="17383" x="4191000" y="3708400"/>
          <p14:tracePt t="17399" x="4165600" y="3702050"/>
          <p14:tracePt t="17413" x="4121150" y="3695700"/>
          <p14:tracePt t="17430" x="4038600" y="3670300"/>
          <p14:tracePt t="17447" x="3949700" y="3632200"/>
          <p14:tracePt t="17463" x="3905250" y="3613150"/>
          <p14:tracePt t="17480" x="3854450" y="3594100"/>
          <p14:tracePt t="17496" x="3822700" y="3581400"/>
          <p14:tracePt t="17513" x="3816350" y="3575050"/>
          <p14:tracePt t="17530" x="3810000" y="3568700"/>
          <p14:tracePt t="17635" x="3810000" y="3575050"/>
          <p14:tracePt t="17663" x="3816350" y="3575050"/>
          <p14:tracePt t="17684" x="3822700" y="3575050"/>
          <p14:tracePt t="17698" x="3829050" y="3575050"/>
          <p14:tracePt t="17705" x="3835400" y="3575050"/>
          <p14:tracePt t="17726" x="3835400" y="3568700"/>
          <p14:tracePt t="17733" x="3841750" y="3562350"/>
          <p14:tracePt t="17748" x="3848100" y="3556000"/>
          <p14:tracePt t="17769" x="3854450" y="3536950"/>
          <p14:tracePt t="17778" x="3854450" y="3524250"/>
          <p14:tracePt t="17796" x="3854450" y="3511550"/>
          <p14:tracePt t="17812" x="3848100" y="3486150"/>
          <p14:tracePt t="17828" x="3829050" y="3467100"/>
          <p14:tracePt t="17846" x="3790950" y="3454400"/>
          <p14:tracePt t="17862" x="3759200" y="3454400"/>
          <p14:tracePt t="17878" x="3721100" y="3467100"/>
          <p14:tracePt t="17895" x="3683000" y="3505200"/>
          <p14:tracePt t="17911" x="3663950" y="3517900"/>
          <p14:tracePt t="17928" x="3657600" y="3536950"/>
          <p14:tracePt t="17945" x="3651250" y="3562350"/>
          <p14:tracePt t="17961" x="3651250" y="3575050"/>
          <p14:tracePt t="17979" x="3676650" y="3581400"/>
          <p14:tracePt t="17994" x="3695700" y="3587750"/>
          <p14:tracePt t="18012" x="3746500" y="3587750"/>
          <p14:tracePt t="18028" x="3816350" y="3587750"/>
          <p14:tracePt t="18045" x="3860800" y="3568700"/>
          <p14:tracePt t="18061" x="3943350" y="3524250"/>
          <p14:tracePt t="18078" x="3994150" y="3486150"/>
          <p14:tracePt t="18094" x="4013200" y="3473450"/>
          <p14:tracePt t="18111" x="4013200" y="3441700"/>
          <p14:tracePt t="18128" x="4006850" y="3390900"/>
          <p14:tracePt t="18144" x="3981450" y="3365500"/>
          <p14:tracePt t="18161" x="3924300" y="3321050"/>
          <p14:tracePt t="18177" x="3854450" y="3295650"/>
          <p14:tracePt t="18194" x="3810000" y="3289300"/>
          <p14:tracePt t="18211" x="3721100" y="3302000"/>
          <p14:tracePt t="18227" x="3606800" y="3346450"/>
          <p14:tracePt t="18244" x="3517900" y="3409950"/>
          <p14:tracePt t="18260" x="3492500" y="3429000"/>
          <p14:tracePt t="18277" x="3486150" y="3460750"/>
          <p14:tracePt t="18294" x="3479800" y="3498850"/>
          <p14:tracePt t="18310" x="3530600" y="3536950"/>
          <p14:tracePt t="18327" x="3562350" y="3556000"/>
          <p14:tracePt t="18330" x="3619500" y="3575050"/>
          <p14:tracePt t="18344" x="3683000" y="3581400"/>
          <p14:tracePt t="18360" x="3803650" y="3581400"/>
          <p14:tracePt t="18377" x="3867150" y="3568700"/>
          <p14:tracePt t="18393" x="3968750" y="3524250"/>
          <p14:tracePt t="18410" x="4044950" y="3460750"/>
          <p14:tracePt t="18427" x="4070350" y="3448050"/>
          <p14:tracePt t="18443" x="4083050" y="3416300"/>
          <p14:tracePt t="18459" x="4083050" y="3397250"/>
          <p14:tracePt t="18477" x="4070350" y="3378200"/>
          <p14:tracePt t="18493" x="4064000" y="3371850"/>
          <p14:tracePt t="18510" x="4057650" y="3371850"/>
          <p14:tracePt t="18526" x="4044950" y="3365500"/>
          <p14:tracePt t="18562" x="4038600" y="3359150"/>
          <p14:tracePt t="18778" x="4032250" y="3359150"/>
          <p14:tracePt t="18793" x="4025900" y="3352800"/>
          <p14:tracePt t="18799" x="4006850" y="3340100"/>
          <p14:tracePt t="18808" x="3981450" y="3321050"/>
          <p14:tracePt t="18825" x="3943350" y="3289300"/>
          <p14:tracePt t="18842" x="3841750" y="3225800"/>
          <p14:tracePt t="18858" x="3771900" y="3162300"/>
          <p14:tracePt t="18875" x="3606800" y="3048000"/>
          <p14:tracePt t="18891" x="3429000" y="2921000"/>
          <p14:tracePt t="18908" x="3321050" y="2857500"/>
          <p14:tracePt t="18926" x="3124200" y="2730500"/>
          <p14:tracePt t="18942" x="2921000" y="2584450"/>
          <p14:tracePt t="18958" x="2825750" y="2508250"/>
          <p14:tracePt t="18975" x="2660650" y="2355850"/>
          <p14:tracePt t="18992" x="2533650" y="2152650"/>
          <p14:tracePt t="19009" x="2470150" y="2044700"/>
          <p14:tracePt t="19025" x="2381250" y="1822450"/>
          <p14:tracePt t="19041" x="2324100" y="1638300"/>
          <p14:tracePt t="19060" x="2279650" y="1562100"/>
          <p14:tracePt t="19075" x="2273300" y="1543050"/>
          <p14:tracePt t="19091" x="2260600" y="1530350"/>
          <p14:tracePt t="19108" x="2260600" y="1524000"/>
          <p14:tracePt t="19150" x="2266950" y="1524000"/>
          <p14:tracePt t="19158" x="2273300" y="1524000"/>
          <p14:tracePt t="19174" x="2279650" y="1524000"/>
          <p14:tracePt t="19191" x="2279650" y="1530350"/>
          <p14:tracePt t="19207" x="2292350" y="1543050"/>
          <p14:tracePt t="19224" x="2305050" y="1549400"/>
          <p14:tracePt t="19241" x="2311400" y="1555750"/>
          <p14:tracePt t="19257" x="2311400" y="1562100"/>
          <p14:tracePt t="19293" x="2317750" y="1562100"/>
          <p14:tracePt t="19311" x="2324100" y="1562100"/>
          <p14:tracePt t="19323" x="2330450" y="1562100"/>
          <p14:tracePt t="19340" x="2343150" y="1562100"/>
          <p14:tracePt t="19357" x="2349500" y="1562100"/>
          <p14:tracePt t="19373" x="2368550" y="1562100"/>
          <p14:tracePt t="19390" x="2374900" y="1562100"/>
          <p14:tracePt t="19406" x="2381250" y="1555750"/>
          <p14:tracePt t="19423" x="2400300" y="1555750"/>
          <p14:tracePt t="19439" x="2406650" y="1555750"/>
          <p14:tracePt t="19456" x="2413000" y="1555750"/>
          <p14:tracePt t="19473" x="2419350" y="1549400"/>
          <p14:tracePt t="19489" x="2425700" y="1549400"/>
          <p14:tracePt t="19506" x="2425700" y="1543050"/>
          <p14:tracePt t="19528" x="2413000" y="1536700"/>
          <p14:tracePt t="19549" x="2400300" y="1536700"/>
          <p14:tracePt t="19563" x="2387600" y="1536700"/>
          <p14:tracePt t="19572" x="2374900" y="1530350"/>
          <p14:tracePt t="19590" x="2349500" y="1530350"/>
          <p14:tracePt t="19606" x="2292350" y="1524000"/>
          <p14:tracePt t="19623" x="2235200" y="1524000"/>
          <p14:tracePt t="19639" x="2203450" y="1511300"/>
          <p14:tracePt t="19656" x="2165350" y="1498600"/>
          <p14:tracePt t="19673" x="2146300" y="1485900"/>
          <p14:tracePt t="19690" x="2127250" y="1479550"/>
          <p14:tracePt t="19722" x="2127250" y="1473200"/>
          <p14:tracePt t="20492" x="2120900" y="1473200"/>
          <p14:tracePt t="20520" x="2120900" y="1466850"/>
          <p14:tracePt t="20534" x="2120900" y="1460500"/>
          <p14:tracePt t="20541" x="2127250" y="1460500"/>
          <p14:tracePt t="20556" x="2127250" y="1454150"/>
          <p14:tracePt t="20569" x="2159000" y="1447800"/>
          <p14:tracePt t="20587" x="2171700" y="1441450"/>
          <p14:tracePt t="20604" x="2216150" y="1428750"/>
          <p14:tracePt t="20619" x="2235200" y="1422400"/>
          <p14:tracePt t="20636" x="2286000" y="1416050"/>
          <p14:tracePt t="20653" x="2324100" y="1409700"/>
          <p14:tracePt t="20669" x="2343150" y="1409700"/>
          <p14:tracePt t="20686" x="2381250" y="1409700"/>
          <p14:tracePt t="20702" x="2387600" y="1409700"/>
          <p14:tracePt t="20719" x="2413000" y="1403350"/>
          <p14:tracePt t="20735" x="2419350" y="1403350"/>
          <p14:tracePt t="20752" x="2425700" y="1403350"/>
          <p14:tracePt t="20768" x="2425700" y="1397000"/>
          <p14:tracePt t="20785" x="2425700" y="1384300"/>
          <p14:tracePt t="20801" x="2413000" y="1377950"/>
          <p14:tracePt t="20818" x="2393950" y="1377950"/>
          <p14:tracePt t="20836" x="2349500" y="1371600"/>
          <p14:tracePt t="20851" x="2273300" y="1365250"/>
          <p14:tracePt t="20868" x="2209800" y="1358900"/>
          <p14:tracePt t="20872" x="2139950" y="1346200"/>
          <p14:tracePt t="20887" x="2063750" y="1333500"/>
          <p14:tracePt t="20901" x="2012950" y="1327150"/>
          <p14:tracePt t="20918" x="1866900" y="1301750"/>
          <p14:tracePt t="20935" x="1758950" y="1270000"/>
          <p14:tracePt t="20951" x="1689100" y="1263650"/>
          <p14:tracePt t="20969" x="1587500" y="1244600"/>
          <p14:tracePt t="20984" x="1568450" y="1244600"/>
          <p14:tracePt t="21001" x="1549400" y="1244600"/>
          <p14:tracePt t="21018" x="1511300" y="1244600"/>
          <p14:tracePt t="21034" x="1504950" y="1244600"/>
          <p14:tracePt t="21051" x="1492250" y="1250950"/>
          <p14:tracePt t="21067" x="1479550" y="1263650"/>
          <p14:tracePt t="21084" x="1460500" y="1263650"/>
          <p14:tracePt t="21101" x="1454150" y="1263650"/>
          <p14:tracePt t="21117" x="1447800" y="1263650"/>
          <p14:tracePt t="21172" x="1447800" y="1270000"/>
          <p14:tracePt t="21179" x="1454150" y="1270000"/>
          <p14:tracePt t="21193" x="1460500" y="1270000"/>
          <p14:tracePt t="21203" x="1466850" y="1270000"/>
          <p14:tracePt t="21235" x="1473200" y="1276350"/>
          <p14:tracePt t="21242" x="1485900" y="1276350"/>
          <p14:tracePt t="21256" x="1504950" y="1282700"/>
          <p14:tracePt t="21266" x="1536700" y="1282700"/>
          <p14:tracePt t="21284" x="1619250" y="1301750"/>
          <p14:tracePt t="21300" x="1670050" y="1308100"/>
          <p14:tracePt t="21317" x="1803400" y="1333500"/>
          <p14:tracePt t="21334" x="1949450" y="1352550"/>
          <p14:tracePt t="21350" x="2012950" y="1352550"/>
          <p14:tracePt t="21366" x="2114550" y="1365250"/>
          <p14:tracePt t="21383" x="2197100" y="1365250"/>
          <p14:tracePt t="21400" x="2222500" y="1365250"/>
          <p14:tracePt t="21416" x="2254250" y="1365250"/>
          <p14:tracePt t="21433" x="2266950" y="1365250"/>
          <p14:tracePt t="21480" x="2266950" y="1358900"/>
          <p14:tracePt t="21606" x="2273300" y="1352550"/>
          <p14:tracePt t="21648" x="2266950" y="1352550"/>
          <p14:tracePt t="21663" x="2260600" y="1352550"/>
          <p14:tracePt t="22126" x="2254250" y="1352550"/>
          <p14:tracePt t="22133" x="2247900" y="1352550"/>
          <p14:tracePt t="22149" x="2241550" y="1352550"/>
          <p14:tracePt t="22164" x="2228850" y="1352550"/>
          <p14:tracePt t="22180" x="2216150" y="1352550"/>
          <p14:tracePt t="22197" x="2209800" y="1352550"/>
          <p14:tracePt t="22213" x="2203450" y="1352550"/>
          <p14:tracePt t="22231" x="2190750" y="1352550"/>
          <p14:tracePt t="22267" x="2184400" y="1358900"/>
          <p14:tracePt t="22294" x="2184400" y="1365250"/>
          <p14:tracePt t="22343" x="2184400" y="1371600"/>
          <p14:tracePt t="22364" x="2184400" y="1384300"/>
          <p14:tracePt t="22413" x="2184400" y="1390650"/>
          <p14:tracePt t="22434" x="2184400" y="1397000"/>
          <p14:tracePt t="22462" x="2184400" y="1403350"/>
          <p14:tracePt t="22497" x="2184400" y="1409700"/>
          <p14:tracePt t="22513" x="2190750" y="1409700"/>
          <p14:tracePt t="22533" x="2197100" y="1409700"/>
          <p14:tracePt t="22554" x="2203450" y="1409700"/>
          <p14:tracePt t="22575" x="2203450" y="1403350"/>
          <p14:tracePt t="22582" x="2203450" y="1397000"/>
          <p14:tracePt t="22603" x="2203450" y="1390650"/>
          <p14:tracePt t="22652" x="2203450" y="1384300"/>
          <p14:tracePt t="22736" x="2197100" y="1384300"/>
          <p14:tracePt t="22764" x="2197100" y="1397000"/>
          <p14:tracePt t="22813" x="2197100" y="1403350"/>
          <p14:tracePt t="22834" x="2197100" y="1409700"/>
          <p14:tracePt t="22855" x="2197100" y="1416050"/>
          <p14:tracePt t="22905" x="2197100" y="1422400"/>
          <p14:tracePt t="23024" x="2203450" y="1422400"/>
          <p14:tracePt t="23058" x="2203450" y="1416050"/>
          <p14:tracePt t="23094" x="2203450" y="1409700"/>
          <p14:tracePt t="23136" x="2203450" y="1403350"/>
          <p14:tracePt t="23255" x="2203450" y="1409700"/>
          <p14:tracePt t="23325" x="2203450" y="1416050"/>
          <p14:tracePt t="23388" x="2209800" y="1422400"/>
          <p14:tracePt t="23416" x="2216150" y="1422400"/>
          <p14:tracePt t="23424" x="2222500" y="1428750"/>
          <p14:tracePt t="23437" x="2228850" y="1428750"/>
          <p14:tracePt t="23446" x="2247900" y="1435100"/>
          <p14:tracePt t="23460" x="2260600" y="1441450"/>
          <p14:tracePt t="23476" x="2298700" y="1460500"/>
          <p14:tracePt t="23492" x="2470150" y="1498600"/>
          <p14:tracePt t="23509" x="2819400" y="1574800"/>
          <p14:tracePt t="23526" x="3067050" y="1619250"/>
          <p14:tracePt t="23542" x="3810000" y="1701800"/>
          <p14:tracePt t="23559" x="4699000" y="1758950"/>
          <p14:tracePt t="23575" x="5175250" y="1790700"/>
          <p14:tracePt t="23592" x="6064250" y="1847850"/>
          <p14:tracePt t="23608" x="6807200" y="1930400"/>
          <p14:tracePt t="23625" x="7150100" y="1962150"/>
          <p14:tracePt t="23642" x="7708900" y="1993900"/>
          <p14:tracePt t="23658" x="8045450" y="1993900"/>
          <p14:tracePt t="23676" x="8286750" y="1987550"/>
          <p14:tracePt t="23691" x="8394700" y="1968500"/>
          <p14:tracePt t="23708" x="8502650" y="1930400"/>
          <p14:tracePt t="23725" x="8547100" y="1898650"/>
          <p14:tracePt t="23741" x="8559800" y="1879600"/>
          <p14:tracePt t="23758" x="8566150" y="1860550"/>
          <p14:tracePt t="23775" x="8591550" y="1771650"/>
          <p14:tracePt t="23791" x="8597900" y="1746250"/>
          <p14:tracePt t="23807" x="8604250" y="1720850"/>
          <p14:tracePt t="23824" x="8636000" y="1670050"/>
          <p14:tracePt t="23841" x="8661400" y="1638300"/>
          <p14:tracePt t="23859" x="8705850" y="1612900"/>
          <p14:tracePt t="23874" x="8724900" y="1600200"/>
          <p14:tracePt t="23891" x="8756650" y="1593850"/>
          <p14:tracePt t="23908" x="8775700" y="1581150"/>
          <p14:tracePt t="23924" x="8782050" y="1581150"/>
          <p14:tracePt t="23941" x="8788400" y="1574800"/>
          <p14:tracePt t="23970" x="8794750" y="1568450"/>
          <p14:tracePt t="24040" x="8788400" y="1568450"/>
          <p14:tracePt t="24047" x="8782050" y="1568450"/>
          <p14:tracePt t="24056" x="8775700" y="1568450"/>
          <p14:tracePt t="24074" x="8775700" y="1562100"/>
          <p14:tracePt t="24090" x="8769350" y="1562100"/>
          <p14:tracePt t="24107" x="8763000" y="1555750"/>
          <p14:tracePt t="24124" x="8750300" y="1555750"/>
          <p14:tracePt t="24140" x="8743950" y="1549400"/>
          <p14:tracePt t="24157" x="8737600" y="1549400"/>
          <p14:tracePt t="24174" x="8731250" y="1543050"/>
          <p14:tracePt t="24190" x="8712200" y="1536700"/>
          <p14:tracePt t="24206" x="8699500" y="1530350"/>
          <p14:tracePt t="24223" x="8667750" y="1517650"/>
          <p14:tracePt t="24240" x="8648700" y="1511300"/>
          <p14:tracePt t="24257" x="8636000" y="1504950"/>
          <p14:tracePt t="24273" x="8616950" y="1504950"/>
          <p14:tracePt t="24290" x="8610600" y="1504950"/>
          <p14:tracePt t="24307" x="8610600" y="1498600"/>
          <p14:tracePt t="24339" x="8604250" y="1498600"/>
          <p14:tracePt t="24358" x="8597900" y="1498600"/>
          <p14:tracePt t="24372" x="8591550" y="1498600"/>
          <p14:tracePt t="24389" x="8585200" y="1498600"/>
          <p14:tracePt t="24407" x="8572500" y="1498600"/>
          <p14:tracePt t="24423" x="8559800" y="1498600"/>
          <p14:tracePt t="24439" x="8509000" y="1498600"/>
          <p14:tracePt t="24455" x="8458200" y="1504950"/>
          <p14:tracePt t="24472" x="8318500" y="1536700"/>
          <p14:tracePt t="24489" x="8197850" y="1568450"/>
          <p14:tracePt t="24506" x="7874000" y="1638300"/>
          <p14:tracePt t="24522" x="7372350" y="1727200"/>
          <p14:tracePt t="24539" x="6775450" y="1822450"/>
          <p14:tracePt t="24556" x="6432550" y="1854200"/>
          <p14:tracePt t="24572" x="5740400" y="1917700"/>
          <p14:tracePt t="24588" x="5067300" y="1917700"/>
          <p14:tracePt t="24605" x="4718050" y="1892300"/>
          <p14:tracePt t="24623" x="4083050" y="1828800"/>
          <p14:tracePt t="24638" x="3429000" y="1733550"/>
          <p14:tracePt t="24655" x="3162300" y="1701800"/>
          <p14:tracePt t="24672" x="2673350" y="1581150"/>
          <p14:tracePt t="24688" x="2393950" y="1485900"/>
          <p14:tracePt t="25101" x="2387600" y="1485900"/>
          <p14:tracePt t="25122" x="2381250" y="1485900"/>
          <p14:tracePt t="25129" x="2368550" y="1485900"/>
          <p14:tracePt t="25139" x="2362200" y="1485900"/>
          <p14:tracePt t="25154" x="2349500" y="1479550"/>
          <p14:tracePt t="25170" x="2330450" y="1466850"/>
          <p14:tracePt t="25186" x="2292350" y="1454150"/>
          <p14:tracePt t="25203" x="2254250" y="1435100"/>
          <p14:tracePt t="25220" x="2228850" y="1428750"/>
          <p14:tracePt t="25236" x="2197100" y="1416050"/>
          <p14:tracePt t="25253" x="2171700" y="1409700"/>
          <p14:tracePt t="25270" x="2146300" y="1397000"/>
          <p14:tracePt t="25286" x="2139950" y="1390650"/>
          <p14:tracePt t="25304" x="2133600" y="1384300"/>
          <p14:tracePt t="25319" x="2133600" y="1377950"/>
          <p14:tracePt t="25353" x="2152650" y="1358900"/>
          <p14:tracePt t="25370" x="2178050" y="1346200"/>
          <p14:tracePt t="25386" x="2197100" y="1333500"/>
          <p14:tracePt t="25403" x="2247900" y="1308100"/>
          <p14:tracePt t="25419" x="2336800" y="1282700"/>
          <p14:tracePt t="25435" x="2374900" y="1276350"/>
          <p14:tracePt t="25452" x="2470150" y="1257300"/>
          <p14:tracePt t="25469" x="2520950" y="1257300"/>
          <p14:tracePt t="25485" x="2603500" y="1257300"/>
          <p14:tracePt t="25502" x="2667000" y="1257300"/>
          <p14:tracePt t="25519" x="2692400" y="1257300"/>
          <p14:tracePt t="25536" x="2736850" y="1263650"/>
          <p14:tracePt t="25552" x="2749550" y="1270000"/>
          <p14:tracePt t="25585" x="2755900" y="1270000"/>
          <p14:tracePt t="25601" x="2743200" y="1270000"/>
          <p14:tracePt t="25618" x="2730500" y="1270000"/>
          <p14:tracePt t="25635" x="2692400" y="1270000"/>
          <p14:tracePt t="25652" x="2609850" y="1276350"/>
          <p14:tracePt t="25669" x="2482850" y="1289050"/>
          <p14:tracePt t="25685" x="2413000" y="1295400"/>
          <p14:tracePt t="25701" x="2273300" y="1314450"/>
          <p14:tracePt t="25718" x="2165350" y="1333500"/>
          <p14:tracePt t="25734" x="2133600" y="1333500"/>
          <p14:tracePt t="25751" x="2108200" y="1339850"/>
          <p14:tracePt t="25768" x="2070100" y="1339850"/>
          <p14:tracePt t="25809" x="2082800" y="1339850"/>
          <p14:tracePt t="25830" x="2089150" y="1339850"/>
          <p14:tracePt t="25837" x="2101850" y="1339850"/>
          <p14:tracePt t="25853" x="2108200" y="1339850"/>
          <p14:tracePt t="25867" x="2114550" y="1339850"/>
          <p14:tracePt t="25884" x="2127250" y="1339850"/>
          <p14:tracePt t="25901" x="2139950" y="1339850"/>
          <p14:tracePt t="25921" x="2146300" y="1346200"/>
          <p14:tracePt t="25934" x="2152650" y="1346200"/>
          <p14:tracePt t="25951" x="2159000" y="1346200"/>
          <p14:tracePt t="25967" x="2165350" y="1346200"/>
          <p14:tracePt t="25984" x="2171700" y="1346200"/>
          <p14:tracePt t="26019" x="2178050" y="1346200"/>
          <p14:tracePt t="26048" x="2184400" y="1346200"/>
          <p14:tracePt t="26082" x="2184400" y="1339850"/>
          <p14:tracePt t="26111" x="2184400" y="1333500"/>
          <p14:tracePt t="26139" x="2184400" y="1327150"/>
          <p14:tracePt t="26159" x="2178050" y="1320800"/>
          <p14:tracePt t="26181" x="2171700" y="1320800"/>
          <p14:tracePt t="26187" x="2165350" y="1314450"/>
          <p14:tracePt t="26209" x="2159000" y="1314450"/>
          <p14:tracePt t="26230" x="2152650" y="1314450"/>
          <p14:tracePt t="26251" x="2146300" y="1308100"/>
          <p14:tracePt t="26314" x="2139950" y="1308100"/>
          <p14:tracePt t="26349" x="2133600" y="1301750"/>
          <p14:tracePt t="26370" x="2133600" y="1295400"/>
          <p14:tracePt t="26384" x="2133600" y="1289050"/>
          <p14:tracePt t="26399" x="2133600" y="1282700"/>
          <p14:tracePt t="26419" x="2139950" y="1276350"/>
          <p14:tracePt t="26434" x="2139950" y="1270000"/>
          <p14:tracePt t="26461" x="2139950" y="1263650"/>
          <p14:tracePt t="26468" x="2139950" y="1257300"/>
          <p14:tracePt t="26489" x="2139950" y="1250950"/>
          <p14:tracePt t="26511" x="2139950" y="1244600"/>
          <p14:tracePt t="26532" x="2139950" y="1238250"/>
          <p14:tracePt t="26602" x="2133600" y="1244600"/>
          <p14:tracePt t="26608" x="2133600" y="1250950"/>
          <p14:tracePt t="26623" x="2127250" y="1257300"/>
          <p14:tracePt t="26631" x="2114550" y="1270000"/>
          <p14:tracePt t="26648" x="2108200" y="1282700"/>
          <p14:tracePt t="26665" x="2089150" y="1314450"/>
          <p14:tracePt t="26681" x="2057400" y="1358900"/>
          <p14:tracePt t="26699" x="2051050" y="1377950"/>
          <p14:tracePt t="26715" x="2025650" y="1403350"/>
          <p14:tracePt t="26731" x="2019300" y="1416050"/>
          <p14:tracePt t="26748" x="2006600" y="1435100"/>
          <p14:tracePt t="26764" x="2006600" y="1454150"/>
          <p14:tracePt t="26798" x="2019300" y="1460500"/>
          <p14:tracePt t="26814" x="2025650" y="1460500"/>
          <p14:tracePt t="26831" x="2038350" y="1460500"/>
          <p14:tracePt t="26847" x="2063750" y="1460500"/>
          <p14:tracePt t="26864" x="2095500" y="1447800"/>
          <p14:tracePt t="26881" x="2108200" y="1447800"/>
          <p14:tracePt t="26897" x="2133600" y="1441450"/>
          <p14:tracePt t="26914" x="2159000" y="1428750"/>
          <p14:tracePt t="26931" x="2171700" y="1422400"/>
          <p14:tracePt t="26947" x="2178050" y="1416050"/>
          <p14:tracePt t="26964" x="2190750" y="1409700"/>
          <p14:tracePt t="26981" x="2190750" y="1397000"/>
          <p14:tracePt t="26997" x="2197100" y="1397000"/>
          <p14:tracePt t="27013" x="2197100" y="1390650"/>
          <p14:tracePt t="27031" x="2209800" y="1390650"/>
          <p14:tracePt t="27066" x="2209800" y="1384300"/>
          <p14:tracePt t="27092" x="2216150" y="1377950"/>
          <p14:tracePt t="27100" x="2222500" y="1377950"/>
          <p14:tracePt t="27120" x="2228850" y="1377950"/>
          <p14:tracePt t="27142" x="2228850" y="1371600"/>
          <p14:tracePt t="27170" x="2228850" y="1365250"/>
          <p14:tracePt t="27275" x="2235200" y="1365250"/>
          <p14:tracePt t="27373" x="2241550" y="1365250"/>
          <p14:tracePt t="27401" x="2247900" y="1365250"/>
          <p14:tracePt t="27414" x="2254250" y="1365250"/>
          <p14:tracePt t="27422" x="2260600" y="1365250"/>
          <p14:tracePt t="27436" x="2273300" y="1365250"/>
          <p14:tracePt t="27450" x="2279650" y="1365250"/>
          <p14:tracePt t="27465" x="2286000" y="1365250"/>
          <p14:tracePt t="27479" x="2298700" y="1365250"/>
          <p14:tracePt t="27495" x="2336800" y="1371600"/>
          <p14:tracePt t="27512" x="2349500" y="1371600"/>
          <p14:tracePt t="27528" x="2406650" y="1377950"/>
          <p14:tracePt t="27545" x="2463800" y="1390650"/>
          <p14:tracePt t="27563" x="2527300" y="1403350"/>
          <p14:tracePt t="27578" x="2552700" y="1403350"/>
          <p14:tracePt t="27595" x="2603500" y="1416050"/>
          <p14:tracePt t="27612" x="2635250" y="1416050"/>
          <p14:tracePt t="27628" x="2647950" y="1416050"/>
          <p14:tracePt t="27645" x="2654300" y="1422400"/>
          <p14:tracePt t="27661" x="2660650" y="1422400"/>
          <p14:tracePt t="27744" x="2654300" y="1428750"/>
          <p14:tracePt t="27751" x="2647950" y="1428750"/>
          <p14:tracePt t="27765" x="2635250" y="1428750"/>
          <p14:tracePt t="27786" x="2622550" y="1428750"/>
          <p14:tracePt t="27794" x="2590800" y="1428750"/>
          <p14:tracePt t="27811" x="2571750" y="1428750"/>
          <p14:tracePt t="27828" x="2508250" y="1428750"/>
          <p14:tracePt t="27844" x="2413000" y="1428750"/>
          <p14:tracePt t="27860" x="2387600" y="1428750"/>
          <p14:tracePt t="27878" x="2330450" y="1428750"/>
          <p14:tracePt t="27894" x="2298700" y="1428750"/>
          <p14:tracePt t="27910" x="2286000" y="1428750"/>
          <p14:tracePt t="27962" x="2292350" y="1422400"/>
          <p14:tracePt t="27976" x="2305050" y="1422400"/>
          <p14:tracePt t="27983" x="2317750" y="1422400"/>
          <p14:tracePt t="27997" x="2330450" y="1422400"/>
          <p14:tracePt t="28010" x="2349500" y="1422400"/>
          <p14:tracePt t="28027" x="2406650" y="1422400"/>
          <p14:tracePt t="28044" x="2438400" y="1422400"/>
          <p14:tracePt t="28060" x="2520950" y="1435100"/>
          <p14:tracePt t="28077" x="2603500" y="1447800"/>
          <p14:tracePt t="28093" x="2641600" y="1460500"/>
          <p14:tracePt t="28110" x="2698750" y="1460500"/>
          <p14:tracePt t="28126" x="2736850" y="1460500"/>
          <p14:tracePt t="28144" x="2749550" y="1460500"/>
          <p14:tracePt t="28159" x="2762250" y="1460500"/>
          <p14:tracePt t="28176" x="2768600" y="1460500"/>
          <p14:tracePt t="28209" x="2762250" y="1460500"/>
          <p14:tracePt t="28226" x="2743200" y="1460500"/>
          <p14:tracePt t="28243" x="2698750" y="1460500"/>
          <p14:tracePt t="28259" x="2673350" y="1460500"/>
          <p14:tracePt t="28276" x="2628900" y="1454150"/>
          <p14:tracePt t="28293" x="2476500" y="1435100"/>
          <p14:tracePt t="28309" x="2419350" y="1422400"/>
          <p14:tracePt t="28326" x="2381250" y="1422400"/>
          <p14:tracePt t="28342" x="2311400" y="1422400"/>
          <p14:tracePt t="28359" x="2286000" y="1422400"/>
          <p14:tracePt t="28376" x="2266950" y="1428750"/>
          <p14:tracePt t="28408" x="2279650" y="1428750"/>
          <p14:tracePt t="28425" x="2305050" y="1428750"/>
          <p14:tracePt t="28442" x="2324100" y="1422400"/>
          <p14:tracePt t="28459" x="2374900" y="1409700"/>
          <p14:tracePt t="28474" x="2470150" y="1403350"/>
          <p14:tracePt t="28492" x="2520950" y="1403350"/>
          <p14:tracePt t="28509" x="2609850" y="1397000"/>
          <p14:tracePt t="28525" x="2679700" y="1397000"/>
          <p14:tracePt t="28542" x="2711450" y="1390650"/>
          <p14:tracePt t="28559" x="2749550" y="1384300"/>
          <p14:tracePt t="28575" x="2774950" y="1384300"/>
          <p14:tracePt t="28591" x="2787650" y="1371600"/>
          <p14:tracePt t="28608" x="2794000" y="1371600"/>
          <p14:tracePt t="28643" x="2800350" y="1371600"/>
          <p14:tracePt t="28768" x="2806700" y="1371600"/>
          <p14:tracePt t="29355" x="2844800" y="1371600"/>
          <p14:tracePt t="29362" x="2863850" y="1371600"/>
          <p14:tracePt t="29376" x="2876550" y="1371600"/>
          <p14:tracePt t="29388" x="2889250" y="1371600"/>
          <p14:tracePt t="29405" x="2914650" y="1371600"/>
          <p14:tracePt t="29439" x="2927350" y="1365250"/>
          <p14:tracePt t="29558" x="2933700" y="1358900"/>
          <p14:tracePt t="29587" x="2940050" y="1352550"/>
          <p14:tracePt t="29593" x="2946400" y="1346200"/>
          <p14:tracePt t="29608" x="2946400" y="1339850"/>
          <p14:tracePt t="29629" x="2952750" y="1333500"/>
          <p14:tracePt t="29637" x="2959100" y="1320800"/>
          <p14:tracePt t="29654" x="2965450" y="1308100"/>
          <p14:tracePt t="29671" x="2997200" y="1270000"/>
          <p14:tracePt t="29687" x="3016250" y="1238250"/>
          <p14:tracePt t="29704" x="3022600" y="1225550"/>
          <p14:tracePt t="29721" x="3035300" y="1174750"/>
          <p14:tracePt t="29737" x="3028950" y="1117600"/>
          <p14:tracePt t="29755" x="2990850" y="1060450"/>
          <p14:tracePt t="29770" x="2946400" y="1035050"/>
          <p14:tracePt t="29787" x="2901950" y="1016000"/>
          <p14:tracePt t="29804" x="2730500" y="971550"/>
          <p14:tracePt t="29820" x="2673350" y="971550"/>
          <p14:tracePt t="29837" x="2609850" y="965200"/>
          <p14:tracePt t="29854" x="2520950" y="965200"/>
          <p14:tracePt t="29870" x="2457450" y="977900"/>
          <p14:tracePt t="29887" x="2438400" y="984250"/>
          <p14:tracePt t="29903" x="2419350" y="1003300"/>
          <p14:tracePt t="29920" x="2406650" y="1022350"/>
          <p14:tracePt t="29937" x="2406650" y="1054100"/>
          <p14:tracePt t="29953" x="2406650" y="1066800"/>
          <p14:tracePt t="29970" x="2419350" y="1117600"/>
          <p14:tracePt t="29987" x="2457450" y="1193800"/>
          <p14:tracePt t="30003" x="2482850" y="1238250"/>
          <p14:tracePt t="30020" x="2527300" y="1295400"/>
          <p14:tracePt t="30036" x="2616200" y="1339850"/>
          <p14:tracePt t="30053" x="2660650" y="1352550"/>
          <p14:tracePt t="30070" x="2768600" y="1371600"/>
          <p14:tracePt t="30086" x="2882900" y="1358900"/>
          <p14:tracePt t="30103" x="2940050" y="1339850"/>
          <p14:tracePt t="30120" x="3028950" y="1289050"/>
          <p14:tracePt t="30136" x="3060700" y="1263650"/>
          <p14:tracePt t="30152" x="3086100" y="1225550"/>
          <p14:tracePt t="30170" x="3098800" y="1187450"/>
          <p14:tracePt t="30186" x="3098800" y="1174750"/>
          <p14:tracePt t="30203" x="3098800" y="1143000"/>
          <p14:tracePt t="30219" x="3079750" y="1085850"/>
          <p14:tracePt t="30236" x="3073400" y="1060450"/>
          <p14:tracePt t="30253" x="3035300" y="1009650"/>
          <p14:tracePt t="30269" x="2978150" y="965200"/>
          <p14:tracePt t="30285" x="2933700" y="933450"/>
          <p14:tracePt t="30302" x="2838450" y="920750"/>
          <p14:tracePt t="30319" x="2736850" y="920750"/>
          <p14:tracePt t="30335" x="2673350" y="933450"/>
          <p14:tracePt t="30352" x="2514600" y="977900"/>
          <p14:tracePt t="30369" x="2400300" y="1047750"/>
          <p14:tracePt t="30385" x="2343150" y="1085850"/>
          <p14:tracePt t="30402" x="2266950" y="1174750"/>
          <p14:tracePt t="30418" x="2228850" y="1231900"/>
          <p14:tracePt t="30435" x="2203450" y="1352550"/>
          <p14:tracePt t="30452" x="2197100" y="1403350"/>
          <p14:tracePt t="30468" x="2197100" y="1416050"/>
          <p14:tracePt t="30485" x="2203450" y="1441450"/>
          <p14:tracePt t="30501" x="2222500" y="1454150"/>
          <p14:tracePt t="30518" x="2222500" y="1460500"/>
          <p14:tracePt t="30534" x="2247900" y="1466850"/>
          <p14:tracePt t="30551" x="2273300" y="1473200"/>
          <p14:tracePt t="30569" x="2305050" y="1473200"/>
          <p14:tracePt t="30584" x="2317750" y="1466850"/>
          <p14:tracePt t="30601" x="2355850" y="1460500"/>
          <p14:tracePt t="30618" x="2381250" y="1460500"/>
          <p14:tracePt t="30634" x="2387600" y="1460500"/>
          <p14:tracePt t="30651" x="2406650" y="1454150"/>
          <p14:tracePt t="30668" x="2425700" y="1447800"/>
          <p14:tracePt t="30684" x="2425700" y="1441450"/>
          <p14:tracePt t="30701" x="2432050" y="1435100"/>
          <p14:tracePt t="30717" x="2432050" y="1428750"/>
          <p14:tracePt t="30734" x="2432050" y="1422400"/>
          <p14:tracePt t="30751" x="2432050" y="1403350"/>
          <p14:tracePt t="30767" x="2432050" y="1384300"/>
          <p14:tracePt t="31246" x="2425700" y="1409700"/>
          <p14:tracePt t="31260" x="2413000" y="1422400"/>
          <p14:tracePt t="31268" x="2406650" y="1435100"/>
          <p14:tracePt t="31283" x="2400300" y="1447800"/>
          <p14:tracePt t="31298" x="2387600" y="1460500"/>
          <p14:tracePt t="31316" x="2381250" y="1479550"/>
          <p14:tracePt t="31332" x="2374900" y="1504950"/>
          <p14:tracePt t="31348" x="2374900" y="1511300"/>
          <p14:tracePt t="31365" x="2374900" y="1517650"/>
          <p14:tracePt t="31382" x="2374900" y="1530350"/>
          <p14:tracePt t="31398" x="2374900" y="1536700"/>
          <p14:tracePt t="31415" x="2374900" y="1543050"/>
          <p14:tracePt t="31478" x="2381250" y="1549400"/>
          <p14:tracePt t="38599" x="2381250" y="1536700"/>
          <p14:tracePt t="38607" x="2381250" y="1524000"/>
          <p14:tracePt t="38612" x="2381250" y="1504950"/>
          <p14:tracePt t="38623" x="2381250" y="1498600"/>
          <p14:tracePt t="38641" x="2381250" y="1454150"/>
          <p14:tracePt t="38656" x="2381250" y="1435100"/>
          <p14:tracePt t="38673" x="2381250" y="1409700"/>
          <p14:tracePt t="38690" x="2381250" y="1403350"/>
          <p14:tracePt t="38707" x="2381250" y="1397000"/>
          <p14:tracePt t="38723" x="2381250" y="1390650"/>
          <p14:tracePt t="38838" x="2381250" y="1384300"/>
          <p14:tracePt t="38866" x="2368550" y="1377950"/>
          <p14:tracePt t="38874" x="2362200" y="1377950"/>
          <p14:tracePt t="38893" x="2355850" y="1377950"/>
          <p14:tracePt t="38908" x="2349500" y="1377950"/>
          <p14:tracePt t="38922" x="2343150" y="1377950"/>
          <p14:tracePt t="38950" x="2336800" y="1377950"/>
          <p14:tracePt t="38978" x="2330450" y="1377950"/>
          <p14:tracePt t="39027" x="2324100" y="1377950"/>
          <p14:tracePt t="39048" x="2317750" y="1377950"/>
          <p14:tracePt t="39083" x="2311400" y="1377950"/>
          <p14:tracePt t="39097" x="2311400" y="1371600"/>
          <p14:tracePt t="39118" x="2317750" y="1371600"/>
          <p14:tracePt t="39131" x="2324100" y="1371600"/>
          <p14:tracePt t="39153" x="2330450" y="1365250"/>
          <p14:tracePt t="39159" x="2336800" y="1365250"/>
          <p14:tracePt t="39174" x="2349500" y="1358900"/>
          <p14:tracePt t="39188" x="2393950" y="1352550"/>
          <p14:tracePt t="39205" x="2432050" y="1339850"/>
          <p14:tracePt t="39209" x="2470150" y="1327150"/>
          <p14:tracePt t="39224" x="2540000" y="1320800"/>
          <p14:tracePt t="39238" x="2603500" y="1301750"/>
          <p14:tracePt t="39255" x="2762250" y="1270000"/>
          <p14:tracePt t="39272" x="2838450" y="1263650"/>
          <p14:tracePt t="39287" x="2984500" y="1250950"/>
          <p14:tracePt t="39305" x="3098800" y="1244600"/>
          <p14:tracePt t="39322" x="3168650" y="1238250"/>
          <p14:tracePt t="39338" x="3200400" y="1238250"/>
          <p14:tracePt t="39354" x="3219450" y="1238250"/>
          <p14:tracePt t="39371" x="3232150" y="1231900"/>
          <p14:tracePt t="39419" x="3238500" y="1231900"/>
          <p14:tracePt t="39532" x="3232150" y="1231900"/>
          <p14:tracePt t="39538" x="3225800" y="1238250"/>
          <p14:tracePt t="39559" x="3213100" y="1244600"/>
          <p14:tracePt t="39574" x="3200400" y="1250950"/>
          <p14:tracePt t="39581" x="3175000" y="1257300"/>
          <p14:tracePt t="39595" x="3155950" y="1276350"/>
          <p14:tracePt t="39604" x="3117850" y="1289050"/>
          <p14:tracePt t="39620" x="3060700" y="1295400"/>
          <p14:tracePt t="39637" x="2940050" y="1327150"/>
          <p14:tracePt t="39653" x="2794000" y="1352550"/>
          <p14:tracePt t="39670" x="2730500" y="1365250"/>
          <p14:tracePt t="39687" x="2609850" y="1384300"/>
          <p14:tracePt t="39703" x="2501900" y="1409700"/>
          <p14:tracePt t="39719" x="2476500" y="1416050"/>
          <p14:tracePt t="39736" x="2432050" y="1422400"/>
          <p14:tracePt t="39753" x="2425700" y="1435100"/>
          <p14:tracePt t="39770" x="2419350" y="1435100"/>
          <p14:tracePt t="39802" x="2413000" y="1435100"/>
          <p14:tracePt t="39861" x="2419350" y="1435100"/>
          <p14:tracePt t="39889" x="2432050" y="1441450"/>
          <p14:tracePt t="39903" x="2444750" y="1441450"/>
          <p14:tracePt t="39910" x="2457450" y="1441450"/>
          <p14:tracePt t="39924" x="2476500" y="1441450"/>
          <p14:tracePt t="39935" x="2508250" y="1447800"/>
          <p14:tracePt t="39952" x="2584450" y="1447800"/>
          <p14:tracePt t="39969" x="2635250" y="1460500"/>
          <p14:tracePt t="39985" x="2781300" y="1447800"/>
          <p14:tracePt t="40002" x="2940050" y="1416050"/>
          <p14:tracePt t="40018" x="3003550" y="1397000"/>
          <p14:tracePt t="40036" x="3111500" y="1371600"/>
          <p14:tracePt t="40052" x="3162300" y="1346200"/>
          <p14:tracePt t="40068" x="3175000" y="1346200"/>
          <p14:tracePt t="40085" x="3181350" y="1339850"/>
          <p14:tracePt t="40101" x="3175000" y="1327150"/>
          <p14:tracePt t="40135" x="3155950" y="1320800"/>
          <p14:tracePt t="40151" x="3149600" y="1320800"/>
          <p14:tracePt t="40168" x="3130550" y="1314450"/>
          <p14:tracePt t="40184" x="3117850" y="1308100"/>
          <p14:tracePt t="40201" x="3098800" y="1301750"/>
          <p14:tracePt t="40219" x="3086100" y="1289050"/>
          <p14:tracePt t="40235" x="3086100" y="1282700"/>
          <p14:tracePt t="40633" x="3067050" y="1282700"/>
          <p14:tracePt t="40640" x="3048000" y="1308100"/>
          <p14:tracePt t="40654" x="3003550" y="1327150"/>
          <p14:tracePt t="40666" x="2971800" y="1346200"/>
          <p14:tracePt t="40683" x="2882900" y="1390650"/>
          <p14:tracePt t="40699" x="2838450" y="1422400"/>
          <p14:tracePt t="40716" x="2762250" y="1454150"/>
          <p14:tracePt t="40733" x="2679700" y="1485900"/>
          <p14:tracePt t="40750" x="2647950" y="1492250"/>
          <p14:tracePt t="40767" x="2590800" y="1511300"/>
          <p14:tracePt t="40783" x="2533650" y="1511300"/>
          <p14:tracePt t="40799" x="2514600" y="1511300"/>
          <p14:tracePt t="40816" x="2470150" y="1517650"/>
          <p14:tracePt t="40832" x="2463800" y="1524000"/>
          <p14:tracePt t="40849" x="2451100" y="1549400"/>
          <p14:tracePt t="40866" x="2444750" y="1587500"/>
          <p14:tracePt t="40882" x="2444750" y="1619250"/>
          <p14:tracePt t="40899" x="2470150" y="1657350"/>
          <p14:tracePt t="40915" x="2482850" y="1689100"/>
          <p14:tracePt t="40932" x="2495550" y="1701800"/>
          <p14:tracePt t="40949" x="2508250" y="1714500"/>
          <p14:tracePt t="40965" x="2520950" y="1714500"/>
          <p14:tracePt t="44517" x="2565400" y="1714500"/>
          <p14:tracePt t="44531" x="2616200" y="1714500"/>
          <p14:tracePt t="44539" x="2673350" y="1720850"/>
          <p14:tracePt t="44554" x="2724150" y="1739900"/>
          <p14:tracePt t="44569" x="2832100" y="1765300"/>
          <p14:tracePt t="44587" x="2971800" y="1847850"/>
          <p14:tracePt t="44602" x="3054350" y="1873250"/>
          <p14:tracePt t="44619" x="3143250" y="1898650"/>
          <p14:tracePt t="44636" x="3473450" y="1930400"/>
          <p14:tracePt t="44653" x="3600450" y="1936750"/>
          <p14:tracePt t="44669" x="3727450" y="1949450"/>
          <p14:tracePt t="44686" x="3917950" y="1955800"/>
          <p14:tracePt t="44702" x="4102100" y="1968500"/>
          <p14:tracePt t="44719" x="4241800" y="1968500"/>
          <p14:tracePt t="44735" x="4292600" y="1955800"/>
          <p14:tracePt t="44752" x="4343400" y="1949450"/>
          <p14:tracePt t="44769" x="4368800" y="1943100"/>
          <p14:tracePt t="44785" x="4375150" y="1943100"/>
          <p14:tracePt t="44810" x="4375150" y="1936750"/>
          <p14:tracePt t="44821" x="4375150" y="1930400"/>
          <p14:tracePt t="44839" x="4362450" y="1930400"/>
          <p14:tracePt t="44852" x="4349750" y="1924050"/>
          <p14:tracePt t="44868" x="4349750" y="1917700"/>
          <p14:tracePt t="44885" x="4362450" y="1885950"/>
          <p14:tracePt t="47726" x="4324350" y="1898650"/>
          <p14:tracePt t="47733" x="4279900" y="1936750"/>
          <p14:tracePt t="47742" x="4222750" y="1955800"/>
          <p14:tracePt t="47759" x="4171950" y="1962150"/>
          <p14:tracePt t="47776" x="4044950" y="1974850"/>
          <p14:tracePt t="47792" x="3968750" y="1974850"/>
          <p14:tracePt t="47809" x="3810000" y="1974850"/>
          <p14:tracePt t="47825" x="3632200" y="1968500"/>
          <p14:tracePt t="47842" x="3543300" y="1955800"/>
          <p14:tracePt t="47845" x="3467100" y="1955800"/>
          <p14:tracePt t="47859" x="3378200" y="1955800"/>
          <p14:tracePt t="47875" x="3162300" y="1955800"/>
          <p14:tracePt t="47891" x="3073400" y="1955800"/>
          <p14:tracePt t="47908" x="2743200" y="1962150"/>
          <p14:tracePt t="47925" x="2654300" y="1955800"/>
          <p14:tracePt t="47941" x="2565400" y="1949450"/>
          <p14:tracePt t="47958" x="2425700" y="1930400"/>
          <p14:tracePt t="47974" x="2305050" y="1898650"/>
          <p14:tracePt t="47991" x="2247900" y="1892300"/>
          <p14:tracePt t="48008" x="2190750" y="1885950"/>
          <p14:tracePt t="48024" x="2127250" y="1885950"/>
          <p14:tracePt t="48436" x="2108200" y="1885950"/>
          <p14:tracePt t="48443" x="2076450" y="1898650"/>
          <p14:tracePt t="48458" x="2044700" y="1911350"/>
          <p14:tracePt t="48473" x="1987550" y="1930400"/>
          <p14:tracePt t="48489" x="1968500" y="1943100"/>
          <p14:tracePt t="48507" x="1917700" y="1962150"/>
          <p14:tracePt t="48522" x="1885950" y="1974850"/>
          <p14:tracePt t="48539" x="1841500" y="1993900"/>
          <p14:tracePt t="48556" x="1790700" y="2012950"/>
          <p14:tracePt t="48572" x="1765300" y="2019300"/>
          <p14:tracePt t="48589" x="1727200" y="2044700"/>
          <p14:tracePt t="48605" x="1689100" y="2076450"/>
          <p14:tracePt t="48622" x="1663700" y="2095500"/>
          <p14:tracePt t="48639" x="1619250" y="2127250"/>
          <p14:tracePt t="48655" x="1568450" y="2152650"/>
          <p14:tracePt t="48672" x="1549400" y="2171700"/>
          <p14:tracePt t="48689" x="1485900" y="2197100"/>
          <p14:tracePt t="48705" x="1447800" y="2216150"/>
          <p14:tracePt t="48722" x="1422400" y="2222500"/>
          <p14:tracePt t="48739" x="1397000" y="2222500"/>
          <p14:tracePt t="50018" x="1416050" y="2222500"/>
          <p14:tracePt t="50036" x="1435100" y="2222500"/>
          <p14:tracePt t="50052" x="1447800" y="2222500"/>
          <p14:tracePt t="50069" x="1466850" y="2222500"/>
          <p14:tracePt t="50086" x="1524000" y="2228850"/>
          <p14:tracePt t="50102" x="1568450" y="2228850"/>
          <p14:tracePt t="50119" x="1593850" y="2228850"/>
          <p14:tracePt t="50135" x="1663700" y="2216150"/>
          <p14:tracePt t="50152" x="1739900" y="2216150"/>
          <p14:tracePt t="50169" x="1860550" y="2216150"/>
          <p14:tracePt t="50185" x="1924050" y="2216150"/>
          <p14:tracePt t="50201" x="2063750" y="2216150"/>
          <p14:tracePt t="50219" x="2216150" y="2222500"/>
          <p14:tracePt t="50233" x="2279650" y="2222500"/>
          <p14:tracePt t="50250" x="2419350" y="2222500"/>
          <p14:tracePt t="50267" x="2597150" y="2216150"/>
          <p14:tracePt t="50283" x="2698750" y="2216150"/>
          <p14:tracePt t="50300" x="2921000" y="2190750"/>
          <p14:tracePt t="50316" x="3162300" y="2178050"/>
          <p14:tracePt t="50333" x="3282950" y="2178050"/>
          <p14:tracePt t="50350" x="3409950" y="2178050"/>
          <p14:tracePt t="50366" x="3790950" y="2216150"/>
          <p14:tracePt t="50383" x="3917950" y="2216150"/>
          <p14:tracePt t="50400" x="4133850" y="2197100"/>
          <p14:tracePt t="50416" x="4235450" y="2197100"/>
          <p14:tracePt t="50433" x="4400550" y="2190750"/>
          <p14:tracePt t="50449" x="4546600" y="2178050"/>
          <p14:tracePt t="50466" x="4597400" y="2171700"/>
          <p14:tracePt t="50482" x="4660900" y="2159000"/>
          <p14:tracePt t="50499" x="4686300" y="2178050"/>
          <p14:tracePt t="50515" x="4699000" y="2203450"/>
          <p14:tracePt t="50533" x="4699000" y="2216150"/>
          <p14:tracePt t="50982" x="4737100" y="2216150"/>
          <p14:tracePt t="50988" x="4794250" y="2222500"/>
          <p14:tracePt t="50997" x="4832350" y="2228850"/>
          <p14:tracePt t="51013" x="4902200" y="2241550"/>
          <p14:tracePt t="51032" x="5054600" y="2247900"/>
          <p14:tracePt t="51047" x="5232400" y="2260600"/>
          <p14:tracePt t="51063" x="5321300" y="2260600"/>
          <p14:tracePt t="51080" x="5486400" y="2279650"/>
          <p14:tracePt t="51097" x="5581650" y="2292350"/>
          <p14:tracePt t="51114" x="5759450" y="2311400"/>
          <p14:tracePt t="51130" x="5899150" y="2298700"/>
          <p14:tracePt t="51146" x="5981700" y="2279650"/>
          <p14:tracePt t="51164" x="6127750" y="2228850"/>
          <p14:tracePt t="51180" x="6210300" y="2203450"/>
          <p14:tracePt t="51196" x="6235700" y="2190750"/>
          <p14:tracePt t="51213" x="6267450" y="2184400"/>
          <p14:tracePt t="51230" x="6286500" y="2171700"/>
          <p14:tracePt t="51246" x="6299200" y="2171700"/>
          <p14:tracePt t="51263" x="6305550" y="2171700"/>
          <p14:tracePt t="51279" x="6311900" y="2165350"/>
          <p14:tracePt t="51313" x="6311900" y="2159000"/>
          <p14:tracePt t="51330" x="6324600" y="2159000"/>
          <p14:tracePt t="51347" x="6337300" y="2146300"/>
          <p14:tracePt t="51379" x="6343650" y="2133600"/>
          <p14:tracePt t="51396" x="6350000" y="2133600"/>
          <p14:tracePt t="51413" x="6356350" y="2114550"/>
          <p14:tracePt t="51431" x="6362700" y="2089150"/>
          <p14:tracePt t="51446" x="6362700" y="2076450"/>
          <p14:tracePt t="51463" x="6362700" y="2057400"/>
          <p14:tracePt t="51479" x="6350000" y="2032000"/>
          <p14:tracePt t="51495" x="6343650" y="2032000"/>
          <p14:tracePt t="51512" x="6324600" y="2012950"/>
          <p14:tracePt t="51529" x="6286500" y="1987550"/>
          <p14:tracePt t="51545" x="6261100" y="1981200"/>
          <p14:tracePt t="51562" x="6223000" y="1974850"/>
          <p14:tracePt t="51950" x="6235700" y="1968500"/>
          <p14:tracePt t="51957" x="6267450" y="1962150"/>
          <p14:tracePt t="51971" x="6292850" y="1955800"/>
          <p14:tracePt t="51980" x="6324600" y="1955800"/>
          <p14:tracePt t="51994" x="6362700" y="1955800"/>
          <p14:tracePt t="52010" x="6388100" y="1955800"/>
          <p14:tracePt t="52027" x="6483350" y="1955800"/>
          <p14:tracePt t="52044" x="6515100" y="1955800"/>
          <p14:tracePt t="52060" x="6534150" y="1955800"/>
          <p14:tracePt t="52077" x="6591300" y="1962150"/>
          <p14:tracePt t="52093" x="6616700" y="1968500"/>
          <p14:tracePt t="52111" x="6629400" y="1968500"/>
          <p14:tracePt t="52126" x="6648450" y="1968500"/>
          <p14:tracePt t="52143" x="6654800" y="1968500"/>
          <p14:tracePt t="52161" x="6661150" y="1968500"/>
          <p14:tracePt t="52176" x="6667500" y="1968500"/>
          <p14:tracePt t="52193" x="6673850" y="1968500"/>
          <p14:tracePt t="52210" x="6686550" y="1968500"/>
          <p14:tracePt t="52226" x="6692900" y="1968500"/>
          <p14:tracePt t="52279" x="6699250" y="1968500"/>
          <p14:tracePt t="52322" x="6705600" y="1968500"/>
          <p14:tracePt t="52363" x="6711950" y="1968500"/>
          <p14:tracePt t="52434" x="6718300" y="1968500"/>
          <p14:tracePt t="52818" x="6724650" y="1968500"/>
          <p14:tracePt t="52861" x="6731000" y="1974850"/>
          <p14:tracePt t="52889" x="6737350" y="1974850"/>
          <p14:tracePt t="52931" x="6743700" y="1974850"/>
          <p14:tracePt t="52938" x="6750050" y="1974850"/>
          <p14:tracePt t="52959" x="6756400" y="1981200"/>
          <p14:tracePt t="52975" x="6762750" y="1981200"/>
          <p14:tracePt t="52981" x="6769100" y="1981200"/>
          <p14:tracePt t="53001" x="6775450" y="1981200"/>
          <p14:tracePt t="53010" x="6781800" y="1981200"/>
          <p14:tracePt t="53024" x="6788150" y="1981200"/>
          <p14:tracePt t="53040" x="6800850" y="1981200"/>
          <p14:tracePt t="53057" x="6819900" y="1981200"/>
          <p14:tracePt t="53073" x="6845300" y="1987550"/>
          <p14:tracePt t="53090" x="6851650" y="1987550"/>
          <p14:tracePt t="53107" x="6877050" y="1987550"/>
          <p14:tracePt t="53124" x="6896100" y="1987550"/>
          <p14:tracePt t="53140" x="6908800" y="1987550"/>
          <p14:tracePt t="53157" x="6921500" y="1987550"/>
          <p14:tracePt t="53173" x="6927850" y="1981200"/>
          <p14:tracePt t="53190" x="6934200" y="1981200"/>
          <p14:tracePt t="53206" x="6940550" y="1981200"/>
          <p14:tracePt t="53223" x="6953250" y="1981200"/>
          <p14:tracePt t="53255" x="6959600" y="1981200"/>
          <p14:tracePt t="53282" x="6959600" y="1974850"/>
          <p14:tracePt t="53331" x="6965950" y="1974850"/>
          <p14:tracePt t="53359" x="6972300" y="1974850"/>
          <p14:tracePt t="53415" x="6972300" y="1968500"/>
          <p14:tracePt t="53429" x="6972300" y="1962150"/>
          <p14:tracePt t="53443" x="6965950" y="1962150"/>
          <p14:tracePt t="53464" x="6953250" y="1962150"/>
          <p14:tracePt t="53471" x="6927850" y="1955800"/>
          <p14:tracePt t="53485" x="6908800" y="1949450"/>
          <p14:tracePt t="53492" x="6858000" y="1943100"/>
          <p14:tracePt t="53505" x="6794500" y="1924050"/>
          <p14:tracePt t="53521" x="6591300" y="1911350"/>
          <p14:tracePt t="53538" x="6477000" y="1898650"/>
          <p14:tracePt t="53556" x="6178550" y="1892300"/>
          <p14:tracePt t="53571" x="5797550" y="1892300"/>
          <p14:tracePt t="53588" x="5632450" y="1879600"/>
          <p14:tracePt t="53605" x="5295900" y="1879600"/>
          <p14:tracePt t="53621" x="5111750" y="1879600"/>
          <p14:tracePt t="53638" x="4813300" y="1879600"/>
          <p14:tracePt t="53655" x="4591050" y="1879600"/>
          <p14:tracePt t="53671" x="4502150" y="1879600"/>
          <p14:tracePt t="53689" x="4368800" y="1860550"/>
          <p14:tracePt t="53704" x="4286250" y="1835150"/>
          <p14:tracePt t="53721" x="4254500" y="1828800"/>
          <p14:tracePt t="53738" x="4203700" y="1797050"/>
          <p14:tracePt t="53754" x="4178300" y="1784350"/>
          <p14:tracePt t="53771" x="4165600" y="1784350"/>
          <p14:tracePt t="53787" x="4133850" y="1758950"/>
          <p14:tracePt t="53804" x="4108450" y="1746250"/>
          <p14:tracePt t="53821" x="4089400" y="1739900"/>
          <p14:tracePt t="53837" x="4025900" y="1708150"/>
          <p14:tracePt t="53854" x="3930650" y="1682750"/>
          <p14:tracePt t="53871" x="3873500" y="1663700"/>
          <p14:tracePt t="53887" x="3778250" y="1625600"/>
          <p14:tracePt t="53904" x="3657600" y="1600200"/>
          <p14:tracePt t="53921" x="3486150" y="1549400"/>
          <p14:tracePt t="53937" x="3409950" y="1536700"/>
          <p14:tracePt t="53954" x="3263900" y="1492250"/>
          <p14:tracePt t="53970" x="3143250" y="1460500"/>
          <p14:tracePt t="53987" x="3073400" y="1454150"/>
          <p14:tracePt t="54004" x="2959100" y="1435100"/>
          <p14:tracePt t="54020" x="2844800" y="1466850"/>
          <p14:tracePt t="54037" x="2794000" y="1492250"/>
          <p14:tracePt t="54054" x="2736850" y="1524000"/>
          <p14:tracePt t="54070" x="2717800" y="1536700"/>
          <p14:tracePt t="54103" x="2749550" y="1536700"/>
          <p14:tracePt t="54120" x="2762250" y="1530350"/>
          <p14:tracePt t="54137" x="2774950" y="1517650"/>
          <p14:tracePt t="54581" x="2774950" y="1492250"/>
          <p14:tracePt t="54595" x="2774950" y="1454150"/>
          <p14:tracePt t="54604" x="2768600" y="1428750"/>
          <p14:tracePt t="54619" x="2755900" y="1397000"/>
          <p14:tracePt t="54634" x="2749550" y="1377950"/>
          <p14:tracePt t="54652" x="2724150" y="1314450"/>
          <p14:tracePt t="54668" x="2717800" y="1289050"/>
          <p14:tracePt t="54684" x="2698750" y="1270000"/>
          <p14:tracePt t="54701" x="2679700" y="1244600"/>
          <p14:tracePt t="54718" x="2654300" y="1219200"/>
          <p14:tracePt t="54735" x="2647950" y="1212850"/>
          <p14:tracePt t="54751" x="2628900" y="1206500"/>
          <p14:tracePt t="54767" x="2628900" y="1200150"/>
          <p14:tracePt t="54785" x="2628900" y="1193800"/>
          <p14:tracePt t="54883" x="2622550" y="1193800"/>
          <p14:tracePt t="54897" x="2622550" y="1200150"/>
          <p14:tracePt t="54918" x="2622550" y="1206500"/>
          <p14:tracePt t="54931" x="2622550" y="1212850"/>
          <p14:tracePt t="54952" x="2616200" y="1219200"/>
          <p14:tracePt t="54968" x="2616200" y="1225550"/>
          <p14:tracePt t="54974" x="2609850" y="1231900"/>
          <p14:tracePt t="54988" x="2603500" y="1238250"/>
          <p14:tracePt t="55000" x="2597150" y="1250950"/>
          <p14:tracePt t="55017" x="2559050" y="1289050"/>
          <p14:tracePt t="55033" x="2527300" y="1327150"/>
          <p14:tracePt t="55051" x="2444750" y="1397000"/>
          <p14:tracePt t="55066" x="2343150" y="1479550"/>
          <p14:tracePt t="55083" x="2286000" y="1511300"/>
          <p14:tracePt t="55100" x="2197100" y="1562100"/>
          <p14:tracePt t="55117" x="2120900" y="1606550"/>
          <p14:tracePt t="55133" x="2076450" y="1625600"/>
          <p14:tracePt t="55150" x="2019300" y="1644650"/>
          <p14:tracePt t="55166" x="1987550" y="1651000"/>
          <p14:tracePt t="55183" x="1962150" y="1663700"/>
          <p14:tracePt t="55199" x="1949450" y="1663700"/>
          <p14:tracePt t="55216" x="1936750" y="1651000"/>
          <p14:tracePt t="55234" x="1924050" y="1644650"/>
          <p14:tracePt t="55542" x="1898650" y="1644650"/>
          <p14:tracePt t="55556" x="1847850" y="1644650"/>
          <p14:tracePt t="55564" x="1784350" y="1657350"/>
          <p14:tracePt t="55578" x="1720850" y="1657350"/>
          <p14:tracePt t="55585" x="1657350" y="1657350"/>
          <p14:tracePt t="55601" x="1574800" y="1676400"/>
          <p14:tracePt t="55614" x="1397000" y="1695450"/>
          <p14:tracePt t="55631" x="1308100" y="1708150"/>
          <p14:tracePt t="55648" x="1123950" y="1739900"/>
          <p14:tracePt t="55664" x="1047750" y="1746250"/>
          <p14:tracePt t="55681" x="920750" y="1746250"/>
          <p14:tracePt t="55698" x="863600" y="1746250"/>
          <p14:tracePt t="55714" x="844550" y="1746250"/>
          <p14:tracePt t="55732" x="825500" y="1746250"/>
          <p14:tracePt t="55747" x="819150" y="1746250"/>
          <p14:tracePt t="55787" x="812800" y="1746250"/>
          <p14:tracePt t="55797" x="812800" y="1752600"/>
          <p14:tracePt t="55814" x="812800" y="1758950"/>
          <p14:tracePt t="55831" x="812800" y="1765300"/>
          <p14:tracePt t="55847" x="812800" y="1771650"/>
          <p14:tracePt t="55866" x="812800" y="1778000"/>
          <p14:tracePt t="55886" x="812800" y="1784350"/>
          <p14:tracePt t="56075" x="812800" y="1790700"/>
          <p14:tracePt t="56104" x="819150" y="1790700"/>
          <p14:tracePt t="56139" x="825500" y="1790700"/>
          <p14:tracePt t="56173" x="831850" y="1790700"/>
          <p14:tracePt t="56286" x="838200" y="1790700"/>
          <p14:tracePt t="56300" x="838200" y="1797050"/>
          <p14:tracePt t="56307" x="838200" y="1803400"/>
          <p14:tracePt t="56315" x="844550" y="1803400"/>
          <p14:tracePt t="56329" x="844550" y="1809750"/>
          <p14:tracePt t="56346" x="850900" y="1816100"/>
          <p14:tracePt t="56363" x="857250" y="1822450"/>
          <p14:tracePt t="56378" x="863600" y="1835150"/>
          <p14:tracePt t="56398" x="869950" y="1841500"/>
          <p14:tracePt t="56412" x="876300" y="1854200"/>
          <p14:tracePt t="56428" x="895350" y="1892300"/>
          <p14:tracePt t="56445" x="914400" y="1924050"/>
          <p14:tracePt t="56462" x="971550" y="2000250"/>
          <p14:tracePt t="56478" x="1035050" y="2089150"/>
          <p14:tracePt t="56495" x="1066800" y="2133600"/>
          <p14:tracePt t="56511" x="1130300" y="2222500"/>
          <p14:tracePt t="56528" x="1181100" y="2292350"/>
          <p14:tracePt t="56545" x="1212850" y="2330450"/>
          <p14:tracePt t="56561" x="1225550" y="2343150"/>
          <p14:tracePt t="56578" x="1225550" y="2355850"/>
          <p14:tracePt t="56595" x="1225550" y="2374900"/>
          <p14:tracePt t="56628" x="1238250" y="2374900"/>
          <p14:tracePt t="56645" x="1244600" y="2374900"/>
          <p14:tracePt t="57428" x="1276350" y="2374900"/>
          <p14:tracePt t="57434" x="1320800" y="2374900"/>
          <p14:tracePt t="57449" x="1352550" y="2368550"/>
          <p14:tracePt t="57458" x="1390650" y="2368550"/>
          <p14:tracePt t="57476" x="1416050" y="2362200"/>
          <p14:tracePt t="57492" x="1466850" y="2362200"/>
          <p14:tracePt t="57508" x="1479550" y="2362200"/>
          <p14:tracePt t="57525" x="1511300" y="2374900"/>
          <p14:tracePt t="57528" x="1524000" y="2374900"/>
          <p14:tracePt t="57541" x="1549400" y="2381250"/>
          <p14:tracePt t="57558" x="1549400" y="2387600"/>
          <p14:tracePt t="57575" x="1574800" y="2393950"/>
          <p14:tracePt t="57591" x="1593850" y="2406650"/>
          <p14:tracePt t="57608" x="1606550" y="2413000"/>
          <p14:tracePt t="57624" x="1631950" y="2425700"/>
          <p14:tracePt t="57641" x="1651000" y="2438400"/>
          <p14:tracePt t="57658" x="1663700" y="2444750"/>
          <p14:tracePt t="57674" x="1689100" y="2457450"/>
          <p14:tracePt t="57691" x="1708150" y="2463800"/>
          <p14:tracePt t="57709" x="1714500" y="2470150"/>
          <p14:tracePt t="57724" x="1720850" y="2470150"/>
          <p14:tracePt t="57741" x="1727200" y="2476500"/>
          <p14:tracePt t="57792" x="1733550" y="2482850"/>
          <p14:tracePt t="57820" x="1739900" y="2489200"/>
          <p14:tracePt t="57847" x="1746250" y="2495550"/>
          <p14:tracePt t="57854" x="1752600" y="2501900"/>
          <p14:tracePt t="57897" x="1758950" y="2501900"/>
          <p14:tracePt t="60823" x="1746250" y="2495550"/>
          <p14:tracePt t="60831" x="1708150" y="2470150"/>
          <p14:tracePt t="60844" x="1676400" y="2444750"/>
          <p14:tracePt t="60851" x="1644650" y="2425700"/>
          <p14:tracePt t="60866" x="1612900" y="2419350"/>
          <p14:tracePt t="60880" x="1568450" y="2393950"/>
          <p14:tracePt t="60897" x="1504950" y="2381250"/>
          <p14:tracePt t="60913" x="1466850" y="2362200"/>
          <p14:tracePt t="60929" x="1416050" y="2330450"/>
          <p14:tracePt t="60946" x="1339850" y="2311400"/>
          <p14:tracePt t="60963" x="1282700" y="2286000"/>
          <p14:tracePt t="60979" x="1250950" y="2266950"/>
          <p14:tracePt t="60996" x="1174750" y="2247900"/>
          <p14:tracePt t="61013" x="1149350" y="2235200"/>
          <p14:tracePt t="61030" x="1073150" y="2216150"/>
          <p14:tracePt t="61046" x="1022350" y="2197100"/>
          <p14:tracePt t="61062" x="977900" y="2190750"/>
          <p14:tracePt t="61079" x="965200" y="2184400"/>
          <p14:tracePt t="61096" x="939800" y="2184400"/>
          <p14:tracePt t="61099" x="927100" y="2184400"/>
          <p14:tracePt t="61113" x="914400" y="2184400"/>
          <p14:tracePt t="61128" x="908050" y="2184400"/>
          <p14:tracePt t="61146" x="901700" y="2184400"/>
          <p14:tracePt t="61162" x="895350" y="2184400"/>
          <p14:tracePt t="61179" x="889000" y="2190750"/>
          <p14:tracePt t="61195" x="889000" y="2197100"/>
          <p14:tracePt t="61216" x="889000" y="2203450"/>
          <p14:tracePt t="61293" x="895350" y="2209800"/>
          <p14:tracePt t="61314" x="901700" y="2209800"/>
          <p14:tracePt t="61320" x="908050" y="2209800"/>
          <p14:tracePt t="61342" x="908050" y="2216150"/>
          <p14:tracePt t="61377" x="914400" y="2222500"/>
          <p14:tracePt t="61412" x="914400" y="2228850"/>
          <p14:tracePt t="61433" x="920750" y="2235200"/>
          <p14:tracePt t="61461" x="927100" y="2241550"/>
          <p14:tracePt t="61503" x="933450" y="2241550"/>
          <p14:tracePt t="61524" x="933450" y="2247900"/>
          <p14:tracePt t="61552" x="939800" y="2254250"/>
          <p14:tracePt t="61574" x="946150" y="2260600"/>
          <p14:tracePt t="61595" x="952500" y="2260600"/>
          <p14:tracePt t="61601" x="952500" y="2266950"/>
          <p14:tracePt t="61637" x="952500" y="2273300"/>
          <p14:tracePt t="61664" x="958850" y="2273300"/>
          <p14:tracePt t="61692" x="965200" y="2273300"/>
          <p14:tracePt t="61728" x="971550" y="2279650"/>
          <p14:tracePt t="61742" x="977900" y="2279650"/>
          <p14:tracePt t="61776" x="984250" y="2279650"/>
          <p14:tracePt t="61784" x="984250" y="2286000"/>
          <p14:tracePt t="61805" x="990600" y="2286000"/>
          <p14:tracePt t="61833" x="990600" y="2292350"/>
          <p14:tracePt t="61854" x="996950" y="2292350"/>
          <p14:tracePt t="61882" x="1003300" y="2298700"/>
          <p14:tracePt t="61924" x="1009650" y="2298700"/>
          <p14:tracePt t="62015" x="1016000" y="2298700"/>
          <p14:tracePt t="62064" x="1022350" y="2298700"/>
          <p14:tracePt t="62092" x="1028700" y="2298700"/>
          <p14:tracePt t="62134" x="1028700" y="2292350"/>
          <p14:tracePt t="62253" x="1028700" y="2286000"/>
          <p14:tracePt t="62274" x="1035050" y="2286000"/>
          <p14:tracePt t="62295" x="1041400" y="2286000"/>
          <p14:tracePt t="62338" x="1047750" y="2286000"/>
          <p14:tracePt t="62345" x="1054100" y="2286000"/>
          <p14:tracePt t="62373" x="1060450" y="2286000"/>
          <p14:tracePt t="62394" x="1066800" y="2286000"/>
          <p14:tracePt t="62429" x="1073150" y="2286000"/>
          <p14:tracePt t="62443" x="1079500" y="2286000"/>
          <p14:tracePt t="62485" x="1085850" y="2286000"/>
          <p14:tracePt t="62499" x="1092200" y="2286000"/>
          <p14:tracePt t="62507" x="1098550" y="2286000"/>
          <p14:tracePt t="62534" x="1104900" y="2286000"/>
          <p14:tracePt t="62583" x="1111250" y="2286000"/>
          <p14:tracePt t="62618" x="1111250" y="2279650"/>
          <p14:tracePt t="62625" x="1117600" y="2279650"/>
          <p14:tracePt t="62646" x="1123950" y="2279650"/>
          <p14:tracePt t="62653" x="1130300" y="2279650"/>
          <p14:tracePt t="63426" x="1143000" y="2279650"/>
          <p14:tracePt t="63447" x="1162050" y="2279650"/>
          <p14:tracePt t="63455" x="1168400" y="2279650"/>
          <p14:tracePt t="63468" x="1181100" y="2279650"/>
          <p14:tracePt t="63475" x="1187450" y="2279650"/>
          <p14:tracePt t="63490" x="1193800" y="2279650"/>
          <p14:tracePt t="63504" x="1206500" y="2279650"/>
          <p14:tracePt t="63678" x="1200150" y="2279650"/>
          <p14:tracePt t="63756" x="1193800" y="2279650"/>
          <p14:tracePt t="63798" x="1187450" y="2279650"/>
          <p14:tracePt t="63840" x="1181100" y="2279650"/>
          <p14:tracePt t="63889" x="1174750" y="2279650"/>
          <p14:tracePt t="63938" x="1174750" y="2273300"/>
          <p14:tracePt t="63945" x="1168400" y="2273300"/>
          <p14:tracePt t="63966" x="1162050" y="2273300"/>
          <p14:tracePt t="63987" x="1155700" y="2266950"/>
          <p14:tracePt t="64008" x="1149350" y="2260600"/>
          <p14:tracePt t="64015" x="1143000" y="2254250"/>
          <p14:tracePt t="64037" x="1136650" y="2254250"/>
          <p14:tracePt t="64050" x="1136650" y="2247900"/>
          <p14:tracePt t="64106" x="1130300" y="2247900"/>
          <p14:tracePt t="64141" x="1123950" y="2241550"/>
          <p14:tracePt t="64176" x="1117600" y="2235200"/>
          <p14:tracePt t="64211" x="1111250" y="2228850"/>
          <p14:tracePt t="64225" x="1111250" y="2222500"/>
          <p14:tracePt t="64246" x="1111250" y="2216150"/>
          <p14:tracePt t="64282" x="1111250" y="2209800"/>
          <p14:tracePt t="64681" x="1111250" y="2203450"/>
          <p14:tracePt t="64715" x="1111250" y="2197100"/>
          <p14:tracePt t="64779" x="1111250" y="2190750"/>
          <p14:tracePt t="65018" x="1117600" y="2190750"/>
          <p14:tracePt t="65039" x="1123950" y="2190750"/>
          <p14:tracePt t="65059" x="1136650" y="2190750"/>
          <p14:tracePt t="65087" x="1143000" y="2190750"/>
          <p14:tracePt t="65102" x="1149350" y="2190750"/>
          <p14:tracePt t="65108" x="1155700" y="2190750"/>
          <p14:tracePt t="65130" x="1162050" y="2190750"/>
          <p14:tracePt t="65137" x="1168400" y="2197100"/>
          <p14:tracePt t="65158" x="1174750" y="2197100"/>
          <p14:tracePt t="65171" x="1181100" y="2197100"/>
          <p14:tracePt t="65181" x="1193800" y="2203450"/>
          <p14:tracePt t="65198" x="1206500" y="2203450"/>
          <p14:tracePt t="65215" x="1238250" y="2209800"/>
          <p14:tracePt t="65231" x="1282700" y="2216150"/>
          <p14:tracePt t="65248" x="1301750" y="2216150"/>
          <p14:tracePt t="65264" x="1339850" y="2222500"/>
          <p14:tracePt t="65281" x="1377950" y="2235200"/>
          <p14:tracePt t="65298" x="1409700" y="2241550"/>
          <p14:tracePt t="65314" x="1416050" y="2247900"/>
          <p14:tracePt t="65331" x="1428750" y="2254250"/>
          <p14:tracePt t="65348" x="1435100" y="2260600"/>
          <p14:tracePt t="65381" x="1441450" y="2266950"/>
          <p14:tracePt t="65397" x="1447800" y="2273300"/>
          <p14:tracePt t="65414" x="1454150" y="2273300"/>
          <p14:tracePt t="65452" x="1454150" y="2279650"/>
          <p14:tracePt t="65472" x="1460500" y="2279650"/>
          <p14:tracePt t="65481" x="1466850" y="2279650"/>
          <p14:tracePt t="65487" x="1466850" y="2286000"/>
          <p14:tracePt t="65508" x="1473200" y="2292350"/>
          <p14:tracePt t="65557" x="1473200" y="2298700"/>
          <p14:tracePt t="65577" x="1479550" y="2298700"/>
          <p14:tracePt t="65599" x="1485900" y="2305050"/>
          <p14:tracePt t="65614" x="1492250" y="2305050"/>
          <p14:tracePt t="65627" x="1498600" y="2305050"/>
          <p14:tracePt t="65648" x="1504950" y="2305050"/>
          <p14:tracePt t="65669" x="1511300" y="2305050"/>
          <p14:tracePt t="65718" x="1517650" y="2305050"/>
          <p14:tracePt t="65739" x="1524000" y="2305050"/>
          <p14:tracePt t="65760" x="1530350" y="2305050"/>
          <p14:tracePt t="65788" x="1536700" y="2305050"/>
          <p14:tracePt t="65803" x="1543050" y="2305050"/>
          <p14:tracePt t="65823" x="1549400" y="2305050"/>
          <p14:tracePt t="65831" x="1555750" y="2305050"/>
          <p14:tracePt t="65852" x="1568450" y="2305050"/>
          <p14:tracePt t="65859" x="1581150" y="2305050"/>
          <p14:tracePt t="65873" x="1593850" y="2305050"/>
          <p14:tracePt t="65882" x="1606550" y="2305050"/>
          <p14:tracePt t="65895" x="1631950" y="2305050"/>
          <p14:tracePt t="65912" x="1676400" y="2305050"/>
          <p14:tracePt t="65929" x="1714500" y="2298700"/>
          <p14:tracePt t="65945" x="1733550" y="2298700"/>
          <p14:tracePt t="65962" x="1758950" y="2298700"/>
          <p14:tracePt t="65979" x="1790700" y="2292350"/>
          <p14:tracePt t="66012" x="1803400" y="2292350"/>
          <p14:tracePt t="66028" x="1809750" y="2292350"/>
          <p14:tracePt t="66048" x="1809750" y="2286000"/>
          <p14:tracePt t="66118" x="1809750" y="2279650"/>
          <p14:tracePt t="66132" x="1803400" y="2279650"/>
          <p14:tracePt t="66153" x="1790700" y="2273300"/>
          <p14:tracePt t="66160" x="1784350" y="2273300"/>
          <p14:tracePt t="66174" x="1771650" y="2273300"/>
          <p14:tracePt t="66181" x="1752600" y="2273300"/>
          <p14:tracePt t="66195" x="1727200" y="2266950"/>
          <p14:tracePt t="66211" x="1670050" y="2266950"/>
          <p14:tracePt t="66228" x="1631950" y="2266950"/>
          <p14:tracePt t="66245" x="1555750" y="2266950"/>
          <p14:tracePt t="66261" x="1485900" y="2266950"/>
          <p14:tracePt t="66278" x="1447800" y="2266950"/>
          <p14:tracePt t="66294" x="1397000" y="2279650"/>
          <p14:tracePt t="66311" x="1384300" y="2279650"/>
          <p14:tracePt t="66328" x="1365250" y="2286000"/>
          <p14:tracePt t="66361" x="1358900" y="2286000"/>
          <p14:tracePt t="66392" x="1365250" y="2286000"/>
          <p14:tracePt t="66398" x="1377950" y="2286000"/>
          <p14:tracePt t="66414" x="1390650" y="2286000"/>
          <p14:tracePt t="66427" x="1403350" y="2286000"/>
          <p14:tracePt t="66444" x="1428750" y="2286000"/>
          <p14:tracePt t="66461" x="1447800" y="2286000"/>
          <p14:tracePt t="66477" x="1511300" y="2286000"/>
          <p14:tracePt t="66494" x="1581150" y="2286000"/>
          <p14:tracePt t="66511" x="1663700" y="2266950"/>
          <p14:tracePt t="66527" x="1701800" y="2266950"/>
          <p14:tracePt t="66543" x="1752600" y="2260600"/>
          <p14:tracePt t="66560" x="1778000" y="2254250"/>
          <p14:tracePt t="66576" x="1790700" y="2247900"/>
          <p14:tracePt t="66610" x="1797050" y="2247900"/>
          <p14:tracePt t="66630" x="1797050" y="2241550"/>
          <p14:tracePt t="66646" x="1790700" y="2241550"/>
          <p14:tracePt t="66660" x="1784350" y="2241550"/>
          <p14:tracePt t="66676" x="1771650" y="2241550"/>
          <p14:tracePt t="66694" x="1746250" y="2241550"/>
          <p14:tracePt t="66709" x="1733550" y="2241550"/>
          <p14:tracePt t="66726" x="1701800" y="2241550"/>
          <p14:tracePt t="66743" x="1651000" y="2254250"/>
          <p14:tracePt t="66760" x="1619250" y="2254250"/>
          <p14:tracePt t="66778" x="1574800" y="2260600"/>
          <p14:tracePt t="66793" x="1524000" y="2260600"/>
          <p14:tracePt t="66809" x="1511300" y="2260600"/>
          <p14:tracePt t="66826" x="1492250" y="2260600"/>
          <p14:tracePt t="66842" x="1479550" y="2260600"/>
          <p14:tracePt t="66932" x="1485900" y="2266950"/>
          <p14:tracePt t="66945" x="1492250" y="2266950"/>
          <p14:tracePt t="66952" x="1498600" y="2266950"/>
          <p14:tracePt t="66961" x="1504950" y="2266950"/>
          <p14:tracePt t="66976" x="1517650" y="2266950"/>
          <p14:tracePt t="66992" x="1524000" y="2266950"/>
          <p14:tracePt t="67009" x="1562100" y="2266950"/>
          <p14:tracePt t="67026" x="1606550" y="2266950"/>
          <p14:tracePt t="67042" x="1638300" y="2266950"/>
          <p14:tracePt t="67058" x="1689100" y="2260600"/>
          <p14:tracePt t="67075" x="1720850" y="2247900"/>
          <p14:tracePt t="67092" x="1733550" y="2247900"/>
          <p14:tracePt t="67108" x="1746250" y="2241550"/>
          <p14:tracePt t="67125" x="1746250" y="2235200"/>
          <p14:tracePt t="67170" x="1739900" y="2228850"/>
          <p14:tracePt t="67184" x="1733550" y="2222500"/>
          <p14:tracePt t="67198" x="1727200" y="2209800"/>
          <p14:tracePt t="67212" x="1727200" y="2203450"/>
          <p14:tracePt t="68194" x="1733550" y="2203450"/>
          <p14:tracePt t="68201" x="1752600" y="2197100"/>
          <p14:tracePt t="68215" x="1784350" y="2190750"/>
          <p14:tracePt t="68224" x="1828800" y="2171700"/>
          <p14:tracePt t="68237" x="1866900" y="2159000"/>
          <p14:tracePt t="68254" x="1968500" y="2120900"/>
          <p14:tracePt t="68271" x="2057400" y="2076450"/>
          <p14:tracePt t="68287" x="2095500" y="2057400"/>
          <p14:tracePt t="68304" x="2152650" y="2032000"/>
          <p14:tracePt t="68321" x="2311400" y="1949450"/>
          <p14:tracePt t="68337" x="2368550" y="1924050"/>
          <p14:tracePt t="68354" x="2413000" y="1885950"/>
          <p14:tracePt t="68370" x="2514600" y="1809750"/>
          <p14:tracePt t="68387" x="2609850" y="1727200"/>
          <p14:tracePt t="68404" x="2667000" y="1644650"/>
          <p14:tracePt t="68420" x="2692400" y="1612900"/>
          <p14:tracePt t="68437" x="2730500" y="1581150"/>
          <p14:tracePt t="68454" x="2743200" y="1562100"/>
          <p14:tracePt t="68487" x="2749550" y="1555750"/>
          <p14:tracePt t="68565" x="2749550" y="1549400"/>
          <p14:tracePt t="68572" x="2749550" y="1543050"/>
          <p14:tracePt t="68593" x="2755900" y="1536700"/>
          <p14:tracePt t="68603" x="2762250" y="1530350"/>
          <p14:tracePt t="68619" x="2768600" y="1524000"/>
          <p14:tracePt t="68636" x="2774950" y="1511300"/>
          <p14:tracePt t="68653" x="2781300" y="1504950"/>
          <p14:tracePt t="68670" x="2787650" y="1492250"/>
          <p14:tracePt t="68692" x="2794000" y="1485900"/>
          <p14:tracePt t="68706" x="2800350" y="1485900"/>
          <p14:tracePt t="68734" x="2806700" y="1479550"/>
          <p14:tracePt t="68740" x="2806700" y="1473200"/>
          <p14:tracePt t="68762" x="2806700" y="1466850"/>
          <p14:tracePt t="68783" x="2813050" y="1466850"/>
          <p14:tracePt t="68804" x="2819400" y="1460500"/>
          <p14:tracePt t="68832" x="2825750" y="1454150"/>
          <p14:tracePt t="68874" x="2825750" y="1447800"/>
          <p14:tracePt t="68902" x="2832100" y="1441450"/>
          <p14:tracePt t="68937" x="2832100" y="1435100"/>
          <p14:tracePt t="68965" x="2838450" y="1428750"/>
          <p14:tracePt t="68971" x="2844800" y="1428750"/>
          <p14:tracePt t="68993" x="2844800" y="1422400"/>
          <p14:tracePt t="69014" x="2851150" y="1422400"/>
          <p14:tracePt t="69055" x="2857500" y="1422400"/>
          <p14:tracePt t="69105" x="2857500" y="1416050"/>
          <p14:tracePt t="69392" x="2832100" y="1428750"/>
          <p14:tracePt t="69407" x="2813050" y="1447800"/>
          <p14:tracePt t="69414" x="2768600" y="1485900"/>
          <p14:tracePt t="69428" x="2711450" y="1536700"/>
          <p14:tracePt t="69436" x="2622550" y="1606550"/>
          <p14:tracePt t="69450" x="2552700" y="1682750"/>
          <p14:tracePt t="69467" x="2374900" y="1847850"/>
          <p14:tracePt t="69484" x="2197100" y="2006600"/>
          <p14:tracePt t="69500" x="2120900" y="2076450"/>
          <p14:tracePt t="69516" x="1993900" y="2178050"/>
          <p14:tracePt t="69534" x="1892300" y="2241550"/>
          <p14:tracePt t="69550" x="1847850" y="2260600"/>
          <p14:tracePt t="69567" x="1816100" y="2273300"/>
          <p14:tracePt t="69583" x="1746250" y="2305050"/>
          <p14:tracePt t="69600" x="1727200" y="2311400"/>
          <p14:tracePt t="69617" x="1708150" y="2317750"/>
          <p14:tracePt t="69633" x="1701800" y="2317750"/>
          <p14:tracePt t="69649" x="1695450" y="2317750"/>
          <p14:tracePt t="69898" x="1689100" y="2311400"/>
          <p14:tracePt t="69953" x="1689100" y="2305050"/>
          <p14:tracePt t="69974" x="1689100" y="2298700"/>
          <p14:tracePt t="69996" x="1682750" y="2292350"/>
          <p14:tracePt t="70023" x="1676400" y="2286000"/>
          <p14:tracePt t="70066" x="1676400" y="2279650"/>
          <p14:tracePt t="70633" x="1689100" y="2279650"/>
          <p14:tracePt t="70647" x="1720850" y="2279650"/>
          <p14:tracePt t="70655" x="1746250" y="2279650"/>
          <p14:tracePt t="70668" x="1797050" y="2279650"/>
          <p14:tracePt t="70679" x="1873250" y="2273300"/>
          <p14:tracePt t="70697" x="1962150" y="2273300"/>
          <p14:tracePt t="70712" x="2203450" y="2260600"/>
          <p14:tracePt t="70729" x="2501900" y="2260600"/>
          <p14:tracePt t="70747" x="2895600" y="2247900"/>
          <p14:tracePt t="70763" x="3105150" y="2247900"/>
          <p14:tracePt t="70779" x="3556000" y="2254250"/>
          <p14:tracePt t="70796" x="3898900" y="2254250"/>
          <p14:tracePt t="70812" x="4038600" y="2254250"/>
          <p14:tracePt t="70829" x="4165600" y="2241550"/>
          <p14:tracePt t="70845" x="4470400" y="2222500"/>
          <p14:tracePt t="70862" x="4540250" y="2209800"/>
          <p14:tracePt t="70879" x="4641850" y="2203450"/>
          <p14:tracePt t="70895" x="4667250" y="2197100"/>
          <p14:tracePt t="70912" x="4699000" y="2197100"/>
          <p14:tracePt t="70929" x="4705350" y="2190750"/>
          <p14:tracePt t="70970" x="4692650" y="2184400"/>
          <p14:tracePt t="70977" x="4667250" y="2184400"/>
          <p14:tracePt t="70984" x="4648200" y="2178050"/>
          <p14:tracePt t="70998" x="4610100" y="2171700"/>
          <p14:tracePt t="71012" x="4546600" y="2159000"/>
          <p14:tracePt t="71028" x="4400550" y="2127250"/>
          <p14:tracePt t="71044" x="4311650" y="2120900"/>
          <p14:tracePt t="71061" x="4089400" y="2089150"/>
          <p14:tracePt t="71078" x="3822700" y="2070100"/>
          <p14:tracePt t="71094" x="3695700" y="2070100"/>
          <p14:tracePt t="71111" x="3448050" y="2082800"/>
          <p14:tracePt t="71127" x="3194050" y="2101850"/>
          <p14:tracePt t="71144" x="3079750" y="2114550"/>
          <p14:tracePt t="71161" x="2844800" y="2165350"/>
          <p14:tracePt t="71177" x="2743200" y="2197100"/>
          <p14:tracePt t="71195" x="2508250" y="2247900"/>
          <p14:tracePt t="71211" x="2425700" y="2241550"/>
          <p14:tracePt t="71227" x="2387600" y="2241550"/>
          <p14:tracePt t="71244" x="2317750" y="2228850"/>
          <p14:tracePt t="71260" x="2286000" y="2216150"/>
          <p14:tracePt t="71277" x="2260600" y="2203450"/>
          <p14:tracePt t="71294" x="2228850" y="2190750"/>
          <p14:tracePt t="71310" x="2197100" y="2178050"/>
          <p14:tracePt t="71327" x="2146300" y="2171700"/>
          <p14:tracePt t="71344" x="2127250" y="2165350"/>
          <p14:tracePt t="71360" x="2057400" y="2159000"/>
          <p14:tracePt t="71377" x="2006600" y="2152650"/>
          <p14:tracePt t="71394" x="1993900" y="2146300"/>
          <p14:tracePt t="71410" x="1955800" y="2139950"/>
          <p14:tracePt t="71427" x="1917700" y="2133600"/>
          <p14:tracePt t="71443" x="1905000" y="2127250"/>
          <p14:tracePt t="71461" x="1879600" y="2114550"/>
          <p14:tracePt t="71476" x="1854200" y="2089150"/>
          <p14:tracePt t="71493" x="1841500" y="2082800"/>
          <p14:tracePt t="71510" x="1816100" y="2076450"/>
          <p14:tracePt t="71526" x="1797050" y="2076450"/>
          <p14:tracePt t="71543" x="1771650" y="2070100"/>
          <p14:tracePt t="71560" x="1746250" y="2070100"/>
          <p14:tracePt t="71576" x="1739900" y="2070100"/>
          <p14:tracePt t="71593" x="1727200" y="2070100"/>
          <p14:tracePt t="71609" x="1714500" y="2070100"/>
          <p14:tracePt t="71643" x="1708150" y="2070100"/>
          <p14:tracePt t="71659" x="1701800" y="2070100"/>
          <p14:tracePt t="71679" x="1695450" y="2070100"/>
          <p14:tracePt t="71714" x="1689100" y="2063750"/>
          <p14:tracePt t="72245" x="1689100" y="2070100"/>
          <p14:tracePt t="72301" x="1689100" y="2076450"/>
          <p14:tracePt t="72329" x="1695450" y="2076450"/>
          <p14:tracePt t="72336" x="1701800" y="2070100"/>
          <p14:tracePt t="72350" x="1714500" y="2063750"/>
          <p14:tracePt t="72359" x="1720850" y="2063750"/>
          <p14:tracePt t="72373" x="1733550" y="2057400"/>
          <p14:tracePt t="72390" x="1752600" y="2044700"/>
          <p14:tracePt t="72407" x="1790700" y="2012950"/>
          <p14:tracePt t="72423" x="1866900" y="1962150"/>
          <p14:tracePt t="72440" x="1911350" y="1924050"/>
          <p14:tracePt t="72456" x="2012950" y="1860550"/>
          <p14:tracePt t="72473" x="2114550" y="1778000"/>
          <p14:tracePt t="72490" x="2228850" y="1708150"/>
          <p14:tracePt t="72506" x="2286000" y="1682750"/>
          <p14:tracePt t="72523" x="2374900" y="1625600"/>
          <p14:tracePt t="72540" x="2476500" y="1562100"/>
          <p14:tracePt t="72556" x="2520950" y="1536700"/>
          <p14:tracePt t="72573" x="2597150" y="1485900"/>
          <p14:tracePt t="72589" x="2635250" y="1447800"/>
          <p14:tracePt t="72606" x="2641600" y="1435100"/>
          <p14:tracePt t="72622" x="2654300" y="1428750"/>
          <p14:tracePt t="72639" x="2660650" y="1416050"/>
          <p14:tracePt t="72675" x="2667000" y="1416050"/>
          <p14:tracePt t="72721" x="2667000" y="1409700"/>
          <p14:tracePt t="72869" x="2660650" y="1409700"/>
          <p14:tracePt t="72890" x="2654300" y="1409700"/>
          <p14:tracePt t="72905" x="2647950" y="1409700"/>
          <p14:tracePt t="72910" x="2641600" y="1409700"/>
          <p14:tracePt t="72932" x="2635250" y="1409700"/>
          <p14:tracePt t="72940" x="2628900" y="1409700"/>
          <p14:tracePt t="72974" x="2622550" y="1409700"/>
          <p14:tracePt t="72981" x="2616200" y="1409700"/>
          <p14:tracePt t="72990" x="2609850" y="1409700"/>
          <p14:tracePt t="73004" x="2597150" y="1409700"/>
          <p14:tracePt t="73021" x="2584450" y="1403350"/>
          <p14:tracePt t="73038" x="2546350" y="1403350"/>
          <p14:tracePt t="73054" x="2501900" y="1403350"/>
          <p14:tracePt t="73072" x="2482850" y="1397000"/>
          <p14:tracePt t="73088" x="2444750" y="1390650"/>
          <p14:tracePt t="73104" x="2419350" y="1390650"/>
          <p14:tracePt t="73121" x="2419350" y="1377950"/>
          <p14:tracePt t="73154" x="2425700" y="1377950"/>
          <p14:tracePt t="73171" x="2457450" y="1377950"/>
          <p14:tracePt t="73187" x="2482850" y="1377950"/>
          <p14:tracePt t="73204" x="2540000" y="1377950"/>
          <p14:tracePt t="73220" x="2628900" y="1377950"/>
          <p14:tracePt t="73237" x="2679700" y="1377950"/>
          <p14:tracePt t="73254" x="2730500" y="1377950"/>
          <p14:tracePt t="73270" x="2800350" y="1377950"/>
          <p14:tracePt t="73287" x="2825750" y="1377950"/>
          <p14:tracePt t="73304" x="2857500" y="1377950"/>
          <p14:tracePt t="73320" x="2863850" y="1371600"/>
          <p14:tracePt t="73337" x="2876550" y="1371600"/>
          <p14:tracePt t="73353" x="2882900" y="1365250"/>
          <p14:tracePt t="73370" x="2889250" y="1365250"/>
          <p14:tracePt t="73444" x="2889250" y="1371600"/>
          <p14:tracePt t="73451" x="2882900" y="1371600"/>
          <p14:tracePt t="73465" x="2876550" y="1377950"/>
          <p14:tracePt t="73472" x="2870200" y="1384300"/>
          <p14:tracePt t="73486" x="2857500" y="1397000"/>
          <p14:tracePt t="73503" x="2806700" y="1441450"/>
          <p14:tracePt t="73519" x="2762250" y="1473200"/>
          <p14:tracePt t="73536" x="2635250" y="1562100"/>
          <p14:tracePt t="73552" x="2476500" y="1682750"/>
          <p14:tracePt t="73570" x="2381250" y="1758950"/>
          <p14:tracePt t="73586" x="2203450" y="1911350"/>
          <p14:tracePt t="73603" x="2025650" y="2051050"/>
          <p14:tracePt t="73619" x="1898650" y="2146300"/>
          <p14:tracePt t="73636" x="1854200" y="2178050"/>
          <p14:tracePt t="73652" x="1809750" y="2197100"/>
          <p14:tracePt t="73669" x="1790700" y="2209800"/>
          <p14:tracePt t="73685" x="1784350" y="2216150"/>
          <p14:tracePt t="73702" x="1778000" y="2216150"/>
          <p14:tracePt t="73753" x="1771650" y="2216150"/>
          <p14:tracePt t="73759" x="1771650" y="2209800"/>
          <p14:tracePt t="73773" x="1765300" y="2203450"/>
          <p14:tracePt t="73785" x="1758950" y="2203450"/>
          <p14:tracePt t="73802" x="1739900" y="2190750"/>
          <p14:tracePt t="73818" x="1727200" y="2184400"/>
          <p14:tracePt t="73835" x="1695450" y="2171700"/>
          <p14:tracePt t="73852" x="1644650" y="2159000"/>
          <p14:tracePt t="73868" x="1625600" y="2146300"/>
          <p14:tracePt t="73885" x="1574800" y="2133600"/>
          <p14:tracePt t="73901" x="1517650" y="2120900"/>
          <p14:tracePt t="73918" x="1485900" y="2114550"/>
          <p14:tracePt t="73935" x="1435100" y="2108200"/>
          <p14:tracePt t="73951" x="1384300" y="2089150"/>
          <p14:tracePt t="73968" x="1365250" y="2089150"/>
          <p14:tracePt t="73985" x="1333500" y="2089150"/>
          <p14:tracePt t="74001" x="1308100" y="2089150"/>
          <p14:tracePt t="74020" x="1282700" y="2089150"/>
          <p14:tracePt t="74034" x="1270000" y="2089150"/>
          <p14:tracePt t="74050" x="1257300" y="2095500"/>
          <p14:tracePt t="74068" x="1244600" y="2101850"/>
          <p14:tracePt t="74084" x="1238250" y="2108200"/>
          <p14:tracePt t="74117" x="1231900" y="2114550"/>
          <p14:tracePt t="74173" x="1231900" y="2120900"/>
          <p14:tracePt t="74243" x="1238250" y="2120900"/>
          <p14:tracePt t="74251" x="1244600" y="2120900"/>
          <p14:tracePt t="74264" x="1250950" y="2127250"/>
          <p14:tracePt t="74271" x="1270000" y="2127250"/>
          <p14:tracePt t="74283" x="1289050" y="2133600"/>
          <p14:tracePt t="74300" x="1371600" y="2152650"/>
          <p14:tracePt t="74316" x="1422400" y="2159000"/>
          <p14:tracePt t="74334" x="1492250" y="2171700"/>
          <p14:tracePt t="74350" x="1670050" y="2190750"/>
          <p14:tracePt t="74366" x="1727200" y="2197100"/>
          <p14:tracePt t="74384" x="1784350" y="2203450"/>
          <p14:tracePt t="74399" x="1797050" y="2209800"/>
          <p14:tracePt t="74416" x="1822450" y="2209800"/>
          <p14:tracePt t="74433" x="1828800" y="2209800"/>
          <p14:tracePt t="74545" x="1828800" y="2203450"/>
          <p14:tracePt t="74551" x="1828800" y="2197100"/>
          <p14:tracePt t="74572" x="1835150" y="2197100"/>
          <p14:tracePt t="74582" x="1841500" y="2197100"/>
          <p14:tracePt t="75114" x="1841500" y="2184400"/>
          <p14:tracePt t="75121" x="1847850" y="2165350"/>
          <p14:tracePt t="75136" x="1854200" y="2139950"/>
          <p14:tracePt t="75146" x="1860550" y="2120900"/>
          <p14:tracePt t="75164" x="1879600" y="2070100"/>
          <p14:tracePt t="75181" x="1879600" y="2032000"/>
          <p14:tracePt t="75197" x="1885950" y="1949450"/>
          <p14:tracePt t="75214" x="1892300" y="1847850"/>
          <p14:tracePt t="75230" x="1892300" y="1784350"/>
          <p14:tracePt t="75247" x="1892300" y="1663700"/>
          <p14:tracePt t="75264" x="1885950" y="1562100"/>
          <p14:tracePt t="75281" x="1879600" y="1530350"/>
          <p14:tracePt t="75297" x="1866900" y="1479550"/>
          <p14:tracePt t="75313" x="1860550" y="1441450"/>
          <p14:tracePt t="75330" x="1860550" y="1428750"/>
          <p14:tracePt t="75346" x="1854200" y="1384300"/>
          <p14:tracePt t="75363" x="1854200" y="1371600"/>
          <p14:tracePt t="75379" x="1854200" y="1358900"/>
          <p14:tracePt t="75396" x="1854200" y="1352550"/>
          <p14:tracePt t="75413" x="1854200" y="1346200"/>
          <p14:tracePt t="75430" x="1854200" y="1327150"/>
          <p14:tracePt t="75446" x="1854200" y="1314450"/>
          <p14:tracePt t="75479" x="1854200" y="1308100"/>
          <p14:tracePt t="75514" x="1854200" y="1301750"/>
          <p14:tracePt t="75535" x="1854200" y="1295400"/>
          <p14:tracePt t="75563" x="1854200" y="1289050"/>
          <p14:tracePt t="75584" x="1854200" y="1282700"/>
          <p14:tracePt t="75605" x="1854200" y="1276350"/>
          <p14:tracePt t="75654" x="1854200" y="1270000"/>
          <p14:tracePt t="75675" x="1854200" y="1263650"/>
          <p14:tracePt t="75682" x="1860550" y="1263650"/>
          <p14:tracePt t="75703" x="1860550" y="1257300"/>
          <p14:tracePt t="75724" x="1860550" y="1250950"/>
          <p14:tracePt t="75746" x="1860550" y="1244600"/>
          <p14:tracePt t="75774" x="1860550" y="1238250"/>
          <p14:tracePt t="76554" x="1866900" y="1238250"/>
          <p14:tracePt t="76575" x="1879600" y="1238250"/>
          <p14:tracePt t="76610" x="1885950" y="1238250"/>
          <p14:tracePt t="76617" x="1898650" y="1238250"/>
          <p14:tracePt t="76625" x="1911350" y="1238250"/>
          <p14:tracePt t="76641" x="1924050" y="1238250"/>
          <p14:tracePt t="76659" x="1962150" y="1238250"/>
          <p14:tracePt t="76675" x="1993900" y="1238250"/>
          <p14:tracePt t="76692" x="2044700" y="1244600"/>
          <p14:tracePt t="76709" x="2082800" y="1257300"/>
          <p14:tracePt t="76725" x="2095500" y="1263650"/>
          <p14:tracePt t="76741" x="2120900" y="1270000"/>
          <p14:tracePt t="76758" x="2133600" y="1270000"/>
          <p14:tracePt t="76775" x="2139950" y="1270000"/>
          <p14:tracePt t="76792" x="2146300" y="1270000"/>
          <p14:tracePt t="76820" x="2152650" y="1276350"/>
          <p14:tracePt t="77129" x="2159000" y="1282700"/>
          <p14:tracePt t="77136" x="2171700" y="1282700"/>
          <p14:tracePt t="77150" x="2178050" y="1282700"/>
          <p14:tracePt t="77159" x="2184400" y="1282700"/>
          <p14:tracePt t="77173" x="2197100" y="1289050"/>
          <p14:tracePt t="77190" x="2235200" y="1289050"/>
          <p14:tracePt t="77207" x="2292350" y="1295400"/>
          <p14:tracePt t="77223" x="2343150" y="1301750"/>
          <p14:tracePt t="77240" x="2393950" y="1301750"/>
          <p14:tracePt t="77256" x="2641600" y="1289050"/>
          <p14:tracePt t="77273" x="2730500" y="1270000"/>
          <p14:tracePt t="77290" x="2933700" y="1238250"/>
          <p14:tracePt t="77306" x="3022600" y="1225550"/>
          <p14:tracePt t="77310" x="3117850" y="1219200"/>
          <p14:tracePt t="77323" x="3206750" y="1206500"/>
          <p14:tracePt t="77339" x="3359150" y="1187450"/>
          <p14:tracePt t="77356" x="3429000" y="1168400"/>
          <p14:tracePt t="77373" x="3549650" y="1149350"/>
          <p14:tracePt t="77389" x="3625850" y="1149350"/>
          <p14:tracePt t="77405" x="3651250" y="1149350"/>
          <p14:tracePt t="77423" x="3695700" y="1143000"/>
          <p14:tracePt t="77439" x="3746500" y="1143000"/>
          <p14:tracePt t="77456" x="3759200" y="1136650"/>
          <p14:tracePt t="77473" x="3790950" y="1136650"/>
          <p14:tracePt t="77489" x="3822700" y="1136650"/>
          <p14:tracePt t="77505" x="3848100" y="1136650"/>
          <p14:tracePt t="77523" x="3892550" y="1130300"/>
          <p14:tracePt t="77539" x="3930650" y="1130300"/>
          <p14:tracePt t="77556" x="3956050" y="1130300"/>
          <p14:tracePt t="77572" x="3994150" y="1123950"/>
          <p14:tracePt t="77588" x="4006850" y="1123950"/>
          <p14:tracePt t="77606" x="4070350" y="1123950"/>
          <p14:tracePt t="77622" x="4076700" y="1123950"/>
          <p14:tracePt t="77638" x="4089400" y="1123950"/>
          <p14:tracePt t="77655" x="4108450" y="1123950"/>
          <p14:tracePt t="77672" x="4121150" y="1123950"/>
          <p14:tracePt t="77688" x="4127500" y="1123950"/>
          <p14:tracePt t="77815" x="4133850" y="1123950"/>
          <p14:tracePt t="77837" x="4140200" y="1123950"/>
          <p14:tracePt t="77851" x="4146550" y="1123950"/>
          <p14:tracePt t="77858" x="4152900" y="1123950"/>
          <p14:tracePt t="77873" x="4159250" y="1123950"/>
          <p14:tracePt t="77887" x="4184650" y="1130300"/>
          <p14:tracePt t="77904" x="4197350" y="1136650"/>
          <p14:tracePt t="77922" x="4267200" y="1149350"/>
          <p14:tracePt t="77937" x="4305300" y="1162050"/>
          <p14:tracePt t="77954" x="4425950" y="1187450"/>
          <p14:tracePt t="77971" x="4546600" y="1206500"/>
          <p14:tracePt t="77987" x="4610100" y="1225550"/>
          <p14:tracePt t="78004" x="4718050" y="1244600"/>
          <p14:tracePt t="78020" x="4787900" y="1257300"/>
          <p14:tracePt t="78037" x="4832350" y="1263650"/>
          <p14:tracePt t="78054" x="4895850" y="1289050"/>
          <p14:tracePt t="78070" x="4927600" y="1301750"/>
          <p14:tracePt t="78087" x="4940300" y="1308100"/>
          <p14:tracePt t="78104" x="4965700" y="1314450"/>
          <p14:tracePt t="78120" x="4978400" y="1314450"/>
          <p14:tracePt t="78137" x="4978400" y="1320800"/>
          <p14:tracePt t="78170" x="4984750" y="1320800"/>
          <p14:tracePt t="78272" x="4991100" y="1320800"/>
          <p14:tracePt t="78391" x="4997450" y="1320800"/>
          <p14:tracePt t="78433" x="4997450" y="1314450"/>
          <p14:tracePt t="78783" x="4991100" y="1314450"/>
          <p14:tracePt t="78790" x="4972050" y="1308100"/>
          <p14:tracePt t="78800" x="4940300" y="1308100"/>
          <p14:tracePt t="78819" x="4851400" y="1301750"/>
          <p14:tracePt t="78834" x="4775200" y="1295400"/>
          <p14:tracePt t="78851" x="4686300" y="1295400"/>
          <p14:tracePt t="78868" x="4356100" y="1282700"/>
          <p14:tracePt t="78884" x="4229100" y="1282700"/>
          <p14:tracePt t="78902" x="4013200" y="1282700"/>
          <p14:tracePt t="78917" x="3911600" y="1282700"/>
          <p14:tracePt t="78935" x="3746500" y="1282700"/>
          <p14:tracePt t="78951" x="3695700" y="1282700"/>
          <p14:tracePt t="78967" x="3638550" y="1282700"/>
          <p14:tracePt t="78984" x="3606800" y="1282700"/>
          <p14:tracePt t="79001" x="3594100" y="1282700"/>
          <p14:tracePt t="79017" x="3587750" y="1289050"/>
          <p14:tracePt t="79034" x="3575050" y="1295400"/>
          <p14:tracePt t="79050" x="3562350" y="1301750"/>
          <p14:tracePt t="79067" x="3556000" y="1301750"/>
          <p14:tracePt t="79083" x="3536950" y="1301750"/>
          <p14:tracePt t="79100" x="3524250" y="1301750"/>
          <p14:tracePt t="79116" x="3524250" y="1308100"/>
          <p14:tracePt t="79134" x="3511550" y="1308100"/>
          <p14:tracePt t="79150" x="3492500" y="1314450"/>
          <p14:tracePt t="79166" x="3492500" y="1320800"/>
          <p14:tracePt t="79183" x="3473450" y="1339850"/>
          <p14:tracePt t="79202" x="3460750" y="1352550"/>
          <p14:tracePt t="79216" x="3416300" y="1416050"/>
          <p14:tracePt t="79234" x="3321050" y="1511300"/>
          <p14:tracePt t="79249" x="3251200" y="1581150"/>
          <p14:tracePt t="79266" x="3079750" y="1752600"/>
          <p14:tracePt t="79283" x="2825750" y="1968500"/>
          <p14:tracePt t="79299" x="2667000" y="2089150"/>
          <p14:tracePt t="79316" x="2355850" y="2279650"/>
          <p14:tracePt t="79333" x="2095500" y="2406650"/>
          <p14:tracePt t="79349" x="1974850" y="2451100"/>
          <p14:tracePt t="79366" x="1746250" y="2514600"/>
          <p14:tracePt t="79382" x="1562100" y="2552700"/>
          <p14:tracePt t="79399" x="1492250" y="2571750"/>
          <p14:tracePt t="79416" x="1352550" y="2603500"/>
          <p14:tracePt t="79432" x="1219200" y="2609850"/>
          <p14:tracePt t="79449" x="1181100" y="2622550"/>
          <p14:tracePt t="79465" x="1098550" y="2616200"/>
          <p14:tracePt t="79482" x="1073150" y="2609850"/>
          <p14:tracePt t="79901" x="1066800" y="2590800"/>
          <p14:tracePt t="79915" x="1060450" y="2571750"/>
          <p14:tracePt t="79922" x="1041400" y="2546350"/>
          <p14:tracePt t="79931" x="1028700" y="2527300"/>
          <p14:tracePt t="79947" x="1022350" y="2508250"/>
          <p14:tracePt t="79964" x="1009650" y="2457450"/>
          <p14:tracePt t="79980" x="1003300" y="2413000"/>
          <p14:tracePt t="79997" x="996950" y="2400300"/>
          <p14:tracePt t="80014" x="996950" y="2362200"/>
          <p14:tracePt t="80030" x="996950" y="2349500"/>
          <p14:tracePt t="80047" x="996950" y="2324100"/>
          <p14:tracePt t="80064" x="996950" y="2311400"/>
          <p14:tracePt t="80080" x="996950" y="2305050"/>
          <p14:tracePt t="80097" x="996950" y="2298700"/>
          <p14:tracePt t="80113" x="990600" y="2292350"/>
          <p14:tracePt t="80129" x="984250" y="2292350"/>
          <p14:tracePt t="80163" x="977900" y="2286000"/>
          <p14:tracePt t="80197" x="971550" y="2286000"/>
          <p14:tracePt t="80231" x="965200" y="2279650"/>
          <p14:tracePt t="80335" x="958850" y="2273300"/>
          <p14:tracePt t="80343" x="958850" y="2266950"/>
          <p14:tracePt t="80350" x="952500" y="2266950"/>
          <p14:tracePt t="80371" x="946150" y="2266950"/>
          <p14:tracePt t="80391" x="939800" y="2266950"/>
          <p14:tracePt t="80414" x="933450" y="2260600"/>
          <p14:tracePt t="80420" x="933450" y="2254250"/>
          <p14:tracePt t="80441" x="927100" y="2247900"/>
          <p14:tracePt t="80463" x="927100" y="2241550"/>
          <p14:tracePt t="80483" x="927100" y="2235200"/>
          <p14:tracePt t="80504" x="927100" y="2228850"/>
          <p14:tracePt t="80525" x="927100" y="2222500"/>
          <p14:tracePt t="80546" x="927100" y="2216150"/>
          <p14:tracePt t="80553" x="933450" y="2216150"/>
          <p14:tracePt t="80562" x="939800" y="2209800"/>
          <p14:tracePt t="80578" x="946150" y="2203450"/>
          <p14:tracePt t="80598" x="958850" y="2197100"/>
          <p14:tracePt t="80612" x="971550" y="2190750"/>
          <p14:tracePt t="80630" x="996950" y="2178050"/>
          <p14:tracePt t="80645" x="1035050" y="2171700"/>
          <p14:tracePt t="80661" x="1060450" y="2171700"/>
          <p14:tracePt t="80678" x="1073150" y="2165350"/>
          <p14:tracePt t="80694" x="1085850" y="2165350"/>
          <p14:tracePt t="80728" x="1079500" y="2171700"/>
          <p14:tracePt t="80744" x="1047750" y="2190750"/>
          <p14:tracePt t="80761" x="1016000" y="2203450"/>
          <p14:tracePt t="80778" x="920750" y="2241550"/>
          <p14:tracePt t="80794" x="825500" y="2266950"/>
          <p14:tracePt t="80811" x="774700" y="2266950"/>
          <p14:tracePt t="80827" x="666750" y="2266950"/>
          <p14:tracePt t="80844" x="584200" y="2228850"/>
          <p14:tracePt t="80861" x="558800" y="2203450"/>
          <p14:tracePt t="80864" x="533400" y="2159000"/>
          <p14:tracePt t="80877" x="527050" y="2133600"/>
          <p14:tracePt t="80894" x="514350" y="2076450"/>
          <p14:tracePt t="80911" x="488950" y="1892300"/>
          <p14:tracePt t="80927" x="488950" y="1828800"/>
          <p14:tracePt t="80944" x="488950" y="1765300"/>
          <p14:tracePt t="80960" x="488950" y="1638300"/>
          <p14:tracePt t="80977" x="501650" y="1504950"/>
          <p14:tracePt t="80994" x="520700" y="1352550"/>
          <p14:tracePt t="81010" x="533400" y="1231900"/>
          <p14:tracePt t="81027" x="539750" y="1193800"/>
          <p14:tracePt t="81044" x="539750" y="1143000"/>
          <p14:tracePt t="81060" x="539750" y="1130300"/>
          <p14:tracePt t="81077" x="546100" y="1130300"/>
          <p14:tracePt t="81148" x="552450" y="1130300"/>
          <p14:tracePt t="81169" x="552450" y="1143000"/>
          <p14:tracePt t="81183" x="552450" y="1162050"/>
          <p14:tracePt t="81190" x="558800" y="1200150"/>
          <p14:tracePt t="81197" x="558800" y="1244600"/>
          <p14:tracePt t="81212" x="558800" y="1308100"/>
          <p14:tracePt t="81226" x="565150" y="1384300"/>
          <p14:tracePt t="81243" x="565150" y="1600200"/>
          <p14:tracePt t="81260" x="565150" y="1739900"/>
          <p14:tracePt t="81276" x="565150" y="2000250"/>
          <p14:tracePt t="81292" x="577850" y="2254250"/>
          <p14:tracePt t="81310" x="577850" y="2482850"/>
          <p14:tracePt t="81325" x="584200" y="2559050"/>
          <p14:tracePt t="81342" x="603250" y="2654300"/>
          <p14:tracePt t="81359" x="609600" y="2692400"/>
          <p14:tracePt t="81376" x="615950" y="2698750"/>
          <p14:tracePt t="81457" x="622300" y="2698750"/>
          <p14:tracePt t="81541" x="628650" y="2692400"/>
          <p14:tracePt t="81548" x="628650" y="2686050"/>
          <p14:tracePt t="81562" x="628650" y="2679700"/>
          <p14:tracePt t="81574" x="628650" y="2673350"/>
          <p14:tracePt t="81591" x="635000" y="2660650"/>
          <p14:tracePt t="81608" x="635000" y="2654300"/>
          <p14:tracePt t="81625" x="641350" y="2641600"/>
          <p14:tracePt t="81641" x="647700" y="2635250"/>
          <p14:tracePt t="81658" x="647700" y="2628900"/>
          <p14:tracePt t="81675" x="647700" y="2622550"/>
          <p14:tracePt t="81691" x="666750" y="2597150"/>
          <p14:tracePt t="81708" x="685800" y="2571750"/>
          <p14:tracePt t="81725" x="723900" y="2520950"/>
          <p14:tracePt t="81741" x="736600" y="2489200"/>
          <p14:tracePt t="81758" x="793750" y="2393950"/>
          <p14:tracePt t="81774" x="806450" y="2362200"/>
          <p14:tracePt t="81791" x="819150" y="2330450"/>
          <p14:tracePt t="81808" x="838200" y="2292350"/>
          <p14:tracePt t="81824" x="838200" y="2266950"/>
          <p14:tracePt t="81840" x="844550" y="2254250"/>
          <p14:tracePt t="81857" x="850900" y="2247900"/>
          <p14:tracePt t="81920" x="850900" y="2241550"/>
          <p14:tracePt t="82164" x="850900" y="2235200"/>
          <p14:tracePt t="82172" x="857250" y="2235200"/>
          <p14:tracePt t="82192" x="857250" y="2228850"/>
          <p14:tracePt t="82221" x="863600" y="2228850"/>
          <p14:tracePt t="82249" x="869950" y="2228850"/>
          <p14:tracePt t="82291" x="876300" y="2222500"/>
          <p14:tracePt t="82312" x="882650" y="2216150"/>
          <p14:tracePt t="82319" x="882650" y="2209800"/>
          <p14:tracePt t="82333" x="889000" y="2209800"/>
          <p14:tracePt t="82341" x="895350" y="2203450"/>
          <p14:tracePt t="82356" x="895350" y="2197100"/>
          <p14:tracePt t="82372" x="895350" y="2190750"/>
          <p14:tracePt t="82390" x="914400" y="2178050"/>
          <p14:tracePt t="82405" x="920750" y="2171700"/>
          <p14:tracePt t="82422" x="927100" y="2165350"/>
          <p14:tracePt t="82439" x="933450" y="2152650"/>
          <p14:tracePt t="82455" x="933450" y="2146300"/>
          <p14:tracePt t="82472" x="939800" y="2139950"/>
          <p14:tracePt t="82488" x="946150" y="2133600"/>
          <p14:tracePt t="82524" x="946150" y="2127250"/>
          <p14:tracePt t="82538" x="946150" y="2120900"/>
          <p14:tracePt t="82554" x="946150" y="2114550"/>
          <p14:tracePt t="82572" x="946150" y="2101850"/>
          <p14:tracePt t="82588" x="939800" y="2095500"/>
          <p14:tracePt t="82605" x="939800" y="2082800"/>
          <p14:tracePt t="82621" x="927100" y="2070100"/>
          <p14:tracePt t="82638" x="914400" y="2063750"/>
          <p14:tracePt t="82655" x="901700" y="2063750"/>
          <p14:tracePt t="82671" x="869950" y="2095500"/>
          <p14:tracePt t="82688" x="850900" y="2127250"/>
          <p14:tracePt t="82705" x="844550" y="2152650"/>
          <p14:tracePt t="82721" x="831850" y="2216150"/>
          <p14:tracePt t="82737" x="831850" y="2273300"/>
          <p14:tracePt t="82754" x="850900" y="2311400"/>
          <p14:tracePt t="82771" x="857250" y="2324100"/>
          <p14:tracePt t="82788" x="876300" y="2330450"/>
          <p14:tracePt t="82804" x="901700" y="2330450"/>
          <p14:tracePt t="82820" x="908050" y="2324100"/>
          <p14:tracePt t="82838" x="920750" y="2311400"/>
          <p14:tracePt t="82854" x="920750" y="2305050"/>
          <p14:tracePt t="82870" x="927100" y="2305050"/>
          <p14:tracePt t="82887" x="927100" y="2292350"/>
          <p14:tracePt t="82903" x="933450" y="2292350"/>
          <p14:tracePt t="82920" x="939800" y="2286000"/>
          <p14:tracePt t="82938" x="939800" y="2279650"/>
          <p14:tracePt t="82953" x="952500" y="2266950"/>
          <p14:tracePt t="82986" x="958850" y="2266950"/>
          <p14:tracePt t="83004" x="984250" y="2260600"/>
          <p14:tracePt t="83021" x="1022350" y="2241550"/>
          <p14:tracePt t="83036" x="1041400" y="2235200"/>
          <p14:tracePt t="83053" x="1066800" y="2235200"/>
          <p14:tracePt t="83070" x="1117600" y="2228850"/>
          <p14:tracePt t="83086" x="1162050" y="2222500"/>
          <p14:tracePt t="83103" x="1181100" y="2216150"/>
          <p14:tracePt t="83119" x="1206500" y="2216150"/>
          <p14:tracePt t="83136" x="1219200" y="2209800"/>
          <p14:tracePt t="83154" x="1231900" y="2209800"/>
          <p14:tracePt t="83294" x="1225550" y="2216150"/>
          <p14:tracePt t="83301" x="1219200" y="2216150"/>
          <p14:tracePt t="83315" x="1212850" y="2216150"/>
          <p14:tracePt t="83343" x="1200150" y="2222500"/>
          <p14:tracePt t="83371" x="1193800" y="2222500"/>
          <p14:tracePt t="83435" x="1193800" y="2228850"/>
          <p14:tracePt t="83441" x="1193800" y="2235200"/>
          <p14:tracePt t="83462" x="1193800" y="2241550"/>
          <p14:tracePt t="83476" x="1200150" y="2241550"/>
          <p14:tracePt t="83485" x="1206500" y="2247900"/>
          <p14:tracePt t="83501" x="1219200" y="2247900"/>
          <p14:tracePt t="83518" x="1250950" y="2254250"/>
          <p14:tracePt t="83535" x="1301750" y="2260600"/>
          <p14:tracePt t="83551" x="1339850" y="2260600"/>
          <p14:tracePt t="83569" x="1397000" y="2266950"/>
          <p14:tracePt t="83584" x="1441450" y="2266950"/>
          <p14:tracePt t="83601" x="1460500" y="2266950"/>
          <p14:tracePt t="83618" x="1492250" y="2266950"/>
          <p14:tracePt t="83634" x="1498600" y="2266950"/>
          <p14:tracePt t="83652" x="1511300" y="2273300"/>
          <p14:tracePt t="83687" x="1517650" y="2273300"/>
          <p14:tracePt t="84143" x="1498600" y="2292350"/>
          <p14:tracePt t="84156" x="1460500" y="2330450"/>
          <p14:tracePt t="84163" x="1428750" y="2362200"/>
          <p14:tracePt t="84177" x="1397000" y="2387600"/>
          <p14:tracePt t="84186" x="1371600" y="2413000"/>
          <p14:tracePt t="84201" x="1352550" y="2432050"/>
          <p14:tracePt t="84216" x="1314450" y="2457450"/>
          <p14:tracePt t="84232" x="1314450" y="2463800"/>
          <p14:tracePt t="84249" x="1295400" y="2482850"/>
          <p14:tracePt t="84282" x="1289050" y="2482850"/>
          <p14:tracePt t="84318" x="1282700" y="2482850"/>
          <p14:tracePt t="84333" x="1276350" y="2470150"/>
          <p14:tracePt t="84353" x="1270000" y="2463800"/>
          <p14:tracePt t="84367" x="1263650" y="2457450"/>
          <p14:tracePt t="84374" x="1257300" y="2444750"/>
          <p14:tracePt t="84388" x="1257300" y="2438400"/>
          <p14:tracePt t="84398" x="1244600" y="2425700"/>
          <p14:tracePt t="84416" x="1231900" y="2419350"/>
          <p14:tracePt t="84431" x="1187450" y="2400300"/>
          <p14:tracePt t="84448" x="1136650" y="2387600"/>
          <p14:tracePt t="84466" x="1085850" y="2387600"/>
          <p14:tracePt t="84481" x="1060450" y="2387600"/>
          <p14:tracePt t="84498" x="1009650" y="2400300"/>
          <p14:tracePt t="84515" x="971550" y="2419350"/>
          <p14:tracePt t="84531" x="965200" y="2444750"/>
          <p14:tracePt t="84548" x="952500" y="2457450"/>
          <p14:tracePt t="84565" x="939800" y="2476500"/>
          <p14:tracePt t="84581" x="939800" y="2482850"/>
          <p14:tracePt t="84599" x="939800" y="2501900"/>
          <p14:tracePt t="84614" x="939800" y="2508250"/>
          <p14:tracePt t="84631" x="946150" y="2520950"/>
          <p14:tracePt t="84648" x="952500" y="2533650"/>
          <p14:tracePt t="84664" x="958850" y="2540000"/>
          <p14:tracePt t="84680" x="958850" y="2546350"/>
          <p14:tracePt t="84698" x="965200" y="2552700"/>
          <p14:tracePt t="84738" x="971550" y="2552700"/>
          <p14:tracePt t="84766" x="971550" y="2546350"/>
          <p14:tracePt t="84773" x="971550" y="2540000"/>
          <p14:tracePt t="84815" x="965200" y="2533650"/>
          <p14:tracePt t="84844" x="958850" y="2533650"/>
          <p14:tracePt t="84857" x="952500" y="2533650"/>
          <p14:tracePt t="84872" x="946150" y="2533650"/>
          <p14:tracePt t="84885" x="933450" y="2546350"/>
          <p14:tracePt t="84900" x="933450" y="2552700"/>
          <p14:tracePt t="84914" x="927100" y="2584450"/>
          <p14:tracePt t="84930" x="920750" y="2603500"/>
          <p14:tracePt t="84946" x="920750" y="2635250"/>
          <p14:tracePt t="84949" x="927100" y="2654300"/>
          <p14:tracePt t="84963" x="952500" y="2686050"/>
          <p14:tracePt t="84980" x="990600" y="2717800"/>
          <p14:tracePt t="84996" x="1035050" y="2730500"/>
          <p14:tracePt t="85013" x="1143000" y="2730500"/>
          <p14:tracePt t="85029" x="1181100" y="2711450"/>
          <p14:tracePt t="85047" x="1206500" y="2698750"/>
          <p14:tracePt t="85063" x="1238250" y="2679700"/>
          <p14:tracePt t="85079" x="1257300" y="2673350"/>
          <p14:tracePt t="85096" x="1263650" y="2667000"/>
          <p14:tracePt t="85117" x="1263650" y="2660650"/>
          <p14:tracePt t="85166" x="1263650" y="2654300"/>
          <p14:tracePt t="87804" x="1263650" y="2647950"/>
          <p14:tracePt t="87811" x="1270000" y="2641600"/>
          <p14:tracePt t="87819" x="1276350" y="2641600"/>
          <p14:tracePt t="87836" x="1289050" y="2635250"/>
          <p14:tracePt t="87854" x="1308100" y="2616200"/>
          <p14:tracePt t="87870" x="1320800" y="2609850"/>
          <p14:tracePt t="87886" x="1346200" y="2578100"/>
          <p14:tracePt t="87903" x="1365250" y="2559050"/>
          <p14:tracePt t="87920" x="1377950" y="2552700"/>
          <p14:tracePt t="87936" x="1390650" y="2527300"/>
          <p14:tracePt t="87953" x="1403350" y="2520950"/>
          <p14:tracePt t="87970" x="1403350" y="2514600"/>
          <p14:tracePt t="87973" x="1409700" y="2508250"/>
          <p14:tracePt t="87986" x="1416050" y="2501900"/>
          <p14:tracePt t="88003" x="1422400" y="2489200"/>
          <p14:tracePt t="88019" x="1422400" y="2482850"/>
          <p14:tracePt t="88036" x="1428750" y="2476500"/>
          <p14:tracePt t="88052" x="1435100" y="2470150"/>
          <p14:tracePt t="88069" x="1435100" y="2463800"/>
          <p14:tracePt t="88086" x="1441450" y="2451100"/>
          <p14:tracePt t="88102" x="1441450" y="2444750"/>
          <p14:tracePt t="88119" x="1447800" y="2444750"/>
          <p14:tracePt t="88135" x="1460500" y="2425700"/>
          <p14:tracePt t="88152" x="1473200" y="2419350"/>
          <p14:tracePt t="88169" x="1492250" y="2400300"/>
          <p14:tracePt t="88185" x="1517650" y="2381250"/>
          <p14:tracePt t="88202" x="1530350" y="2374900"/>
          <p14:tracePt t="88218" x="1555750" y="2355850"/>
          <p14:tracePt t="88235" x="1574800" y="2336800"/>
          <p14:tracePt t="88252" x="1581150" y="2336800"/>
          <p14:tracePt t="88268" x="1587500" y="2330450"/>
          <p14:tracePt t="88285" x="1593850" y="2324100"/>
          <p14:tracePt t="88304" x="1593850" y="2317750"/>
          <p14:tracePt t="88318" x="1600200" y="2317750"/>
          <p14:tracePt t="88334" x="1606550" y="2317750"/>
          <p14:tracePt t="88393" x="1612900" y="2311400"/>
          <p14:tracePt t="88400" x="1619250" y="2311400"/>
          <p14:tracePt t="88421" x="1625600" y="2311400"/>
          <p14:tracePt t="88442" x="1631950" y="2311400"/>
          <p14:tracePt t="88498" x="1631950" y="2305050"/>
          <p14:tracePt t="88512" x="1638300" y="2305050"/>
          <p14:tracePt t="98972" x="1638300" y="2298700"/>
          <p14:tracePt t="98986" x="1625600" y="2292350"/>
          <p14:tracePt t="99000" x="1619250" y="2292350"/>
          <p14:tracePt t="99007" x="1606550" y="2292350"/>
          <p14:tracePt t="99021" x="1600200" y="2286000"/>
          <p14:tracePt t="99032" x="1587500" y="2286000"/>
          <p14:tracePt t="99051" x="1568450" y="2286000"/>
          <p14:tracePt t="99064" x="1562100" y="2286000"/>
          <p14:tracePt t="99081" x="1536700" y="2286000"/>
          <p14:tracePt t="99098" x="1511300" y="2286000"/>
          <p14:tracePt t="99115" x="1498600" y="2286000"/>
          <p14:tracePt t="99131" x="1466850" y="2292350"/>
          <p14:tracePt t="99148" x="1435100" y="2298700"/>
          <p14:tracePt t="99164" x="1409700" y="2305050"/>
          <p14:tracePt t="99181" x="1390650" y="2311400"/>
          <p14:tracePt t="99197" x="1333500" y="2336800"/>
          <p14:tracePt t="99214" x="1314450" y="2343150"/>
          <p14:tracePt t="99231" x="1276350" y="2355850"/>
          <p14:tracePt t="99247" x="1257300" y="2362200"/>
          <p14:tracePt t="99263" x="1206500" y="2381250"/>
          <p14:tracePt t="99281" x="1155700" y="2406650"/>
          <p14:tracePt t="99297" x="1136650" y="2413000"/>
          <p14:tracePt t="99313" x="1079500" y="2425700"/>
          <p14:tracePt t="99330" x="1022350" y="2438400"/>
          <p14:tracePt t="99347" x="996950" y="2444750"/>
          <p14:tracePt t="99364" x="958850" y="2444750"/>
          <p14:tracePt t="99380" x="920750" y="2457450"/>
          <p14:tracePt t="99396" x="901700" y="2457450"/>
          <p14:tracePt t="99414" x="889000" y="2470150"/>
          <p14:tracePt t="99430" x="876300" y="2476500"/>
          <p14:tracePt t="99446" x="869950" y="2482850"/>
          <p14:tracePt t="99463" x="863600" y="2501900"/>
          <p14:tracePt t="99479" x="863600" y="2520950"/>
          <p14:tracePt t="99512" x="876300" y="2527300"/>
          <p14:tracePt t="100139" x="882650" y="2527300"/>
          <p14:tracePt t="100152" x="889000" y="2527300"/>
          <p14:tracePt t="100159" x="901700" y="2527300"/>
          <p14:tracePt t="100181" x="908050" y="2527300"/>
          <p14:tracePt t="100188" x="920750" y="2527300"/>
          <p14:tracePt t="100202" x="920750" y="2533650"/>
          <p14:tracePt t="100210" x="927100" y="2533650"/>
          <p14:tracePt t="100231" x="933450" y="2533650"/>
          <p14:tracePt t="100300" x="933450" y="2540000"/>
          <p14:tracePt t="100307" x="933450" y="2546350"/>
          <p14:tracePt t="100321" x="927100" y="2552700"/>
          <p14:tracePt t="100329" x="920750" y="2559050"/>
          <p14:tracePt t="100344" x="914400" y="2559050"/>
          <p14:tracePt t="100363" x="908050" y="2565400"/>
          <p14:tracePt t="100377" x="895350" y="2571750"/>
          <p14:tracePt t="100393" x="857250" y="2590800"/>
          <p14:tracePt t="100410" x="838200" y="2609850"/>
          <p14:tracePt t="100427" x="787400" y="2628900"/>
          <p14:tracePt t="100443" x="730250" y="2654300"/>
          <p14:tracePt t="100460" x="698500" y="2667000"/>
          <p14:tracePt t="100476" x="647700" y="2679700"/>
          <p14:tracePt t="100493" x="603250" y="2698750"/>
          <p14:tracePt t="100510" x="590550" y="2698750"/>
          <p14:tracePt t="100526" x="577850" y="2705100"/>
          <p14:tracePt t="100543" x="565150" y="2705100"/>
          <p14:tracePt t="100608" x="571500" y="2705100"/>
          <p14:tracePt t="100622" x="584200" y="2705100"/>
          <p14:tracePt t="100629" x="590550" y="2705100"/>
          <p14:tracePt t="100645" x="603250" y="2705100"/>
          <p14:tracePt t="100659" x="609600" y="2705100"/>
          <p14:tracePt t="100675" x="628650" y="2711450"/>
          <p14:tracePt t="100693" x="666750" y="2724150"/>
          <p14:tracePt t="100708" x="685800" y="2730500"/>
          <p14:tracePt t="100725" x="717550" y="2743200"/>
          <p14:tracePt t="100743" x="762000" y="2755900"/>
          <p14:tracePt t="100759" x="781050" y="2768600"/>
          <p14:tracePt t="100775" x="819150" y="2781300"/>
          <p14:tracePt t="100792" x="844550" y="2800350"/>
          <p14:tracePt t="100826" x="863600" y="2800350"/>
          <p14:tracePt t="100841" x="882650" y="2800350"/>
          <p14:tracePt t="100858" x="895350" y="2794000"/>
          <p14:tracePt t="100875" x="908050" y="2755900"/>
          <p14:tracePt t="100891" x="927100" y="2730500"/>
          <p14:tracePt t="100908" x="927100" y="2717800"/>
          <p14:tracePt t="100925" x="939800" y="2692400"/>
          <p14:tracePt t="100941" x="946150" y="2667000"/>
          <p14:tracePt t="100960" x="958850" y="2647950"/>
          <p14:tracePt t="100974" x="958850" y="2635250"/>
          <p14:tracePt t="100991" x="965200" y="2622550"/>
          <p14:tracePt t="101008" x="971550" y="2616200"/>
          <p14:tracePt t="101024" x="971550" y="2609850"/>
          <p14:tracePt t="101041" x="977900" y="2603500"/>
          <p14:tracePt t="101099" x="984250" y="2597150"/>
          <p14:tracePt t="101169" x="984250" y="2603500"/>
          <p14:tracePt t="101184" x="984250" y="2609850"/>
          <p14:tracePt t="101192" x="977900" y="2616200"/>
          <p14:tracePt t="101206" x="965200" y="2628900"/>
          <p14:tracePt t="101224" x="952500" y="2647950"/>
          <p14:tracePt t="101240" x="857250" y="2755900"/>
          <p14:tracePt t="101257" x="819150" y="2800350"/>
          <p14:tracePt t="101260" x="781050" y="2851150"/>
          <p14:tracePt t="101276" x="749300" y="2895600"/>
          <p14:tracePt t="101290" x="711200" y="2927350"/>
          <p14:tracePt t="101306" x="673100" y="2984500"/>
          <p14:tracePt t="101324" x="647700" y="3016250"/>
          <p14:tracePt t="101339" x="628650" y="3022600"/>
          <p14:tracePt t="101356" x="628650" y="3035300"/>
          <p14:tracePt t="101443" x="635000" y="3035300"/>
          <p14:tracePt t="101450" x="641350" y="3028950"/>
          <p14:tracePt t="101464" x="660400" y="3028950"/>
          <p14:tracePt t="101472" x="673100" y="3022600"/>
          <p14:tracePt t="101489" x="692150" y="3022600"/>
          <p14:tracePt t="101506" x="755650" y="3009900"/>
          <p14:tracePt t="101522" x="812800" y="2997200"/>
          <p14:tracePt t="101539" x="844550" y="2984500"/>
          <p14:tracePt t="101556" x="882650" y="2978150"/>
          <p14:tracePt t="101572" x="889000" y="2978150"/>
          <p14:tracePt t="101589" x="876300" y="2971800"/>
          <p14:tracePt t="101605" x="819150" y="2959100"/>
          <p14:tracePt t="101622" x="774700" y="2952750"/>
          <p14:tracePt t="101639" x="635000" y="2933700"/>
          <p14:tracePt t="101656" x="488950" y="2908300"/>
          <p14:tracePt t="101672" x="419100" y="2889250"/>
          <p14:tracePt t="101688" x="336550" y="2863850"/>
          <p14:tracePt t="101705" x="317500" y="2851150"/>
          <p14:tracePt t="101738" x="336550" y="2851150"/>
          <p14:tracePt t="101755" x="381000" y="2851150"/>
          <p14:tracePt t="101773" x="463550" y="2863850"/>
          <p14:tracePt t="101788" x="501650" y="2870200"/>
          <p14:tracePt t="101804" x="622300" y="2882900"/>
          <p14:tracePt t="101822" x="717550" y="2889250"/>
          <p14:tracePt t="101838" x="742950" y="2895600"/>
          <p14:tracePt t="101855" x="768350" y="2901950"/>
          <p14:tracePt t="101871" x="787400" y="2901950"/>
          <p14:tracePt t="101904" x="781050" y="2901950"/>
          <p14:tracePt t="101921" x="749300" y="2882900"/>
          <p14:tracePt t="101938" x="704850" y="2863850"/>
          <p14:tracePt t="101955" x="647700" y="2851150"/>
          <p14:tracePt t="101971" x="603250" y="2838450"/>
          <p14:tracePt t="101987" x="565150" y="2838450"/>
          <p14:tracePt t="102005" x="552450" y="2832100"/>
          <p14:tracePt t="102038" x="565150" y="2819400"/>
          <p14:tracePt t="102054" x="615950" y="2800350"/>
          <p14:tracePt t="102070" x="654050" y="2800350"/>
          <p14:tracePt t="102087" x="749300" y="2774950"/>
          <p14:tracePt t="102104" x="844550" y="2755900"/>
          <p14:tracePt t="102120" x="863600" y="2749550"/>
          <p14:tracePt t="102137" x="889000" y="2736850"/>
          <p14:tracePt t="102154" x="882650" y="2711450"/>
          <p14:tracePt t="102170" x="869950" y="2705100"/>
          <p14:tracePt t="102187" x="819150" y="2686050"/>
          <p14:tracePt t="102204" x="736600" y="2679700"/>
          <p14:tracePt t="102222" x="647700" y="2679700"/>
          <p14:tracePt t="102236" x="615950" y="2679700"/>
          <p14:tracePt t="102253" x="577850" y="2692400"/>
          <p14:tracePt t="102270" x="565150" y="2692400"/>
          <p14:tracePt t="102306" x="571500" y="2692400"/>
          <p14:tracePt t="102320" x="577850" y="2692400"/>
          <p14:tracePt t="102336" x="584200" y="2692400"/>
          <p14:tracePt t="102353" x="590550" y="2692400"/>
          <p14:tracePt t="102369" x="596900" y="2692400"/>
          <p14:tracePt t="102390" x="596900" y="2686050"/>
          <p14:tracePt t="102424" x="590550" y="2686050"/>
          <p14:tracePt t="102845" x="590550" y="2679700"/>
          <p14:tracePt t="102852" x="603250" y="2667000"/>
          <p14:tracePt t="102866" x="609600" y="2654300"/>
          <p14:tracePt t="102873" x="615950" y="2641600"/>
          <p14:tracePt t="102888" x="622300" y="2635250"/>
          <p14:tracePt t="102901" x="628650" y="2635250"/>
          <p14:tracePt t="102918" x="654050" y="2616200"/>
          <p14:tracePt t="102934" x="666750" y="2603500"/>
          <p14:tracePt t="102951" x="692150" y="2578100"/>
          <p14:tracePt t="102967" x="749300" y="2527300"/>
          <p14:tracePt t="102985" x="768350" y="2508250"/>
          <p14:tracePt t="103001" x="838200" y="2438400"/>
          <p14:tracePt t="103018" x="882650" y="2393950"/>
          <p14:tracePt t="103035" x="939800" y="2355850"/>
          <p14:tracePt t="103051" x="958850" y="2336800"/>
          <p14:tracePt t="103068" x="1003300" y="2311400"/>
          <p14:tracePt t="103084" x="1054100" y="2279650"/>
          <p14:tracePt t="103101" x="1073150" y="2273300"/>
          <p14:tracePt t="103117" x="1098550" y="2260600"/>
          <p14:tracePt t="103134" x="1136650" y="2247900"/>
          <p14:tracePt t="103150" x="1143000" y="2241550"/>
          <p14:tracePt t="103168" x="1149350" y="2241550"/>
          <p14:tracePt t="103200" x="1155700" y="2241550"/>
          <p14:tracePt t="103258" x="1162050" y="2241550"/>
          <p14:tracePt t="103307" x="1168400" y="2241550"/>
          <p14:tracePt t="103363" x="1174750" y="2241550"/>
          <p14:tracePt t="103384" x="1181100" y="2241550"/>
          <p14:tracePt t="103412" x="1187450" y="2241550"/>
          <p14:tracePt t="103426" x="1193800" y="2241550"/>
          <p14:tracePt t="103454" x="1200150" y="2241550"/>
          <p14:tracePt t="103475" x="1206500" y="2241550"/>
          <p14:tracePt t="103483" x="1212850" y="2241550"/>
          <p14:tracePt t="103503" x="1219200" y="2241550"/>
          <p14:tracePt t="103546" x="1225550" y="2241550"/>
          <p14:tracePt t="103574" x="1231900" y="2241550"/>
          <p14:tracePt t="103609" x="1238250" y="2235200"/>
          <p14:tracePt t="103623" x="1244600" y="2235200"/>
          <p14:tracePt t="103665" x="1250950" y="2235200"/>
          <p14:tracePt t="103686" x="1257300" y="2235200"/>
          <p14:tracePt t="103778" x="1263650" y="2235200"/>
          <p14:tracePt t="103819" x="1270000" y="2235200"/>
          <p14:tracePt t="103833" x="1276350" y="2235200"/>
          <p14:tracePt t="103890" x="1282700" y="2241550"/>
          <p14:tracePt t="103898" x="1289050" y="2241550"/>
          <p14:tracePt t="103904" x="1289050" y="2247900"/>
          <p14:tracePt t="103925" x="1295400" y="2247900"/>
          <p14:tracePt t="103960" x="1295400" y="2254250"/>
          <p14:tracePt t="103995" x="1301750" y="2254250"/>
          <p14:tracePt t="104044" x="1308100" y="2254250"/>
          <p14:tracePt t="104079" x="1314450" y="2254250"/>
          <p14:tracePt t="104114" x="1320800" y="2254250"/>
          <p14:tracePt t="104135" x="1327150" y="2254250"/>
          <p14:tracePt t="104156" x="1333500" y="2254250"/>
          <p14:tracePt t="104199" x="1339850" y="2254250"/>
          <p14:tracePt t="104205" x="1346200" y="2254250"/>
          <p14:tracePt t="104219" x="1352550" y="2254250"/>
          <p14:tracePt t="104229" x="1358900" y="2254250"/>
          <p14:tracePt t="104246" x="1365250" y="2254250"/>
          <p14:tracePt t="104263" x="1371600" y="2254250"/>
          <p14:tracePt t="104280" x="1397000" y="2247900"/>
          <p14:tracePt t="104298" x="1428750" y="2247900"/>
          <p14:tracePt t="104313" x="1460500" y="2241550"/>
          <p14:tracePt t="104329" x="1511300" y="2241550"/>
          <p14:tracePt t="104347" x="1555750" y="2241550"/>
          <p14:tracePt t="104363" x="1574800" y="2241550"/>
          <p14:tracePt t="104380" x="1587500" y="2241550"/>
          <p14:tracePt t="104396" x="1600200" y="2241550"/>
          <p14:tracePt t="104412" x="1600200" y="2235200"/>
          <p14:tracePt t="104430" x="1568450" y="2235200"/>
          <p14:tracePt t="104446" x="1562100" y="2235200"/>
          <p14:tracePt t="104462" x="1517650" y="2228850"/>
          <p14:tracePt t="104479" x="1466850" y="2228850"/>
          <p14:tracePt t="104495" x="1441450" y="2228850"/>
          <p14:tracePt t="104512" x="1397000" y="2228850"/>
          <p14:tracePt t="104529" x="1371600" y="2228850"/>
          <p14:tracePt t="104545" x="1365250" y="2235200"/>
          <p14:tracePt t="104598" x="1371600" y="2235200"/>
          <p14:tracePt t="104605" x="1384300" y="2235200"/>
          <p14:tracePt t="104619" x="1390650" y="2235200"/>
          <p14:tracePt t="104628" x="1403350" y="2235200"/>
          <p14:tracePt t="104648" x="1416050" y="2235200"/>
          <p14:tracePt t="104663" x="1428750" y="2235200"/>
          <p14:tracePt t="104678" x="1479550" y="2235200"/>
          <p14:tracePt t="104695" x="1504950" y="2235200"/>
          <p14:tracePt t="104711" x="1574800" y="2235200"/>
          <p14:tracePt t="104728" x="1600200" y="2235200"/>
          <p14:tracePt t="104745" x="1689100" y="2241550"/>
          <p14:tracePt t="104761" x="1714500" y="2247900"/>
          <p14:tracePt t="104778" x="1720850" y="2247900"/>
          <p14:tracePt t="104781" x="1733550" y="2247900"/>
          <p14:tracePt t="104795" x="1739900" y="2247900"/>
          <p14:tracePt t="104811" x="1746250" y="2247900"/>
          <p14:tracePt t="104828" x="1752600" y="2247900"/>
          <p14:tracePt t="104921" x="1746250" y="2254250"/>
          <p14:tracePt t="104970" x="1739900" y="2254250"/>
          <p14:tracePt t="104978" x="1739900" y="2247900"/>
          <p14:tracePt t="105299" x="1752600" y="2228850"/>
          <p14:tracePt t="105306" x="1790700" y="2184400"/>
          <p14:tracePt t="105321" x="1828800" y="2139950"/>
          <p14:tracePt t="105328" x="1866900" y="2070100"/>
          <p14:tracePt t="105343" x="1917700" y="1987550"/>
          <p14:tracePt t="105359" x="1981200" y="1892300"/>
          <p14:tracePt t="105377" x="2159000" y="1631950"/>
          <p14:tracePt t="105393" x="2209800" y="1517650"/>
          <p14:tracePt t="105409" x="2266950" y="1397000"/>
          <p14:tracePt t="105426" x="2324100" y="1212850"/>
          <p14:tracePt t="105442" x="2343150" y="1155700"/>
          <p14:tracePt t="105459" x="2343150" y="1143000"/>
          <p14:tracePt t="105475" x="2349500" y="1136650"/>
          <p14:tracePt t="105538" x="2343150" y="1136650"/>
          <p14:tracePt t="105552" x="2336800" y="1136650"/>
          <p14:tracePt t="105561" x="2330450" y="1136650"/>
          <p14:tracePt t="105574" x="2317750" y="1136650"/>
          <p14:tracePt t="105591" x="2298700" y="1136650"/>
          <p14:tracePt t="105609" x="2279650" y="1149350"/>
          <p14:tracePt t="105625" x="2266950" y="1149350"/>
          <p14:tracePt t="105642" x="2254250" y="1149350"/>
          <p14:tracePt t="105658" x="2216150" y="1162050"/>
          <p14:tracePt t="105675" x="2203450" y="1162050"/>
          <p14:tracePt t="105692" x="2190750" y="1162050"/>
          <p14:tracePt t="105708" x="2159000" y="1181100"/>
          <p14:tracePt t="105725" x="2127250" y="1200150"/>
          <p14:tracePt t="105742" x="2082800" y="1231900"/>
          <p14:tracePt t="105758" x="2057400" y="1244600"/>
          <p14:tracePt t="105774" x="2025650" y="1270000"/>
          <p14:tracePt t="105791" x="2012950" y="1276350"/>
          <p14:tracePt t="105808" x="2006600" y="1282700"/>
          <p14:tracePt t="105867" x="2019300" y="1282700"/>
          <p14:tracePt t="105881" x="2025650" y="1282700"/>
          <p14:tracePt t="105888" x="2032000" y="1282700"/>
          <p14:tracePt t="105902" x="2038350" y="1289050"/>
          <p14:tracePt t="105910" x="2044700" y="1289050"/>
          <p14:tracePt t="105925" x="2057400" y="1295400"/>
          <p14:tracePt t="105941" x="2095500" y="1295400"/>
          <p14:tracePt t="105958" x="2165350" y="1308100"/>
          <p14:tracePt t="105974" x="2216150" y="1327150"/>
          <p14:tracePt t="105991" x="2298700" y="1346200"/>
          <p14:tracePt t="106008" x="2622550" y="1422400"/>
          <p14:tracePt t="106023" x="2749550" y="1428750"/>
          <p14:tracePt t="106040" x="2901950" y="1441450"/>
          <p14:tracePt t="106057" x="3251200" y="1454150"/>
          <p14:tracePt t="106074" x="3594100" y="1454150"/>
          <p14:tracePt t="106090" x="3733800" y="1447800"/>
          <p14:tracePt t="106107" x="3949700" y="1428750"/>
          <p14:tracePt t="106123" x="4089400" y="1409700"/>
          <p14:tracePt t="106141" x="4178300" y="1384300"/>
          <p14:tracePt t="106156" x="4191000" y="1371600"/>
          <p14:tracePt t="106173" x="4222750" y="1333500"/>
          <p14:tracePt t="106190" x="4260850" y="1282700"/>
          <p14:tracePt t="106206" x="4279900" y="1238250"/>
          <p14:tracePt t="106223" x="4311650" y="1187450"/>
          <p14:tracePt t="106240" x="4343400" y="1143000"/>
          <p14:tracePt t="106256" x="4356100" y="1123950"/>
          <p14:tracePt t="106273" x="4381500" y="1111250"/>
          <p14:tracePt t="106289" x="4419600" y="1073150"/>
          <p14:tracePt t="106306" x="4432300" y="1060450"/>
          <p14:tracePt t="106309" x="4438650" y="1054100"/>
          <p14:tracePt t="106325" x="4451350" y="1047750"/>
          <p14:tracePt t="106339" x="4457700" y="1047750"/>
          <p14:tracePt t="106356" x="4470400" y="1041400"/>
          <p14:tracePt t="106737" x="4419600" y="1085850"/>
          <p14:tracePt t="106744" x="4305300" y="1174750"/>
          <p14:tracePt t="106754" x="4146550" y="1295400"/>
          <p14:tracePt t="106772" x="3632200" y="1631950"/>
          <p14:tracePt t="106787" x="3321050" y="1841500"/>
          <p14:tracePt t="106804" x="2686050" y="2216150"/>
          <p14:tracePt t="106821" x="2032000" y="2565400"/>
          <p14:tracePt t="106837" x="1733550" y="2673350"/>
          <p14:tracePt t="106854" x="1212850" y="2844800"/>
          <p14:tracePt t="106871" x="876300" y="2933700"/>
          <p14:tracePt t="106887" x="762000" y="2965450"/>
          <p14:tracePt t="106905" x="660400" y="2984500"/>
          <p14:tracePt t="106920" x="457200" y="3035300"/>
          <p14:tracePt t="106937" x="431800" y="3041650"/>
          <p14:tracePt t="106954" x="393700" y="3048000"/>
          <p14:tracePt t="106970" x="393700" y="3054350"/>
          <p14:tracePt t="106987" x="387350" y="3054350"/>
          <p14:tracePt t="107045" x="387350" y="3048000"/>
          <p14:tracePt t="107053" x="387350" y="3041650"/>
          <p14:tracePt t="107059" x="387350" y="3028950"/>
          <p14:tracePt t="107074" x="387350" y="3016250"/>
          <p14:tracePt t="107087" x="387350" y="2997200"/>
          <p14:tracePt t="107103" x="387350" y="2965450"/>
          <p14:tracePt t="107120" x="387350" y="2946400"/>
          <p14:tracePt t="107137" x="387350" y="2901950"/>
          <p14:tracePt t="107153" x="393700" y="2876550"/>
          <p14:tracePt t="107170" x="406400" y="2851150"/>
          <p14:tracePt t="107186" x="450850" y="2800350"/>
          <p14:tracePt t="107203" x="546100" y="2730500"/>
          <p14:tracePt t="107220" x="603250" y="2692400"/>
          <p14:tracePt t="107236" x="692150" y="2628900"/>
          <p14:tracePt t="107253" x="723900" y="2603500"/>
          <p14:tracePt t="107270" x="762000" y="2578100"/>
          <p14:tracePt t="107286" x="762000" y="2565400"/>
          <p14:tracePt t="107303" x="762000" y="2559050"/>
          <p14:tracePt t="107319" x="749300" y="2540000"/>
          <p14:tracePt t="107336" x="749300" y="2533650"/>
          <p14:tracePt t="107353" x="736600" y="2527300"/>
          <p14:tracePt t="107369" x="711200" y="2520950"/>
          <p14:tracePt t="107385" x="685800" y="2514600"/>
          <p14:tracePt t="107401" x="666750" y="2514600"/>
          <p14:tracePt t="107419" x="641350" y="2508250"/>
          <p14:tracePt t="107435" x="622300" y="2508250"/>
          <p14:tracePt t="107452" x="615950" y="2508250"/>
          <p14:tracePt t="107485" x="635000" y="2508250"/>
          <p14:tracePt t="107502" x="666750" y="2514600"/>
          <p14:tracePt t="107519" x="704850" y="2520950"/>
          <p14:tracePt t="107535" x="755650" y="2520950"/>
          <p14:tracePt t="107551" x="965200" y="2540000"/>
          <p14:tracePt t="107568" x="1028700" y="2540000"/>
          <p14:tracePt t="107586" x="1136650" y="2540000"/>
          <p14:tracePt t="107601" x="1168400" y="2533650"/>
          <p14:tracePt t="107618" x="1174750" y="2527300"/>
          <p14:tracePt t="107635" x="1162050" y="2514600"/>
          <p14:tracePt t="107651" x="1136650" y="2508250"/>
          <p14:tracePt t="107668" x="1047750" y="2495550"/>
          <p14:tracePt t="107685" x="946150" y="2476500"/>
          <p14:tracePt t="107701" x="895350" y="2476500"/>
          <p14:tracePt t="107718" x="781050" y="2476500"/>
          <p14:tracePt t="107734" x="749300" y="2482850"/>
          <p14:tracePt t="107751" x="736600" y="2482850"/>
          <p14:tracePt t="107768" x="730250" y="2489200"/>
          <p14:tracePt t="107785" x="723900" y="2489200"/>
          <p14:tracePt t="107817" x="730250" y="2489200"/>
          <p14:tracePt t="107834" x="736600" y="2489200"/>
          <p14:tracePt t="107853" x="742950" y="2482850"/>
          <p14:tracePt t="107867" x="749300" y="2482850"/>
          <p14:tracePt t="107884" x="762000" y="2482850"/>
          <p14:tracePt t="108335" x="762000" y="2476500"/>
          <p14:tracePt t="108342" x="762000" y="2470150"/>
          <p14:tracePt t="108356" x="762000" y="2457450"/>
          <p14:tracePt t="108365" x="762000" y="2444750"/>
          <p14:tracePt t="108382" x="762000" y="2432050"/>
          <p14:tracePt t="108399" x="774700" y="2393950"/>
          <p14:tracePt t="108415" x="787400" y="2349500"/>
          <p14:tracePt t="108432" x="800100" y="2330450"/>
          <p14:tracePt t="108449" x="825500" y="2273300"/>
          <p14:tracePt t="108465" x="838200" y="2241550"/>
          <p14:tracePt t="108482" x="844550" y="2235200"/>
          <p14:tracePt t="108498" x="850900" y="2228850"/>
          <p14:tracePt t="108518" x="850900" y="2222500"/>
          <p14:tracePt t="108553" x="850900" y="2216150"/>
          <p14:tracePt t="108658" x="857250" y="2216150"/>
          <p14:tracePt t="108672" x="863600" y="2216150"/>
          <p14:tracePt t="108693" x="869950" y="2222500"/>
          <p14:tracePt t="108707" x="882650" y="2222500"/>
          <p14:tracePt t="108716" x="889000" y="2222500"/>
          <p14:tracePt t="108731" x="901700" y="2228850"/>
          <p14:tracePt t="108747" x="933450" y="2228850"/>
          <p14:tracePt t="108764" x="990600" y="2222500"/>
          <p14:tracePt t="108781" x="1022350" y="2222500"/>
          <p14:tracePt t="108798" x="1060450" y="2209800"/>
          <p14:tracePt t="108814" x="1174750" y="2165350"/>
          <p14:tracePt t="108830" x="1206500" y="2152650"/>
          <p14:tracePt t="108834" x="1238250" y="2139950"/>
          <p14:tracePt t="108850" x="1250950" y="2127250"/>
          <p14:tracePt t="108864" x="1263650" y="2127250"/>
          <p14:tracePt t="108880" x="1282700" y="2114550"/>
          <p14:tracePt t="108897" x="1289050" y="2114550"/>
          <p14:tracePt t="109275" x="1282700" y="2114550"/>
          <p14:tracePt t="109409" x="1295400" y="2114550"/>
          <p14:tracePt t="109430" x="1308100" y="2114550"/>
          <p14:tracePt t="109443" x="1314450" y="2114550"/>
          <p14:tracePt t="109457" x="1320800" y="2114550"/>
          <p14:tracePt t="109465" x="1333500" y="2108200"/>
          <p14:tracePt t="109481" x="1346200" y="2108200"/>
          <p14:tracePt t="109495" x="1358900" y="2108200"/>
          <p14:tracePt t="109511" x="1390650" y="2101850"/>
          <p14:tracePt t="109528" x="1416050" y="2095500"/>
          <p14:tracePt t="109544" x="1428750" y="2095500"/>
          <p14:tracePt t="109562" x="1447800" y="2095500"/>
          <p14:tracePt t="109578" x="1454150" y="2095500"/>
          <p14:tracePt t="109611" x="1460500" y="2095500"/>
          <p14:tracePt t="109647" x="1466850" y="2095500"/>
          <p14:tracePt t="109710" x="1473200" y="2095500"/>
          <p14:tracePt t="109745" x="1479550" y="2095500"/>
          <p14:tracePt t="109759" x="1485900" y="2095500"/>
          <p14:tracePt t="109779" x="1492250" y="2095500"/>
          <p14:tracePt t="109787" x="1504950" y="2101850"/>
          <p14:tracePt t="109797" x="1511300" y="2108200"/>
          <p14:tracePt t="109810" x="1530350" y="2108200"/>
          <p14:tracePt t="109827" x="1549400" y="2120900"/>
          <p14:tracePt t="109844" x="1600200" y="2139950"/>
          <p14:tracePt t="109860" x="1651000" y="2152650"/>
          <p14:tracePt t="109864" x="1682750" y="2159000"/>
          <p14:tracePt t="109879" x="1695450" y="2165350"/>
          <p14:tracePt t="109893" x="1714500" y="2165350"/>
          <p14:tracePt t="109910" x="1733550" y="2171700"/>
          <p14:tracePt t="109927" x="1746250" y="2178050"/>
          <p14:tracePt t="109943" x="1752600" y="2178050"/>
          <p14:tracePt t="109990" x="1758950" y="2184400"/>
          <p14:tracePt t="110067" x="1765300" y="2184400"/>
          <p14:tracePt t="110095" x="1771650" y="2184400"/>
          <p14:tracePt t="110117" x="1784350" y="2184400"/>
          <p14:tracePt t="110138" x="1790700" y="2184400"/>
          <p14:tracePt t="110145" x="1797050" y="2184400"/>
          <p14:tracePt t="110179" x="1809750" y="2184400"/>
          <p14:tracePt t="110186" x="1816100" y="2184400"/>
          <p14:tracePt t="110201" x="1828800" y="2184400"/>
          <p14:tracePt t="110209" x="1835150" y="2184400"/>
          <p14:tracePt t="110225" x="1847850" y="2184400"/>
          <p14:tracePt t="110243" x="1866900" y="2184400"/>
          <p14:tracePt t="110259" x="1879600" y="2184400"/>
          <p14:tracePt t="110275" x="1885950" y="2184400"/>
          <p14:tracePt t="110292" x="1892300" y="2184400"/>
          <p14:tracePt t="110309" x="1905000" y="2184400"/>
          <p14:tracePt t="110460" x="1898650" y="2190750"/>
          <p14:tracePt t="110475" x="1892300" y="2197100"/>
          <p14:tracePt t="110482" x="1873250" y="2203450"/>
          <p14:tracePt t="110495" x="1854200" y="2216150"/>
          <p14:tracePt t="110508" x="1809750" y="2235200"/>
          <p14:tracePt t="110525" x="1676400" y="2279650"/>
          <p14:tracePt t="110541" x="1492250" y="2343150"/>
          <p14:tracePt t="110558" x="1301750" y="2387600"/>
          <p14:tracePt t="110574" x="1206500" y="2406650"/>
          <p14:tracePt t="110591" x="1028700" y="2425700"/>
          <p14:tracePt t="110608" x="889000" y="2432050"/>
          <p14:tracePt t="110624" x="831850" y="2432050"/>
          <p14:tracePt t="110641" x="755650" y="2432050"/>
          <p14:tracePt t="110658" x="698500" y="2432050"/>
          <p14:tracePt t="110675" x="673100" y="2432050"/>
          <p14:tracePt t="110692" x="635000" y="2432050"/>
          <p14:tracePt t="110708" x="596900" y="2432050"/>
          <p14:tracePt t="110725" x="577850" y="2432050"/>
          <p14:tracePt t="110741" x="552450" y="2432050"/>
          <p14:tracePt t="110758" x="539750" y="2432050"/>
          <p14:tracePt t="110774" x="527050" y="2432050"/>
          <p14:tracePt t="110791" x="520700" y="2425700"/>
          <p14:tracePt t="110807" x="508000" y="2425700"/>
          <p14:tracePt t="110824" x="488950" y="2425700"/>
          <p14:tracePt t="110840" x="463550" y="2425700"/>
          <p14:tracePt t="110857" x="450850" y="2425700"/>
          <p14:tracePt t="110874" x="438150" y="2432050"/>
          <p14:tracePt t="110907" x="431800" y="2432050"/>
          <p14:tracePt t="110937" x="431800" y="2425700"/>
          <p14:tracePt t="110951" x="438150" y="2419350"/>
          <p14:tracePt t="110959" x="444500" y="2413000"/>
          <p14:tracePt t="110974" x="469900" y="2406650"/>
          <p14:tracePt t="110989" x="514350" y="2387600"/>
          <p14:tracePt t="111007" x="539750" y="2374900"/>
          <p14:tracePt t="111023" x="590550" y="2355850"/>
          <p14:tracePt t="111039" x="622300" y="2349500"/>
          <p14:tracePt t="111056" x="654050" y="2330450"/>
          <p14:tracePt t="111073" x="654050" y="2324100"/>
          <p14:tracePt t="111089" x="647700" y="2324100"/>
          <p14:tracePt t="111106" x="615950" y="2317750"/>
          <p14:tracePt t="111123" x="565150" y="2317750"/>
          <p14:tracePt t="111139" x="539750" y="2317750"/>
          <p14:tracePt t="111156" x="482600" y="2317750"/>
          <p14:tracePt t="111172" x="438150" y="2324100"/>
          <p14:tracePt t="111190" x="425450" y="2324100"/>
          <p14:tracePt t="111206" x="419100" y="2324100"/>
          <p14:tracePt t="111241" x="425450" y="2324100"/>
          <p14:tracePt t="111256" x="431800" y="2324100"/>
          <p14:tracePt t="111272" x="463550" y="2324100"/>
          <p14:tracePt t="111289" x="495300" y="2317750"/>
          <p14:tracePt t="111305" x="520700" y="2317750"/>
          <p14:tracePt t="111323" x="552450" y="2317750"/>
          <p14:tracePt t="111338" x="571500" y="2317750"/>
          <p14:tracePt t="111379" x="571500" y="2324100"/>
          <p14:tracePt t="111400" x="565150" y="2324100"/>
          <p14:tracePt t="111408" x="558800" y="2324100"/>
          <p14:tracePt t="111422" x="552450" y="2330450"/>
          <p14:tracePt t="111438" x="546100" y="2330450"/>
          <p14:tracePt t="111455" x="546100" y="2336800"/>
          <p14:tracePt t="111540" x="552450" y="2336800"/>
          <p14:tracePt t="111547" x="558800" y="2336800"/>
          <p14:tracePt t="111561" x="565150" y="2336800"/>
          <p14:tracePt t="111570" x="571500" y="2336800"/>
          <p14:tracePt t="111588" x="571500" y="2330450"/>
          <p14:tracePt t="111604" x="590550" y="2330450"/>
          <p14:tracePt t="111621" x="622300" y="2324100"/>
          <p14:tracePt t="111638" x="641350" y="2324100"/>
          <p14:tracePt t="111654" x="654050" y="2317750"/>
          <p14:tracePt t="111671" x="660400" y="2317750"/>
          <p14:tracePt t="111708" x="660400" y="2324100"/>
          <p14:tracePt t="111729" x="654050" y="2324100"/>
          <p14:tracePt t="111758" x="647700" y="2324100"/>
          <p14:tracePt t="111891" x="654050" y="2317750"/>
          <p14:tracePt t="112398" x="666750" y="2317750"/>
          <p14:tracePt t="112411" x="685800" y="2317750"/>
          <p14:tracePt t="112421" x="704850" y="2317750"/>
          <p14:tracePt t="112434" x="717550" y="2317750"/>
          <p14:tracePt t="112451" x="736600" y="2317750"/>
          <p14:tracePt t="112468" x="812800" y="2324100"/>
          <p14:tracePt t="112485" x="838200" y="2324100"/>
          <p14:tracePt t="112503" x="895350" y="2324100"/>
          <p14:tracePt t="112518" x="920750" y="2324100"/>
          <p14:tracePt t="112535" x="1003300" y="2317750"/>
          <p14:tracePt t="112552" x="1073150" y="2292350"/>
          <p14:tracePt t="112568" x="1117600" y="2286000"/>
          <p14:tracePt t="112584" x="1174750" y="2266950"/>
          <p14:tracePt t="112601" x="1225550" y="2260600"/>
          <p14:tracePt t="112617" x="1244600" y="2254250"/>
          <p14:tracePt t="112634" x="1289050" y="2241550"/>
          <p14:tracePt t="112651" x="1314450" y="2228850"/>
          <p14:tracePt t="112667" x="1327150" y="2222500"/>
          <p14:tracePt t="112685" x="1346200" y="2216150"/>
          <p14:tracePt t="112701" x="1352550" y="2203450"/>
          <p14:tracePt t="112734" x="1358900" y="2203450"/>
          <p14:tracePt t="112769" x="1358900" y="2197100"/>
          <p14:tracePt t="112993" x="1352550" y="2197100"/>
          <p14:tracePt t="113001" x="1320800" y="2203450"/>
          <p14:tracePt t="113014" x="1289050" y="2203450"/>
          <p14:tracePt t="113021" x="1250950" y="2203450"/>
          <p14:tracePt t="113036" x="1212850" y="2216150"/>
          <p14:tracePt t="113050" x="1155700" y="2222500"/>
          <p14:tracePt t="113066" x="1136650" y="2222500"/>
          <p14:tracePt t="113082" x="1111250" y="2228850"/>
          <p14:tracePt t="113099" x="1092200" y="2228850"/>
          <p14:tracePt t="113116" x="1079500" y="2228850"/>
          <p14:tracePt t="113133" x="1073150" y="2228850"/>
          <p14:tracePt t="113148" x="1066800" y="2228850"/>
          <p14:tracePt t="113246" x="1073150" y="2228850"/>
          <p14:tracePt t="113253" x="1079500" y="2228850"/>
          <p14:tracePt t="113265" x="1085850" y="2228850"/>
          <p14:tracePt t="113282" x="1092200" y="2222500"/>
          <p14:tracePt t="113298" x="1098550" y="2222500"/>
          <p14:tracePt t="113316" x="1111250" y="2216150"/>
          <p14:tracePt t="113332" x="1181100" y="2178050"/>
          <p14:tracePt t="113349" x="1206500" y="2165350"/>
          <p14:tracePt t="113365" x="1276350" y="2114550"/>
          <p14:tracePt t="113382" x="1314450" y="2089150"/>
          <p14:tracePt t="113399" x="1365250" y="2044700"/>
          <p14:tracePt t="113415" x="1403350" y="2006600"/>
          <p14:tracePt t="113431" x="1422400" y="1993900"/>
          <p14:tracePt t="113448" x="1435100" y="1981200"/>
          <p14:tracePt t="113464" x="1447800" y="1974850"/>
          <p14:tracePt t="113481" x="1454150" y="1974850"/>
          <p14:tracePt t="113514" x="1454150" y="1968500"/>
          <p14:tracePt t="113631" x="1447800" y="1968500"/>
          <p14:tracePt t="114073" x="1454150" y="1968500"/>
          <p14:tracePt t="114087" x="1473200" y="1974850"/>
          <p14:tracePt t="114094" x="1492250" y="1981200"/>
          <p14:tracePt t="114101" x="1517650" y="1993900"/>
          <p14:tracePt t="114115" x="1530350" y="2000250"/>
          <p14:tracePt t="114130" x="1549400" y="2012950"/>
          <p14:tracePt t="114145" x="1568450" y="2019300"/>
          <p14:tracePt t="114162" x="1581150" y="2025650"/>
          <p14:tracePt t="114179" x="1587500" y="2025650"/>
          <p14:tracePt t="114241" x="1587500" y="2032000"/>
          <p14:tracePt t="114284" x="1587500" y="2044700"/>
          <p14:tracePt t="114297" x="1581150" y="2044700"/>
          <p14:tracePt t="114304" x="1581150" y="2051050"/>
          <p14:tracePt t="114314" x="1574800" y="2051050"/>
          <p14:tracePt t="114328" x="1568450" y="2051050"/>
          <p14:tracePt t="114348" x="1562100" y="2057400"/>
          <p14:tracePt t="114361" x="1555750" y="2063750"/>
          <p14:tracePt t="114394" x="1549400" y="2070100"/>
          <p14:tracePt t="114412" x="1530350" y="2076450"/>
          <p14:tracePt t="114428" x="1524000" y="2089150"/>
          <p14:tracePt t="114445" x="1517650" y="2108200"/>
          <p14:tracePt t="114461" x="1511300" y="2114550"/>
          <p14:tracePt t="114478" x="1511300" y="2127250"/>
          <p14:tracePt t="114495" x="1517650" y="2146300"/>
          <p14:tracePt t="114511" x="1524000" y="2146300"/>
          <p14:tracePt t="114528" x="1549400" y="2152650"/>
          <p14:tracePt t="114545" x="1562100" y="2152650"/>
          <p14:tracePt t="114561" x="1587500" y="2152650"/>
          <p14:tracePt t="114578" x="1600200" y="2152650"/>
          <p14:tracePt t="114594" x="1619250" y="2139950"/>
          <p14:tracePt t="114611" x="1625600" y="2133600"/>
          <p14:tracePt t="114627" x="1631950" y="2127250"/>
          <p14:tracePt t="114644" x="1638300" y="2120900"/>
          <p14:tracePt t="114660" x="1644650" y="2120900"/>
          <p14:tracePt t="114697" x="1644650" y="2114550"/>
          <p14:tracePt t="114767" x="1644650" y="2108200"/>
          <p14:tracePt t="114795" x="1651000" y="2101850"/>
          <p14:tracePt t="114802" x="1657350" y="2101850"/>
          <p14:tracePt t="114816" x="1663700" y="2095500"/>
          <p14:tracePt t="114826" x="1670050" y="2089150"/>
          <p14:tracePt t="114843" x="1682750" y="2082800"/>
          <p14:tracePt t="114860" x="1714500" y="2057400"/>
          <p14:tracePt t="114876" x="1803400" y="1987550"/>
          <p14:tracePt t="114894" x="1943100" y="1905000"/>
          <p14:tracePt t="114909" x="2025650" y="1854200"/>
          <p14:tracePt t="114926" x="2108200" y="1803400"/>
          <p14:tracePt t="114943" x="2336800" y="1676400"/>
          <p14:tracePt t="114959" x="2393950" y="1631950"/>
          <p14:tracePt t="114976" x="2451100" y="1606550"/>
          <p14:tracePt t="114993" x="2514600" y="1568450"/>
          <p14:tracePt t="115009" x="2552700" y="1536700"/>
          <p14:tracePt t="115027" x="2559050" y="1517650"/>
          <p14:tracePt t="115043" x="2565400" y="1511300"/>
          <p14:tracePt t="115059" x="2571750" y="1504950"/>
          <p14:tracePt t="115077" x="2571750" y="1498600"/>
          <p14:tracePt t="115093" x="2571750" y="1492250"/>
          <p14:tracePt t="115286" x="2571750" y="1485900"/>
          <p14:tracePt t="115293" x="2571750" y="1479550"/>
          <p14:tracePt t="115308" x="2571750" y="1473200"/>
          <p14:tracePt t="115335" x="2571750" y="1466850"/>
          <p14:tracePt t="115356" x="2571750" y="1460500"/>
          <p14:tracePt t="115363" x="2571750" y="1454150"/>
          <p14:tracePt t="115378" x="2571750" y="1447800"/>
          <p14:tracePt t="115405" x="2571750" y="1441450"/>
          <p14:tracePt t="115426" x="2571750" y="1435100"/>
          <p14:tracePt t="115475" x="2571750" y="1428750"/>
          <p14:tracePt t="115497" x="2571750" y="1422400"/>
          <p14:tracePt t="115538" x="2571750" y="1416050"/>
          <p14:tracePt t="115567" x="2571750" y="1409700"/>
          <p14:tracePt t="115575" x="2571750" y="1403350"/>
          <p14:tracePt t="115595" x="2571750" y="1397000"/>
          <p14:tracePt t="115616" x="2578100" y="1397000"/>
          <p14:tracePt t="115657" x="2578100" y="1390650"/>
          <p14:tracePt t="115749" x="2578100" y="1384300"/>
          <p14:tracePt t="115875" x="2571750" y="1384300"/>
          <p14:tracePt t="115890" x="2571750" y="1390650"/>
          <p14:tracePt t="115896" x="2565400" y="1397000"/>
          <p14:tracePt t="115910" x="2559050" y="1397000"/>
          <p14:tracePt t="115923" x="2546350" y="1403350"/>
          <p14:tracePt t="115939" x="2508250" y="1435100"/>
          <p14:tracePt t="115956" x="2476500" y="1454150"/>
          <p14:tracePt t="115973" x="2387600" y="1530350"/>
          <p14:tracePt t="115989" x="2260600" y="1619250"/>
          <p14:tracePt t="116006" x="2178050" y="1670050"/>
          <p14:tracePt t="116023" x="2012950" y="1758950"/>
          <p14:tracePt t="116039" x="1866900" y="1854200"/>
          <p14:tracePt t="116055" x="1784350" y="1892300"/>
          <p14:tracePt t="116072" x="1670050" y="1949450"/>
          <p14:tracePt t="116089" x="1568450" y="2000250"/>
          <p14:tracePt t="116105" x="1530350" y="2019300"/>
          <p14:tracePt t="116122" x="1460500" y="2044700"/>
          <p14:tracePt t="116138" x="1422400" y="2057400"/>
          <p14:tracePt t="116156" x="1409700" y="2063750"/>
          <p14:tracePt t="116172" x="1403350" y="2070100"/>
          <p14:tracePt t="116188" x="1397000" y="2070100"/>
          <p14:tracePt t="116247" x="1390650" y="2070100"/>
          <p14:tracePt t="116268" x="1384300" y="2076450"/>
          <p14:tracePt t="116275" x="1377950" y="2076450"/>
          <p14:tracePt t="116296" x="1377950" y="2082800"/>
          <p14:tracePt t="116310" x="1371600" y="2082800"/>
          <p14:tracePt t="116321" x="1365250" y="2082800"/>
          <p14:tracePt t="116340" x="1358900" y="2082800"/>
          <p14:tracePt t="116436" x="1352550" y="2082800"/>
          <p14:tracePt t="117713" x="1352550" y="2108200"/>
          <p14:tracePt t="117719" x="1352550" y="2159000"/>
          <p14:tracePt t="117733" x="1352550" y="2222500"/>
          <p14:tracePt t="117750" x="1352550" y="2324100"/>
          <p14:tracePt t="117766" x="1358900" y="2381250"/>
          <p14:tracePt t="117783" x="1365250" y="2508250"/>
          <p14:tracePt t="117800" x="1365250" y="2628900"/>
          <p14:tracePt t="117816" x="1365250" y="2679700"/>
          <p14:tracePt t="117833" x="1365250" y="2762250"/>
          <p14:tracePt t="117849" x="1371600" y="2806700"/>
          <p14:tracePt t="117866" x="1371600" y="2813050"/>
          <p14:tracePt t="117882" x="1371600" y="2819400"/>
          <p14:tracePt t="117899" x="1371600" y="2825750"/>
          <p14:tracePt t="117965" x="1371600" y="2819400"/>
          <p14:tracePt t="117979" x="1371600" y="2813050"/>
          <p14:tracePt t="118001" x="1371600" y="2806700"/>
          <p14:tracePt t="121095" x="1365250" y="2806700"/>
          <p14:tracePt t="121187" x="1358900" y="2806700"/>
          <p14:tracePt t="121214" x="1358900" y="2800350"/>
          <p14:tracePt t="121242" x="1352550" y="2794000"/>
          <p14:tracePt t="121264" x="1346200" y="2794000"/>
          <p14:tracePt t="121306" x="1339850" y="2794000"/>
          <p14:tracePt t="121334" x="1339850" y="2787650"/>
          <p14:tracePt t="121355" x="1333500" y="2781300"/>
          <p14:tracePt t="121376" x="1333500" y="2774950"/>
          <p14:tracePt t="121383" x="1327150" y="2774950"/>
          <p14:tracePt t="121397" x="1320800" y="2774950"/>
          <p14:tracePt t="121425" x="1314450" y="2768600"/>
          <p14:tracePt t="121446" x="1301750" y="2762250"/>
          <p14:tracePt t="121454" x="1295400" y="2755900"/>
          <p14:tracePt t="121474" x="1295400" y="2749550"/>
          <p14:tracePt t="121488" x="1289050" y="2743200"/>
          <p14:tracePt t="121495" x="1276350" y="2730500"/>
          <p14:tracePt t="121509" x="1263650" y="2724150"/>
          <p14:tracePt t="121519" x="1250950" y="2711450"/>
          <p14:tracePt t="121537" x="1238250" y="2705100"/>
          <p14:tracePt t="121553" x="1200150" y="2686050"/>
          <p14:tracePt t="121570" x="1174750" y="2673350"/>
          <p14:tracePt t="121587" x="1149350" y="2654300"/>
          <p14:tracePt t="121603" x="1143000" y="2654300"/>
          <p14:tracePt t="121620" x="1123950" y="2647950"/>
          <p14:tracePt t="121636" x="1117600" y="2641600"/>
          <p14:tracePt t="121670" x="1111250" y="2635250"/>
          <p14:tracePt t="121720" x="1104900" y="2635250"/>
          <p14:tracePt t="121775" x="1098550" y="2635250"/>
          <p14:tracePt t="123389" x="1098550" y="2641600"/>
          <p14:tracePt t="123409" x="1098550" y="2647950"/>
          <p14:tracePt t="123417" x="1104900" y="2660650"/>
          <p14:tracePt t="123459" x="1123950" y="2660650"/>
          <p14:tracePt t="123481" x="1130300" y="2660650"/>
          <p14:tracePt t="123487" x="1136650" y="2660650"/>
          <p14:tracePt t="123501" x="1143000" y="2660650"/>
          <p14:tracePt t="123513" x="1143000" y="2654300"/>
          <p14:tracePt t="123530" x="1155700" y="2654300"/>
          <p14:tracePt t="123546" x="1168400" y="2647950"/>
          <p14:tracePt t="123563" x="1174750" y="2641600"/>
          <p14:tracePt t="123579" x="1187450" y="2635250"/>
          <p14:tracePt t="123614" x="1187450" y="2628900"/>
          <p14:tracePt t="123629" x="1193800" y="2622550"/>
          <p14:tracePt t="123649" x="1200150" y="2616200"/>
          <p14:tracePt t="123670" x="1200150" y="2609850"/>
          <p14:tracePt t="123679" x="1206500" y="2609850"/>
          <p14:tracePt t="123712" x="1212850" y="2603500"/>
          <p14:tracePt t="123719" x="1212850" y="2597150"/>
          <p14:tracePt t="123739" x="1212850" y="2590800"/>
          <p14:tracePt t="123748" x="1219200" y="2590800"/>
          <p14:tracePt t="123762" x="1219200" y="2584450"/>
          <p14:tracePt t="123779" x="1219200" y="2578100"/>
          <p14:tracePt t="123796" x="1219200" y="2571750"/>
          <p14:tracePt t="123812" x="1225550" y="2571750"/>
          <p14:tracePt t="123829" x="1225550" y="2565400"/>
          <p14:tracePt t="123859" x="1225550" y="2552700"/>
          <p14:tracePt t="123880" x="1231900" y="2552700"/>
          <p14:tracePt t="123887" x="1231900" y="2546350"/>
          <p14:tracePt t="123908" x="1238250" y="2540000"/>
          <p14:tracePt t="123943" x="1244600" y="2533650"/>
          <p14:tracePt t="123998" x="1250950" y="2527300"/>
          <p14:tracePt t="124020" x="1250950" y="2520950"/>
          <p14:tracePt t="124028" x="1257300" y="2520950"/>
          <p14:tracePt t="124048" x="1257300" y="2514600"/>
          <p14:tracePt t="124069" x="1257300" y="2508250"/>
          <p14:tracePt t="124090" x="1263650" y="2501900"/>
          <p14:tracePt t="124342" x="1263650" y="2495550"/>
          <p14:tracePt t="124350" x="1270000" y="2495550"/>
          <p14:tracePt t="124363" x="1276350" y="2495550"/>
          <p14:tracePt t="124379" x="1282700" y="2489200"/>
          <p14:tracePt t="124393" x="1295400" y="2489200"/>
          <p14:tracePt t="124410" x="1301750" y="2489200"/>
          <p14:tracePt t="124427" x="1333500" y="2470150"/>
          <p14:tracePt t="124443" x="1365250" y="2463800"/>
          <p14:tracePt t="124460" x="1384300" y="2451100"/>
          <p14:tracePt t="124477" x="1447800" y="2419350"/>
          <p14:tracePt t="124493" x="1524000" y="2381250"/>
          <p14:tracePt t="124510" x="1555750" y="2362200"/>
          <p14:tracePt t="124526" x="1631950" y="2324100"/>
          <p14:tracePt t="124543" x="1708150" y="2273300"/>
          <p14:tracePt t="124560" x="1778000" y="2203450"/>
          <p14:tracePt t="124576" x="1822450" y="2171700"/>
          <p14:tracePt t="124593" x="1892300" y="2089150"/>
          <p14:tracePt t="124610" x="1949450" y="2019300"/>
          <p14:tracePt t="124626" x="1968500" y="2000250"/>
          <p14:tracePt t="124643" x="1981200" y="1981200"/>
          <p14:tracePt t="124659" x="2019300" y="1943100"/>
          <p14:tracePt t="124676" x="2025650" y="1936750"/>
          <p14:tracePt t="124693" x="2038350" y="1924050"/>
          <p14:tracePt t="124709" x="2044700" y="1924050"/>
          <p14:tracePt t="124749" x="2044700" y="1930400"/>
          <p14:tracePt t="124759" x="2038350" y="1936750"/>
          <p14:tracePt t="124775" x="2019300" y="1949450"/>
          <p14:tracePt t="125340" x="2025650" y="1949450"/>
          <p14:tracePt t="125354" x="2038350" y="1949450"/>
          <p14:tracePt t="125361" x="2063750" y="1949450"/>
          <p14:tracePt t="125376" x="2076450" y="1949450"/>
          <p14:tracePt t="125390" x="2114550" y="1924050"/>
          <p14:tracePt t="125407" x="2159000" y="1911350"/>
          <p14:tracePt t="125424" x="2203450" y="1879600"/>
          <p14:tracePt t="125440" x="2336800" y="1784350"/>
          <p14:tracePt t="125456" x="2381250" y="1752600"/>
          <p14:tracePt t="125474" x="2470150" y="1701800"/>
          <p14:tracePt t="125489" x="2501900" y="1689100"/>
          <p14:tracePt t="125507" x="2540000" y="1657350"/>
          <p14:tracePt t="125524" x="2559050" y="1638300"/>
          <p14:tracePt t="125540" x="2578100" y="1619250"/>
          <p14:tracePt t="125556" x="2603500" y="1581150"/>
          <p14:tracePt t="125573" x="2641600" y="1549400"/>
          <p14:tracePt t="125590" x="2647950" y="1524000"/>
          <p14:tracePt t="125606" x="2673350" y="1498600"/>
          <p14:tracePt t="125623" x="2679700" y="1485900"/>
          <p14:tracePt t="125639" x="2686050" y="1485900"/>
          <p14:tracePt t="125672" x="2692400" y="1479550"/>
          <p14:tracePt t="125705" x="2692400" y="1473200"/>
          <p14:tracePt t="125712" x="2698750" y="1473200"/>
          <p14:tracePt t="125726" x="2698750" y="1466850"/>
          <p14:tracePt t="125741" x="2705100" y="1460500"/>
          <p14:tracePt t="125761" x="2705100" y="1454150"/>
          <p14:tracePt t="125782" x="2711450" y="1447800"/>
          <p14:tracePt t="125852" x="2717800" y="1447800"/>
          <p14:tracePt t="125880" x="2724150" y="1441450"/>
          <p14:tracePt t="125915" x="2724150" y="1435100"/>
          <p14:tracePt t="125943" x="2730500" y="1428750"/>
          <p14:tracePt t="126034" x="2736850" y="1428750"/>
          <p14:tracePt t="126515" x="2736850" y="1447800"/>
          <p14:tracePt t="126522" x="2730500" y="1466850"/>
          <p14:tracePt t="126539" x="2724150" y="1485900"/>
          <p14:tracePt t="126553" x="2705100" y="1517650"/>
          <p14:tracePt t="126569" x="2667000" y="1593850"/>
          <p14:tracePt t="126573" x="2647950" y="1625600"/>
          <p14:tracePt t="126588" x="2622550" y="1657350"/>
          <p14:tracePt t="126603" x="2597150" y="1689100"/>
          <p14:tracePt t="126619" x="2533650" y="1752600"/>
          <p14:tracePt t="126635" x="2489200" y="1790700"/>
          <p14:tracePt t="126652" x="2463800" y="1803400"/>
          <p14:tracePt t="126669" x="2432050" y="1828800"/>
          <p14:tracePt t="126685" x="2400300" y="1847850"/>
          <p14:tracePt t="126702" x="2381250" y="1854200"/>
          <p14:tracePt t="126719" x="2355850" y="1866900"/>
          <p14:tracePt t="126735" x="2330450" y="1885950"/>
          <p14:tracePt t="126752" x="2317750" y="1892300"/>
          <p14:tracePt t="126768" x="2298700" y="1905000"/>
          <p14:tracePt t="126785" x="2273300" y="1917700"/>
          <p14:tracePt t="126802" x="2260600" y="1917700"/>
          <p14:tracePt t="126819" x="2235200" y="1936750"/>
          <p14:tracePt t="126835" x="2203450" y="1955800"/>
          <p14:tracePt t="126852" x="2171700" y="1962150"/>
          <p14:tracePt t="126868" x="2165350" y="1962150"/>
          <p14:tracePt t="126885" x="2152650" y="1962150"/>
          <p14:tracePt t="126902" x="2133600" y="1955800"/>
          <p14:tracePt t="126918" x="2127250" y="1943100"/>
          <p14:tracePt t="126934" x="2120900" y="1930400"/>
          <p14:tracePt t="126951" x="2120900" y="1892300"/>
          <p14:tracePt t="127444" x="2114550" y="1905000"/>
          <p14:tracePt t="127458" x="2108200" y="1917700"/>
          <p14:tracePt t="127467" x="2089150" y="1936750"/>
          <p14:tracePt t="127472" x="2076450" y="1949450"/>
          <p14:tracePt t="127487" x="2057400" y="1974850"/>
          <p14:tracePt t="127501" x="2044700" y="1987550"/>
          <p14:tracePt t="127517" x="2019300" y="2006600"/>
          <p14:tracePt t="127533" x="2006600" y="2019300"/>
          <p14:tracePt t="127550" x="1981200" y="2038350"/>
          <p14:tracePt t="127566" x="1943100" y="2057400"/>
          <p14:tracePt t="127583" x="1930400" y="2063750"/>
          <p14:tracePt t="127600" x="1905000" y="2082800"/>
          <p14:tracePt t="127616" x="1879600" y="2089150"/>
          <p14:tracePt t="127632" x="1873250" y="2089150"/>
          <p14:tracePt t="127650" x="1866900" y="2095500"/>
          <p14:tracePt t="127666" x="1860550" y="2095500"/>
          <p14:tracePt t="127685" x="1854200" y="2101850"/>
          <p14:tracePt t="127985" x="1860550" y="2095500"/>
          <p14:tracePt t="128034" x="1866900" y="2089150"/>
          <p14:tracePt t="128069" x="1873250" y="2082800"/>
          <p14:tracePt t="128090" x="1879600" y="2076450"/>
          <p14:tracePt t="128098" x="1879600" y="2070100"/>
          <p14:tracePt t="128104" x="1885950" y="2063750"/>
          <p14:tracePt t="128118" x="1892300" y="2051050"/>
          <p14:tracePt t="128130" x="1905000" y="2032000"/>
          <p14:tracePt t="128147" x="1936750" y="1968500"/>
          <p14:tracePt t="128164" x="1974850" y="1924050"/>
          <p14:tracePt t="128181" x="2044700" y="1822450"/>
          <p14:tracePt t="128197" x="2165350" y="1689100"/>
          <p14:tracePt t="128214" x="2228850" y="1631950"/>
          <p14:tracePt t="128231" x="2355850" y="1498600"/>
          <p14:tracePt t="128247" x="2476500" y="1371600"/>
          <p14:tracePt t="128263" x="2527300" y="1327150"/>
          <p14:tracePt t="128280" x="2597150" y="1244600"/>
          <p14:tracePt t="128296" x="2641600" y="1187450"/>
          <p14:tracePt t="128313" x="2667000" y="1155700"/>
          <p14:tracePt t="128330" x="2679700" y="1130300"/>
          <p14:tracePt t="128346" x="2686050" y="1123950"/>
          <p14:tracePt t="128364" x="2692400" y="1117600"/>
          <p14:tracePt t="128399" x="2692400" y="1111250"/>
          <p14:tracePt t="128518" x="2686050" y="1111250"/>
          <p14:tracePt t="128538" x="2679700" y="1111250"/>
          <p14:tracePt t="128547" x="2679700" y="1104900"/>
          <p14:tracePt t="128567" x="2673350" y="1104900"/>
          <p14:tracePt t="128588" x="2660650" y="1104900"/>
          <p14:tracePt t="128596" x="2654300" y="1104900"/>
          <p14:tracePt t="128609" x="2647950" y="1104900"/>
          <p14:tracePt t="128616" x="2641600" y="1104900"/>
          <p14:tracePt t="128631" x="2628900" y="1104900"/>
          <p14:tracePt t="128645" x="2616200" y="1104900"/>
          <p14:tracePt t="128662" x="2597150" y="1104900"/>
          <p14:tracePt t="128679" x="2571750" y="1111250"/>
          <p14:tracePt t="128695" x="2559050" y="1111250"/>
          <p14:tracePt t="128712" x="2546350" y="1117600"/>
          <p14:tracePt t="128729" x="2540000" y="1117600"/>
          <p14:tracePt t="128761" x="2540000" y="1123950"/>
          <p14:tracePt t="128779" x="2546350" y="1130300"/>
          <p14:tracePt t="128795" x="2552700" y="1130300"/>
          <p14:tracePt t="128812" x="2571750" y="1136650"/>
          <p14:tracePt t="128828" x="2603500" y="1149350"/>
          <p14:tracePt t="128844" x="2635250" y="1162050"/>
          <p14:tracePt t="128862" x="2724150" y="1193800"/>
          <p14:tracePt t="128878" x="2819400" y="1231900"/>
          <p14:tracePt t="128894" x="2882900" y="1250950"/>
          <p14:tracePt t="128911" x="2984500" y="1295400"/>
          <p14:tracePt t="128928" x="3041650" y="1314450"/>
          <p14:tracePt t="128944" x="3098800" y="1333500"/>
          <p14:tracePt t="128961" x="3143250" y="1346200"/>
          <p14:tracePt t="128977" x="3149600" y="1352550"/>
          <p14:tracePt t="128995" x="3162300" y="1352550"/>
          <p14:tracePt t="129010" x="3162300" y="1358900"/>
          <p14:tracePt t="129027" x="3168650" y="1358900"/>
          <p14:tracePt t="129072" x="3175000" y="1358900"/>
          <p14:tracePt t="129086" x="3181350" y="1365250"/>
          <p14:tracePt t="129100" x="3187700" y="1365250"/>
          <p14:tracePt t="129107" x="3200400" y="1371600"/>
          <p14:tracePt t="129121" x="3213100" y="1377950"/>
          <p14:tracePt t="129129" x="3225800" y="1384300"/>
          <p14:tracePt t="129143" x="3251200" y="1390650"/>
          <p14:tracePt t="129160" x="3333750" y="1397000"/>
          <p14:tracePt t="129177" x="3467100" y="1409700"/>
          <p14:tracePt t="129193" x="3530600" y="1409700"/>
          <p14:tracePt t="129210" x="3606800" y="1409700"/>
          <p14:tracePt t="129227" x="3848100" y="1384300"/>
          <p14:tracePt t="129244" x="3917950" y="1365250"/>
          <p14:tracePt t="129261" x="3994150" y="1346200"/>
          <p14:tracePt t="129277" x="4095750" y="1308100"/>
          <p14:tracePt t="129293" x="4159250" y="1276350"/>
          <p14:tracePt t="129310" x="4178300" y="1270000"/>
          <p14:tracePt t="129326" x="4197350" y="1257300"/>
          <p14:tracePt t="129343" x="4203700" y="1257300"/>
          <p14:tracePt t="129360" x="4210050" y="1250950"/>
          <p14:tracePt t="129409" x="4216400" y="1250950"/>
          <p14:tracePt t="129646" x="4210050" y="1250950"/>
          <p14:tracePt t="129660" x="4178300" y="1263650"/>
          <p14:tracePt t="129668" x="4146550" y="1289050"/>
          <p14:tracePt t="129682" x="4102100" y="1314450"/>
          <p14:tracePt t="129691" x="4032250" y="1346200"/>
          <p14:tracePt t="129708" x="3949700" y="1371600"/>
          <p14:tracePt t="129725" x="3740150" y="1460500"/>
          <p14:tracePt t="129741" x="3460750" y="1536700"/>
          <p14:tracePt t="129760" x="3168650" y="1581150"/>
          <p14:tracePt t="129775" x="3035300" y="1593850"/>
          <p14:tracePt t="129791" x="2794000" y="1600200"/>
          <p14:tracePt t="129809" x="2609850" y="1587500"/>
          <p14:tracePt t="129824" x="2546350" y="1587500"/>
          <p14:tracePt t="129841" x="2495550" y="1581150"/>
          <p14:tracePt t="129858" x="2432050" y="1562100"/>
          <p14:tracePt t="129874" x="2432050" y="1555750"/>
          <p14:tracePt t="129891" x="2425700" y="1555750"/>
          <p14:tracePt t="129907" x="2419350" y="1543050"/>
          <p14:tracePt t="129924" x="2419350" y="1530350"/>
          <p14:tracePt t="129957" x="2419350" y="1517650"/>
          <p14:tracePt t="129974" x="2413000" y="1517650"/>
          <p14:tracePt t="129991" x="2406650" y="1504950"/>
          <p14:tracePt t="130007" x="2400300" y="1498600"/>
          <p14:tracePt t="130024" x="2393950" y="1479550"/>
          <p14:tracePt t="130040" x="2381250" y="1473200"/>
          <p14:tracePt t="130057" x="2368550" y="1466850"/>
          <p14:tracePt t="130074" x="2355850" y="1460500"/>
          <p14:tracePt t="130090" x="2355850" y="1454150"/>
          <p14:tracePt t="130107" x="2349500" y="1447800"/>
          <p14:tracePt t="130130" x="2349500" y="1441450"/>
          <p14:tracePt t="130180" x="2349500" y="1435100"/>
          <p14:tracePt t="130207" x="2355850" y="1435100"/>
          <p14:tracePt t="130221" x="2368550" y="1428750"/>
          <p14:tracePt t="130229" x="2381250" y="1428750"/>
          <p14:tracePt t="130243" x="2400300" y="1422400"/>
          <p14:tracePt t="130257" x="2413000" y="1403350"/>
          <p14:tracePt t="130273" x="2476500" y="1397000"/>
          <p14:tracePt t="130290" x="2495550" y="1390650"/>
          <p14:tracePt t="130307" x="2533650" y="1377950"/>
          <p14:tracePt t="130323" x="2571750" y="1365250"/>
          <p14:tracePt t="130340" x="2578100" y="1358900"/>
          <p14:tracePt t="130356" x="2578100" y="1339850"/>
          <p14:tracePt t="130373" x="2565400" y="1333500"/>
          <p14:tracePt t="130391" x="2533650" y="1333500"/>
          <p14:tracePt t="130406" x="2501900" y="1333500"/>
          <p14:tracePt t="130423" x="2432050" y="1358900"/>
          <p14:tracePt t="130439" x="2355850" y="1403350"/>
          <p14:tracePt t="130456" x="2324100" y="1416050"/>
          <p14:tracePt t="130472" x="2298700" y="1435100"/>
          <p14:tracePt t="130489" x="2286000" y="1460500"/>
          <p14:tracePt t="130505" x="2286000" y="1473200"/>
          <p14:tracePt t="130522" x="2305050" y="1479550"/>
          <p14:tracePt t="130538" x="2387600" y="1511300"/>
          <p14:tracePt t="130555" x="2425700" y="1511300"/>
          <p14:tracePt t="130572" x="2463800" y="1511300"/>
          <p14:tracePt t="130588" x="2559050" y="1492250"/>
          <p14:tracePt t="130605" x="2647950" y="1460500"/>
          <p14:tracePt t="130622" x="2692400" y="1435100"/>
          <p14:tracePt t="130638" x="2698750" y="1422400"/>
          <p14:tracePt t="130655" x="2698750" y="1397000"/>
          <p14:tracePt t="130672" x="2660650" y="1371600"/>
          <p14:tracePt t="130688" x="2641600" y="1358900"/>
          <p14:tracePt t="130706" x="2571750" y="1346200"/>
          <p14:tracePt t="130721" x="2489200" y="1358900"/>
          <p14:tracePt t="130738" x="2432050" y="1377950"/>
          <p14:tracePt t="130755" x="2336800" y="1416050"/>
          <p14:tracePt t="130771" x="2273300" y="1447800"/>
          <p14:tracePt t="130788" x="2247900" y="1460500"/>
          <p14:tracePt t="130804" x="2235200" y="1479550"/>
          <p14:tracePt t="130821" x="2235200" y="1485900"/>
          <p14:tracePt t="130839" x="2247900" y="1498600"/>
          <p14:tracePt t="130855" x="2266950" y="1498600"/>
          <p14:tracePt t="130871" x="2286000" y="1504950"/>
          <p14:tracePt t="130888" x="2368550" y="1504950"/>
          <p14:tracePt t="130904" x="2393950" y="1498600"/>
          <p14:tracePt t="130921" x="2425700" y="1479550"/>
          <p14:tracePt t="130938" x="2457450" y="1447800"/>
          <p14:tracePt t="130955" x="2463800" y="1428750"/>
          <p14:tracePt t="130971" x="2463800" y="1416050"/>
          <p14:tracePt t="130987" x="2438400" y="1409700"/>
          <p14:tracePt t="131004" x="2368550" y="1409700"/>
          <p14:tracePt t="131021" x="2260600" y="1447800"/>
          <p14:tracePt t="131037" x="2190750" y="1466850"/>
          <p14:tracePt t="131054" x="2070100" y="1504950"/>
          <p14:tracePt t="131071" x="1968500" y="1568450"/>
          <p14:tracePt t="131087" x="1911350" y="1619250"/>
          <p14:tracePt t="131103" x="1860550" y="1663700"/>
          <p14:tracePt t="131120" x="1701800" y="1866900"/>
          <p14:tracePt t="131137" x="1663700" y="1936750"/>
          <p14:tracePt t="131154" x="1612900" y="1993900"/>
          <p14:tracePt t="131170" x="1504950" y="2120900"/>
          <p14:tracePt t="131186" x="1447800" y="2235200"/>
          <p14:tracePt t="131204" x="1409700" y="2286000"/>
          <p14:tracePt t="131220" x="1403350" y="2305050"/>
          <p14:tracePt t="131236" x="1397000" y="2317750"/>
          <p14:tracePt t="131253" x="1397000" y="2324100"/>
          <p14:tracePt t="131286" x="1403350" y="2324100"/>
          <p14:tracePt t="131303" x="1416050" y="2324100"/>
          <p14:tracePt t="131323" x="1422400" y="2324100"/>
          <p14:tracePt t="131364" x="1428750" y="2324100"/>
          <p14:tracePt t="131456" x="1428750" y="2317750"/>
          <p14:tracePt t="131470" x="1435100" y="2317750"/>
          <p14:tracePt t="131490" x="1435100" y="2311400"/>
          <p14:tracePt t="131512" x="1447800" y="2305050"/>
          <p14:tracePt t="131540" x="1454150" y="2305050"/>
          <p14:tracePt t="131561" x="1460500" y="2305050"/>
          <p14:tracePt t="131596" x="1466850" y="2305050"/>
          <p14:tracePt t="131645" x="1466850" y="2298700"/>
          <p14:tracePt t="131722" x="1466850" y="2305050"/>
          <p14:tracePt t="131750" x="1466850" y="2311400"/>
          <p14:tracePt t="131792" x="1466850" y="2324100"/>
          <p14:tracePt t="131813" x="1460500" y="2324100"/>
          <p14:tracePt t="131820" x="1460500" y="2330450"/>
          <p14:tracePt t="131836" x="1454150" y="2336800"/>
          <p14:tracePt t="131851" x="1447800" y="2355850"/>
          <p14:tracePt t="131868" x="1441450" y="2374900"/>
          <p14:tracePt t="131884" x="1422400" y="2406650"/>
          <p14:tracePt t="131901" x="1416050" y="2425700"/>
          <p14:tracePt t="131918" x="1397000" y="2463800"/>
          <p14:tracePt t="131934" x="1384300" y="2489200"/>
          <p14:tracePt t="131950" x="1377950" y="2495550"/>
          <p14:tracePt t="131968" x="1371600" y="2501900"/>
          <p14:tracePt t="131984" x="1371600" y="2508250"/>
          <p14:tracePt t="132143" x="1371600" y="2501900"/>
          <p14:tracePt t="132241" x="1371600" y="2495550"/>
          <p14:tracePt t="132297" x="1365250" y="2489200"/>
          <p14:tracePt t="132332" x="1365250" y="2482850"/>
          <p14:tracePt t="132353" x="1365250" y="2476500"/>
          <p14:tracePt t="132368" x="1371600" y="2476500"/>
          <p14:tracePt t="132374" x="1377950" y="2476500"/>
          <p14:tracePt t="132383" x="1377950" y="2470150"/>
          <p14:tracePt t="132398" x="1390650" y="2463800"/>
          <p14:tracePt t="132418" x="1428750" y="2432050"/>
          <p14:tracePt t="132433" x="1447800" y="2413000"/>
          <p14:tracePt t="132449" x="1530350" y="2349500"/>
          <p14:tracePt t="132466" x="1619250" y="2279650"/>
          <p14:tracePt t="132483" x="1663700" y="2228850"/>
          <p14:tracePt t="132499" x="1752600" y="2139950"/>
          <p14:tracePt t="132516" x="1835150" y="2032000"/>
          <p14:tracePt t="132532" x="1860550" y="1974850"/>
          <p14:tracePt t="132549" x="1911350" y="1866900"/>
          <p14:tracePt t="132565" x="1949450" y="1733550"/>
          <p14:tracePt t="132582" x="1955800" y="1682750"/>
          <p14:tracePt t="132599" x="1974850" y="1587500"/>
          <p14:tracePt t="132615" x="1981200" y="1504950"/>
          <p14:tracePt t="132631" x="1981200" y="1473200"/>
          <p14:tracePt t="132635" x="1987550" y="1447800"/>
          <p14:tracePt t="132651" x="1993900" y="1428750"/>
          <p14:tracePt t="132665" x="2019300" y="1390650"/>
          <p14:tracePt t="132682" x="2032000" y="1371600"/>
          <p14:tracePt t="132699" x="2051050" y="1346200"/>
          <p14:tracePt t="132714" x="2057400" y="1327150"/>
          <p14:tracePt t="132732" x="2076450" y="1314450"/>
          <p14:tracePt t="132748" x="2082800" y="1308100"/>
          <p14:tracePt t="132764" x="2082800" y="1295400"/>
          <p14:tracePt t="132782" x="2089150" y="1289050"/>
          <p14:tracePt t="132797" x="2089150" y="1282700"/>
          <p14:tracePt t="132858" x="2095500" y="1282700"/>
          <p14:tracePt t="133125" x="2089150" y="1282700"/>
          <p14:tracePt t="133139" x="2089150" y="1289050"/>
          <p14:tracePt t="133147" x="2082800" y="1295400"/>
          <p14:tracePt t="133174" x="2076450" y="1301750"/>
          <p14:tracePt t="133195" x="2070100" y="1301750"/>
          <p14:tracePt t="133222" x="2063750" y="1308100"/>
          <p14:tracePt t="133244" x="2063750" y="1314450"/>
          <p14:tracePt t="133279" x="2057400" y="1314450"/>
          <p14:tracePt t="133314" x="2051050" y="1314450"/>
          <p14:tracePt t="133335" x="2044700" y="1320800"/>
          <p14:tracePt t="133356" x="2038350" y="1320800"/>
          <p14:tracePt t="133364" x="2032000" y="1320800"/>
          <p14:tracePt t="133405" x="2025650" y="1320800"/>
          <p14:tracePt t="133419" x="2019300" y="1320800"/>
          <p14:tracePt t="133426" x="2012950" y="1320800"/>
          <p14:tracePt t="133433" x="1993900" y="1320800"/>
          <p14:tracePt t="133449" x="1981200" y="1320800"/>
          <p14:tracePt t="133462" x="1962150" y="1320800"/>
          <p14:tracePt t="133479" x="1885950" y="1327150"/>
          <p14:tracePt t="133497" x="1803400" y="1327150"/>
          <p14:tracePt t="133512" x="1765300" y="1327150"/>
          <p14:tracePt t="133528" x="1695450" y="1327150"/>
          <p14:tracePt t="133546" x="1644650" y="1320800"/>
          <p14:tracePt t="133561" x="1625600" y="1320800"/>
          <p14:tracePt t="133578" x="1606550" y="1320800"/>
          <p14:tracePt t="133595" x="1593850" y="1320800"/>
          <p14:tracePt t="133628" x="1587500" y="1320800"/>
          <p14:tracePt t="133645" x="1574800" y="1327150"/>
          <p14:tracePt t="133665" x="1562100" y="1333500"/>
          <p14:tracePt t="133686" x="1555750" y="1333500"/>
          <p14:tracePt t="133707" x="1543050" y="1339850"/>
          <p14:tracePt t="133756" x="1536700" y="1346200"/>
          <p14:tracePt t="133784" x="1530350" y="1346200"/>
          <p14:tracePt t="133805" x="1530350" y="1352550"/>
          <p14:tracePt t="133826" x="1524000" y="1358900"/>
          <p14:tracePt t="133868" x="1517650" y="1358900"/>
          <p14:tracePt t="133945" x="1524000" y="1358900"/>
          <p14:tracePt t="133960" x="1530350" y="1358900"/>
          <p14:tracePt t="133966" x="1543050" y="1352550"/>
          <p14:tracePt t="133980" x="1549400" y="1352550"/>
          <p14:tracePt t="133994" x="1568450" y="1346200"/>
          <p14:tracePt t="134010" x="1625600" y="1333500"/>
          <p14:tracePt t="134027" x="1670050" y="1320800"/>
          <p14:tracePt t="134044" x="1790700" y="1295400"/>
          <p14:tracePt t="134060" x="1917700" y="1270000"/>
          <p14:tracePt t="134076" x="1987550" y="1250950"/>
          <p14:tracePt t="134094" x="2114550" y="1238250"/>
          <p14:tracePt t="134110" x="2197100" y="1238250"/>
          <p14:tracePt t="134126" x="2235200" y="1231900"/>
          <p14:tracePt t="134143" x="2279650" y="1231900"/>
          <p14:tracePt t="134159" x="2311400" y="1231900"/>
          <p14:tracePt t="134177" x="2324100" y="1225550"/>
          <p14:tracePt t="134193" x="2330450" y="1225550"/>
          <p14:tracePt t="134209" x="2343150" y="1219200"/>
          <p14:tracePt t="134226" x="2355850" y="1212850"/>
          <p14:tracePt t="134259" x="2362200" y="1212850"/>
          <p14:tracePt t="134429" x="2355850" y="1212850"/>
          <p14:tracePt t="134527" x="2368550" y="1212850"/>
          <p14:tracePt t="134555" x="2374900" y="1219200"/>
          <p14:tracePt t="134569" x="2387600" y="1219200"/>
          <p14:tracePt t="134577" x="2400300" y="1219200"/>
          <p14:tracePt t="134593" x="2432050" y="1225550"/>
          <p14:tracePt t="134608" x="2463800" y="1244600"/>
          <p14:tracePt t="134625" x="2565400" y="1257300"/>
          <p14:tracePt t="134642" x="2724150" y="1270000"/>
          <p14:tracePt t="134658" x="2813050" y="1270000"/>
          <p14:tracePt t="134675" x="2978150" y="1270000"/>
          <p14:tracePt t="134691" x="3117850" y="1270000"/>
          <p14:tracePt t="134708" x="3155950" y="1270000"/>
          <p14:tracePt t="134724" x="3213100" y="1270000"/>
          <p14:tracePt t="134741" x="3238500" y="1263650"/>
          <p14:tracePt t="134758" x="3251200" y="1263650"/>
          <p14:tracePt t="134801" x="3244850" y="1257300"/>
          <p14:tracePt t="134810" x="3232150" y="1257300"/>
          <p14:tracePt t="134824" x="3213100" y="1257300"/>
          <p14:tracePt t="134840" x="3155950" y="1257300"/>
          <p14:tracePt t="134857" x="3067050" y="1257300"/>
          <p14:tracePt t="134874" x="3016250" y="1257300"/>
          <p14:tracePt t="134890" x="2946400" y="1257300"/>
          <p14:tracePt t="134907" x="2743200" y="1263650"/>
          <p14:tracePt t="134924" x="2692400" y="1263650"/>
          <p14:tracePt t="134941" x="2609850" y="1257300"/>
          <p14:tracePt t="134957" x="2584450" y="1257300"/>
          <p14:tracePt t="134973" x="2546350" y="1244600"/>
          <p14:tracePt t="134990" x="2533650" y="1244600"/>
          <p14:tracePt t="135007" x="2527300" y="1244600"/>
          <p14:tracePt t="135060" x="2540000" y="1244600"/>
          <p14:tracePt t="135067" x="2546350" y="1244600"/>
          <p14:tracePt t="135081" x="2565400" y="1244600"/>
          <p14:tracePt t="135090" x="2578100" y="1244600"/>
          <p14:tracePt t="135106" x="2590800" y="1244600"/>
          <p14:tracePt t="135123" x="2635250" y="1244600"/>
          <p14:tracePt t="135139" x="2692400" y="1244600"/>
          <p14:tracePt t="135156" x="2736850" y="1244600"/>
          <p14:tracePt t="135173" x="2813050" y="1238250"/>
          <p14:tracePt t="135189" x="2857500" y="1231900"/>
          <p14:tracePt t="135207" x="2870200" y="1231900"/>
          <p14:tracePt t="135223" x="2889250" y="1225550"/>
          <p14:tracePt t="135256" x="2857500" y="1225550"/>
          <p14:tracePt t="135272" x="2838450" y="1225550"/>
          <p14:tracePt t="135289" x="2787650" y="1231900"/>
          <p14:tracePt t="135306" x="2667000" y="1238250"/>
          <p14:tracePt t="135322" x="2527300" y="1238250"/>
          <p14:tracePt t="135339" x="2451100" y="1238250"/>
          <p14:tracePt t="135355" x="2298700" y="1238250"/>
          <p14:tracePt t="135372" x="2197100" y="1238250"/>
          <p14:tracePt t="135389" x="2178050" y="1238250"/>
          <p14:tracePt t="135405" x="2165350" y="1238250"/>
          <p14:tracePt t="135422" x="2171700" y="1231900"/>
          <p14:tracePt t="135439" x="2235200" y="1219200"/>
          <p14:tracePt t="135455" x="2260600" y="1219200"/>
          <p14:tracePt t="135471" x="2317750" y="1219200"/>
          <p14:tracePt t="135489" x="2374900" y="1219200"/>
          <p14:tracePt t="135505" x="2393950" y="1225550"/>
          <p14:tracePt t="135521" x="2419350" y="1231900"/>
          <p14:tracePt t="135538" x="2425700" y="1231900"/>
          <p14:tracePt t="135555" x="2425700" y="1219200"/>
          <p14:tracePt t="136372" x="2406650" y="1225550"/>
          <p14:tracePt t="136386" x="2349500" y="1250950"/>
          <p14:tracePt t="136393" x="2292350" y="1270000"/>
          <p14:tracePt t="136407" x="2241550" y="1282700"/>
          <p14:tracePt t="136418" x="2197100" y="1282700"/>
          <p14:tracePt t="136435" x="2082800" y="1282700"/>
          <p14:tracePt t="136451" x="2032000" y="1282700"/>
          <p14:tracePt t="136468" x="1911350" y="1270000"/>
          <p14:tracePt t="136485" x="1816100" y="1250950"/>
          <p14:tracePt t="136502" x="1778000" y="1244600"/>
          <p14:tracePt t="136518" x="1695450" y="1231900"/>
          <p14:tracePt t="136535" x="1612900" y="1225550"/>
          <p14:tracePt t="136551" x="1587500" y="1219200"/>
          <p14:tracePt t="136568" x="1530350" y="1219200"/>
          <p14:tracePt t="136584" x="1485900" y="1219200"/>
          <p14:tracePt t="136601" x="1473200" y="1212850"/>
          <p14:tracePt t="136618" x="1460500" y="1212850"/>
          <p14:tracePt t="136635" x="1454150" y="1212850"/>
          <p14:tracePt t="136651" x="1441450" y="1212850"/>
          <p14:tracePt t="136684" x="1435100" y="1212850"/>
          <p14:tracePt t="136701" x="1422400" y="1212850"/>
          <p14:tracePt t="136718" x="1416050" y="1212850"/>
          <p14:tracePt t="136734" x="1409700" y="1212850"/>
          <p14:tracePt t="136751" x="1390650" y="1219200"/>
          <p14:tracePt t="136767" x="1365250" y="1225550"/>
          <p14:tracePt t="136784" x="1352550" y="1225550"/>
          <p14:tracePt t="136800" x="1320800" y="1225550"/>
          <p14:tracePt t="136817" x="1289050" y="1231900"/>
          <p14:tracePt t="136834" x="1270000" y="1238250"/>
          <p14:tracePt t="136850" x="1263650" y="1238250"/>
          <p14:tracePt t="136867" x="1257300" y="1238250"/>
          <p14:tracePt t="136925" x="1257300" y="1244600"/>
          <p14:tracePt t="136953" x="1263650" y="1244600"/>
          <p14:tracePt t="136974" x="1270000" y="1244600"/>
          <p14:tracePt t="136989" x="1276350" y="1244600"/>
          <p14:tracePt t="136995" x="1282700" y="1244600"/>
          <p14:tracePt t="137045" x="1295400" y="1244600"/>
          <p14:tracePt t="137073" x="1301750" y="1244600"/>
          <p14:tracePt t="137094" x="1308100" y="1244600"/>
          <p14:tracePt t="137114" x="1314450" y="1244600"/>
          <p14:tracePt t="137143" x="1320800" y="1244600"/>
          <p14:tracePt t="137178" x="1327150" y="1244600"/>
          <p14:tracePt t="137325" x="1320800" y="1244600"/>
          <p14:tracePt t="137388" x="1314450" y="1238250"/>
          <p14:tracePt t="137458" x="1320800" y="1238250"/>
          <p14:tracePt t="137466" x="1327150" y="1231900"/>
          <p14:tracePt t="137486" x="1333500" y="1231900"/>
          <p14:tracePt t="137493" x="1339850" y="1231900"/>
          <p14:tracePt t="137507" x="1346200" y="1231900"/>
          <p14:tracePt t="137516" x="1352550" y="1231900"/>
          <p14:tracePt t="137531" x="1358900" y="1231900"/>
          <p14:tracePt t="137548" x="1365250" y="1231900"/>
          <p14:tracePt t="137564" x="1403350" y="1231900"/>
          <p14:tracePt t="137581" x="1422400" y="1225550"/>
          <p14:tracePt t="137599" x="1479550" y="1219200"/>
          <p14:tracePt t="137614" x="1511300" y="1219200"/>
          <p14:tracePt t="137631" x="1574800" y="1219200"/>
          <p14:tracePt t="137648" x="1638300" y="1212850"/>
          <p14:tracePt t="137664" x="1657350" y="1212850"/>
          <p14:tracePt t="137681" x="1701800" y="1212850"/>
          <p14:tracePt t="137698" x="1739900" y="1212850"/>
          <p14:tracePt t="137714" x="1746250" y="1212850"/>
          <p14:tracePt t="137717" x="1752600" y="1212850"/>
          <p14:tracePt t="137731" x="1765300" y="1206500"/>
          <p14:tracePt t="137748" x="1771650" y="1206500"/>
          <p14:tracePt t="137763" x="1778000" y="1206500"/>
          <p14:tracePt t="137781" x="1784350" y="1206500"/>
          <p14:tracePt t="137797" x="1790700" y="1206500"/>
          <p14:tracePt t="138026" x="1797050" y="1200150"/>
          <p14:tracePt t="138040" x="1797050" y="1193800"/>
          <p14:tracePt t="138048" x="1809750" y="1187450"/>
          <p14:tracePt t="138063" x="1816100" y="1181100"/>
          <p14:tracePt t="138079" x="1828800" y="1168400"/>
          <p14:tracePt t="138097" x="1841500" y="1162050"/>
          <p14:tracePt t="138113" x="1847850" y="1155700"/>
          <p14:tracePt t="138129" x="1854200" y="1149350"/>
          <p14:tracePt t="138146" x="1860550" y="1143000"/>
          <p14:tracePt t="138179" x="1866900" y="1136650"/>
          <p14:tracePt t="138196" x="1873250" y="1136650"/>
          <p14:tracePt t="138216" x="1879600" y="1130300"/>
          <p14:tracePt t="138236" x="1885950" y="1130300"/>
          <p14:tracePt t="138265" x="1892300" y="1130300"/>
          <p14:tracePt t="138280" x="1898650" y="1130300"/>
          <p14:tracePt t="138286" x="1905000" y="1130300"/>
          <p14:tracePt t="138299" x="1911350" y="1130300"/>
          <p14:tracePt t="138312" x="1917700" y="1136650"/>
          <p14:tracePt t="138328" x="1930400" y="1143000"/>
          <p14:tracePt t="138345" x="1936750" y="1143000"/>
          <p14:tracePt t="138362" x="1962150" y="1149350"/>
          <p14:tracePt t="138378" x="1981200" y="1155700"/>
          <p14:tracePt t="138395" x="1987550" y="1162050"/>
          <p14:tracePt t="138412" x="1993900" y="1162050"/>
          <p14:tracePt t="138428" x="2000250" y="1168400"/>
          <p14:tracePt t="138510" x="2006600" y="1168400"/>
          <p14:tracePt t="138517" x="2006600" y="1174750"/>
          <p14:tracePt t="138538" x="2006600" y="1181100"/>
          <p14:tracePt t="138580" x="2006600" y="1187450"/>
          <p14:tracePt t="138587" x="2006600" y="1193800"/>
          <p14:tracePt t="138615" x="2006600" y="1200150"/>
          <p14:tracePt t="138636" x="2006600" y="1206500"/>
          <p14:tracePt t="139180" x="2025650" y="1206500"/>
          <p14:tracePt t="139187" x="2063750" y="1200150"/>
          <p14:tracePt t="139201" x="2108200" y="1200150"/>
          <p14:tracePt t="139209" x="2146300" y="1193800"/>
          <p14:tracePt t="139225" x="2197100" y="1193800"/>
          <p14:tracePt t="139242" x="2336800" y="1193800"/>
          <p14:tracePt t="139259" x="2552700" y="1181100"/>
          <p14:tracePt t="139275" x="2667000" y="1181100"/>
          <p14:tracePt t="139292" x="2889250" y="1206500"/>
          <p14:tracePt t="139309" x="3003550" y="1231900"/>
          <p14:tracePt t="139325" x="3206750" y="1270000"/>
          <p14:tracePt t="139342" x="3390900" y="1320800"/>
          <p14:tracePt t="139358" x="3460750" y="1352550"/>
          <p14:tracePt t="139375" x="3594100" y="1390650"/>
          <p14:tracePt t="139392" x="3689350" y="1409700"/>
          <p14:tracePt t="139408" x="3727450" y="1409700"/>
          <p14:tracePt t="139426" x="3778250" y="1403350"/>
          <p14:tracePt t="139441" x="3803650" y="1390650"/>
          <p14:tracePt t="139458" x="3810000" y="1390650"/>
          <p14:tracePt t="139475" x="3816350" y="1390650"/>
          <p14:tracePt t="139492" x="3829050" y="1390650"/>
          <p14:tracePt t="139508" x="3835400" y="1390650"/>
          <p14:tracePt t="139524" x="3848100" y="1377950"/>
          <p14:tracePt t="139541" x="3873500" y="1365250"/>
          <p14:tracePt t="139559" x="3879850" y="1352550"/>
          <p14:tracePt t="139574" x="3886200" y="1346200"/>
          <p14:tracePt t="139591" x="3892550" y="1339850"/>
          <p14:tracePt t="139608" x="3898900" y="1339850"/>
          <p14:tracePt t="139649" x="3905250" y="1333500"/>
          <p14:tracePt t="139671" x="3911600" y="1333500"/>
          <p14:tracePt t="139678" x="3930650" y="1327150"/>
          <p14:tracePt t="139693" x="3937000" y="1327150"/>
          <p14:tracePt t="139707" x="3962400" y="1320800"/>
          <p14:tracePt t="139724" x="4019550" y="1320800"/>
          <p14:tracePt t="139741" x="4127500" y="1320800"/>
          <p14:tracePt t="139757" x="4191000" y="1327150"/>
          <p14:tracePt t="139773" x="4356100" y="1327150"/>
          <p14:tracePt t="139790" x="4546600" y="1352550"/>
          <p14:tracePt t="139807" x="4635500" y="1358900"/>
          <p14:tracePt t="139824" x="4832350" y="1390650"/>
          <p14:tracePt t="139840" x="5003800" y="1428750"/>
          <p14:tracePt t="139857" x="5067300" y="1447800"/>
          <p14:tracePt t="139875" x="5168900" y="1485900"/>
          <p14:tracePt t="139890" x="5213350" y="1492250"/>
          <p14:tracePt t="139906" x="5226050" y="1498600"/>
          <p14:tracePt t="139923" x="5245100" y="1498600"/>
          <p14:tracePt t="139956" x="5251450" y="1498600"/>
          <p14:tracePt t="140021" x="5257800" y="1504950"/>
          <p14:tracePt t="140118" x="5251450" y="1504950"/>
          <p14:tracePt t="140133" x="5238750" y="1504950"/>
          <p14:tracePt t="140142" x="5226050" y="1504950"/>
          <p14:tracePt t="140156" x="5213350" y="1498600"/>
          <p14:tracePt t="140172" x="5124450" y="1492250"/>
          <p14:tracePt t="140189" x="5048250" y="1492250"/>
          <p14:tracePt t="140205" x="4806950" y="1492250"/>
          <p14:tracePt t="140223" x="4648200" y="1492250"/>
          <p14:tracePt t="140240" x="3879850" y="1612900"/>
          <p14:tracePt t="140255" x="3594100" y="1695450"/>
          <p14:tracePt t="140258" x="3289300" y="1771650"/>
          <p14:tracePt t="140289" x="2692400" y="1930400"/>
          <p14:tracePt t="140305" x="2190750" y="2114550"/>
          <p14:tracePt t="140321" x="2000250" y="2197100"/>
          <p14:tracePt t="140338" x="1746250" y="2324100"/>
          <p14:tracePt t="140355" x="1581150" y="2425700"/>
          <p14:tracePt t="140372" x="1492250" y="2489200"/>
          <p14:tracePt t="140388" x="1460500" y="2508250"/>
          <p14:tracePt t="140405" x="1441450" y="2520950"/>
          <p14:tracePt t="140421" x="1435100" y="2520950"/>
          <p14:tracePt t="140491" x="1428750" y="2520950"/>
          <p14:tracePt t="140511" x="1422400" y="2520950"/>
          <p14:tracePt t="140519" x="1416050" y="2520950"/>
          <p14:tracePt t="140533" x="1409700" y="2508250"/>
          <p14:tracePt t="140540" x="1403350" y="2501900"/>
          <p14:tracePt t="140556" x="1397000" y="2495550"/>
          <p14:tracePt t="140571" x="1390650" y="2482850"/>
          <p14:tracePt t="140587" x="1377950" y="2470150"/>
          <p14:tracePt t="140604" x="1365250" y="2432050"/>
          <p14:tracePt t="140621" x="1352550" y="2413000"/>
          <p14:tracePt t="140638" x="1327150" y="2374900"/>
          <p14:tracePt t="140654" x="1295400" y="2324100"/>
          <p14:tracePt t="140670" x="1289050" y="2298700"/>
          <p14:tracePt t="140687" x="1276350" y="2247900"/>
          <p14:tracePt t="140703" x="1276350" y="2203450"/>
          <p14:tracePt t="140721" x="1282700" y="2184400"/>
          <p14:tracePt t="140737" x="1295400" y="2159000"/>
          <p14:tracePt t="140753" x="1308100" y="2139950"/>
          <p14:tracePt t="140770" x="1314450" y="2133600"/>
          <p14:tracePt t="140773" x="1327150" y="2127250"/>
          <p14:tracePt t="140787" x="1339850" y="2120900"/>
          <p14:tracePt t="140803" x="1352550" y="2108200"/>
          <p14:tracePt t="140821" x="1371600" y="2101850"/>
          <p14:tracePt t="140836" x="1384300" y="2095500"/>
          <p14:tracePt t="140853" x="1403350" y="2089150"/>
          <p14:tracePt t="140870" x="1454150" y="2063750"/>
          <p14:tracePt t="140886" x="1473200" y="2057400"/>
          <p14:tracePt t="140903" x="1485900" y="2051050"/>
          <p14:tracePt t="140920" x="1511300" y="2038350"/>
          <p14:tracePt t="140936" x="1536700" y="2025650"/>
          <p14:tracePt t="140954" x="1562100" y="2025650"/>
          <p14:tracePt t="140969" x="1568450" y="2025650"/>
          <p14:tracePt t="140986" x="1593850" y="2025650"/>
          <p14:tracePt t="141003" x="1606550" y="2032000"/>
          <p14:tracePt t="141019" x="1619250" y="2038350"/>
          <p14:tracePt t="141036" x="1657350" y="2051050"/>
          <p14:tracePt t="141053" x="1682750" y="2063750"/>
          <p14:tracePt t="141069" x="1701800" y="2063750"/>
          <p14:tracePt t="141085" x="1720850" y="2076450"/>
          <p14:tracePt t="141102" x="1727200" y="2076450"/>
          <p14:tracePt t="141118" x="1733550" y="2076450"/>
          <p14:tracePt t="141220" x="1739900" y="2076450"/>
          <p14:tracePt t="141921" x="1739900" y="2082800"/>
          <p14:tracePt t="141935" x="1739900" y="2089150"/>
          <p14:tracePt t="141942" x="1739900" y="2095500"/>
          <p14:tracePt t="141957" x="1733550" y="2101850"/>
          <p14:tracePt t="141966" x="1727200" y="2101850"/>
          <p14:tracePt t="141983" x="1720850" y="2114550"/>
          <p14:tracePt t="141999" x="1695450" y="2133600"/>
          <p14:tracePt t="142017" x="1670050" y="2152650"/>
          <p14:tracePt t="142033" x="1651000" y="2159000"/>
          <p14:tracePt t="142049" x="1619250" y="2178050"/>
          <p14:tracePt t="142066" x="1593850" y="2190750"/>
          <p14:tracePt t="142083" x="1574800" y="2197100"/>
          <p14:tracePt t="142099" x="1562100" y="2203450"/>
          <p14:tracePt t="142133" x="1549400" y="2203450"/>
          <p14:tracePt t="142148" x="1543050" y="2203450"/>
          <p14:tracePt t="142165" x="1536700" y="2203450"/>
          <p14:tracePt t="142182" x="1530350" y="2203450"/>
          <p14:tracePt t="142198" x="1517650" y="2203450"/>
          <p14:tracePt t="142231" x="1511300" y="2209800"/>
          <p14:tracePt t="142258" x="1511300" y="2216150"/>
          <p14:tracePt t="142272" x="1504950" y="2216150"/>
          <p14:tracePt t="142307" x="1504950" y="2222500"/>
          <p14:tracePt t="142315" x="1498600" y="2222500"/>
          <p14:tracePt t="142335" x="1492250" y="2228850"/>
          <p14:tracePt t="142363" x="1485900" y="2235200"/>
          <p14:tracePt t="142539" x="1492250" y="2228850"/>
          <p14:tracePt t="142588" x="1498600" y="2228850"/>
          <p14:tracePt t="142644" x="1504950" y="2228850"/>
          <p14:tracePt t="142714" x="1504950" y="2222500"/>
          <p14:tracePt t="142784" x="1511300" y="2222500"/>
          <p14:tracePt t="142903" x="1504950" y="2222500"/>
          <p14:tracePt t="142945" x="1498600" y="2222500"/>
          <p14:tracePt t="142974" x="1492250" y="2216150"/>
          <p14:tracePt t="143015" x="1485900" y="2216150"/>
          <p14:tracePt t="143030" x="1479550" y="2216150"/>
          <p14:tracePt t="143036" x="1473200" y="2216150"/>
          <p14:tracePt t="143058" x="1466850" y="2216150"/>
          <p14:tracePt t="143065" x="1460500" y="2216150"/>
          <p14:tracePt t="143081" x="1454150" y="2209800"/>
          <p14:tracePt t="143096" x="1435100" y="2209800"/>
          <p14:tracePt t="143111" x="1397000" y="2197100"/>
          <p14:tracePt t="143129" x="1333500" y="2184400"/>
          <p14:tracePt t="143145" x="1295400" y="2165350"/>
          <p14:tracePt t="143162" x="1219200" y="2152650"/>
          <p14:tracePt t="143178" x="1143000" y="2139950"/>
          <p14:tracePt t="143195" x="1098550" y="2133600"/>
          <p14:tracePt t="143212" x="1041400" y="2127250"/>
          <p14:tracePt t="143228" x="1003300" y="2127250"/>
          <p14:tracePt t="143245" x="990600" y="2120900"/>
          <p14:tracePt t="143261" x="971550" y="2120900"/>
          <p14:tracePt t="143297" x="965200" y="2120900"/>
          <p14:tracePt t="143346" x="958850" y="2120900"/>
          <p14:tracePt t="143464" x="965200" y="2120900"/>
          <p14:tracePt t="143689" x="965200" y="2114550"/>
          <p14:tracePt t="143696" x="952500" y="2108200"/>
          <p14:tracePt t="143711" x="946150" y="2108200"/>
          <p14:tracePt t="143726" x="933450" y="2101850"/>
          <p14:tracePt t="143743" x="895350" y="2095500"/>
          <p14:tracePt t="143760" x="844550" y="2095500"/>
          <p14:tracePt t="143777" x="825500" y="2095500"/>
          <p14:tracePt t="143793" x="781050" y="2108200"/>
          <p14:tracePt t="143809" x="730250" y="2139950"/>
          <p14:tracePt t="143826" x="698500" y="2165350"/>
          <p14:tracePt t="143830" x="679450" y="2184400"/>
          <p14:tracePt t="143843" x="660400" y="2216150"/>
          <p14:tracePt t="143859" x="609600" y="2292350"/>
          <p14:tracePt t="143876" x="584200" y="2330450"/>
          <p14:tracePt t="143893" x="546100" y="2381250"/>
          <p14:tracePt t="143909" x="527050" y="2400300"/>
          <p14:tracePt t="143926" x="520700" y="2413000"/>
          <p14:tracePt t="143943" x="514350" y="2425700"/>
          <p14:tracePt t="143959" x="508000" y="2432050"/>
          <p14:tracePt t="143997" x="508000" y="2438400"/>
          <p14:tracePt t="144039" x="508000" y="2444750"/>
          <p14:tracePt t="144088" x="501650" y="2444750"/>
          <p14:tracePt t="144229" x="501650" y="2438400"/>
          <p14:tracePt t="144271" x="514350" y="2438400"/>
          <p14:tracePt t="144278" x="520700" y="2438400"/>
          <p14:tracePt t="144293" x="527050" y="2438400"/>
          <p14:tracePt t="144308" x="552450" y="2438400"/>
          <p14:tracePt t="144324" x="571500" y="2438400"/>
          <p14:tracePt t="144341" x="647700" y="2438400"/>
          <p14:tracePt t="144357" x="698500" y="2444750"/>
          <p14:tracePt t="144361" x="768350" y="2444750"/>
          <p14:tracePt t="144374" x="831850" y="2444750"/>
          <p14:tracePt t="144391" x="946150" y="2451100"/>
          <p14:tracePt t="144407" x="996950" y="2451100"/>
          <p14:tracePt t="144424" x="1047750" y="2451100"/>
          <p14:tracePt t="144440" x="1085850" y="2451100"/>
          <p14:tracePt t="144457" x="1092200" y="2451100"/>
          <p14:tracePt t="144474" x="1098550" y="2451100"/>
          <p14:tracePt t="144490" x="1092200" y="2444750"/>
          <p14:tracePt t="144507" x="1085850" y="2444750"/>
          <p14:tracePt t="144524" x="1047750" y="2438400"/>
          <p14:tracePt t="144540" x="990600" y="2425700"/>
          <p14:tracePt t="144558" x="952500" y="2425700"/>
          <p14:tracePt t="144574" x="857250" y="2419350"/>
          <p14:tracePt t="144590" x="749300" y="2400300"/>
          <p14:tracePt t="144608" x="673100" y="2393950"/>
          <p14:tracePt t="144623" x="641350" y="2387600"/>
          <p14:tracePt t="144640" x="615950" y="2387600"/>
          <p14:tracePt t="144657" x="558800" y="2381250"/>
          <p14:tracePt t="144673" x="552450" y="2381250"/>
          <p14:tracePt t="144690" x="546100" y="2381250"/>
          <p14:tracePt t="144707" x="539750" y="2381250"/>
          <p14:tracePt t="144761" x="546100" y="2381250"/>
          <p14:tracePt t="144769" x="558800" y="2381250"/>
          <p14:tracePt t="144783" x="571500" y="2381250"/>
          <p14:tracePt t="144792" x="584200" y="2381250"/>
          <p14:tracePt t="144806" x="596900" y="2381250"/>
          <p14:tracePt t="144823" x="660400" y="2381250"/>
          <p14:tracePt t="144840" x="781050" y="2381250"/>
          <p14:tracePt t="144856" x="857250" y="2381250"/>
          <p14:tracePt t="144873" x="1022350" y="2381250"/>
          <p14:tracePt t="144889" x="1174750" y="2393950"/>
          <p14:tracePt t="144906" x="1231900" y="2400300"/>
          <p14:tracePt t="144923" x="1270000" y="2413000"/>
          <p14:tracePt t="144939" x="1320800" y="2425700"/>
          <p14:tracePt t="144975" x="1308100" y="2432050"/>
          <p14:tracePt t="144993" x="1295400" y="2432050"/>
          <p14:tracePt t="145005" x="1276350" y="2438400"/>
          <p14:tracePt t="145022" x="1212850" y="2451100"/>
          <p14:tracePt t="145039" x="1187450" y="2457450"/>
          <p14:tracePt t="145056" x="1092200" y="2476500"/>
          <p14:tracePt t="145072" x="996950" y="2495550"/>
          <p14:tracePt t="145088" x="965200" y="2501900"/>
          <p14:tracePt t="145105" x="908050" y="2508250"/>
          <p14:tracePt t="145122" x="857250" y="2514600"/>
          <p14:tracePt t="145139" x="838200" y="2514600"/>
          <p14:tracePt t="145155" x="825500" y="2514600"/>
          <p14:tracePt t="145172" x="825500" y="2527300"/>
          <p14:tracePt t="145205" x="831850" y="2540000"/>
          <p14:tracePt t="145221" x="844550" y="2552700"/>
          <p14:tracePt t="145238" x="876300" y="2559050"/>
          <p14:tracePt t="145255" x="895350" y="2565400"/>
          <p14:tracePt t="145271" x="927100" y="2571750"/>
          <p14:tracePt t="145288" x="1092200" y="2578100"/>
          <p14:tracePt t="145304" x="1162050" y="2578100"/>
          <p14:tracePt t="145321" x="1225550" y="2578100"/>
          <p14:tracePt t="145338" x="1339850" y="2590800"/>
          <p14:tracePt t="145355" x="1409700" y="2590800"/>
          <p14:tracePt t="145372" x="1454150" y="2590800"/>
          <p14:tracePt t="145387" x="1466850" y="2590800"/>
          <p14:tracePt t="145404" x="1473200" y="2590800"/>
          <p14:tracePt t="145421" x="1479550" y="2590800"/>
          <p14:tracePt t="145449" x="1485900" y="2590800"/>
          <p14:tracePt t="145680" x="1498600" y="2590800"/>
          <p14:tracePt t="145687" x="1504950" y="2590800"/>
          <p14:tracePt t="145702" x="1485900" y="2590800"/>
          <p14:tracePt t="149054" x="1498600" y="2590800"/>
          <p14:tracePt t="149061" x="1511300" y="2584450"/>
          <p14:tracePt t="149077" x="1524000" y="2578100"/>
          <p14:tracePt t="149091" x="1568450" y="2540000"/>
          <p14:tracePt t="149108" x="1593850" y="2520950"/>
          <p14:tracePt t="149125" x="1695450" y="2444750"/>
          <p14:tracePt t="149141" x="1752600" y="2393950"/>
          <p14:tracePt t="149158" x="1905000" y="2260600"/>
          <p14:tracePt t="149174" x="2082800" y="2114550"/>
          <p14:tracePt t="149191" x="2178050" y="2038350"/>
          <p14:tracePt t="149208" x="2336800" y="1917700"/>
          <p14:tracePt t="149224" x="2476500" y="1797050"/>
          <p14:tracePt t="149241" x="2546350" y="1746250"/>
          <p14:tracePt t="149258" x="2635250" y="1619250"/>
          <p14:tracePt t="149274" x="2673350" y="1549400"/>
          <p14:tracePt t="149291" x="2724150" y="1390650"/>
          <p14:tracePt t="149307" x="2743200" y="1289050"/>
          <p14:tracePt t="149324" x="2781300" y="1117600"/>
          <p14:tracePt t="149341" x="2794000" y="1028700"/>
          <p14:tracePt t="149357" x="2800350" y="984250"/>
          <p14:tracePt t="149374" x="2800350" y="952500"/>
          <p14:tracePt t="149391" x="2800350" y="946150"/>
          <p14:tracePt t="149407" x="2800350" y="933450"/>
          <p14:tracePt t="149424" x="2800350" y="908050"/>
          <p14:tracePt t="149440" x="2794000" y="844550"/>
          <p14:tracePt t="149456" x="2768600" y="793750"/>
          <p14:tracePt t="149473" x="2755900" y="774700"/>
          <p14:tracePt t="149477" x="2736850" y="768350"/>
          <p14:tracePt t="149490" x="2724150" y="755650"/>
          <p14:tracePt t="149506" x="2698750" y="755650"/>
          <p14:tracePt t="149523" x="2686050" y="749300"/>
          <p14:tracePt t="149540" x="2654300" y="749300"/>
          <p14:tracePt t="149556" x="2609850" y="755650"/>
          <p14:tracePt t="149575" x="2578100" y="793750"/>
          <p14:tracePt t="149589" x="2552700" y="812800"/>
          <p14:tracePt t="149606" x="2508250" y="869950"/>
          <p14:tracePt t="149623" x="2444750" y="946150"/>
          <p14:tracePt t="149639" x="2419350" y="990600"/>
          <p14:tracePt t="149656" x="2387600" y="1054100"/>
          <p14:tracePt t="149673" x="2355850" y="1111250"/>
          <p14:tracePt t="149689" x="2349500" y="1123950"/>
          <p14:tracePt t="149707" x="2336800" y="1149350"/>
          <p14:tracePt t="149723" x="2324100" y="1155700"/>
          <p14:tracePt t="149756" x="2324100" y="1162050"/>
          <p14:tracePt t="149772" x="2324100" y="1168400"/>
          <p14:tracePt t="149789" x="2343150" y="1174750"/>
          <p14:tracePt t="149806" x="2362200" y="1193800"/>
          <p14:tracePt t="149822" x="2381250" y="1200150"/>
          <p14:tracePt t="149838" x="2425700" y="1225550"/>
          <p14:tracePt t="149855" x="2495550" y="1238250"/>
          <p14:tracePt t="149872" x="2533650" y="1250950"/>
          <p14:tracePt t="149889" x="2628900" y="1244600"/>
          <p14:tracePt t="149905" x="2724150" y="1225550"/>
          <p14:tracePt t="149922" x="2774950" y="1219200"/>
          <p14:tracePt t="149938" x="2857500" y="1200150"/>
          <p14:tracePt t="149955" x="2901950" y="1187450"/>
          <p14:tracePt t="149971" x="2921000" y="1181100"/>
          <p14:tracePt t="149988" x="2952750" y="1162050"/>
          <p14:tracePt t="150005" x="2965450" y="1143000"/>
          <p14:tracePt t="150022" x="2971800" y="1136650"/>
          <p14:tracePt t="150038" x="2978150" y="1111250"/>
          <p14:tracePt t="150056" x="2978150" y="1104900"/>
          <p14:tracePt t="150072" x="2965450" y="1073150"/>
          <p14:tracePt t="150088" x="2952750" y="1066800"/>
          <p14:tracePt t="150104" x="2940050" y="1060450"/>
          <p14:tracePt t="150121" x="2901950" y="1054100"/>
          <p14:tracePt t="150138" x="2832100" y="1035050"/>
          <p14:tracePt t="150155" x="2774950" y="1041400"/>
          <p14:tracePt t="150172" x="2667000" y="1066800"/>
          <p14:tracePt t="150187" x="2533650" y="1136650"/>
          <p14:tracePt t="150205" x="2413000" y="1219200"/>
          <p14:tracePt t="150221" x="2381250" y="1257300"/>
          <p14:tracePt t="150237" x="2324100" y="1301750"/>
          <p14:tracePt t="150255" x="2311400" y="1327150"/>
          <p14:tracePt t="150271" x="2305050" y="1333500"/>
          <p14:tracePt t="150287" x="2305050" y="1352550"/>
          <p14:tracePt t="150304" x="2324100" y="1371600"/>
          <p14:tracePt t="150320" x="2336800" y="1377950"/>
          <p14:tracePt t="150338" x="2381250" y="1403350"/>
          <p14:tracePt t="150354" x="2432050" y="1422400"/>
          <p14:tracePt t="150370" x="2457450" y="1428750"/>
          <p14:tracePt t="150387" x="2527300" y="1435100"/>
          <p14:tracePt t="150404" x="2552700" y="1428750"/>
          <p14:tracePt t="150420" x="2616200" y="1384300"/>
          <p14:tracePt t="150437" x="2679700" y="1289050"/>
          <p14:tracePt t="150454" x="2717800" y="1244600"/>
          <p14:tracePt t="150470" x="2755900" y="1168400"/>
          <p14:tracePt t="150487" x="2781300" y="1111250"/>
          <p14:tracePt t="150503" x="2781300" y="1085850"/>
          <p14:tracePt t="150520" x="2781300" y="1047750"/>
          <p14:tracePt t="150536" x="2755900" y="1003300"/>
          <p14:tracePt t="150554" x="2743200" y="990600"/>
          <p14:tracePt t="150570" x="2698750" y="952500"/>
          <p14:tracePt t="150586" x="2654300" y="939800"/>
          <p14:tracePt t="150603" x="2628900" y="933450"/>
          <p14:tracePt t="150619" x="2571750" y="933450"/>
          <p14:tracePt t="150636" x="2527300" y="952500"/>
          <p14:tracePt t="150654" x="2489200" y="977900"/>
          <p14:tracePt t="150669" x="2463800" y="990600"/>
          <p14:tracePt t="150686" x="2451100" y="1003300"/>
          <p14:tracePt t="150703" x="2438400" y="1009650"/>
          <p14:tracePt t="150735" x="2438400" y="1003300"/>
          <p14:tracePt t="151219" x="2406650" y="1060450"/>
          <p14:tracePt t="151226" x="2349500" y="1117600"/>
          <p14:tracePt t="151234" x="2286000" y="1200150"/>
          <p14:tracePt t="151250" x="2216150" y="1270000"/>
          <p14:tracePt t="151268" x="2139950" y="1365250"/>
          <p14:tracePt t="151283" x="1993900" y="1524000"/>
          <p14:tracePt t="151300" x="1841500" y="1631950"/>
          <p14:tracePt t="151318" x="1733550" y="1689100"/>
          <p14:tracePt t="151334" x="1676400" y="1720850"/>
          <p14:tracePt t="151350" x="1574800" y="1765300"/>
          <p14:tracePt t="151367" x="1473200" y="1835150"/>
          <p14:tracePt t="151383" x="1428750" y="1873250"/>
          <p14:tracePt t="151400" x="1333500" y="1949450"/>
          <p14:tracePt t="151417" x="1270000" y="2000250"/>
          <p14:tracePt t="151433" x="1244600" y="2019300"/>
          <p14:tracePt t="151451" x="1219200" y="2044700"/>
          <p14:tracePt t="151467" x="1193800" y="2082800"/>
          <p14:tracePt t="151483" x="1187450" y="2089150"/>
          <p14:tracePt t="151486" x="1181100" y="2101850"/>
          <p14:tracePt t="151502" x="1174750" y="2101850"/>
          <p14:tracePt t="151516" x="1168400" y="2114550"/>
          <p14:tracePt t="151533" x="1168400" y="2120900"/>
          <p14:tracePt t="151549" x="1162050" y="2133600"/>
          <p14:tracePt t="151566" x="1162050" y="2139950"/>
          <p14:tracePt t="151582" x="1162050" y="2152650"/>
          <p14:tracePt t="151599" x="1162050" y="2159000"/>
          <p14:tracePt t="151616" x="1162050" y="2165350"/>
          <p14:tracePt t="151633" x="1155700" y="2178050"/>
          <p14:tracePt t="151649" x="1155700" y="2184400"/>
          <p14:tracePt t="151666" x="1155700" y="2190750"/>
          <p14:tracePt t="152078" x="1168400" y="2203450"/>
          <p14:tracePt t="152085" x="1187450" y="2216150"/>
          <p14:tracePt t="152100" x="1212850" y="2228850"/>
          <p14:tracePt t="152114" x="1231900" y="2241550"/>
          <p14:tracePt t="152131" x="1276350" y="2260600"/>
          <p14:tracePt t="152148" x="1314450" y="2273300"/>
          <p14:tracePt t="152164" x="1333500" y="2273300"/>
          <p14:tracePt t="152180" x="1377950" y="2286000"/>
          <p14:tracePt t="152197" x="1422400" y="2292350"/>
          <p14:tracePt t="152214" x="1441450" y="2298700"/>
          <p14:tracePt t="152230" x="1492250" y="2311400"/>
          <p14:tracePt t="152247" x="1530350" y="2330450"/>
          <p14:tracePt t="152264" x="1555750" y="2336800"/>
          <p14:tracePt t="152281" x="1593850" y="2349500"/>
          <p14:tracePt t="152297" x="1625600" y="2355850"/>
          <p14:tracePt t="152314" x="1638300" y="2355850"/>
          <p14:tracePt t="152330" x="1657350" y="2362200"/>
          <p14:tracePt t="152347" x="1663700" y="2362200"/>
          <p14:tracePt t="152364" x="1670050" y="2362200"/>
          <p14:tracePt t="152380" x="1676400" y="2349500"/>
          <p14:tracePt t="152396" x="1676400" y="2336800"/>
          <p14:tracePt t="152413" x="1676400" y="2324100"/>
          <p14:tracePt t="152429" x="1676400" y="2305050"/>
          <p14:tracePt t="152446" x="1670050" y="2286000"/>
          <p14:tracePt t="179643" x="1651000" y="2286000"/>
          <p14:tracePt t="179650" x="1638300" y="2305050"/>
          <p14:tracePt t="179657" x="1619250" y="2311400"/>
          <p14:tracePt t="179669" x="1593850" y="2317750"/>
          <p14:tracePt t="179686" x="1555750" y="2349500"/>
          <p14:tracePt t="179702" x="1530350" y="2362200"/>
          <p14:tracePt t="179719" x="1492250" y="2374900"/>
          <p14:tracePt t="179735" x="1447800" y="2393950"/>
          <p14:tracePt t="179752" x="1422400" y="2406650"/>
          <p14:tracePt t="179769" x="1390650" y="2425700"/>
          <p14:tracePt t="179785" x="1365250" y="2425700"/>
          <p14:tracePt t="179802" x="1352550" y="2432050"/>
          <p14:tracePt t="179819" x="1308100" y="2432050"/>
          <p14:tracePt t="179835" x="1270000" y="2432050"/>
          <p14:tracePt t="179851" x="1238250" y="2432050"/>
          <p14:tracePt t="179868" x="1187450" y="2432050"/>
          <p14:tracePt t="179885" x="1155700" y="2425700"/>
          <p14:tracePt t="179902" x="1123950" y="2425700"/>
          <p14:tracePt t="179918" x="1111250" y="2419350"/>
          <p14:tracePt t="179934" x="1098550" y="2419350"/>
          <p14:tracePt t="179968" x="1092200" y="2419350"/>
          <p14:tracePt t="180078" x="1092200" y="2413000"/>
          <p14:tracePt t="180141" x="1092200" y="2406650"/>
          <p14:tracePt t="180148" x="1098550" y="2400300"/>
          <p14:tracePt t="180162" x="1104900" y="2400300"/>
          <p14:tracePt t="180170" x="1111250" y="2400300"/>
          <p14:tracePt t="180183" x="1123950" y="2400300"/>
          <p14:tracePt t="180201" x="1130300" y="2393950"/>
          <p14:tracePt t="180217" x="1149350" y="2387600"/>
          <p14:tracePt t="180234" x="1174750" y="2387600"/>
          <p14:tracePt t="180250" x="1187450" y="2387600"/>
          <p14:tracePt t="180268" x="1206500" y="2387600"/>
          <p14:tracePt t="180284" x="1212850" y="2381250"/>
          <p14:tracePt t="180317" x="1219200" y="2374900"/>
          <p14:tracePt t="180333" x="1225550" y="2362200"/>
          <p14:tracePt t="180366" x="1250950" y="2336800"/>
          <p14:tracePt t="180383" x="1276350" y="2317750"/>
          <p14:tracePt t="180401" x="1327150" y="2273300"/>
          <p14:tracePt t="180416" x="1365250" y="2247900"/>
          <p14:tracePt t="180433" x="1409700" y="2216150"/>
          <p14:tracePt t="180450" x="1498600" y="2165350"/>
          <p14:tracePt t="180466" x="1562100" y="2114550"/>
          <p14:tracePt t="180484" x="1651000" y="2057400"/>
          <p14:tracePt t="180500" x="1803400" y="1930400"/>
          <p14:tracePt t="180516" x="1930400" y="1797050"/>
          <p14:tracePt t="180534" x="2178050" y="1498600"/>
          <p14:tracePt t="180550" x="2317750" y="1320800"/>
          <p14:tracePt t="180565" x="2413000" y="1181100"/>
          <p14:tracePt t="180584" x="2514600" y="1060450"/>
          <p14:tracePt t="180599" x="2540000" y="1041400"/>
          <p14:tracePt t="180616" x="2552700" y="1022350"/>
          <p14:tracePt t="180632" x="2559050" y="1022350"/>
          <p14:tracePt t="180649" x="2565400" y="1016000"/>
          <p14:tracePt t="180666" x="2571750" y="1016000"/>
          <p14:tracePt t="180682" x="2571750" y="1009650"/>
          <p14:tracePt t="180702" x="2578100" y="1009650"/>
          <p14:tracePt t="180716" x="2584450" y="1009650"/>
          <p14:tracePt t="180732" x="2584450" y="1003300"/>
          <p14:tracePt t="180752" x="2584450" y="996950"/>
          <p14:tracePt t="180765" x="2565400" y="990600"/>
          <p14:tracePt t="180782" x="2559050" y="990600"/>
          <p14:tracePt t="181148" x="2546350" y="1016000"/>
          <p14:tracePt t="181155" x="2520950" y="1073150"/>
          <p14:tracePt t="181164" x="2495550" y="1117600"/>
          <p14:tracePt t="181180" x="2413000" y="1244600"/>
          <p14:tracePt t="181198" x="2349500" y="1371600"/>
          <p14:tracePt t="181213" x="2216150" y="1581150"/>
          <p14:tracePt t="181230" x="2108200" y="1695450"/>
          <p14:tracePt t="181248" x="1955800" y="1841500"/>
          <p14:tracePt t="181264" x="1841500" y="1917700"/>
          <p14:tracePt t="181280" x="1765300" y="1968500"/>
          <p14:tracePt t="181297" x="1695450" y="2051050"/>
          <p14:tracePt t="181313" x="1670050" y="2070100"/>
          <p14:tracePt t="181330" x="1644650" y="2082800"/>
          <p14:tracePt t="181346" x="1606550" y="2089150"/>
          <p14:tracePt t="181363" x="1587500" y="2095500"/>
          <p14:tracePt t="181380" x="1581150" y="2114550"/>
          <p14:tracePt t="181396" x="1568450" y="2120900"/>
          <p14:tracePt t="181413" x="1555750" y="2120900"/>
          <p14:tracePt t="181513" x="1562100" y="2120900"/>
          <p14:tracePt t="181534" x="1574800" y="2127250"/>
          <p14:tracePt t="181541" x="1587500" y="2127250"/>
          <p14:tracePt t="181555" x="1593850" y="2127250"/>
          <p14:tracePt t="181565" x="1606550" y="2127250"/>
          <p14:tracePt t="181579" x="1625600" y="2120900"/>
          <p14:tracePt t="181596" x="1651000" y="2101850"/>
          <p14:tracePt t="181612" x="1714500" y="2063750"/>
          <p14:tracePt t="181629" x="1733550" y="2044700"/>
          <p14:tracePt t="181647" x="1835150" y="1987550"/>
          <p14:tracePt t="181662" x="1905000" y="1936750"/>
          <p14:tracePt t="181679" x="2063750" y="1841500"/>
          <p14:tracePt t="181696" x="2279650" y="1701800"/>
          <p14:tracePt t="181712" x="2374900" y="1631950"/>
          <p14:tracePt t="181729" x="2578100" y="1473200"/>
          <p14:tracePt t="181745" x="2743200" y="1333500"/>
          <p14:tracePt t="181762" x="2813050" y="1276350"/>
          <p14:tracePt t="181779" x="2908300" y="1200150"/>
          <p14:tracePt t="181794" x="2952750" y="1174750"/>
          <p14:tracePt t="181811" x="2965450" y="1168400"/>
          <p14:tracePt t="181828" x="2971800" y="1162050"/>
          <p14:tracePt t="181865" x="2971800" y="1155700"/>
          <p14:tracePt t="181955" x="2965450" y="1162050"/>
          <p14:tracePt t="181962" x="2959100" y="1168400"/>
          <p14:tracePt t="181976" x="2940050" y="1181100"/>
          <p14:tracePt t="181983" x="2927350" y="1187450"/>
          <p14:tracePt t="181997" x="2895600" y="1200150"/>
          <p14:tracePt t="182011" x="2863850" y="1231900"/>
          <p14:tracePt t="182027" x="2749550" y="1320800"/>
          <p14:tracePt t="182044" x="2667000" y="1384300"/>
          <p14:tracePt t="182061" x="2514600" y="1492250"/>
          <p14:tracePt t="182077" x="2324100" y="1619250"/>
          <p14:tracePt t="182094" x="2228850" y="1670050"/>
          <p14:tracePt t="182110" x="2057400" y="1765300"/>
          <p14:tracePt t="182127" x="1917700" y="1841500"/>
          <p14:tracePt t="182144" x="1841500" y="1885950"/>
          <p14:tracePt t="182160" x="1828800" y="1892300"/>
          <p14:tracePt t="182177" x="1816100" y="1898650"/>
          <p14:tracePt t="182194" x="1803400" y="1898650"/>
          <p14:tracePt t="182284" x="1803400" y="1892300"/>
          <p14:tracePt t="182333" x="1809750" y="1892300"/>
          <p14:tracePt t="182347" x="1816100" y="1885950"/>
          <p14:tracePt t="182354" x="1822450" y="1885950"/>
          <p14:tracePt t="182369" x="1835150" y="1879600"/>
          <p14:tracePt t="182377" x="1847850" y="1873250"/>
          <p14:tracePt t="182393" x="1866900" y="1860550"/>
          <p14:tracePt t="182410" x="1943100" y="1822450"/>
          <p14:tracePt t="182425" x="2089150" y="1752600"/>
          <p14:tracePt t="182442" x="2184400" y="1701800"/>
          <p14:tracePt t="182460" x="2463800" y="1530350"/>
          <p14:tracePt t="182476" x="2730500" y="1339850"/>
          <p14:tracePt t="182492" x="2838450" y="1250950"/>
          <p14:tracePt t="182509" x="3009900" y="1111250"/>
          <p14:tracePt t="182526" x="3067050" y="1060450"/>
          <p14:tracePt t="182544" x="3067050" y="1047750"/>
          <p14:tracePt t="182575" x="3060700" y="1047750"/>
          <p14:tracePt t="182593" x="2997200" y="1079500"/>
          <p14:tracePt t="182609" x="2965450" y="1098550"/>
          <p14:tracePt t="182626" x="2940050" y="1111250"/>
          <p14:tracePt t="182642" x="2857500" y="1162050"/>
          <p14:tracePt t="182658" x="2749550" y="1257300"/>
          <p14:tracePt t="182675" x="2692400" y="1327150"/>
          <p14:tracePt t="182692" x="2546350" y="1498600"/>
          <p14:tracePt t="182708" x="2393950" y="1676400"/>
          <p14:tracePt t="182725" x="2311400" y="1758950"/>
          <p14:tracePt t="182741" x="2171700" y="1892300"/>
          <p14:tracePt t="182758" x="2044700" y="1968500"/>
          <p14:tracePt t="182775" x="1968500" y="2019300"/>
          <p14:tracePt t="182791" x="1936750" y="2044700"/>
          <p14:tracePt t="182808" x="1898650" y="2057400"/>
          <p14:tracePt t="182825" x="1866900" y="2057400"/>
          <p14:tracePt t="182841" x="1847850" y="2057400"/>
          <p14:tracePt t="182858" x="1835150" y="2057400"/>
          <p14:tracePt t="182874" x="1797050" y="2070100"/>
          <p14:tracePt t="182891" x="1784350" y="2070100"/>
          <p14:tracePt t="182908" x="1765300" y="2082800"/>
          <p14:tracePt t="182924" x="1739900" y="2095500"/>
          <p14:tracePt t="182941" x="1733550" y="2095500"/>
          <p14:tracePt t="182958" x="1720850" y="2095500"/>
          <p14:tracePt t="183499" x="1720850" y="2108200"/>
          <p14:tracePt t="183507" x="1720850" y="2120900"/>
          <p14:tracePt t="183520" x="1714500" y="2146300"/>
          <p14:tracePt t="183527" x="1708150" y="2171700"/>
          <p14:tracePt t="183538" x="1701800" y="2203450"/>
          <p14:tracePt t="183556" x="1689100" y="2241550"/>
          <p14:tracePt t="183572" x="1682750" y="2266950"/>
          <p14:tracePt t="183589" x="1676400" y="2279650"/>
          <p14:tracePt t="183605" x="1651000" y="2330450"/>
          <p14:tracePt t="183622" x="1638300" y="2355850"/>
          <p14:tracePt t="183639" x="1606550" y="2387600"/>
          <p14:tracePt t="183655" x="1562100" y="2406650"/>
          <p14:tracePt t="183672" x="1479550" y="2438400"/>
          <p14:tracePt t="183689" x="1397000" y="2451100"/>
          <p14:tracePt t="183705" x="1358900" y="2451100"/>
          <p14:tracePt t="183721" x="1263650" y="2444750"/>
          <p14:tracePt t="183738" x="1174750" y="2438400"/>
          <p14:tracePt t="183755" x="1117600" y="2438400"/>
          <p14:tracePt t="183771" x="1003300" y="2438400"/>
          <p14:tracePt t="183788" x="882650" y="2438400"/>
          <p14:tracePt t="183804" x="857250" y="2438400"/>
          <p14:tracePt t="183822" x="825500" y="2438400"/>
          <p14:tracePt t="183838" x="819150" y="2438400"/>
          <p14:tracePt t="183874" x="825500" y="2438400"/>
          <p14:tracePt t="183887" x="850900" y="2438400"/>
          <p14:tracePt t="183904" x="869950" y="2438400"/>
          <p14:tracePt t="183921" x="933450" y="2444750"/>
          <p14:tracePt t="183937" x="958850" y="2444750"/>
          <p14:tracePt t="183955" x="1079500" y="2444750"/>
          <p14:tracePt t="183971" x="1117600" y="2438400"/>
          <p14:tracePt t="183987" x="1174750" y="2406650"/>
          <p14:tracePt t="184004" x="1282700" y="2368550"/>
          <p14:tracePt t="184020" x="1447800" y="2298700"/>
          <p14:tracePt t="184037" x="1524000" y="2247900"/>
          <p14:tracePt t="184054" x="1701800" y="2159000"/>
          <p14:tracePt t="184070" x="1828800" y="2076450"/>
          <p14:tracePt t="184088" x="1885950" y="2051050"/>
          <p14:tracePt t="184103" x="1974850" y="1987550"/>
          <p14:tracePt t="184120" x="2051050" y="1936750"/>
          <p14:tracePt t="184137" x="2120900" y="1854200"/>
          <p14:tracePt t="184153" x="2133600" y="1828800"/>
          <p14:tracePt t="184170" x="2146300" y="1790700"/>
          <p14:tracePt t="184187" x="2146300" y="1758950"/>
          <p14:tracePt t="184203" x="2133600" y="1746250"/>
          <p14:tracePt t="184220" x="2127250" y="1733550"/>
          <p14:tracePt t="184236" x="2089150" y="1720850"/>
          <p14:tracePt t="184253" x="2082800" y="1720850"/>
          <p14:tracePt t="184271" x="2070100" y="1714500"/>
          <p14:tracePt t="184286" x="2063750" y="1714500"/>
          <p14:tracePt t="184303" x="2057400" y="1708150"/>
          <p14:tracePt t="184336" x="2057400" y="1701800"/>
          <p14:tracePt t="184361" x="2070100" y="1689100"/>
          <p14:tracePt t="184370" x="2076450" y="1689100"/>
          <p14:tracePt t="184386" x="2089150" y="1682750"/>
          <p14:tracePt t="184403" x="2108200" y="1676400"/>
          <p14:tracePt t="184420" x="2152650" y="1651000"/>
          <p14:tracePt t="184435" x="2184400" y="1644650"/>
          <p14:tracePt t="184453" x="2292350" y="1606550"/>
          <p14:tracePt t="184469" x="2444750" y="1562100"/>
          <p14:tracePt t="184486" x="2533650" y="1530350"/>
          <p14:tracePt t="184502" x="2743200" y="1447800"/>
          <p14:tracePt t="184519" x="2914650" y="1384300"/>
          <p14:tracePt t="184536" x="2997200" y="1365250"/>
          <p14:tracePt t="184552" x="3130550" y="1314450"/>
          <p14:tracePt t="184568" x="3181350" y="1308100"/>
          <p14:tracePt t="184572" x="3213100" y="1289050"/>
          <p14:tracePt t="184586" x="3257550" y="1276350"/>
          <p14:tracePt t="184602" x="3263900" y="1270000"/>
          <p14:tracePt t="184618" x="3270250" y="1270000"/>
          <p14:tracePt t="184651" x="3263900" y="1263650"/>
          <p14:tracePt t="184668" x="3257550" y="1263650"/>
          <p14:tracePt t="184685" x="3244850" y="1257300"/>
          <p14:tracePt t="184702" x="3232150" y="1257300"/>
          <p14:tracePt t="184719" x="3213100" y="1257300"/>
          <p14:tracePt t="184735" x="3200400" y="1257300"/>
          <p14:tracePt t="184751" x="3168650" y="1257300"/>
          <p14:tracePt t="184768" x="3124200" y="1263650"/>
          <p14:tracePt t="184784" x="3098800" y="1270000"/>
          <p14:tracePt t="184801" x="3003550" y="1295400"/>
          <p14:tracePt t="184818" x="2882900" y="1314450"/>
          <p14:tracePt t="184834" x="2806700" y="1333500"/>
          <p14:tracePt t="184851" x="2736850" y="1346200"/>
          <p14:tracePt t="184867" x="2514600" y="1403350"/>
          <p14:tracePt t="184885" x="2444750" y="1409700"/>
          <p14:tracePt t="184901" x="2324100" y="1441450"/>
          <p14:tracePt t="184917" x="2260600" y="1447800"/>
          <p14:tracePt t="184935" x="2203450" y="1473200"/>
          <p14:tracePt t="184951" x="2171700" y="1473200"/>
          <p14:tracePt t="184967" x="2171700" y="1479550"/>
          <p14:tracePt t="185020" x="2178050" y="1485900"/>
          <p14:tracePt t="185028" x="2184400" y="1485900"/>
          <p14:tracePt t="185042" x="2190750" y="1485900"/>
          <p14:tracePt t="185050" x="2197100" y="1492250"/>
          <p14:tracePt t="185067" x="2203450" y="1498600"/>
          <p14:tracePt t="185084" x="2203450" y="1511300"/>
          <p14:tracePt t="185100" x="2216150" y="1536700"/>
          <p14:tracePt t="185117" x="2216150" y="1549400"/>
          <p14:tracePt t="185134" x="2228850" y="1581150"/>
          <p14:tracePt t="185151" x="2247900" y="1651000"/>
          <p14:tracePt t="185167" x="2254250" y="1695450"/>
          <p14:tracePt t="185183" x="2266950" y="1809750"/>
          <p14:tracePt t="185199" x="2266950" y="1885950"/>
          <p14:tracePt t="185217" x="2209800" y="2159000"/>
          <p14:tracePt t="185233" x="2178050" y="2260600"/>
          <p14:tracePt t="185250" x="2139950" y="2355850"/>
          <p14:tracePt t="185266" x="2044700" y="2508250"/>
          <p14:tracePt t="185283" x="1955800" y="2647950"/>
          <p14:tracePt t="185299" x="1924050" y="2679700"/>
          <p14:tracePt t="185316" x="1854200" y="2736850"/>
          <p14:tracePt t="185333" x="1809750" y="2768600"/>
          <p14:tracePt t="185350" x="1784350" y="2781300"/>
          <p14:tracePt t="185366" x="1778000" y="2794000"/>
          <p14:tracePt t="185402" x="1784350" y="2794000"/>
          <p14:tracePt t="187232" x="1790700" y="2794000"/>
          <p14:tracePt t="187246" x="1797050" y="2794000"/>
          <p14:tracePt t="187252" x="1803400" y="2794000"/>
          <p14:tracePt t="187261" x="1816100" y="2794000"/>
          <p14:tracePt t="187281" x="1828800" y="2794000"/>
          <p14:tracePt t="187296" x="1835150" y="2794000"/>
          <p14:tracePt t="187309" x="1847850" y="2794000"/>
          <p14:tracePt t="187326" x="1873250" y="2794000"/>
          <p14:tracePt t="187343" x="1885950" y="2794000"/>
          <p14:tracePt t="187359" x="1911350" y="2787650"/>
          <p14:tracePt t="187375" x="1936750" y="2781300"/>
          <p14:tracePt t="187393" x="1962150" y="2774950"/>
          <p14:tracePt t="187409" x="1968500" y="2774950"/>
          <p14:tracePt t="187425" x="1981200" y="2768600"/>
          <p14:tracePt t="187442" x="1993900" y="2768600"/>
          <p14:tracePt t="187458" x="2000250" y="2768600"/>
          <p14:tracePt t="187475" x="2006600" y="2768600"/>
          <p14:tracePt t="187526" x="2000250" y="2768600"/>
          <p14:tracePt t="187540" x="1987550" y="2774950"/>
          <p14:tracePt t="187554" x="1981200" y="2774950"/>
          <p14:tracePt t="187561" x="1968500" y="2781300"/>
          <p14:tracePt t="187578" x="1949450" y="2781300"/>
          <p14:tracePt t="187591" x="1924050" y="2787650"/>
          <p14:tracePt t="187608" x="1854200" y="2800350"/>
          <p14:tracePt t="187625" x="1746250" y="2813050"/>
          <p14:tracePt t="187641" x="1695450" y="2813050"/>
          <p14:tracePt t="187658" x="1568450" y="2813050"/>
          <p14:tracePt t="187674" x="1460500" y="2813050"/>
          <p14:tracePt t="187691" x="1422400" y="2813050"/>
          <p14:tracePt t="187708" x="1371600" y="2813050"/>
          <p14:tracePt t="187724" x="1346200" y="2806700"/>
          <p14:tracePt t="187741" x="1339850" y="2806700"/>
          <p14:tracePt t="187774" x="1346200" y="2806700"/>
          <p14:tracePt t="187791" x="1352550" y="2813050"/>
          <p14:tracePt t="187808" x="1371600" y="2819400"/>
          <p14:tracePt t="187824" x="1403350" y="2832100"/>
          <p14:tracePt t="187841" x="1416050" y="2832100"/>
          <p14:tracePt t="187858" x="1447800" y="2838450"/>
          <p14:tracePt t="187874" x="1466850" y="2851150"/>
          <p14:tracePt t="187891" x="1511300" y="2851150"/>
          <p14:tracePt t="187907" x="1555750" y="2851150"/>
          <p14:tracePt t="187924" x="1574800" y="2851150"/>
          <p14:tracePt t="187940" x="1631950" y="2851150"/>
          <p14:tracePt t="187957" x="1682750" y="2857500"/>
          <p14:tracePt t="187973" x="1701800" y="2857500"/>
          <p14:tracePt t="187990" x="1739900" y="2863850"/>
          <p14:tracePt t="188007" x="1765300" y="2870200"/>
          <p14:tracePt t="188025" x="1771650" y="2870200"/>
          <p14:tracePt t="188056" x="1784350" y="2870200"/>
          <p14:tracePt t="188136" x="1784350" y="2863850"/>
          <p14:tracePt t="190119" x="1778000" y="2863850"/>
          <p14:tracePt t="190126" x="1771650" y="2876550"/>
          <p14:tracePt t="190140" x="1758950" y="2882900"/>
          <p14:tracePt t="190149" x="1746250" y="2895600"/>
          <p14:tracePt t="190166" x="1733550" y="2908300"/>
          <p14:tracePt t="190183" x="1695450" y="2921000"/>
          <p14:tracePt t="190199" x="1682750" y="2927350"/>
          <p14:tracePt t="190216" x="1651000" y="2927350"/>
          <p14:tracePt t="190233" x="1625600" y="2927350"/>
          <p14:tracePt t="190249" x="1593850" y="2927350"/>
          <p14:tracePt t="190266" x="1536700" y="2927350"/>
          <p14:tracePt t="190282" x="1511300" y="2927350"/>
          <p14:tracePt t="190299" x="1454150" y="2921000"/>
          <p14:tracePt t="190316" x="1409700" y="2921000"/>
          <p14:tracePt t="190331" x="1390650" y="2921000"/>
          <p14:tracePt t="190349" x="1371600" y="2921000"/>
          <p14:tracePt t="190365" x="1327150" y="2914650"/>
          <p14:tracePt t="190382" x="1314450" y="2914650"/>
          <p14:tracePt t="190399" x="1295400" y="2908300"/>
          <p14:tracePt t="190432" x="1282700" y="2908300"/>
          <p14:tracePt t="190448" x="1282700" y="2901950"/>
          <p14:tracePt t="190464" x="1276350" y="2901950"/>
          <p14:tracePt t="190574" x="1270000" y="2901950"/>
          <p14:tracePt t="190644" x="1263650" y="2901950"/>
          <p14:tracePt t="190729" x="1270000" y="2908300"/>
          <p14:tracePt t="190736" x="1276350" y="2908300"/>
          <p14:tracePt t="190757" x="1282700" y="2908300"/>
          <p14:tracePt t="190778" x="1289050" y="2908300"/>
          <p14:tracePt t="190806" x="1295400" y="2908300"/>
          <p14:tracePt t="190827" x="1301750" y="2908300"/>
          <p14:tracePt t="190848" x="1308100" y="2908300"/>
          <p14:tracePt t="190855" x="1314450" y="2914650"/>
          <p14:tracePt t="190890" x="1320800" y="2914650"/>
          <p14:tracePt t="190911" x="1327150" y="2914650"/>
          <p14:tracePt t="190918" x="1333500" y="2914650"/>
          <p14:tracePt t="190929" x="1339850" y="2914650"/>
          <p14:tracePt t="190947" x="1352550" y="2914650"/>
          <p14:tracePt t="190963" x="1365250" y="2914650"/>
          <p14:tracePt t="190980" x="1390650" y="2914650"/>
          <p14:tracePt t="190996" x="1473200" y="2914650"/>
          <p14:tracePt t="191013" x="1504950" y="2914650"/>
          <p14:tracePt t="191031" x="1581150" y="2914650"/>
          <p14:tracePt t="191046" x="1619250" y="2914650"/>
          <p14:tracePt t="191063" x="1689100" y="2921000"/>
          <p14:tracePt t="191080" x="1727200" y="2921000"/>
          <p14:tracePt t="191096" x="1746250" y="2921000"/>
          <p14:tracePt t="191113" x="1765300" y="2927350"/>
          <p14:tracePt t="191129" x="1778000" y="2927350"/>
          <p14:tracePt t="191163" x="1784350" y="2927350"/>
          <p14:tracePt t="191179" x="1790700" y="2927350"/>
          <p14:tracePt t="191199" x="1797050" y="2921000"/>
          <p14:tracePt t="191226" x="1803400" y="2921000"/>
          <p14:tracePt t="191247" x="1809750" y="2921000"/>
          <p14:tracePt t="191269" x="1816100" y="2921000"/>
          <p14:tracePt t="191310" x="1822450" y="2921000"/>
          <p14:tracePt t="191338" x="1828800" y="2921000"/>
          <p14:tracePt t="191346" x="1835150" y="2921000"/>
          <p14:tracePt t="191409" x="1841500" y="2921000"/>
          <p14:tracePt t="191451" x="1847850" y="2921000"/>
          <p14:tracePt t="191486" x="1854200" y="2914650"/>
          <p14:tracePt t="191891" x="1860550" y="2914650"/>
          <p14:tracePt t="191898" x="1866900" y="2914650"/>
          <p14:tracePt t="191919" x="1879600" y="2914650"/>
          <p14:tracePt t="191929" x="1885950" y="2914650"/>
          <p14:tracePt t="191943" x="1898650" y="2914650"/>
          <p14:tracePt t="191960" x="1911350" y="2914650"/>
          <p14:tracePt t="191976" x="1949450" y="2927350"/>
          <p14:tracePt t="191993" x="1993900" y="2927350"/>
          <p14:tracePt t="192010" x="2019300" y="2921000"/>
          <p14:tracePt t="192026" x="2089150" y="2914650"/>
          <p14:tracePt t="192043" x="2159000" y="2908300"/>
          <p14:tracePt t="192060" x="2216150" y="2908300"/>
          <p14:tracePt t="192076" x="2241550" y="2901950"/>
          <p14:tracePt t="192093" x="2292350" y="2882900"/>
          <p14:tracePt t="192109" x="2349500" y="2870200"/>
          <p14:tracePt t="192126" x="2374900" y="2857500"/>
          <p14:tracePt t="192143" x="2425700" y="2825750"/>
          <p14:tracePt t="192159" x="2470150" y="2794000"/>
          <p14:tracePt t="192176" x="2482850" y="2787650"/>
          <p14:tracePt t="192194" x="2514600" y="2762250"/>
          <p14:tracePt t="192209" x="2540000" y="2749550"/>
          <p14:tracePt t="192225" x="2546350" y="2749550"/>
          <p14:tracePt t="192243" x="2559050" y="2743200"/>
          <p14:tracePt t="192291" x="2565400" y="2743200"/>
          <p14:tracePt t="192340" x="2571750" y="2743200"/>
          <p14:tracePt t="192368" x="2571750" y="2736850"/>
          <p14:tracePt t="192396" x="2571750" y="2724150"/>
          <p14:tracePt t="192940" x="2571750" y="2730500"/>
          <p14:tracePt t="192982" x="2578100" y="2730500"/>
          <p14:tracePt t="192989" x="2584450" y="2736850"/>
          <p14:tracePt t="193003" x="2590800" y="2736850"/>
          <p14:tracePt t="193010" x="2597150" y="2736850"/>
          <p14:tracePt t="193026" x="2603500" y="2736850"/>
          <p14:tracePt t="193039" x="2616200" y="2743200"/>
          <p14:tracePt t="193056" x="2622550" y="2743200"/>
          <p14:tracePt t="193073" x="2654300" y="2749550"/>
          <p14:tracePt t="193089" x="2673350" y="2755900"/>
          <p14:tracePt t="193106" x="2711450" y="2768600"/>
          <p14:tracePt t="193123" x="2762250" y="2774950"/>
          <p14:tracePt t="193139" x="2781300" y="2774950"/>
          <p14:tracePt t="193156" x="2813050" y="2774950"/>
          <p14:tracePt t="193172" x="2844800" y="2774950"/>
          <p14:tracePt t="193189" x="2851150" y="2774950"/>
          <p14:tracePt t="193205" x="2870200" y="2774950"/>
          <p14:tracePt t="193222" x="2876550" y="2774950"/>
          <p14:tracePt t="193238" x="2889250" y="2774950"/>
          <p14:tracePt t="193256" x="2901950" y="2774950"/>
          <p14:tracePt t="193272" x="2908300" y="2774950"/>
          <p14:tracePt t="193311" x="2914650" y="2774950"/>
          <p14:tracePt t="193353" x="2921000" y="2781300"/>
          <p14:tracePt t="193382" x="2914650" y="2787650"/>
          <p14:tracePt t="193389" x="2914650" y="2794000"/>
          <p14:tracePt t="193410" x="2914650" y="2800350"/>
          <p14:tracePt t="193424" x="2908300" y="2800350"/>
          <p14:tracePt t="193431" x="2901950" y="2806700"/>
          <p14:tracePt t="193445" x="2895600" y="2806700"/>
          <p14:tracePt t="193454" x="2895600" y="2813050"/>
          <p14:tracePt t="193471" x="2889250" y="2813050"/>
          <p14:tracePt t="193488" x="2876550" y="2813050"/>
          <p14:tracePt t="193504" x="2876550" y="2819400"/>
          <p14:tracePt t="193524" x="2870200" y="2825750"/>
          <p14:tracePt t="193537" x="2870200" y="2832100"/>
          <p14:tracePt t="193564" x="2863850" y="2832100"/>
          <p14:tracePt t="193573" x="2863850" y="2838450"/>
          <p14:tracePt t="193599" x="2863850" y="2844800"/>
          <p14:tracePt t="193641" x="2870200" y="2851150"/>
          <p14:tracePt t="193711" x="2876550" y="2851150"/>
          <p14:tracePt t="193774" x="2870200" y="2851150"/>
          <p14:tracePt t="193781" x="2863850" y="2851150"/>
          <p14:tracePt t="193795" x="2857500" y="2851150"/>
          <p14:tracePt t="193804" x="2851150" y="2851150"/>
          <p14:tracePt t="193820" x="2838450" y="2851150"/>
          <p14:tracePt t="193837" x="2813050" y="2838450"/>
          <p14:tracePt t="193853" x="2774950" y="2806700"/>
          <p14:tracePt t="193870" x="2755900" y="2787650"/>
          <p14:tracePt t="193887" x="2711450" y="2749550"/>
          <p14:tracePt t="193903" x="2679700" y="2705100"/>
          <p14:tracePt t="193920" x="2654300" y="2692400"/>
          <p14:tracePt t="193936" x="2628900" y="2673350"/>
          <p14:tracePt t="193953" x="2597150" y="2654300"/>
          <p14:tracePt t="193970" x="2584450" y="2647950"/>
          <p14:tracePt t="193986" x="2559050" y="2641600"/>
          <p14:tracePt t="194003" x="2552700" y="2635250"/>
          <p14:tracePt t="194020" x="2520950" y="2628900"/>
          <p14:tracePt t="194036" x="2508250" y="2628900"/>
          <p14:tracePt t="194053" x="2495550" y="2628900"/>
          <p14:tracePt t="194069" x="2463800" y="2622550"/>
          <p14:tracePt t="194086" x="2425700" y="2622550"/>
          <p14:tracePt t="194103" x="2393950" y="2622550"/>
          <p14:tracePt t="194119" x="2336800" y="2616200"/>
          <p14:tracePt t="194136" x="2279650" y="2616200"/>
          <p14:tracePt t="194153" x="2241550" y="2622550"/>
          <p14:tracePt t="194169" x="2216150" y="2622550"/>
          <p14:tracePt t="194186" x="2190750" y="2635250"/>
          <p14:tracePt t="194203" x="2171700" y="2654300"/>
          <p14:tracePt t="194219" x="2165350" y="2660650"/>
          <p14:tracePt t="194235" x="2159000" y="2679700"/>
          <p14:tracePt t="194252" x="2159000" y="2686050"/>
          <p14:tracePt t="194268" x="2159000" y="2692400"/>
          <p14:tracePt t="194286" x="2159000" y="2698750"/>
          <p14:tracePt t="194301" x="2159000" y="2724150"/>
          <p14:tracePt t="194318" x="2159000" y="2730500"/>
          <p14:tracePt t="194335" x="2165350" y="2730500"/>
          <p14:tracePt t="194351" x="2178050" y="2730500"/>
          <p14:tracePt t="194368" x="2190750" y="2736850"/>
          <p14:tracePt t="194385" x="2216150" y="2743200"/>
          <p14:tracePt t="194401" x="2235200" y="2743200"/>
          <p14:tracePt t="194418" x="2298700" y="2743200"/>
          <p14:tracePt t="194435" x="2381250" y="2724150"/>
          <p14:tracePt t="194451" x="2438400" y="2724150"/>
          <p14:tracePt t="194468" x="2540000" y="2711450"/>
          <p14:tracePt t="194485" x="2635250" y="2692400"/>
          <p14:tracePt t="194501" x="2692400" y="2679700"/>
          <p14:tracePt t="194518" x="2781300" y="2679700"/>
          <p14:tracePt t="194534" x="2838450" y="2679700"/>
          <p14:tracePt t="194551" x="2851150" y="2679700"/>
          <p14:tracePt t="194567" x="2870200" y="2679700"/>
          <p14:tracePt t="194584" x="2876550" y="2692400"/>
          <p14:tracePt t="194601" x="2876550" y="2698750"/>
          <p14:tracePt t="194618" x="2876550" y="2717800"/>
          <p14:tracePt t="194634" x="2876550" y="2730500"/>
          <p14:tracePt t="194651" x="2876550" y="2755900"/>
          <p14:tracePt t="194667" x="2876550" y="2774950"/>
          <p14:tracePt t="194684" x="2876550" y="2787650"/>
          <p14:tracePt t="194687" x="2876550" y="2800350"/>
          <p14:tracePt t="194707" x="2876550" y="2813050"/>
          <p14:tracePt t="194717" x="2876550" y="2819400"/>
          <p14:tracePt t="194734" x="2882900" y="2832100"/>
          <p14:tracePt t="194750" x="2889250" y="2838450"/>
          <p14:tracePt t="194766" x="2895600" y="2838450"/>
          <p14:tracePt t="194791" x="2901950" y="2838450"/>
          <p14:tracePt t="194833" x="2908300" y="2838450"/>
          <p14:tracePt t="194861" x="2908300" y="2844800"/>
          <p14:tracePt t="194917" x="2914650" y="2844800"/>
          <p14:tracePt t="194924" x="2914650" y="2838450"/>
          <p14:tracePt t="194944" x="2921000" y="2838450"/>
          <p14:tracePt t="194967" x="2921000" y="2825750"/>
          <p14:tracePt t="194973" x="2927350" y="2825750"/>
          <p14:tracePt t="194982" x="2927350" y="2819400"/>
          <p14:tracePt t="195455" x="2927350" y="2806700"/>
          <p14:tracePt t="195461" x="2927350" y="2794000"/>
          <p14:tracePt t="195476" x="2927350" y="2774950"/>
          <p14:tracePt t="195484" x="2927350" y="2743200"/>
          <p14:tracePt t="195498" x="2927350" y="2711450"/>
          <p14:tracePt t="195514" x="2927350" y="2686050"/>
          <p14:tracePt t="195531" x="2946400" y="2603500"/>
          <p14:tracePt t="195547" x="2959100" y="2508250"/>
          <p14:tracePt t="195564" x="2978150" y="2444750"/>
          <p14:tracePt t="195581" x="2997200" y="2286000"/>
          <p14:tracePt t="195597" x="2997200" y="2120900"/>
          <p14:tracePt t="195614" x="2997200" y="2044700"/>
          <p14:tracePt t="195630" x="2984500" y="1866900"/>
          <p14:tracePt t="195647" x="2946400" y="1708150"/>
          <p14:tracePt t="195664" x="2927350" y="1651000"/>
          <p14:tracePt t="195680" x="2908300" y="1555750"/>
          <p14:tracePt t="195697" x="2889250" y="1498600"/>
          <p14:tracePt t="195715" x="2870200" y="1466850"/>
          <p14:tracePt t="195730" x="2870200" y="1454150"/>
          <p14:tracePt t="195746" x="2863850" y="1422400"/>
          <p14:tracePt t="195764" x="2857500" y="1397000"/>
          <p14:tracePt t="195780" x="2851150" y="1384300"/>
          <p14:tracePt t="195796" x="2844800" y="1371600"/>
          <p14:tracePt t="195813" x="2819400" y="1339850"/>
          <p14:tracePt t="195830" x="2806700" y="1327150"/>
          <p14:tracePt t="195847" x="2787650" y="1314450"/>
          <p14:tracePt t="195863" x="2781300" y="1314450"/>
          <p14:tracePt t="195879" x="2762250" y="1301750"/>
          <p14:tracePt t="195897" x="2749550" y="1289050"/>
          <p14:tracePt t="195913" x="2736850" y="1282700"/>
          <p14:tracePt t="195929" x="2724150" y="1270000"/>
          <p14:tracePt t="195946" x="2698750" y="1257300"/>
          <p14:tracePt t="195963" x="2679700" y="1250950"/>
          <p14:tracePt t="195980" x="2647950" y="1244600"/>
          <p14:tracePt t="195996" x="2603500" y="1244600"/>
          <p14:tracePt t="196012" x="2584450" y="1244600"/>
          <p14:tracePt t="196030" x="2546350" y="1244600"/>
          <p14:tracePt t="196045" x="2508250" y="1244600"/>
          <p14:tracePt t="196063" x="2495550" y="1250950"/>
          <p14:tracePt t="196095" x="2489200" y="1250950"/>
          <p14:tracePt t="196135" x="2482850" y="1257300"/>
          <p14:tracePt t="196156" x="2470150" y="1263650"/>
          <p14:tracePt t="196163" x="2470150" y="1270000"/>
          <p14:tracePt t="196176" x="2463800" y="1282700"/>
          <p14:tracePt t="196184" x="2457450" y="1289050"/>
          <p14:tracePt t="196198" x="2451100" y="1289050"/>
          <p14:tracePt t="196212" x="2438400" y="1301750"/>
          <p14:tracePt t="196228" x="2413000" y="1333500"/>
          <p14:tracePt t="196245" x="2400300" y="1346200"/>
          <p14:tracePt t="196262" x="2355850" y="1371600"/>
          <p14:tracePt t="196278" x="2311400" y="1403350"/>
          <p14:tracePt t="196296" x="2292350" y="1409700"/>
          <p14:tracePt t="196311" x="2273300" y="1416050"/>
          <p14:tracePt t="196328" x="2260600" y="1416050"/>
          <p14:tracePt t="196346" x="2260600" y="1403350"/>
          <p14:tracePt t="196361" x="2260600" y="1397000"/>
          <p14:tracePt t="196378" x="2266950" y="1384300"/>
          <p14:tracePt t="196395" x="2279650" y="1377950"/>
          <p14:tracePt t="196411" x="2286000" y="1371600"/>
          <p14:tracePt t="196428" x="2292350" y="1371600"/>
          <p14:tracePt t="196444" x="2305050" y="1365250"/>
          <p14:tracePt t="196461" x="2311400" y="1358900"/>
          <p14:tracePt t="196478" x="2336800" y="1358900"/>
          <p14:tracePt t="196494" x="2355850" y="1358900"/>
          <p14:tracePt t="196510" x="2387600" y="1352550"/>
          <p14:tracePt t="196528" x="2438400" y="1352550"/>
          <p14:tracePt t="196544" x="2470150" y="1352550"/>
          <p14:tracePt t="196561" x="2527300" y="1352550"/>
          <p14:tracePt t="196577" x="2571750" y="1346200"/>
          <p14:tracePt t="196594" x="2597150" y="1339850"/>
          <p14:tracePt t="196611" x="2622550" y="1333500"/>
          <p14:tracePt t="196626" x="2628900" y="1327150"/>
          <p14:tracePt t="196644" x="2635250" y="1327150"/>
          <p14:tracePt t="196688" x="2628900" y="1327150"/>
          <p14:tracePt t="196696" x="2622550" y="1327150"/>
          <p14:tracePt t="196713" x="2616200" y="1327150"/>
          <p14:tracePt t="196727" x="2584450" y="1333500"/>
          <p14:tracePt t="196743" x="2571750" y="1333500"/>
          <p14:tracePt t="196759" x="2527300" y="1333500"/>
          <p14:tracePt t="196776" x="2501900" y="1333500"/>
          <p14:tracePt t="196794" x="2406650" y="1333500"/>
          <p14:tracePt t="196809" x="2374900" y="1327150"/>
          <p14:tracePt t="196826" x="2343150" y="1314450"/>
          <p14:tracePt t="196843" x="2305050" y="1295400"/>
          <p14:tracePt t="196859" x="2266950" y="1289050"/>
          <p14:tracePt t="196876" x="2266950" y="1282700"/>
          <p14:tracePt t="196893" x="2260600" y="1282700"/>
          <p14:tracePt t="196909" x="2260600" y="1276350"/>
          <p14:tracePt t="196948" x="2266950" y="1276350"/>
          <p14:tracePt t="196955" x="2279650" y="1282700"/>
          <p14:tracePt t="196969" x="2286000" y="1289050"/>
          <p14:tracePt t="196978" x="2298700" y="1289050"/>
          <p14:tracePt t="196992" x="2311400" y="1295400"/>
          <p14:tracePt t="197009" x="2336800" y="1308100"/>
          <p14:tracePt t="197026" x="2374900" y="1314450"/>
          <p14:tracePt t="197042" x="2406650" y="1320800"/>
          <p14:tracePt t="197059" x="2432050" y="1327150"/>
          <p14:tracePt t="197075" x="2559050" y="1346200"/>
          <p14:tracePt t="197092" x="2597150" y="1352550"/>
          <p14:tracePt t="197110" x="2667000" y="1352550"/>
          <p14:tracePt t="197125" x="2692400" y="1358900"/>
          <p14:tracePt t="197142" x="2730500" y="1358900"/>
          <p14:tracePt t="197159" x="2736850" y="1358900"/>
          <p14:tracePt t="197175" x="2743200" y="1358900"/>
          <p14:tracePt t="197192" x="2749550" y="1358900"/>
          <p14:tracePt t="197319" x="2755900" y="1358900"/>
          <p14:tracePt t="197326" x="2762250" y="1358900"/>
          <p14:tracePt t="197340" x="2768600" y="1358900"/>
          <p14:tracePt t="197347" x="2768600" y="1352550"/>
          <p14:tracePt t="197357" x="2768600" y="1346200"/>
          <p14:tracePt t="197375" x="2774950" y="1333500"/>
          <p14:tracePt t="197391" x="2781300" y="1327150"/>
          <p14:tracePt t="197425" x="2787650" y="1308100"/>
          <p14:tracePt t="197441" x="2787650" y="1295400"/>
          <p14:tracePt t="197457" x="2794000" y="1276350"/>
          <p14:tracePt t="197474" x="2794000" y="1250950"/>
          <p14:tracePt t="197490" x="2794000" y="1225550"/>
          <p14:tracePt t="197507" x="2800350" y="1212850"/>
          <p14:tracePt t="197524" x="2800350" y="1200150"/>
          <p14:tracePt t="197540" x="2800350" y="1193800"/>
          <p14:tracePt t="197557" x="2800350" y="1187450"/>
          <p14:tracePt t="197677" x="2794000" y="1187450"/>
          <p14:tracePt t="197690" x="2794000" y="1193800"/>
          <p14:tracePt t="197698" x="2787650" y="1200150"/>
          <p14:tracePt t="197706" x="2774950" y="1206500"/>
          <p14:tracePt t="197723" x="2768600" y="1206500"/>
          <p14:tracePt t="197740" x="2743200" y="1225550"/>
          <p14:tracePt t="197756" x="2711450" y="1231900"/>
          <p14:tracePt t="197773" x="2667000" y="1250950"/>
          <p14:tracePt t="197790" x="2590800" y="1276350"/>
          <p14:tracePt t="197806" x="2565400" y="1276350"/>
          <p14:tracePt t="197823" x="2495550" y="1295400"/>
          <p14:tracePt t="197839" x="2425700" y="1301750"/>
          <p14:tracePt t="197856" x="2400300" y="1308100"/>
          <p14:tracePt t="197873" x="2343150" y="1308100"/>
          <p14:tracePt t="197889" x="2305050" y="1308100"/>
          <p14:tracePt t="197906" x="2292350" y="1301750"/>
          <p14:tracePt t="197923" x="2273300" y="1295400"/>
          <p14:tracePt t="197939" x="2254250" y="1282700"/>
          <p14:tracePt t="197972" x="2247900" y="1282700"/>
          <p14:tracePt t="197989" x="2241550" y="1282700"/>
          <p14:tracePt t="198008" x="2235200" y="1282700"/>
          <p14:tracePt t="198042" x="2235200" y="1276350"/>
          <p14:tracePt t="198189" x="2241550" y="1276350"/>
          <p14:tracePt t="198196" x="2247900" y="1276350"/>
          <p14:tracePt t="198210" x="2254250" y="1276350"/>
          <p14:tracePt t="198221" x="2260600" y="1282700"/>
          <p14:tracePt t="198240" x="2266950" y="1282700"/>
          <p14:tracePt t="198266" x="2279650" y="1289050"/>
          <p14:tracePt t="198288" x="2292350" y="1295400"/>
          <p14:tracePt t="198301" x="2305050" y="1295400"/>
          <p14:tracePt t="198308" x="2330450" y="1301750"/>
          <p14:tracePt t="198324" x="2349500" y="1308100"/>
          <p14:tracePt t="198337" x="2406650" y="1314450"/>
          <p14:tracePt t="198354" x="2457450" y="1314450"/>
          <p14:tracePt t="198372" x="2552700" y="1314450"/>
          <p14:tracePt t="198388" x="2603500" y="1314450"/>
          <p14:tracePt t="198404" x="2705100" y="1314450"/>
          <p14:tracePt t="198421" x="2787650" y="1314450"/>
          <p14:tracePt t="198437" x="2806700" y="1314450"/>
          <p14:tracePt t="198454" x="2838450" y="1308100"/>
          <p14:tracePt t="198470" x="2857500" y="1308100"/>
          <p14:tracePt t="198504" x="2863850" y="1308100"/>
          <p14:tracePt t="198841" x="2863850" y="1320800"/>
          <p14:tracePt t="198848" x="2863850" y="1339850"/>
          <p14:tracePt t="198862" x="2863850" y="1377950"/>
          <p14:tracePt t="198871" x="2844800" y="1435100"/>
          <p14:tracePt t="198886" x="2832100" y="1498600"/>
          <p14:tracePt t="198902" x="2813050" y="1663700"/>
          <p14:tracePt t="198919" x="2781300" y="1873250"/>
          <p14:tracePt t="198935" x="2774950" y="1974850"/>
          <p14:tracePt t="198953" x="2762250" y="2063750"/>
          <p14:tracePt t="198969" x="2743200" y="2286000"/>
          <p14:tracePt t="198985" x="2743200" y="2324100"/>
          <p14:tracePt t="199003" x="2743200" y="2381250"/>
          <p14:tracePt t="199019" x="2743200" y="2400300"/>
          <p14:tracePt t="199035" x="2749550" y="2425700"/>
          <p14:tracePt t="199052" x="2749550" y="2438400"/>
          <p14:tracePt t="199068" x="2755900" y="2438400"/>
          <p14:tracePt t="199086" x="2755900" y="2457450"/>
          <p14:tracePt t="199101" x="2755900" y="2489200"/>
          <p14:tracePt t="199118" x="2749550" y="2508250"/>
          <p14:tracePt t="199135" x="2743200" y="2533650"/>
          <p14:tracePt t="199151" x="2730500" y="2565400"/>
          <p14:tracePt t="199168" x="2724150" y="2578100"/>
          <p14:tracePt t="199185" x="2698750" y="2616200"/>
          <p14:tracePt t="199201" x="2667000" y="2647950"/>
          <p14:tracePt t="199219" x="2654300" y="2673350"/>
          <p14:tracePt t="199235" x="2609850" y="2717800"/>
          <p14:tracePt t="199251" x="2571750" y="2743200"/>
          <p14:tracePt t="199269" x="2546350" y="2762250"/>
          <p14:tracePt t="199284" x="2533650" y="2768600"/>
          <p14:tracePt t="199301" x="2514600" y="2774950"/>
          <p14:tracePt t="199318" x="2495550" y="2787650"/>
          <p14:tracePt t="199334" x="2489200" y="2794000"/>
          <p14:tracePt t="199351" x="2489200" y="2800350"/>
          <p14:tracePt t="199367" x="2470150" y="2813050"/>
          <p14:tracePt t="199384" x="2463800" y="2825750"/>
          <p14:tracePt t="199401" x="2457450" y="2832100"/>
          <p14:tracePt t="199418" x="2451100" y="2838450"/>
          <p14:tracePt t="199457" x="2451100" y="2844800"/>
          <p14:tracePt t="199492" x="2457450" y="2844800"/>
          <p14:tracePt t="199514" x="2463800" y="2844800"/>
          <p14:tracePt t="199521" x="2470150" y="2844800"/>
          <p14:tracePt t="199533" x="2476500" y="2844800"/>
          <p14:tracePt t="199563" x="2489200" y="2844800"/>
          <p14:tracePt t="199570" x="2495550" y="2844800"/>
          <p14:tracePt t="199586" x="2508250" y="2844800"/>
          <p14:tracePt t="199600" x="2546350" y="2844800"/>
          <p14:tracePt t="199616" x="2578100" y="2838450"/>
          <p14:tracePt t="199633" x="2647950" y="2832100"/>
          <p14:tracePt t="199650" x="2673350" y="2832100"/>
          <p14:tracePt t="199666" x="2743200" y="2819400"/>
          <p14:tracePt t="199683" x="2794000" y="2806700"/>
          <p14:tracePt t="199699" x="2825750" y="2806700"/>
          <p14:tracePt t="199717" x="2882900" y="2787650"/>
          <p14:tracePt t="199734" x="2895600" y="2781300"/>
          <p14:tracePt t="199750" x="2908300" y="2781300"/>
          <p14:tracePt t="199753" x="2914650" y="2781300"/>
          <p14:tracePt t="199767" x="2914650" y="2774950"/>
          <p14:tracePt t="199783" x="2921000" y="2774950"/>
          <p14:tracePt t="199851" x="2927350" y="2774950"/>
          <p14:tracePt t="199949" x="2921000" y="2774950"/>
          <p14:tracePt t="199963" x="2908300" y="2774950"/>
          <p14:tracePt t="199970" x="2901950" y="2774950"/>
          <p14:tracePt t="199982" x="2895600" y="2774950"/>
          <p14:tracePt t="199999" x="2876550" y="2768600"/>
          <p14:tracePt t="200015" x="2857500" y="2768600"/>
          <p14:tracePt t="200032" x="2825750" y="2768600"/>
          <p14:tracePt t="200048" x="2762250" y="2755900"/>
          <p14:tracePt t="200065" x="2686050" y="2743200"/>
          <p14:tracePt t="200082" x="2647950" y="2724150"/>
          <p14:tracePt t="200098" x="2584450" y="2717800"/>
          <p14:tracePt t="200115" x="2546350" y="2705100"/>
          <p14:tracePt t="200132" x="2520950" y="2698750"/>
          <p14:tracePt t="200148" x="2514600" y="2698750"/>
          <p14:tracePt t="200165" x="2508250" y="2692400"/>
          <p14:tracePt t="200182" x="2501900" y="2692400"/>
          <p14:tracePt t="200222" x="2508250" y="2692400"/>
          <p14:tracePt t="200229" x="2514600" y="2692400"/>
          <p14:tracePt t="200243" x="2520950" y="2698750"/>
          <p14:tracePt t="200251" x="2533650" y="2698750"/>
          <p14:tracePt t="200268" x="2540000" y="2698750"/>
          <p14:tracePt t="200282" x="2578100" y="2711450"/>
          <p14:tracePt t="200298" x="2590800" y="2711450"/>
          <p14:tracePt t="200315" x="2641600" y="2724150"/>
          <p14:tracePt t="200331" x="2698750" y="2730500"/>
          <p14:tracePt t="200349" x="2768600" y="2730500"/>
          <p14:tracePt t="200364" x="2794000" y="2730500"/>
          <p14:tracePt t="200380" x="2825750" y="2730500"/>
          <p14:tracePt t="200398" x="2870200" y="2724150"/>
          <p14:tracePt t="200414" x="2882900" y="2717800"/>
          <p14:tracePt t="200431" x="2889250" y="2717800"/>
          <p14:tracePt t="200481" x="2895600" y="2711450"/>
          <p14:tracePt t="200600" x="2901950" y="2711450"/>
          <p14:tracePt t="201056" x="2908300" y="2711450"/>
          <p14:tracePt t="201063" x="2914650" y="2711450"/>
          <p14:tracePt t="201070" x="2914650" y="2705100"/>
          <p14:tracePt t="201091" x="2921000" y="2705100"/>
          <p14:tracePt t="201105" x="2927350" y="2698750"/>
          <p14:tracePt t="201133" x="2933700" y="2692400"/>
          <p14:tracePt t="201176" x="2940050" y="2692400"/>
          <p14:tracePt t="201183" x="2946400" y="2692400"/>
          <p14:tracePt t="201231" x="2952750" y="2692400"/>
          <p14:tracePt t="201252" x="2959100" y="2692400"/>
          <p14:tracePt t="201274" x="2965450" y="2692400"/>
          <p14:tracePt t="201281" x="2965450" y="2686050"/>
          <p14:tracePt t="201302" x="2971800" y="2686050"/>
          <p14:tracePt t="201365" x="2978150" y="2679700"/>
          <p14:tracePt t="201372" x="2978150" y="2673350"/>
          <p14:tracePt t="201380" x="2984500" y="2667000"/>
          <p14:tracePt t="201827" x="2984500" y="2641600"/>
          <p14:tracePt t="201834" x="2978150" y="2603500"/>
          <p14:tracePt t="201848" x="2959100" y="2559050"/>
          <p14:tracePt t="201859" x="2940050" y="2501900"/>
          <p14:tracePt t="201877" x="2895600" y="2381250"/>
          <p14:tracePt t="201892" x="2876550" y="2324100"/>
          <p14:tracePt t="201909" x="2825750" y="2178050"/>
          <p14:tracePt t="201926" x="2768600" y="2032000"/>
          <p14:tracePt t="201942" x="2736850" y="1974850"/>
          <p14:tracePt t="201958" x="2686050" y="1885950"/>
          <p14:tracePt t="201975" x="2654300" y="1835150"/>
          <p14:tracePt t="201992" x="2641600" y="1809750"/>
          <p14:tracePt t="202008" x="2609850" y="1771650"/>
          <p14:tracePt t="202025" x="2597150" y="1733550"/>
          <p14:tracePt t="202041" x="2590800" y="1720850"/>
          <p14:tracePt t="202059" x="2578100" y="1682750"/>
          <p14:tracePt t="202075" x="2565400" y="1612900"/>
          <p14:tracePt t="202091" x="2565400" y="1574800"/>
          <p14:tracePt t="202108" x="2559050" y="1517650"/>
          <p14:tracePt t="202124" x="2546350" y="1485900"/>
          <p14:tracePt t="202141" x="2546350" y="1428750"/>
          <p14:tracePt t="202157" x="2540000" y="1377950"/>
          <p14:tracePt t="202174" x="2533650" y="1358900"/>
          <p14:tracePt t="202192" x="2527300" y="1333500"/>
          <p14:tracePt t="202208" x="2520950" y="1308100"/>
          <p14:tracePt t="202225" x="2514600" y="1308100"/>
          <p14:tracePt t="202241" x="2514600" y="1295400"/>
          <p14:tracePt t="202258" x="2514600" y="1289050"/>
          <p14:tracePt t="202415" x="2520950" y="1289050"/>
          <p14:tracePt t="202444" x="2527300" y="1289050"/>
          <p14:tracePt t="202465" x="2533650" y="1289050"/>
          <p14:tracePt t="202507" x="2540000" y="1289050"/>
          <p14:tracePt t="202514" x="2546350" y="1289050"/>
          <p14:tracePt t="202535" x="2552700" y="1289050"/>
          <p14:tracePt t="202557" x="2559050" y="1289050"/>
          <p14:tracePt t="202584" x="2565400" y="1289050"/>
          <p14:tracePt t="202605" x="2571750" y="1289050"/>
          <p14:tracePt t="202654" x="2578100" y="1289050"/>
          <p14:tracePt t="202689" x="2584450" y="1289050"/>
          <p14:tracePt t="202717" x="2590800" y="1289050"/>
          <p14:tracePt t="202745" x="2597150" y="1289050"/>
          <p14:tracePt t="202787" x="2590800" y="1289050"/>
          <p14:tracePt t="202795" x="2584450" y="1289050"/>
          <p14:tracePt t="202809" x="2578100" y="1295400"/>
          <p14:tracePt t="202830" x="2565400" y="1295400"/>
          <p14:tracePt t="202838" x="2552700" y="1301750"/>
          <p14:tracePt t="202856" x="2533650" y="1301750"/>
          <p14:tracePt t="202872" x="2482850" y="1308100"/>
          <p14:tracePt t="202889" x="2432050" y="1308100"/>
          <p14:tracePt t="202905" x="2400300" y="1314450"/>
          <p14:tracePt t="202922" x="2368550" y="1314450"/>
          <p14:tracePt t="202938" x="2349500" y="1314450"/>
          <p14:tracePt t="202955" x="2343150" y="1314450"/>
          <p14:tracePt t="202972" x="2336800" y="1314450"/>
          <p14:tracePt t="202988" x="2330450" y="1314450"/>
          <p14:tracePt t="203026" x="2324100" y="1320800"/>
          <p14:tracePt t="203124" x="2317750" y="1320800"/>
          <p14:tracePt t="203145" x="2311400" y="1320800"/>
          <p14:tracePt t="203166" x="2305050" y="1320800"/>
          <p14:tracePt t="203187" x="2298700" y="1320800"/>
          <p14:tracePt t="203194" x="2292350" y="1320800"/>
          <p14:tracePt t="203236" x="2286000" y="1320800"/>
          <p14:tracePt t="203264" x="2279650" y="1320800"/>
          <p14:tracePt t="203286" x="2273300" y="1320800"/>
          <p14:tracePt t="203348" x="2266950" y="1314450"/>
          <p14:tracePt t="203377" x="2260600" y="1314450"/>
          <p14:tracePt t="203398" x="2254250" y="1314450"/>
          <p14:tracePt t="203460" x="2254250" y="1308100"/>
          <p14:tracePt t="203475" x="2260600" y="1308100"/>
          <p14:tracePt t="203496" x="2266950" y="1308100"/>
          <p14:tracePt t="203545" x="2273300" y="1308100"/>
          <p14:tracePt t="203580" x="2279650" y="1308100"/>
          <p14:tracePt t="203699" x="2286000" y="1308100"/>
          <p14:tracePt t="205050" x="2292350" y="1308100"/>
          <p14:tracePt t="205065" x="2305050" y="1314450"/>
          <p14:tracePt t="205071" x="2324100" y="1320800"/>
          <p14:tracePt t="205081" x="2336800" y="1333500"/>
          <p14:tracePt t="205097" x="2368550" y="1346200"/>
          <p14:tracePt t="205114" x="2432050" y="1377950"/>
          <p14:tracePt t="205131" x="2476500" y="1397000"/>
          <p14:tracePt t="205148" x="2622550" y="1435100"/>
          <p14:tracePt t="205164" x="2667000" y="1447800"/>
          <p14:tracePt t="205181" x="2717800" y="1460500"/>
          <p14:tracePt t="205198" x="2813050" y="1466850"/>
          <p14:tracePt t="205214" x="2895600" y="1479550"/>
          <p14:tracePt t="205230" x="2933700" y="1473200"/>
          <p14:tracePt t="205247" x="2984500" y="1466850"/>
          <p14:tracePt t="205264" x="3028950" y="1454150"/>
          <p14:tracePt t="205280" x="3048000" y="1441450"/>
          <p14:tracePt t="205297" x="3092450" y="1422400"/>
          <p14:tracePt t="205314" x="3124200" y="1416050"/>
          <p14:tracePt t="205331" x="3149600" y="1409700"/>
          <p14:tracePt t="205347" x="3162300" y="1403350"/>
          <p14:tracePt t="205363" x="3175000" y="1403350"/>
          <p14:tracePt t="205380" x="3187700" y="1403350"/>
          <p14:tracePt t="205397" x="3194050" y="1403350"/>
          <p14:tracePt t="205413" x="3200400" y="1403350"/>
          <p14:tracePt t="205430" x="3213100" y="1403350"/>
          <p14:tracePt t="205446" x="3219450" y="1403350"/>
          <p14:tracePt t="205463" x="3225800" y="1403350"/>
          <p14:tracePt t="205479" x="3238500" y="1409700"/>
          <p14:tracePt t="205496" x="3244850" y="1409700"/>
          <p14:tracePt t="205513" x="3251200" y="1409700"/>
          <p14:tracePt t="205541" x="3257550" y="1416050"/>
          <p14:tracePt t="205563" x="3263900" y="1416050"/>
          <p14:tracePt t="205583" x="3270250" y="1416050"/>
          <p14:tracePt t="205604" x="3276600" y="1416050"/>
          <p14:tracePt t="205611" x="3282950" y="1422400"/>
          <p14:tracePt t="205625" x="3289300" y="1422400"/>
          <p14:tracePt t="205653" x="3295650" y="1422400"/>
          <p14:tracePt t="205660" x="3302000" y="1422400"/>
          <p14:tracePt t="205681" x="3308350" y="1422400"/>
          <p14:tracePt t="205696" x="3314700" y="1422400"/>
          <p14:tracePt t="205709" x="3321050" y="1422400"/>
          <p14:tracePt t="205723" x="3327400" y="1422400"/>
          <p14:tracePt t="205744" x="3333750" y="1422400"/>
          <p14:tracePt t="205751" x="3346450" y="1422400"/>
          <p14:tracePt t="205765" x="3359150" y="1422400"/>
          <p14:tracePt t="205779" x="3384550" y="1416050"/>
          <p14:tracePt t="205795" x="3397250" y="1416050"/>
          <p14:tracePt t="205811" x="3416300" y="1409700"/>
          <p14:tracePt t="205829" x="3454400" y="1390650"/>
          <p14:tracePt t="205845" x="3486150" y="1371600"/>
          <p14:tracePt t="205862" x="3505200" y="1358900"/>
          <p14:tracePt t="205878" x="3536950" y="1320800"/>
          <p14:tracePt t="205895" x="3556000" y="1301750"/>
          <p14:tracePt t="205911" x="3568700" y="1289050"/>
          <p14:tracePt t="205928" x="3581400" y="1270000"/>
          <p14:tracePt t="205945" x="3587750" y="1257300"/>
          <p14:tracePt t="205962" x="3594100" y="1250950"/>
          <p14:tracePt t="205977" x="3594100" y="1244600"/>
          <p14:tracePt t="205994" x="3600450" y="1231900"/>
          <p14:tracePt t="206011" x="3606800" y="1225550"/>
          <p14:tracePt t="206027" x="3606800" y="1219200"/>
          <p14:tracePt t="206044" x="3613150" y="1219200"/>
          <p14:tracePt t="206151" x="3619500" y="1212850"/>
          <p14:tracePt t="206235" x="3619500" y="1206500"/>
          <p14:tracePt t="206263" x="3619500" y="1200150"/>
          <p14:tracePt t="206270" x="3619500" y="1193800"/>
          <p14:tracePt t="206284" x="3619500" y="1187450"/>
          <p14:tracePt t="206293" x="3619500" y="1181100"/>
          <p14:tracePt t="206310" x="3619500" y="1174750"/>
          <p14:tracePt t="206327" x="3613150" y="1155700"/>
          <p14:tracePt t="206343" x="3600450" y="1117600"/>
          <p14:tracePt t="206362" x="3587750" y="1092200"/>
          <p14:tracePt t="206377" x="3587750" y="1073150"/>
          <p14:tracePt t="206393" x="3575050" y="1060450"/>
          <p14:tracePt t="206397" x="3568700" y="1047750"/>
          <p14:tracePt t="206410" x="3562350" y="1028700"/>
          <p14:tracePt t="206427" x="3562350" y="1022350"/>
          <p14:tracePt t="206460" x="3556000" y="1022350"/>
          <p14:tracePt t="206494" x="3556000" y="1016000"/>
          <p14:tracePt t="206572" x="3556000" y="1009650"/>
          <p14:tracePt t="206621" x="3556000" y="1003300"/>
          <p14:tracePt t="206691" x="3556000" y="996950"/>
          <p14:tracePt t="206824" x="3556000" y="1003300"/>
          <p14:tracePt t="206852" x="3556000" y="1009650"/>
          <p14:tracePt t="206887" x="3556000" y="1016000"/>
          <p14:tracePt t="206901" x="3556000" y="1022350"/>
          <p14:tracePt t="206922" x="3556000" y="1028700"/>
          <p14:tracePt t="206943" x="3556000" y="1035050"/>
          <p14:tracePt t="206971" x="3556000" y="1041400"/>
          <p14:tracePt t="206992" x="3556000" y="1047750"/>
          <p14:tracePt t="207042" x="3556000" y="1054100"/>
          <p14:tracePt t="207133" x="3562350" y="1054100"/>
          <p14:tracePt t="207175" x="3562350" y="1047750"/>
          <p14:tracePt t="207182" x="3562350" y="1041400"/>
          <p14:tracePt t="207203" x="3562350" y="1035050"/>
          <p14:tracePt t="207217" x="3562350" y="1028700"/>
          <p14:tracePt t="207245" x="3562350" y="1016000"/>
          <p14:tracePt t="207294" x="3562350" y="1009650"/>
          <p14:tracePt t="207357" x="3562350" y="1003300"/>
          <p14:tracePt t="207413" x="3562350" y="1009650"/>
          <p14:tracePt t="207448" x="3562350" y="1016000"/>
          <p14:tracePt t="207456" x="3562350" y="1022350"/>
          <p14:tracePt t="207462" x="3562350" y="1028700"/>
          <p14:tracePt t="207476" x="3562350" y="1035050"/>
          <p14:tracePt t="207497" x="3562350" y="1041400"/>
          <p14:tracePt t="207506" x="3562350" y="1047750"/>
          <p14:tracePt t="207617" x="3562350" y="1041400"/>
          <p14:tracePt t="207644" x="3562350" y="1035050"/>
          <p14:tracePt t="207666" x="3562350" y="1028700"/>
          <p14:tracePt t="207694" x="3562350" y="1022350"/>
          <p14:tracePt t="207778" x="3562350" y="1028700"/>
          <p14:tracePt t="207799" x="3562350" y="1035050"/>
          <p14:tracePt t="207812" x="3562350" y="1041400"/>
          <p14:tracePt t="207826" x="3562350" y="1047750"/>
          <p14:tracePt t="207876" x="3562350" y="1054100"/>
          <p14:tracePt t="207904" x="3562350" y="1060450"/>
          <p14:tracePt t="207939" x="3562350" y="1066800"/>
          <p14:tracePt t="207953" x="3562350" y="1073150"/>
          <p14:tracePt t="207974" x="3568700" y="1079500"/>
          <p14:tracePt t="207995" x="3568700" y="1085850"/>
          <p14:tracePt t="208065" x="3568700" y="1092200"/>
          <p14:tracePt t="208093" x="3568700" y="1098550"/>
          <p14:tracePt t="208227" x="3575050" y="1092200"/>
          <p14:tracePt t="208479" x="3575050" y="1098550"/>
          <p14:tracePt t="208487" x="3575050" y="1111250"/>
          <p14:tracePt t="208500" x="3575050" y="1117600"/>
          <p14:tracePt t="208507" x="3568700" y="1136650"/>
          <p14:tracePt t="208519" x="3562350" y="1143000"/>
          <p14:tracePt t="208536" x="3556000" y="1168400"/>
          <p14:tracePt t="208569" x="3556000" y="1174750"/>
          <p14:tracePt t="208585" x="3549650" y="1181100"/>
          <p14:tracePt t="208696" x="3549650" y="1174750"/>
          <p14:tracePt t="208717" x="3549650" y="1168400"/>
          <p14:tracePt t="208724" x="3549650" y="1162050"/>
          <p14:tracePt t="208745" x="3556000" y="1155700"/>
          <p14:tracePt t="208759" x="3556000" y="1149350"/>
          <p14:tracePt t="208780" x="3556000" y="1143000"/>
          <p14:tracePt t="208794" x="3556000" y="1136650"/>
          <p14:tracePt t="208815" x="3562350" y="1136650"/>
          <p14:tracePt t="208857" x="3568700" y="1136650"/>
          <p14:tracePt t="208864" x="3568700" y="1143000"/>
          <p14:tracePt t="208878" x="3568700" y="1149350"/>
          <p14:tracePt t="208887" x="3568700" y="1155700"/>
          <p14:tracePt t="208906" x="3568700" y="1162050"/>
          <p14:tracePt t="208927" x="3575050" y="1168400"/>
          <p14:tracePt t="208956" x="3575050" y="1181100"/>
          <p14:tracePt t="208977" x="3581400" y="1187450"/>
          <p14:tracePt t="209040" x="3581400" y="1181100"/>
          <p14:tracePt t="209060" x="3581400" y="1174750"/>
          <p14:tracePt t="209068" x="3581400" y="1168400"/>
          <p14:tracePt t="209089" x="3581400" y="1162050"/>
          <p14:tracePt t="209096" x="3581400" y="1155700"/>
          <p14:tracePt t="209118" x="3581400" y="1149350"/>
          <p14:tracePt t="209138" x="3581400" y="1143000"/>
          <p14:tracePt t="209236" x="3581400" y="1149350"/>
          <p14:tracePt t="209251" x="3581400" y="1155700"/>
          <p14:tracePt t="209256" x="3581400" y="1168400"/>
          <p14:tracePt t="209271" x="3581400" y="1174750"/>
          <p14:tracePt t="209284" x="3581400" y="1181100"/>
          <p14:tracePt t="209300" x="3581400" y="1200150"/>
          <p14:tracePt t="209316" x="3581400" y="1212850"/>
          <p14:tracePt t="209334" x="3581400" y="1225550"/>
          <p14:tracePt t="209366" x="3581400" y="1219200"/>
          <p14:tracePt t="209383" x="3581400" y="1206500"/>
          <p14:tracePt t="209399" x="3581400" y="1193800"/>
          <p14:tracePt t="209416" x="3581400" y="1181100"/>
          <p14:tracePt t="209420" x="3581400" y="1168400"/>
          <p14:tracePt t="209433" x="3581400" y="1155700"/>
          <p14:tracePt t="209449" x="3581400" y="1136650"/>
          <p14:tracePt t="209466" x="3581400" y="1130300"/>
          <p14:tracePt t="209482" x="3581400" y="1123950"/>
          <p14:tracePt t="209565" x="3581400" y="1130300"/>
          <p14:tracePt t="209600" x="3581400" y="1136650"/>
          <p14:tracePt t="209678" x="3581400" y="1130300"/>
          <p14:tracePt t="209699" x="3575050" y="1123950"/>
          <p14:tracePt t="209727" x="3575050" y="1117600"/>
          <p14:tracePt t="209769" x="3568700" y="1111250"/>
          <p14:tracePt t="209776" x="3568700" y="1104900"/>
          <p14:tracePt t="209797" x="3562350" y="1098550"/>
          <p14:tracePt t="209832" x="3556000" y="1098550"/>
          <p14:tracePt t="209846" x="3556000" y="1104900"/>
          <p14:tracePt t="209860" x="3549650" y="1111250"/>
          <p14:tracePt t="209882" x="3549650" y="1123950"/>
          <p14:tracePt t="209901" x="3549650" y="1136650"/>
          <p14:tracePt t="209908" x="3549650" y="1149350"/>
          <p14:tracePt t="209918" x="3543300" y="1162050"/>
          <p14:tracePt t="209932" x="3543300" y="1174750"/>
          <p14:tracePt t="209947" x="3530600" y="1193800"/>
          <p14:tracePt t="209964" x="3530600" y="1212850"/>
          <p14:tracePt t="209980" x="3530600" y="1231900"/>
          <p14:tracePt t="209998" x="3530600" y="1238250"/>
          <p14:tracePt t="210014" x="3524250" y="1244600"/>
          <p14:tracePt t="210049" x="3524250" y="1250950"/>
          <p14:tracePt t="210126" x="3517900" y="1257300"/>
          <p14:tracePt t="210148" x="3517900" y="1263650"/>
          <p14:tracePt t="210168" x="3511550" y="1263650"/>
          <p14:tracePt t="210196" x="3511550" y="1270000"/>
          <p14:tracePt t="210211" x="3511550" y="1276350"/>
          <p14:tracePt t="210218" x="3505200" y="1289050"/>
          <p14:tracePt t="210239" x="3498850" y="1301750"/>
          <p14:tracePt t="210260" x="3498850" y="1314450"/>
          <p14:tracePt t="210267" x="3492500" y="1339850"/>
          <p14:tracePt t="210282" x="3479800" y="1365250"/>
          <p14:tracePt t="210296" x="3467100" y="1409700"/>
          <p14:tracePt t="210313" x="3422650" y="1530350"/>
          <p14:tracePt t="210331" x="3340100" y="1695450"/>
          <p14:tracePt t="210346" x="3295650" y="1797050"/>
          <p14:tracePt t="210363" x="3194050" y="2000250"/>
          <p14:tracePt t="210379" x="3048000" y="2178050"/>
          <p14:tracePt t="210396" x="2978150" y="2247900"/>
          <p14:tracePt t="210413" x="2857500" y="2355850"/>
          <p14:tracePt t="210429" x="2755900" y="2413000"/>
          <p14:tracePt t="210446" x="2705100" y="2432050"/>
          <p14:tracePt t="210449" x="2673350" y="2432050"/>
          <p14:tracePt t="210465" x="2641600" y="2438400"/>
          <p14:tracePt t="210479" x="2628900" y="2438400"/>
          <p14:tracePt t="210495" x="2622550" y="2438400"/>
          <p14:tracePt t="210513" x="2622550" y="2432050"/>
          <p14:tracePt t="210529" x="2622550" y="2425700"/>
          <p14:tracePt t="210545" x="2641600" y="2400300"/>
          <p14:tracePt t="210562" x="2667000" y="2362200"/>
          <p14:tracePt t="210579" x="2679700" y="2343150"/>
          <p14:tracePt t="210596" x="2730500" y="2260600"/>
          <p14:tracePt t="210612" x="2806700" y="2146300"/>
          <p14:tracePt t="210628" x="2844800" y="2089150"/>
          <p14:tracePt t="210645" x="2914650" y="1974850"/>
          <p14:tracePt t="210662" x="3003550" y="1847850"/>
          <p14:tracePt t="210678" x="3041650" y="1778000"/>
          <p14:tracePt t="210695" x="3111500" y="1638300"/>
          <p14:tracePt t="210711" x="3175000" y="1511300"/>
          <p14:tracePt t="210728" x="3206750" y="1447800"/>
          <p14:tracePt t="210745" x="3251200" y="1320800"/>
          <p14:tracePt t="210761" x="3276600" y="1282700"/>
          <p14:tracePt t="210778" x="3276600" y="1263650"/>
          <p14:tracePt t="210795" x="3276600" y="1257300"/>
          <p14:tracePt t="210811" x="3270250" y="1250950"/>
          <p14:tracePt t="210828" x="3206750" y="1238250"/>
          <p14:tracePt t="210844" x="3187700" y="1238250"/>
          <p14:tracePt t="210861" x="3155950" y="1238250"/>
          <p14:tracePt t="210878" x="3117850" y="1238250"/>
          <p14:tracePt t="210894" x="3079750" y="1238250"/>
          <p14:tracePt t="210912" x="3054350" y="1238250"/>
          <p14:tracePt t="210927" x="3048000" y="1238250"/>
          <p14:tracePt t="210944" x="3035300" y="1238250"/>
          <p14:tracePt t="210988" x="3041650" y="1238250"/>
          <p14:tracePt t="211010" x="3054350" y="1238250"/>
          <p14:tracePt t="211024" x="3067050" y="1238250"/>
          <p14:tracePt t="211031" x="3079750" y="1238250"/>
          <p14:tracePt t="211043" x="3098800" y="1238250"/>
          <p14:tracePt t="211060" x="3149600" y="1225550"/>
          <p14:tracePt t="211077" x="3181350" y="1219200"/>
          <p14:tracePt t="211095" x="3238500" y="1193800"/>
          <p14:tracePt t="211110" x="3302000" y="1181100"/>
          <p14:tracePt t="211127" x="3327400" y="1168400"/>
          <p14:tracePt t="211144" x="3371850" y="1155700"/>
          <p14:tracePt t="211160" x="3390900" y="1149350"/>
          <p14:tracePt t="211177" x="3429000" y="1136650"/>
          <p14:tracePt t="211193" x="3441700" y="1123950"/>
          <p14:tracePt t="211210" x="3448050" y="1123950"/>
          <p14:tracePt t="211227" x="3454400" y="1123950"/>
          <p14:tracePt t="211259" x="3460750" y="1117600"/>
          <p14:tracePt t="211340" x="3460750" y="1111250"/>
          <p14:tracePt t="211382" x="3467100" y="1111250"/>
          <p14:tracePt t="211389" x="3473450" y="1104900"/>
          <p14:tracePt t="211411" x="3479800" y="1104900"/>
          <p14:tracePt t="211431" x="3479800" y="1098550"/>
          <p14:tracePt t="211452" x="3486150" y="1098550"/>
          <p14:tracePt t="211480" x="3492500" y="1098550"/>
          <p14:tracePt t="211522" x="3498850" y="1098550"/>
          <p14:tracePt t="211641" x="3505200" y="1098550"/>
          <p14:tracePt t="211704" x="3511550" y="1098550"/>
          <p14:tracePt t="211732" x="3517900" y="1092200"/>
          <p14:tracePt t="211760" x="3524250" y="1085850"/>
          <p14:tracePt t="211782" x="3524250" y="1079500"/>
          <p14:tracePt t="211803" x="3530600" y="1079500"/>
          <p14:tracePt t="211809" x="3536950" y="1073150"/>
          <p14:tracePt t="211845" x="3543300" y="1073150"/>
          <p14:tracePt t="211851" x="3543300" y="1066800"/>
          <p14:tracePt t="211873" x="3549650" y="1066800"/>
          <p14:tracePt t="211901" x="3556000" y="1066800"/>
          <p14:tracePt t="211943" x="3562350" y="1066800"/>
          <p14:tracePt t="212062" x="3562350" y="1073150"/>
          <p14:tracePt t="212076" x="3562350" y="1079500"/>
          <p14:tracePt t="212083" x="3562350" y="1085850"/>
          <p14:tracePt t="212093" x="3562350" y="1092200"/>
          <p14:tracePt t="212106" x="3562350" y="1098550"/>
          <p14:tracePt t="212132" x="3562350" y="1104900"/>
          <p14:tracePt t="212146" x="3562350" y="1111250"/>
          <p14:tracePt t="212195" x="3562350" y="1117600"/>
          <p14:tracePt t="212202" x="3562350" y="1123950"/>
          <p14:tracePt t="212231" x="3562350" y="1130300"/>
          <p14:tracePt t="212294" x="3562350" y="1136650"/>
          <p14:tracePt t="212371" x="3562350" y="1130300"/>
          <p14:tracePt t="212392" x="3562350" y="1123950"/>
          <p14:tracePt t="212413" x="3562350" y="1117600"/>
          <p14:tracePt t="212434" x="3568700" y="1117600"/>
          <p14:tracePt t="212476" x="3568700" y="1111250"/>
          <p14:tracePt t="212525" x="3575050" y="1104900"/>
          <p14:tracePt t="212672" x="3581400" y="1098550"/>
          <p14:tracePt t="212764" x="3581400" y="1092200"/>
          <p14:tracePt t="212813" x="3575050" y="1092200"/>
          <p14:tracePt t="212834" x="3568700" y="1092200"/>
          <p14:tracePt t="212855" x="3568700" y="1085850"/>
          <p14:tracePt t="212862" x="3562350" y="1085850"/>
          <p14:tracePt t="212883" x="3556000" y="1085850"/>
          <p14:tracePt t="212905" x="3543300" y="1085850"/>
          <p14:tracePt t="212925" x="3536950" y="1085850"/>
          <p14:tracePt t="212932" x="3530600" y="1085850"/>
          <p14:tracePt t="212954" x="3524250" y="1085850"/>
          <p14:tracePt t="212988" x="3517900" y="1085850"/>
          <p14:tracePt t="213002" x="3511550" y="1085850"/>
          <p14:tracePt t="213016" x="3505200" y="1085850"/>
          <p14:tracePt t="213023" x="3498850" y="1085850"/>
          <p14:tracePt t="213039" x="3492500" y="1085850"/>
          <p14:tracePt t="213053" x="3486150" y="1085850"/>
          <p14:tracePt t="213070" x="3486150" y="1092200"/>
          <p14:tracePt t="213087" x="3479800" y="1092200"/>
          <p14:tracePt t="213104" x="3473450" y="1098550"/>
          <p14:tracePt t="213120" x="3467100" y="1098550"/>
          <p14:tracePt t="213137" x="3460750" y="1098550"/>
          <p14:tracePt t="213153" x="3454400" y="1098550"/>
          <p14:tracePt t="213169" x="3448050" y="1098550"/>
          <p14:tracePt t="213186" x="3448050" y="1104900"/>
          <p14:tracePt t="213206" x="3441700" y="1104900"/>
          <p14:tracePt t="213220" x="3435350" y="1104900"/>
          <p14:tracePt t="213241" x="3429000" y="1111250"/>
          <p14:tracePt t="213332" x="3435350" y="1111250"/>
          <p14:tracePt t="213339" x="3441700" y="1111250"/>
          <p14:tracePt t="213374" x="3448050" y="1111250"/>
          <p14:tracePt t="213402" x="3454400" y="1111250"/>
          <p14:tracePt t="213409" x="3460750" y="1111250"/>
          <p14:tracePt t="213430" x="3467100" y="1111250"/>
          <p14:tracePt t="213453" x="3473450" y="1111250"/>
          <p14:tracePt t="213479" x="3479800" y="1111250"/>
          <p14:tracePt t="213542" x="3486150" y="1111250"/>
          <p14:tracePt t="213584" x="3492500" y="1111250"/>
          <p14:tracePt t="213592" x="3498850" y="1111250"/>
          <p14:tracePt t="213620" x="3505200" y="1111250"/>
          <p14:tracePt t="213683" x="3505200" y="1104900"/>
          <p14:tracePt t="213690" x="3498850" y="1104900"/>
          <p14:tracePt t="213704" x="3486150" y="1104900"/>
          <p14:tracePt t="213725" x="3479800" y="1104900"/>
          <p14:tracePt t="213746" x="3467100" y="1104900"/>
          <p14:tracePt t="213754" x="3460750" y="1111250"/>
          <p14:tracePt t="213768" x="3448050" y="1111250"/>
          <p14:tracePt t="213784" x="3429000" y="1111250"/>
          <p14:tracePt t="213801" x="3416300" y="1117600"/>
          <p14:tracePt t="213818" x="3409950" y="1117600"/>
          <p14:tracePt t="213834" x="3397250" y="1117600"/>
          <p14:tracePt t="213868" x="3390900" y="1123950"/>
          <p14:tracePt t="213957" x="3397250" y="1117600"/>
          <p14:tracePt t="213963" x="3403600" y="1117600"/>
          <p14:tracePt t="213970" x="3409950" y="1117600"/>
          <p14:tracePt t="213992" x="3416300" y="1111250"/>
          <p14:tracePt t="214005" x="3429000" y="1111250"/>
          <p14:tracePt t="214016" x="3435350" y="1104900"/>
          <p14:tracePt t="214034" x="3460750" y="1098550"/>
          <p14:tracePt t="214050" x="3473450" y="1098550"/>
          <p14:tracePt t="214067" x="3498850" y="1092200"/>
          <p14:tracePt t="214084" x="3511550" y="1092200"/>
          <p14:tracePt t="214100" x="3517900" y="1085850"/>
          <p14:tracePt t="214117" x="3524250" y="1085850"/>
          <p14:tracePt t="214133" x="3530600" y="1085850"/>
          <p14:tracePt t="214363" x="3524250" y="1085850"/>
          <p14:tracePt t="214384" x="3511550" y="1085850"/>
          <p14:tracePt t="214448" x="3505200" y="1085850"/>
          <p14:tracePt t="214462" x="3498850" y="1085850"/>
          <p14:tracePt t="214525" x="3492500" y="1085850"/>
          <p14:tracePt t="214533" x="3486150" y="1085850"/>
          <p14:tracePt t="214553" x="3479800" y="1092200"/>
          <p14:tracePt t="214574" x="3473450" y="1092200"/>
          <p14:tracePt t="214714" x="3467100" y="1092200"/>
          <p14:tracePt t="214735" x="3454400" y="1085850"/>
          <p14:tracePt t="214743" x="3448050" y="1085850"/>
          <p14:tracePt t="214756" x="3435350" y="1085850"/>
          <p14:tracePt t="214765" x="3422650" y="1079500"/>
          <p14:tracePt t="214780" x="3390900" y="1066800"/>
          <p14:tracePt t="214798" x="3321050" y="1047750"/>
          <p14:tracePt t="214814" x="3187700" y="1003300"/>
          <p14:tracePt t="214831" x="3111500" y="984250"/>
          <p14:tracePt t="214848" x="2914650" y="965200"/>
          <p14:tracePt t="214864" x="2813050" y="971550"/>
          <p14:tracePt t="214880" x="2584450" y="990600"/>
          <p14:tracePt t="214897" x="2374900" y="1041400"/>
          <p14:tracePt t="214914" x="2298700" y="1073150"/>
          <p14:tracePt t="214930" x="2159000" y="1143000"/>
          <p14:tracePt t="214947" x="2082800" y="1200150"/>
          <p14:tracePt t="214963" x="2051050" y="1225550"/>
          <p14:tracePt t="214981" x="2012950" y="1263650"/>
          <p14:tracePt t="214997" x="2000250" y="1282700"/>
          <p14:tracePt t="215013" x="2000250" y="1289050"/>
          <p14:tracePt t="215030" x="1993900" y="1295400"/>
          <p14:tracePt t="215046" x="1993900" y="1301750"/>
          <p14:tracePt t="215297" x="2000250" y="1301750"/>
          <p14:tracePt t="215304" x="2019300" y="1301750"/>
          <p14:tracePt t="215318" x="2032000" y="1301750"/>
          <p14:tracePt t="215328" x="2063750" y="1301750"/>
          <p14:tracePt t="215346" x="2082800" y="1301750"/>
          <p14:tracePt t="215362" x="2146300" y="1301750"/>
          <p14:tracePt t="215379" x="2203450" y="1301750"/>
          <p14:tracePt t="215395" x="2247900" y="1301750"/>
          <p14:tracePt t="215412" x="2266950" y="1301750"/>
          <p14:tracePt t="215429" x="2279650" y="1301750"/>
          <p14:tracePt t="215445" x="2292350" y="1301750"/>
          <p14:tracePt t="215462" x="2298700" y="1301750"/>
          <p14:tracePt t="215479" x="2305050" y="1301750"/>
          <p14:tracePt t="215535" x="2298700" y="1301750"/>
          <p14:tracePt t="215549" x="2292350" y="1301750"/>
          <p14:tracePt t="215570" x="2286000" y="1301750"/>
          <p14:tracePt t="215584" x="2273300" y="1301750"/>
          <p14:tracePt t="215598" x="2266950" y="1308100"/>
          <p14:tracePt t="215605" x="2254250" y="1308100"/>
          <p14:tracePt t="215619" x="2247900" y="1308100"/>
          <p14:tracePt t="215628" x="2235200" y="1308100"/>
          <p14:tracePt t="215645" x="2228850" y="1308100"/>
          <p14:tracePt t="215662" x="2222500" y="1308100"/>
          <p14:tracePt t="215678" x="2209800" y="1308100"/>
          <p14:tracePt t="215711" x="2203450" y="1308100"/>
          <p14:tracePt t="215767" x="2216150" y="1314450"/>
          <p14:tracePt t="215781" x="2222500" y="1314450"/>
          <p14:tracePt t="215788" x="2228850" y="1320800"/>
          <p14:tracePt t="215797" x="2235200" y="1320800"/>
          <p14:tracePt t="215810" x="2247900" y="1320800"/>
          <p14:tracePt t="215827" x="2273300" y="1320800"/>
          <p14:tracePt t="215844" x="2355850" y="1320800"/>
          <p14:tracePt t="215860" x="2387600" y="1320800"/>
          <p14:tracePt t="215877" x="2406650" y="1320800"/>
          <p14:tracePt t="215894" x="2444750" y="1320800"/>
          <p14:tracePt t="215910" x="2470150" y="1320800"/>
          <p14:tracePt t="215927" x="2476500" y="1320800"/>
          <p14:tracePt t="215960" x="2463800" y="1320800"/>
          <p14:tracePt t="215977" x="2457450" y="1320800"/>
          <p14:tracePt t="215993" x="2444750" y="1320800"/>
          <p14:tracePt t="216010" x="2432050" y="1320800"/>
          <p14:tracePt t="216027" x="2400300" y="1320800"/>
          <p14:tracePt t="216043" x="2387600" y="1320800"/>
          <p14:tracePt t="216046" x="2368550" y="1320800"/>
          <p14:tracePt t="216077" x="2317750" y="1327150"/>
          <p14:tracePt t="216093" x="2305050" y="1333500"/>
          <p14:tracePt t="216110" x="2292350" y="1333500"/>
          <p14:tracePt t="216126" x="2273300" y="1339850"/>
          <p14:tracePt t="216143" x="2266950" y="1339850"/>
          <p14:tracePt t="216160" x="2260600" y="1339850"/>
          <p14:tracePt t="216176" x="2266950" y="1339850"/>
          <p14:tracePt t="216558" x="2266950" y="1365250"/>
          <p14:tracePt t="216566" x="2254250" y="1416050"/>
          <p14:tracePt t="216579" x="2247900" y="1466850"/>
          <p14:tracePt t="216591" x="2228850" y="1536700"/>
          <p14:tracePt t="216608" x="2209800" y="1644650"/>
          <p14:tracePt t="216625" x="2197100" y="1695450"/>
          <p14:tracePt t="216641" x="2190750" y="1758950"/>
          <p14:tracePt t="216658" x="2171700" y="1981200"/>
          <p14:tracePt t="216674" x="2171700" y="2057400"/>
          <p14:tracePt t="216692" x="2171700" y="2184400"/>
          <p14:tracePt t="216707" x="2203450" y="2368550"/>
          <p14:tracePt t="216724" x="2216150" y="2444750"/>
          <p14:tracePt t="216741" x="2254250" y="2590800"/>
          <p14:tracePt t="216757" x="2260600" y="2635250"/>
          <p14:tracePt t="216774" x="2286000" y="2705100"/>
          <p14:tracePt t="216792" x="2305050" y="2743200"/>
          <p14:tracePt t="216807" x="2317750" y="2755900"/>
          <p14:tracePt t="216824" x="2336800" y="2774950"/>
          <p14:tracePt t="216840" x="2355850" y="2781300"/>
          <p14:tracePt t="216857" x="2362200" y="2781300"/>
          <p14:tracePt t="216874" x="2374900" y="2781300"/>
          <p14:tracePt t="216890" x="2381250" y="2781300"/>
          <p14:tracePt t="216930" x="2387600" y="2781300"/>
          <p14:tracePt t="217134" x="2393950" y="2781300"/>
          <p14:tracePt t="217141" x="2406650" y="2781300"/>
          <p14:tracePt t="217148" x="2419350" y="2781300"/>
          <p14:tracePt t="217162" x="2438400" y="2781300"/>
          <p14:tracePt t="217172" x="2457450" y="2774950"/>
          <p14:tracePt t="217188" x="2489200" y="2774950"/>
          <p14:tracePt t="217206" x="2546350" y="2762250"/>
          <p14:tracePt t="217222" x="2616200" y="2755900"/>
          <p14:tracePt t="217240" x="2679700" y="2749550"/>
          <p14:tracePt t="217256" x="2711450" y="2743200"/>
          <p14:tracePt t="217273" x="2749550" y="2743200"/>
          <p14:tracePt t="217289" x="2832100" y="2736850"/>
          <p14:tracePt t="217305" x="2851150" y="2730500"/>
          <p14:tracePt t="217322" x="2870200" y="2730500"/>
          <p14:tracePt t="217338" x="2901950" y="2724150"/>
          <p14:tracePt t="217355" x="2927350" y="2724150"/>
          <p14:tracePt t="217372" x="2952750" y="2717800"/>
          <p14:tracePt t="217388" x="2959100" y="2717800"/>
          <p14:tracePt t="217405" x="2978150" y="2717800"/>
          <p14:tracePt t="217422" x="2990850" y="2717800"/>
          <p14:tracePt t="217438" x="2997200" y="2717800"/>
          <p14:tracePt t="217455" x="3009900" y="2717800"/>
          <p14:tracePt t="217471" x="3016250" y="2717800"/>
          <p14:tracePt t="217505" x="3022600" y="2717800"/>
          <p14:tracePt t="217569" x="3028950" y="2724150"/>
          <p14:tracePt t="217611" x="3035300" y="2724150"/>
          <p14:tracePt t="217632" x="3041650" y="2730500"/>
          <p14:tracePt t="217639" x="3048000" y="2736850"/>
          <p14:tracePt t="217654" x="3054350" y="2743200"/>
          <p14:tracePt t="217660" x="3060700" y="2743200"/>
          <p14:tracePt t="217674" x="3067050" y="2755900"/>
          <p14:tracePt t="217688" x="3079750" y="2762250"/>
          <p14:tracePt t="217704" x="3098800" y="2781300"/>
          <p14:tracePt t="217720" x="3111500" y="2794000"/>
          <p14:tracePt t="217738" x="3136900" y="2813050"/>
          <p14:tracePt t="217754" x="3149600" y="2825750"/>
          <p14:tracePt t="217771" x="3155950" y="2832100"/>
          <p14:tracePt t="217787" x="3162300" y="2838450"/>
          <p14:tracePt t="217906" x="3155950" y="2838450"/>
          <p14:tracePt t="217913" x="3143250" y="2832100"/>
          <p14:tracePt t="217922" x="3124200" y="2819400"/>
          <p14:tracePt t="217936" x="3098800" y="2806700"/>
          <p14:tracePt t="217953" x="3067050" y="2794000"/>
          <p14:tracePt t="217970" x="2959100" y="2768600"/>
          <p14:tracePt t="217986" x="2819400" y="2736850"/>
          <p14:tracePt t="218003" x="2736850" y="2717800"/>
          <p14:tracePt t="218019" x="2584450" y="2698750"/>
          <p14:tracePt t="218036" x="2457450" y="2698750"/>
          <p14:tracePt t="218054" x="2362200" y="2698750"/>
          <p14:tracePt t="218069" x="2336800" y="2698750"/>
          <p14:tracePt t="218086" x="2305050" y="2698750"/>
          <p14:tracePt t="218103" x="2292350" y="2698750"/>
          <p14:tracePt t="218119" x="2286000" y="2698750"/>
          <p14:tracePt t="218136" x="2279650" y="2698750"/>
          <p14:tracePt t="218355" x="2305050" y="2705100"/>
          <p14:tracePt t="218362" x="2349500" y="2717800"/>
          <p14:tracePt t="218376" x="2400300" y="2724150"/>
          <p14:tracePt t="218384" x="2482850" y="2743200"/>
          <p14:tracePt t="218401" x="2546350" y="2755900"/>
          <p14:tracePt t="218419" x="2686050" y="2755900"/>
          <p14:tracePt t="218435" x="2774950" y="2755900"/>
          <p14:tracePt t="218451" x="2819400" y="2749550"/>
          <p14:tracePt t="218468" x="2857500" y="2749550"/>
          <p14:tracePt t="218485" x="2876550" y="2749550"/>
          <p14:tracePt t="218502" x="2876550" y="2743200"/>
          <p14:tracePt t="218518" x="2870200" y="2743200"/>
          <p14:tracePt t="218534" x="2863850" y="2736850"/>
          <p14:tracePt t="218552" x="2806700" y="2736850"/>
          <p14:tracePt t="218568" x="2768600" y="2736850"/>
          <p14:tracePt t="218584" x="2743200" y="2736850"/>
          <p14:tracePt t="218601" x="2641600" y="2736850"/>
          <p14:tracePt t="218618" x="2533650" y="2724150"/>
          <p14:tracePt t="218634" x="2482850" y="2711450"/>
          <p14:tracePt t="218651" x="2387600" y="2692400"/>
          <p14:tracePt t="218667" x="2305050" y="2679700"/>
          <p14:tracePt t="218685" x="2260600" y="2679700"/>
          <p14:tracePt t="218700" x="2247900" y="2673350"/>
          <p14:tracePt t="218717" x="2235200" y="2673350"/>
          <p14:tracePt t="218734" x="2222500" y="2673350"/>
          <p14:tracePt t="218750" x="2216150" y="2673350"/>
          <p14:tracePt t="218767" x="2209800" y="2673350"/>
          <p14:tracePt t="218784" x="2197100" y="2673350"/>
          <p14:tracePt t="218817" x="2190750" y="2679700"/>
          <p14:tracePt t="218834" x="2184400" y="2679700"/>
          <p14:tracePt t="218868" x="2178050" y="2679700"/>
          <p14:tracePt t="218895" x="2171700" y="2679700"/>
          <p14:tracePt t="218937" x="2171700" y="2686050"/>
          <p14:tracePt t="218944" x="2165350" y="2686050"/>
          <p14:tracePt t="218987" x="2159000" y="2686050"/>
          <p14:tracePt t="219043" x="2159000" y="2692400"/>
          <p14:tracePt t="219064" x="2165350" y="2698750"/>
          <p14:tracePt t="219085" x="2171700" y="2698750"/>
          <p14:tracePt t="219100" x="2178050" y="2698750"/>
          <p14:tracePt t="219106" x="2184400" y="2698750"/>
          <p14:tracePt t="219127" x="2197100" y="2705100"/>
          <p14:tracePt t="219135" x="2203450" y="2705100"/>
          <p14:tracePt t="219149" x="2216150" y="2705100"/>
          <p14:tracePt t="219166" x="2228850" y="2711450"/>
          <p14:tracePt t="219183" x="2260600" y="2711450"/>
          <p14:tracePt t="219199" x="2273300" y="2717800"/>
          <p14:tracePt t="219215" x="2286000" y="2717800"/>
          <p14:tracePt t="219232" x="2292350" y="2724150"/>
          <p14:tracePt t="219248" x="2298700" y="2724150"/>
          <p14:tracePt t="219265" x="2305050" y="2730500"/>
          <p14:tracePt t="219298" x="2311400" y="2730500"/>
          <p14:tracePt t="219408" x="2317750" y="2730500"/>
          <p14:tracePt t="219416" x="2324100" y="2730500"/>
          <p14:tracePt t="219450" x="2330450" y="2730500"/>
          <p14:tracePt t="219457" x="2336800" y="2730500"/>
          <p14:tracePt t="219478" x="2343150" y="2730500"/>
          <p14:tracePt t="219485" x="2349500" y="2730500"/>
          <p14:tracePt t="219500" x="2362200" y="2730500"/>
          <p14:tracePt t="219514" x="2374900" y="2730500"/>
          <p14:tracePt t="219531" x="2393950" y="2730500"/>
          <p14:tracePt t="219548" x="2432050" y="2724150"/>
          <p14:tracePt t="219564" x="2451100" y="2724150"/>
          <p14:tracePt t="219581" x="2476500" y="2724150"/>
          <p14:tracePt t="219598" x="2495550" y="2724150"/>
          <p14:tracePt t="219631" x="2508250" y="2724150"/>
          <p14:tracePt t="219689" x="2514600" y="2724150"/>
          <p14:tracePt t="219779" x="2520950" y="2724150"/>
          <p14:tracePt t="219801" x="2527300" y="2724150"/>
          <p14:tracePt t="219814" x="2540000" y="2724150"/>
          <p14:tracePt t="219829" x="2546350" y="2730500"/>
          <p14:tracePt t="219836" x="2552700" y="2736850"/>
          <p14:tracePt t="219850" x="2559050" y="2736850"/>
          <p14:tracePt t="219864" x="2565400" y="2743200"/>
          <p14:tracePt t="219880" x="2571750" y="2755900"/>
          <p14:tracePt t="219897" x="2578100" y="2755900"/>
          <p14:tracePt t="219914" x="2590800" y="2762250"/>
          <p14:tracePt t="219930" x="2597150" y="2768600"/>
          <p14:tracePt t="219963" x="2603500" y="2768600"/>
          <p14:tracePt t="219990" x="2609850" y="2774950"/>
          <p14:tracePt t="220025" x="2616200" y="2774950"/>
          <p14:tracePt t="220039" x="2622550" y="2774950"/>
          <p14:tracePt t="220049" x="2628900" y="2781300"/>
          <p14:tracePt t="220067" x="2635250" y="2781300"/>
          <p14:tracePt t="220089" x="2641600" y="2781300"/>
          <p14:tracePt t="220098" x="2647950" y="2787650"/>
          <p14:tracePt t="220138" x="2654300" y="2787650"/>
          <p14:tracePt t="220165" x="2660650" y="2787650"/>
          <p14:tracePt t="220229" x="2654300" y="2787650"/>
          <p14:tracePt t="220257" x="2647950" y="2787650"/>
          <p14:tracePt t="220278" x="2641600" y="2787650"/>
          <p14:tracePt t="220299" x="2635250" y="2781300"/>
          <p14:tracePt t="220306" x="2628900" y="2781300"/>
          <p14:tracePt t="220320" x="2622550" y="2781300"/>
          <p14:tracePt t="220341" x="2616200" y="2781300"/>
          <p14:tracePt t="220348" x="2616200" y="2774950"/>
          <p14:tracePt t="220376" x="2609850" y="2768600"/>
          <p14:tracePt t="220397" x="2603500" y="2768600"/>
          <p14:tracePt t="220418" x="2597150" y="2768600"/>
          <p14:tracePt t="220446" x="2590800" y="2762250"/>
          <p14:tracePt t="220510" x="2597150" y="2755900"/>
          <p14:tracePt t="220516" x="2603500" y="2755900"/>
          <p14:tracePt t="220538" x="2609850" y="2755900"/>
          <p14:tracePt t="220559" x="2616200" y="2749550"/>
          <p14:tracePt t="220573" x="2622550" y="2749550"/>
          <p14:tracePt t="220587" x="2628900" y="2749550"/>
          <p14:tracePt t="220601" x="2635250" y="2749550"/>
          <p14:tracePt t="220621" x="2641600" y="2749550"/>
          <p14:tracePt t="220642" x="2647950" y="2749550"/>
          <p14:tracePt t="220650" x="2647950" y="2743200"/>
          <p14:tracePt t="220678" x="2654300" y="2743200"/>
          <p14:tracePt t="220699" x="2660650" y="2736850"/>
          <p14:tracePt t="220720" x="2660650" y="2730500"/>
          <p14:tracePt t="220748" x="2654300" y="2724150"/>
          <p14:tracePt t="220762" x="2647950" y="2724150"/>
          <p14:tracePt t="220769" x="2641600" y="2724150"/>
          <p14:tracePt t="220783" x="2622550" y="2717800"/>
          <p14:tracePt t="220793" x="2603500" y="2717800"/>
          <p14:tracePt t="220810" x="2578100" y="2711450"/>
          <p14:tracePt t="220826" x="2514600" y="2692400"/>
          <p14:tracePt t="220843" x="2451100" y="2679700"/>
          <p14:tracePt t="220861" x="2413000" y="2673350"/>
          <p14:tracePt t="220876" x="2393950" y="2667000"/>
          <p14:tracePt t="220893" x="2368550" y="2660650"/>
          <p14:tracePt t="220910" x="2349500" y="2660650"/>
          <p14:tracePt t="220926" x="2343150" y="2660650"/>
          <p14:tracePt t="220943" x="2336800" y="2660650"/>
          <p14:tracePt t="220994" x="2343150" y="2660650"/>
          <p14:tracePt t="221001" x="2349500" y="2660650"/>
          <p14:tracePt t="221021" x="2355850" y="2667000"/>
          <p14:tracePt t="221050" x="2368550" y="2673350"/>
          <p14:tracePt t="221071" x="2374900" y="2679700"/>
          <p14:tracePt t="221078" x="2381250" y="2679700"/>
          <p14:tracePt t="221094" x="2387600" y="2686050"/>
          <p14:tracePt t="221113" x="2393950" y="2686050"/>
          <p14:tracePt t="221134" x="2400300" y="2692400"/>
          <p14:tracePt t="221162" x="2400300" y="2698750"/>
          <p14:tracePt t="221169" x="2406650" y="2698750"/>
          <p14:tracePt t="221190" x="2413000" y="2698750"/>
          <p14:tracePt t="221233" x="2419350" y="2698750"/>
          <p14:tracePt t="221240" x="2425700" y="2698750"/>
          <p14:tracePt t="221261" x="2432050" y="2705100"/>
          <p14:tracePt t="221310" x="2432050" y="2711450"/>
          <p14:tracePt t="221345" x="2438400" y="2711450"/>
          <p14:tracePt t="221352" x="2444750" y="2717800"/>
          <p14:tracePt t="221361" x="2444750" y="2724150"/>
          <p14:tracePt t="221375" x="2444750" y="2730500"/>
          <p14:tracePt t="221391" x="2444750" y="2736850"/>
          <p14:tracePt t="221408" x="2444750" y="2755900"/>
          <p14:tracePt t="221424" x="2444750" y="2781300"/>
          <p14:tracePt t="221441" x="2444750" y="2794000"/>
          <p14:tracePt t="221458" x="2444750" y="2825750"/>
          <p14:tracePt t="221475" x="2438400" y="2851150"/>
          <p14:tracePt t="221491" x="2438400" y="2863850"/>
          <p14:tracePt t="221524" x="2451100" y="2851150"/>
          <p14:tracePt t="221541" x="2457450" y="2832100"/>
          <p14:tracePt t="221557" x="2463800" y="2787650"/>
          <p14:tracePt t="221574" x="2470150" y="2717800"/>
          <p14:tracePt t="221591" x="2470150" y="2628900"/>
          <p14:tracePt t="221607" x="2470150" y="2597150"/>
          <p14:tracePt t="221624" x="2470150" y="2571750"/>
          <p14:tracePt t="221641" x="2470150" y="2520950"/>
          <p14:tracePt t="221660" x="2470150" y="2514600"/>
          <p14:tracePt t="221724" x="2463800" y="2527300"/>
          <p14:tracePt t="221730" x="2463800" y="2533650"/>
          <p14:tracePt t="221745" x="2463800" y="2559050"/>
          <p14:tracePt t="221756" x="2463800" y="2584450"/>
          <p14:tracePt t="221773" x="2463800" y="2654300"/>
          <p14:tracePt t="221790" x="2463800" y="2679700"/>
          <p14:tracePt t="221806" x="2470150" y="2749550"/>
          <p14:tracePt t="221823" x="2470150" y="2781300"/>
          <p14:tracePt t="221840" x="2476500" y="2787650"/>
          <p14:tracePt t="221857" x="2476500" y="2794000"/>
          <p14:tracePt t="221873" x="2476500" y="2781300"/>
          <p14:tracePt t="221889" x="2476500" y="2762250"/>
          <p14:tracePt t="221906" x="2470150" y="2686050"/>
          <p14:tracePt t="221923" x="2463800" y="2578100"/>
          <p14:tracePt t="221939" x="2444750" y="2527300"/>
          <p14:tracePt t="221956" x="2419350" y="2451100"/>
          <p14:tracePt t="221973" x="2419350" y="2432050"/>
          <p14:tracePt t="221990" x="2406650" y="2406650"/>
          <p14:tracePt t="222047" x="2406650" y="2413000"/>
          <p14:tracePt t="222053" x="2400300" y="2438400"/>
          <p14:tracePt t="222060" x="2400300" y="2451100"/>
          <p14:tracePt t="222075" x="2400300" y="2476500"/>
          <p14:tracePt t="222089" x="2400300" y="2508250"/>
          <p14:tracePt t="222105" x="2406650" y="2571750"/>
          <p14:tracePt t="222122" x="2419350" y="2603500"/>
          <p14:tracePt t="222125" x="2419350" y="2628900"/>
          <p14:tracePt t="222139" x="2425700" y="2647950"/>
          <p14:tracePt t="222155" x="2425700" y="2660650"/>
          <p14:tracePt t="222172" x="2425700" y="2667000"/>
          <p14:tracePt t="222205" x="2425700" y="2654300"/>
          <p14:tracePt t="222222" x="2432050" y="2609850"/>
          <p14:tracePt t="222238" x="2432050" y="2578100"/>
          <p14:tracePt t="222255" x="2432050" y="2559050"/>
          <p14:tracePt t="222272" x="2444750" y="2482850"/>
          <p14:tracePt t="222288" x="2451100" y="2476500"/>
          <p14:tracePt t="222305" x="2451100" y="2463800"/>
          <p14:tracePt t="222321" x="2451100" y="2457450"/>
          <p14:tracePt t="222357" x="2451100" y="2470150"/>
          <p14:tracePt t="222371" x="2451100" y="2489200"/>
          <p14:tracePt t="222388" x="2451100" y="2559050"/>
          <p14:tracePt t="222405" x="2451100" y="2660650"/>
          <p14:tracePt t="222421" x="2457450" y="2711450"/>
          <p14:tracePt t="222438" x="2482850" y="2813050"/>
          <p14:tracePt t="222454" x="2489200" y="2857500"/>
          <p14:tracePt t="222471" x="2495550" y="2876550"/>
          <p14:tracePt t="222488" x="2501900" y="2863850"/>
          <p14:tracePt t="222504" x="2501900" y="2800350"/>
          <p14:tracePt t="222521" x="2501900" y="2736850"/>
          <p14:tracePt t="222538" x="2501900" y="2628900"/>
          <p14:tracePt t="222554" x="2495550" y="2578100"/>
          <p14:tracePt t="222570" x="2495550" y="2565400"/>
          <p14:tracePt t="222587" x="2489200" y="2546350"/>
          <p14:tracePt t="222620" x="2482850" y="2552700"/>
          <p14:tracePt t="222637" x="2482850" y="2597150"/>
          <p14:tracePt t="222654" x="2482850" y="2622550"/>
          <p14:tracePt t="222671" x="2482850" y="2711450"/>
          <p14:tracePt t="222687" x="2482850" y="2794000"/>
          <p14:tracePt t="222703" x="2489200" y="2825750"/>
          <p14:tracePt t="222720" x="2495550" y="2851150"/>
          <p14:tracePt t="222736" x="2495550" y="2857500"/>
          <p14:tracePt t="222753" x="2495550" y="2851150"/>
          <p14:tracePt t="222770" x="2501900" y="2794000"/>
          <p14:tracePt t="222786" x="2501900" y="2673350"/>
          <p14:tracePt t="222803" x="2501900" y="2609850"/>
          <p14:tracePt t="222819" x="2501900" y="2552700"/>
          <p14:tracePt t="222836" x="2501900" y="2520950"/>
          <p14:tracePt t="222853" x="2501900" y="2514600"/>
          <p14:tracePt t="222869" x="2495550" y="2514600"/>
          <p14:tracePt t="222896" x="2489200" y="2540000"/>
          <p14:tracePt t="222905" x="2489200" y="2565400"/>
          <p14:tracePt t="222919" x="2489200" y="2597150"/>
          <p14:tracePt t="222936" x="2489200" y="2635250"/>
          <p14:tracePt t="222952" x="2489200" y="2698750"/>
          <p14:tracePt t="222969" x="2489200" y="2743200"/>
          <p14:tracePt t="222986" x="2489200" y="2755900"/>
          <p14:tracePt t="223002" x="2489200" y="2762250"/>
          <p14:tracePt t="223043" x="2482850" y="2755900"/>
          <p14:tracePt t="223057" x="2470150" y="2743200"/>
          <p14:tracePt t="223063" x="2457450" y="2730500"/>
          <p14:tracePt t="223078" x="2444750" y="2724150"/>
          <p14:tracePt t="223086" x="2425700" y="2717800"/>
          <p14:tracePt t="223102" x="2393950" y="2711450"/>
          <p14:tracePt t="223119" x="2349500" y="2711450"/>
          <p14:tracePt t="223135" x="2305050" y="2711450"/>
          <p14:tracePt t="223152" x="2292350" y="2717800"/>
          <p14:tracePt t="223169" x="2273300" y="2730500"/>
          <p14:tracePt t="223185" x="2266950" y="2730500"/>
          <p14:tracePt t="223309" x="2273300" y="2730500"/>
          <p14:tracePt t="223316" x="2286000" y="2730500"/>
          <p14:tracePt t="223323" x="2292350" y="2730500"/>
          <p14:tracePt t="223338" x="2298700" y="2730500"/>
          <p14:tracePt t="223351" x="2305050" y="2730500"/>
          <p14:tracePt t="223368" x="2343150" y="2736850"/>
          <p14:tracePt t="223384" x="2355850" y="2743200"/>
          <p14:tracePt t="223401" x="2393950" y="2762250"/>
          <p14:tracePt t="223417" x="2438400" y="2762250"/>
          <p14:tracePt t="223434" x="2451100" y="2768600"/>
          <p14:tracePt t="223451" x="2470150" y="2774950"/>
          <p14:tracePt t="223468" x="2476500" y="2774950"/>
          <p14:tracePt t="223484" x="2482850" y="2774950"/>
          <p14:tracePt t="223527" x="2489200" y="2781300"/>
          <p14:tracePt t="223689" x="2495550" y="2781300"/>
          <p14:tracePt t="223695" x="2501900" y="2781300"/>
          <p14:tracePt t="223709" x="2508250" y="2781300"/>
          <p14:tracePt t="223719" x="2520950" y="2781300"/>
          <p14:tracePt t="223737" x="2527300" y="2781300"/>
          <p14:tracePt t="223749" x="2540000" y="2781300"/>
          <p14:tracePt t="223766" x="2565400" y="2781300"/>
          <p14:tracePt t="223783" x="2571750" y="2781300"/>
          <p14:tracePt t="223800" x="2584450" y="2781300"/>
          <p14:tracePt t="223816" x="2603500" y="2781300"/>
          <p14:tracePt t="223833" x="2609850" y="2781300"/>
          <p14:tracePt t="223866" x="2616200" y="2781300"/>
          <p14:tracePt t="223906" x="2622550" y="2781300"/>
          <p14:tracePt t="223940" x="2628900" y="2781300"/>
          <p14:tracePt t="224004" x="2628900" y="2774950"/>
          <p14:tracePt t="224347" x="2635250" y="2781300"/>
          <p14:tracePt t="224361" x="2647950" y="2794000"/>
          <p14:tracePt t="224368" x="2660650" y="2806700"/>
          <p14:tracePt t="224384" x="2679700" y="2819400"/>
          <p14:tracePt t="224397" x="2724150" y="2857500"/>
          <p14:tracePt t="224414" x="2755900" y="2870200"/>
          <p14:tracePt t="224432" x="2825750" y="2889250"/>
          <p14:tracePt t="224447" x="2921000" y="2895600"/>
          <p14:tracePt t="224464" x="2971800" y="2895600"/>
          <p14:tracePt t="224481" x="3035300" y="2895600"/>
          <p14:tracePt t="224497" x="3067050" y="2895600"/>
          <p14:tracePt t="224514" x="3098800" y="2895600"/>
          <p14:tracePt t="224530" x="3117850" y="2895600"/>
          <p14:tracePt t="224547" x="3124200" y="2895600"/>
          <p14:tracePt t="225238" x="3117850" y="2895600"/>
          <p14:tracePt t="225252" x="3105150" y="2882900"/>
          <p14:tracePt t="225259" x="3086100" y="2882900"/>
          <p14:tracePt t="225273" x="3073400" y="2876550"/>
          <p14:tracePt t="225281" x="3048000" y="2857500"/>
          <p14:tracePt t="225297" x="3028950" y="2857500"/>
          <p14:tracePt t="225311" x="2984500" y="2851150"/>
          <p14:tracePt t="225328" x="2959100" y="2844800"/>
          <p14:tracePt t="225344" x="2908300" y="2844800"/>
          <p14:tracePt t="225361" x="2882900" y="2844800"/>
          <p14:tracePt t="225378" x="2825750" y="2838450"/>
          <p14:tracePt t="225394" x="2774950" y="2838450"/>
          <p14:tracePt t="225411" x="2755900" y="2838450"/>
          <p14:tracePt t="225428" x="2711450" y="2838450"/>
          <p14:tracePt t="225444" x="2673350" y="2844800"/>
          <p14:tracePt t="225460" x="2647950" y="2844800"/>
          <p14:tracePt t="225477" x="2616200" y="2851150"/>
          <p14:tracePt t="225494" x="2584450" y="2857500"/>
          <p14:tracePt t="225510" x="2571750" y="2857500"/>
          <p14:tracePt t="225527" x="2540000" y="2857500"/>
          <p14:tracePt t="225543" x="2508250" y="2857500"/>
          <p14:tracePt t="225561" x="2463800" y="2863850"/>
          <p14:tracePt t="225577" x="2451100" y="2863850"/>
          <p14:tracePt t="225594" x="2419350" y="2863850"/>
          <p14:tracePt t="225610" x="2387600" y="2863850"/>
          <p14:tracePt t="225626" x="2374900" y="2863850"/>
          <p14:tracePt t="225644" x="2355850" y="2863850"/>
          <p14:tracePt t="225660" x="2286000" y="2857500"/>
          <p14:tracePt t="225676" x="2254250" y="2844800"/>
          <p14:tracePt t="225693" x="2216150" y="2838450"/>
          <p14:tracePt t="225696" x="2184400" y="2819400"/>
          <p14:tracePt t="225710" x="2152650" y="2813050"/>
          <p14:tracePt t="225726" x="2108200" y="2794000"/>
          <p14:tracePt t="225743" x="2095500" y="2787650"/>
          <p14:tracePt t="225759" x="2076450" y="2774950"/>
          <p14:tracePt t="226302" x="2133600" y="2800350"/>
          <p14:tracePt t="226316" x="2209800" y="2819400"/>
          <p14:tracePt t="226325" x="2305050" y="2851150"/>
          <p14:tracePt t="226331" x="2419350" y="2870200"/>
          <p14:tracePt t="226345" x="2520950" y="2870200"/>
          <p14:tracePt t="226357" x="2622550" y="2870200"/>
          <p14:tracePt t="226374" x="2800350" y="2870200"/>
          <p14:tracePt t="226391" x="2876550" y="2870200"/>
          <p14:tracePt t="226408" x="2990850" y="2870200"/>
          <p14:tracePt t="226424" x="3073400" y="2870200"/>
          <p14:tracePt t="226441" x="3092450" y="2863850"/>
          <p14:tracePt t="226457" x="3111500" y="2857500"/>
          <p14:tracePt t="226493" x="3117850" y="2857500"/>
          <p14:tracePt t="226821" x="3124200" y="2851150"/>
          <p14:tracePt t="226836" x="3136900" y="2851150"/>
          <p14:tracePt t="226843" x="3149600" y="2851150"/>
          <p14:tracePt t="226858" x="3162300" y="2851150"/>
          <p14:tracePt t="226873" x="3175000" y="2851150"/>
          <p14:tracePt t="226889" x="3206750" y="2844800"/>
          <p14:tracePt t="226907" x="3238500" y="2838450"/>
          <p14:tracePt t="226922" x="3263900" y="2832100"/>
          <p14:tracePt t="226939" x="3276600" y="2832100"/>
          <p14:tracePt t="226956" x="3289300" y="2832100"/>
          <p14:tracePt t="226972" x="3295650" y="2832100"/>
          <p14:tracePt t="226989" x="3302000" y="2832100"/>
          <p14:tracePt t="227005" x="3314700" y="2825750"/>
          <p14:tracePt t="227023" x="3327400" y="2825750"/>
          <p14:tracePt t="227040" x="3359150" y="2825750"/>
          <p14:tracePt t="227055" x="3429000" y="2825750"/>
          <p14:tracePt t="227072" x="3479800" y="2825750"/>
          <p14:tracePt t="227089" x="3619500" y="2825750"/>
          <p14:tracePt t="227105" x="3810000" y="2825750"/>
          <p14:tracePt t="227121" x="3917950" y="2813050"/>
          <p14:tracePt t="227138" x="4108450" y="2806700"/>
          <p14:tracePt t="227155" x="4197350" y="2781300"/>
          <p14:tracePt t="227171" x="4324350" y="2774950"/>
          <p14:tracePt t="227188" x="4387850" y="2762250"/>
          <p14:tracePt t="227204" x="4406900" y="2762250"/>
          <p14:tracePt t="227221" x="4425950" y="2762250"/>
          <p14:tracePt t="227237" x="4432300" y="2755900"/>
          <p14:tracePt t="227313" x="4419600" y="2755900"/>
          <p14:tracePt t="227327" x="4400550" y="2755900"/>
          <p14:tracePt t="227334" x="4375150" y="2755900"/>
          <p14:tracePt t="227349" x="4337050" y="2755900"/>
          <p14:tracePt t="227357" x="4273550" y="2755900"/>
          <p14:tracePt t="227371" x="4184650" y="2755900"/>
          <p14:tracePt t="227388" x="3981450" y="2762250"/>
          <p14:tracePt t="227404" x="3740150" y="2781300"/>
          <p14:tracePt t="227420" x="3606800" y="2806700"/>
          <p14:tracePt t="227437" x="3492500" y="2813050"/>
          <p14:tracePt t="227454" x="3206750" y="2876550"/>
          <p14:tracePt t="227471" x="3130550" y="2908300"/>
          <p14:tracePt t="227487" x="3060700" y="2933700"/>
          <p14:tracePt t="227504" x="2946400" y="2990850"/>
          <p14:tracePt t="227520" x="2857500" y="3048000"/>
          <p14:tracePt t="227537" x="2800350" y="3086100"/>
          <p14:tracePt t="227553" x="2730500" y="3117850"/>
          <p14:tracePt t="227570" x="2654300" y="3143250"/>
          <p14:tracePt t="227587" x="2603500" y="3149600"/>
          <p14:tracePt t="227603" x="2584450" y="3149600"/>
          <p14:tracePt t="227620" x="2559050" y="3149600"/>
          <p14:tracePt t="227637" x="2546350" y="3136900"/>
          <p14:tracePt t="227653" x="2540000" y="3130550"/>
          <p14:tracePt t="227669" x="2527300" y="3124200"/>
          <p14:tracePt t="227686" x="2520950" y="3117850"/>
          <p14:tracePt t="227703" x="2520950" y="3111500"/>
          <p14:tracePt t="227721" x="2514600" y="3111500"/>
          <p14:tracePt t="227736" x="2508250" y="3105150"/>
          <p14:tracePt t="227770" x="2495550" y="3092450"/>
          <p14:tracePt t="229421" x="2482850" y="3098800"/>
          <p14:tracePt t="229428" x="2451100" y="3124200"/>
          <p14:tracePt t="229442" x="2438400" y="3143250"/>
          <p14:tracePt t="229450" x="2393950" y="3162300"/>
          <p14:tracePt t="229466" x="2362200" y="3194050"/>
          <p14:tracePt t="229480" x="2305050" y="3225800"/>
          <p14:tracePt t="229497" x="2216150" y="3289300"/>
          <p14:tracePt t="229514" x="2127250" y="3333750"/>
          <p14:tracePt t="229529" x="2070100" y="3359150"/>
          <p14:tracePt t="229547" x="1981200" y="3422650"/>
          <p14:tracePt t="229563" x="1892300" y="3486150"/>
          <p14:tracePt t="229579" x="1854200" y="3517900"/>
          <p14:tracePt t="229597" x="1803400" y="3556000"/>
          <p14:tracePt t="229613" x="1758950" y="3594100"/>
          <p14:tracePt t="229630" x="1746250" y="3606800"/>
          <p14:tracePt t="229646" x="1708150" y="3638550"/>
          <p14:tracePt t="229663" x="1676400" y="3651250"/>
          <p14:tracePt t="229679" x="1663700" y="3657600"/>
          <p14:tracePt t="229696" x="1619250" y="3657600"/>
          <p14:tracePt t="229713" x="1587500" y="3657600"/>
          <p14:tracePt t="229729" x="1574800" y="3657600"/>
          <p14:tracePt t="229746" x="1555750" y="3657600"/>
          <p14:tracePt t="229762" x="1517650" y="3657600"/>
          <p14:tracePt t="229779" x="1504950" y="3644900"/>
          <p14:tracePt t="229796" x="1466850" y="3625850"/>
          <p14:tracePt t="229812" x="1447800" y="3613150"/>
          <p14:tracePt t="232369" x="1447800" y="3606800"/>
          <p14:tracePt t="232376" x="1447800" y="3594100"/>
          <p14:tracePt t="232390" x="1447800" y="3581400"/>
          <p14:tracePt t="232404" x="1441450" y="3568700"/>
          <p14:tracePt t="232420" x="1428750" y="3517900"/>
          <p14:tracePt t="232436" x="1416050" y="3492500"/>
          <p14:tracePt t="232453" x="1377950" y="3441700"/>
          <p14:tracePt t="232469" x="1327150" y="3378200"/>
          <p14:tracePt t="232486" x="1308100" y="3352800"/>
          <p14:tracePt t="232503" x="1263650" y="3308350"/>
          <p14:tracePt t="232519" x="1225550" y="3282950"/>
          <p14:tracePt t="232536" x="1206500" y="3276600"/>
          <p14:tracePt t="232553" x="1181100" y="3276600"/>
          <p14:tracePt t="232569" x="1174750" y="3276600"/>
          <p14:tracePt t="232586" x="1168400" y="3276600"/>
          <p14:tracePt t="232603" x="1162050" y="3276600"/>
          <p14:tracePt t="232629" x="1149350" y="3282950"/>
          <p14:tracePt t="232638" x="1149350" y="3289300"/>
          <p14:tracePt t="232657" x="1143000" y="3289300"/>
          <p14:tracePt t="232678" x="1130300" y="3302000"/>
          <p14:tracePt t="232706" x="1123950" y="3302000"/>
          <p14:tracePt t="232720" x="1123950" y="3308350"/>
          <p14:tracePt t="232727" x="1123950" y="3314700"/>
          <p14:tracePt t="232748" x="1123950" y="3321050"/>
          <p14:tracePt t="232776" x="1123950" y="3327400"/>
          <p14:tracePt t="232797" x="1123950" y="3333750"/>
          <p14:tracePt t="232839" x="1123950" y="3340100"/>
          <p14:tracePt t="232846" x="1130300" y="3346450"/>
          <p14:tracePt t="232860" x="1143000" y="3352800"/>
          <p14:tracePt t="232869" x="1162050" y="3365500"/>
          <p14:tracePt t="232885" x="1193800" y="3384550"/>
          <p14:tracePt t="232902" x="1225550" y="3397250"/>
          <p14:tracePt t="232917" x="1428750" y="3454400"/>
          <p14:tracePt t="232934" x="1517650" y="3467100"/>
          <p14:tracePt t="232952" x="1593850" y="3473450"/>
          <p14:tracePt t="232968" x="1809750" y="3498850"/>
          <p14:tracePt t="232985" x="2025650" y="3498850"/>
          <p14:tracePt t="233002" x="2228850" y="3498850"/>
          <p14:tracePt t="233018" x="2317750" y="3498850"/>
          <p14:tracePt t="233034" x="2470150" y="3498850"/>
          <p14:tracePt t="233051" x="2597150" y="3492500"/>
          <p14:tracePt t="233067" x="2654300" y="3492500"/>
          <p14:tracePt t="233085" x="2730500" y="3486150"/>
          <p14:tracePt t="233101" x="2813050" y="3479800"/>
          <p14:tracePt t="233117" x="2857500" y="3467100"/>
          <p14:tracePt t="233134" x="2940050" y="3454400"/>
          <p14:tracePt t="233150" x="3022600" y="3435350"/>
          <p14:tracePt t="233167" x="3060700" y="3429000"/>
          <p14:tracePt t="233184" x="3155950" y="3416300"/>
          <p14:tracePt t="233200" x="3213100" y="3403600"/>
          <p14:tracePt t="233217" x="3251200" y="3397250"/>
          <p14:tracePt t="233234" x="3314700" y="3378200"/>
          <p14:tracePt t="233251" x="3340100" y="3378200"/>
          <p14:tracePt t="233268" x="3441700" y="3365500"/>
          <p14:tracePt t="233284" x="3467100" y="3359150"/>
          <p14:tracePt t="233300" x="3498850" y="3352800"/>
          <p14:tracePt t="233317" x="3568700" y="3333750"/>
          <p14:tracePt t="233334" x="3638550" y="3327400"/>
          <p14:tracePt t="233350" x="3670300" y="3321050"/>
          <p14:tracePt t="233367" x="3708400" y="3314700"/>
          <p14:tracePt t="233383" x="3733800" y="3308350"/>
          <p14:tracePt t="233401" x="3752850" y="3308350"/>
          <p14:tracePt t="233416" x="3759200" y="3308350"/>
          <p14:tracePt t="233452" x="3759200" y="3314700"/>
          <p14:tracePt t="233478" x="3752850" y="3314700"/>
          <p14:tracePt t="233923" x="3784600" y="3340100"/>
          <p14:tracePt t="233931" x="3854450" y="3365500"/>
          <p14:tracePt t="233944" x="3930650" y="3397250"/>
          <p14:tracePt t="233951" x="4013200" y="3441700"/>
          <p14:tracePt t="233967" x="4102100" y="3460750"/>
          <p14:tracePt t="233981" x="4330700" y="3492500"/>
          <p14:tracePt t="233998" x="4457700" y="3492500"/>
          <p14:tracePt t="234015" x="4711700" y="3492500"/>
          <p14:tracePt t="234031" x="4813300" y="3486150"/>
          <p14:tracePt t="234048" x="4991100" y="3479800"/>
          <p14:tracePt t="234064" x="5086350" y="3486150"/>
          <p14:tracePt t="234081" x="5118100" y="3486150"/>
          <p14:tracePt t="234097" x="5156200" y="3486150"/>
          <p14:tracePt t="234114" x="5181600" y="3486150"/>
          <p14:tracePt t="234130" x="5194300" y="3486150"/>
          <p14:tracePt t="234148" x="5219700" y="3486150"/>
          <p14:tracePt t="234164" x="5251450" y="3473450"/>
          <p14:tracePt t="234181" x="5264150" y="3460750"/>
          <p14:tracePt t="234197" x="5295900" y="3454400"/>
          <p14:tracePt t="234214" x="5327650" y="3454400"/>
          <p14:tracePt t="234230" x="5353050" y="3454400"/>
          <p14:tracePt t="234247" x="5384800" y="3454400"/>
          <p14:tracePt t="234264" x="5410200" y="3448050"/>
          <p14:tracePt t="234281" x="5435600" y="3441700"/>
          <p14:tracePt t="234297" x="5441950" y="3441700"/>
          <p14:tracePt t="234313" x="5448300" y="3441700"/>
          <p14:tracePt t="234330" x="5461000" y="3435350"/>
          <p14:tracePt t="234393" x="5448300" y="3435350"/>
          <p14:tracePt t="234400" x="5435600" y="3435350"/>
          <p14:tracePt t="234415" x="5416550" y="3429000"/>
          <p14:tracePt t="234430" x="5397500" y="3422650"/>
          <p14:tracePt t="234446" x="5295900" y="3416300"/>
          <p14:tracePt t="234464" x="5111750" y="3390900"/>
          <p14:tracePt t="234479" x="4997450" y="3371850"/>
          <p14:tracePt t="234496" x="4730750" y="3340100"/>
          <p14:tracePt t="234513" x="4406900" y="3282950"/>
          <p14:tracePt t="234529" x="4203700" y="3238500"/>
          <p14:tracePt t="234546" x="3879850" y="3181350"/>
          <p14:tracePt t="234563" x="3613150" y="3136900"/>
          <p14:tracePt t="234579" x="3486150" y="3111500"/>
          <p14:tracePt t="234596" x="3384550" y="3092450"/>
          <p14:tracePt t="234612" x="3124200" y="3041650"/>
          <p14:tracePt t="234629" x="3067050" y="3022600"/>
          <p14:tracePt t="234646" x="3016250" y="3016250"/>
          <p14:tracePt t="234662" x="2997200" y="3009900"/>
          <p14:tracePt t="234679" x="2984500" y="3009900"/>
          <p14:tracePt t="234716" x="2978150" y="3009900"/>
          <p14:tracePt t="234730" x="2971800" y="3009900"/>
          <p14:tracePt t="234745" x="2946400" y="3009900"/>
          <p14:tracePt t="234762" x="2933700" y="3009900"/>
          <p14:tracePt t="234779" x="2901950" y="3009900"/>
          <p14:tracePt t="234795" x="2863850" y="3003550"/>
          <p14:tracePt t="234811" x="2838450" y="3003550"/>
          <p14:tracePt t="234828" x="2794000" y="2997200"/>
          <p14:tracePt t="234844" x="2743200" y="2990850"/>
          <p14:tracePt t="234861" x="2711450" y="2965450"/>
          <p14:tracePt t="234878" x="2660650" y="2940050"/>
          <p14:tracePt t="234894" x="2628900" y="2914650"/>
          <p14:tracePt t="234912" x="2616200" y="2908300"/>
          <p14:tracePt t="234927" x="2590800" y="2889250"/>
          <p14:tracePt t="234945" x="2584450" y="2889250"/>
          <p14:tracePt t="234962" x="2565400" y="2870200"/>
          <p14:tracePt t="234978" x="2559050" y="2857500"/>
          <p14:tracePt t="234994" x="2552700" y="2857500"/>
          <p14:tracePt t="235011" x="2533650" y="2851150"/>
          <p14:tracePt t="235028" x="2514600" y="2844800"/>
          <p14:tracePt t="235044" x="2501900" y="2838450"/>
          <p14:tracePt t="235061" x="2489200" y="2832100"/>
          <p14:tracePt t="235077" x="2476500" y="2832100"/>
          <p14:tracePt t="235095" x="2463800" y="2825750"/>
          <p14:tracePt t="235111" x="2451100" y="2825750"/>
          <p14:tracePt t="235127" x="2444750" y="2825750"/>
          <p14:tracePt t="235144" x="2438400" y="2825750"/>
          <p14:tracePt t="235176" x="2432050" y="2832100"/>
          <p14:tracePt t="235194" x="2432050" y="2851150"/>
          <p14:tracePt t="235210" x="2425700" y="2863850"/>
          <p14:tracePt t="235227" x="2425700" y="2882900"/>
          <p14:tracePt t="235243" x="2419350" y="2984500"/>
          <p14:tracePt t="235260" x="2419350" y="3022600"/>
          <p14:tracePt t="235278" x="2419350" y="3098800"/>
          <p14:tracePt t="235293" x="2419350" y="3149600"/>
          <p14:tracePt t="235310" x="2406650" y="3168650"/>
          <p14:tracePt t="236320" x="2406650" y="3181350"/>
          <p14:tracePt t="236327" x="2406650" y="3219450"/>
          <p14:tracePt t="236340" x="2406650" y="3251200"/>
          <p14:tracePt t="236357" x="2419350" y="3314700"/>
          <p14:tracePt t="236373" x="2419350" y="3346450"/>
          <p14:tracePt t="236376" x="2425700" y="3384550"/>
          <p14:tracePt t="236392" x="2425700" y="3422650"/>
          <p14:tracePt t="236406" x="2432050" y="3498850"/>
          <p14:tracePt t="236423" x="2444750" y="3543300"/>
          <p14:tracePt t="236440" x="2451100" y="3619500"/>
          <p14:tracePt t="236456" x="2457450" y="3663950"/>
          <p14:tracePt t="236473" x="2470150" y="3721100"/>
          <p14:tracePt t="236489" x="2482850" y="3778250"/>
          <p14:tracePt t="236506" x="2489200" y="3803650"/>
          <p14:tracePt t="236523" x="2489200" y="3841750"/>
          <p14:tracePt t="236539" x="2489200" y="3873500"/>
          <p14:tracePt t="236555" x="2489200" y="3892550"/>
          <p14:tracePt t="236572" x="2489200" y="3905250"/>
          <p14:tracePt t="236589" x="2489200" y="3911600"/>
          <p14:tracePt t="239061" x="2470150" y="3911600"/>
          <p14:tracePt t="239075" x="2432050" y="3911600"/>
          <p14:tracePt t="239083" x="2387600" y="3898900"/>
          <p14:tracePt t="239097" x="2349500" y="3892550"/>
          <p14:tracePt t="239113" x="2292350" y="3886200"/>
          <p14:tracePt t="239131" x="2209800" y="3867150"/>
          <p14:tracePt t="239146" x="2108200" y="3848100"/>
          <p14:tracePt t="239163" x="2051050" y="3829050"/>
          <p14:tracePt t="239180" x="1917700" y="3816350"/>
          <p14:tracePt t="239196" x="1790700" y="3816350"/>
          <p14:tracePt t="239213" x="1739900" y="3803650"/>
          <p14:tracePt t="239230" x="1644650" y="3803650"/>
          <p14:tracePt t="239246" x="1568450" y="3797300"/>
          <p14:tracePt t="239263" x="1536700" y="3797300"/>
          <p14:tracePt t="239279" x="1479550" y="3778250"/>
          <p14:tracePt t="239296" x="1428750" y="3752850"/>
          <p14:tracePt t="239314" x="1377950" y="3727450"/>
          <p14:tracePt t="239329" x="1352550" y="3721100"/>
          <p14:tracePt t="239346" x="1320800" y="3702050"/>
          <p14:tracePt t="239363" x="1295400" y="3683000"/>
          <p14:tracePt t="239379" x="1289050" y="3683000"/>
          <p14:tracePt t="239397" x="1270000" y="3670300"/>
          <p14:tracePt t="239413" x="1250950" y="3657600"/>
          <p14:tracePt t="239429" x="1244600" y="3657600"/>
          <p14:tracePt t="239432" x="1238250" y="3657600"/>
          <p14:tracePt t="239448" x="1231900" y="3651250"/>
          <p14:tracePt t="239462" x="1219200" y="3651250"/>
          <p14:tracePt t="239479" x="1206500" y="3651250"/>
          <p14:tracePt t="239496" x="1193800" y="3651250"/>
          <p14:tracePt t="239512" x="1187450" y="3651250"/>
          <p14:tracePt t="239529" x="1181100" y="3663950"/>
          <p14:tracePt t="239546" x="1174750" y="3670300"/>
          <p14:tracePt t="239562" x="1174750" y="3676650"/>
          <p14:tracePt t="240216" x="1174750" y="3683000"/>
          <p14:tracePt t="240223" x="1181100" y="3683000"/>
          <p14:tracePt t="240245" x="1187450" y="3683000"/>
          <p14:tracePt t="240258" x="1193800" y="3683000"/>
          <p14:tracePt t="240265" x="1200150" y="3683000"/>
          <p14:tracePt t="240280" x="1212850" y="3689350"/>
          <p14:tracePt t="240292" x="1219200" y="3689350"/>
          <p14:tracePt t="240309" x="1238250" y="3702050"/>
          <p14:tracePt t="240326" x="1250950" y="3702050"/>
          <p14:tracePt t="240343" x="1276350" y="3708400"/>
          <p14:tracePt t="240359" x="1301750" y="3714750"/>
          <p14:tracePt t="240376" x="1314450" y="3721100"/>
          <p14:tracePt t="240392" x="1327150" y="3727450"/>
          <p14:tracePt t="240409" x="1346200" y="3727450"/>
          <p14:tracePt t="240425" x="1352550" y="3733800"/>
          <p14:tracePt t="240442" x="1358900" y="3733800"/>
          <p14:tracePt t="240459" x="1365250" y="3733800"/>
          <p14:tracePt t="240490" x="1371600" y="3740150"/>
          <p14:tracePt t="240560" x="1371600" y="3746500"/>
          <p14:tracePt t="240575" x="1371600" y="3752850"/>
          <p14:tracePt t="240595" x="1377950" y="3752850"/>
          <p14:tracePt t="240616" x="1384300" y="3752850"/>
          <p14:tracePt t="240638" x="1390650" y="3759200"/>
          <p14:tracePt t="240644" x="1390650" y="3765550"/>
          <p14:tracePt t="240680" x="1403350" y="3771900"/>
          <p14:tracePt t="240708" x="1409700" y="3778250"/>
          <p14:tracePt t="240714" x="1409700" y="3784600"/>
          <p14:tracePt t="240736" x="1416050" y="3784600"/>
          <p14:tracePt t="240758" x="1416050" y="3790950"/>
          <p14:tracePt t="240785" x="1422400" y="3790950"/>
          <p14:tracePt t="240799" x="1428750" y="3790950"/>
          <p14:tracePt t="240827" x="1435100" y="3790950"/>
          <p14:tracePt t="240848" x="1447800" y="3797300"/>
          <p14:tracePt t="240855" x="1454150" y="3797300"/>
          <p14:tracePt t="240869" x="1460500" y="3797300"/>
          <p14:tracePt t="240891" x="1473200" y="3797300"/>
          <p14:tracePt t="240897" x="1479550" y="3797300"/>
          <p14:tracePt t="240911" x="1498600" y="3797300"/>
          <p14:tracePt t="240923" x="1511300" y="3790950"/>
          <p14:tracePt t="240940" x="1543050" y="3784600"/>
          <p14:tracePt t="240957" x="1568450" y="3778250"/>
          <p14:tracePt t="240960" x="1581150" y="3771900"/>
          <p14:tracePt t="240975" x="1593850" y="3765550"/>
          <p14:tracePt t="240990" x="1619250" y="3752850"/>
          <p14:tracePt t="241007" x="1625600" y="3746500"/>
          <p14:tracePt t="241024" x="1638300" y="3727450"/>
          <p14:tracePt t="241040" x="1651000" y="3721100"/>
          <p14:tracePt t="241057" x="1657350" y="3714750"/>
          <p14:tracePt t="241073" x="1657350" y="3708400"/>
          <p14:tracePt t="241090" x="1663700" y="3702050"/>
          <p14:tracePt t="241123" x="1663700" y="3695700"/>
          <p14:tracePt t="241220" x="1657350" y="3695700"/>
          <p14:tracePt t="241227" x="1651000" y="3695700"/>
          <p14:tracePt t="241248" x="1644650" y="3695700"/>
          <p14:tracePt t="241269" x="1638300" y="3695700"/>
          <p14:tracePt t="241276" x="1631950" y="3702050"/>
          <p14:tracePt t="241292" x="1619250" y="3708400"/>
          <p14:tracePt t="241306" x="1600200" y="3714750"/>
          <p14:tracePt t="241322" x="1562100" y="3727450"/>
          <p14:tracePt t="241340" x="1511300" y="3759200"/>
          <p14:tracePt t="241355" x="1492250" y="3765550"/>
          <p14:tracePt t="241373" x="1447800" y="3784600"/>
          <p14:tracePt t="241389" x="1435100" y="3797300"/>
          <p14:tracePt t="241405" x="1428750" y="3803650"/>
          <p14:tracePt t="241422" x="1428750" y="3810000"/>
          <p14:tracePt t="241455" x="1435100" y="3810000"/>
          <p14:tracePt t="241473" x="1454150" y="3803650"/>
          <p14:tracePt t="241489" x="1473200" y="3803650"/>
          <p14:tracePt t="241505" x="1485900" y="3797300"/>
          <p14:tracePt t="241522" x="1504950" y="3797300"/>
          <p14:tracePt t="241538" x="1549400" y="3778250"/>
          <p14:tracePt t="241555" x="1587500" y="3752850"/>
          <p14:tracePt t="241572" x="1619250" y="3727450"/>
          <p14:tracePt t="241588" x="1631950" y="3721100"/>
          <p14:tracePt t="241605" x="1644650" y="3695700"/>
          <p14:tracePt t="241621" x="1644650" y="3683000"/>
          <p14:tracePt t="241638" x="1631950" y="3676650"/>
          <p14:tracePt t="241655" x="1619250" y="3670300"/>
          <p14:tracePt t="241671" x="1606550" y="3670300"/>
          <p14:tracePt t="241688" x="1600200" y="3670300"/>
          <p14:tracePt t="241704" x="1587500" y="3663950"/>
          <p14:tracePt t="241721" x="1574800" y="3663950"/>
          <p14:tracePt t="241754" x="1568450" y="3663950"/>
          <p14:tracePt t="241788" x="1555750" y="3663950"/>
          <p14:tracePt t="241809" x="1549400" y="3663950"/>
          <p14:tracePt t="241823" x="1543050" y="3663950"/>
          <p14:tracePt t="241830" x="1536700" y="3670300"/>
          <p14:tracePt t="241840" x="1524000" y="3676650"/>
          <p14:tracePt t="241853" x="1517650" y="3676650"/>
          <p14:tracePt t="241870" x="1511300" y="3689350"/>
          <p14:tracePt t="242719" x="1511300" y="3695700"/>
          <p14:tracePt t="242733" x="1511300" y="3702050"/>
          <p14:tracePt t="242740" x="1511300" y="3708400"/>
          <p14:tracePt t="242754" x="1517650" y="3714750"/>
          <p14:tracePt t="242767" x="1524000" y="3714750"/>
          <p14:tracePt t="242803" x="1543050" y="3721100"/>
          <p14:tracePt t="242810" x="1549400" y="3721100"/>
          <p14:tracePt t="242832" x="1555750" y="3721100"/>
          <p14:tracePt t="242845" x="1562100" y="3721100"/>
          <p14:tracePt t="242860" x="1568450" y="3721100"/>
          <p14:tracePt t="242874" x="1574800" y="3721100"/>
          <p14:tracePt t="242883" x="1581150" y="3721100"/>
          <p14:tracePt t="242900" x="1587500" y="3721100"/>
          <p14:tracePt t="242917" x="1600200" y="3721100"/>
          <p14:tracePt t="242933" x="1606550" y="3721100"/>
          <p14:tracePt t="242951" x="1612900" y="3721100"/>
          <p14:tracePt t="242967" x="1619250" y="3721100"/>
          <p14:tracePt t="242983" x="1625600" y="3721100"/>
          <p14:tracePt t="243000" x="1631950" y="3714750"/>
          <p14:tracePt t="243021" x="1638300" y="3714750"/>
          <p14:tracePt t="243063" x="1651000" y="3714750"/>
          <p14:tracePt t="243070" x="1651000" y="3708400"/>
          <p14:tracePt t="243085" x="1657350" y="3708400"/>
          <p14:tracePt t="243100" x="1663700" y="3708400"/>
          <p14:tracePt t="243117" x="1682750" y="3702050"/>
          <p14:tracePt t="243134" x="1708150" y="3695700"/>
          <p14:tracePt t="243150" x="1727200" y="3695700"/>
          <p14:tracePt t="243166" x="1778000" y="3689350"/>
          <p14:tracePt t="243183" x="1835150" y="3676650"/>
          <p14:tracePt t="243199" x="1866900" y="3670300"/>
          <p14:tracePt t="243216" x="1936750" y="3657600"/>
          <p14:tracePt t="243232" x="1993900" y="3632200"/>
          <p14:tracePt t="243249" x="2038350" y="3619500"/>
          <p14:tracePt t="243267" x="2101850" y="3587750"/>
          <p14:tracePt t="243282" x="2178050" y="3543300"/>
          <p14:tracePt t="243299" x="2222500" y="3517900"/>
          <p14:tracePt t="243316" x="2311400" y="3454400"/>
          <p14:tracePt t="243332" x="2368550" y="3416300"/>
          <p14:tracePt t="243349" x="2476500" y="3327400"/>
          <p14:tracePt t="243366" x="2616200" y="3238500"/>
          <p14:tracePt t="243382" x="2679700" y="3200400"/>
          <p14:tracePt t="243399" x="2832100" y="3111500"/>
          <p14:tracePt t="243416" x="2959100" y="3035300"/>
          <p14:tracePt t="243432" x="3028950" y="3016250"/>
          <p14:tracePt t="243449" x="3175000" y="2952750"/>
          <p14:tracePt t="243465" x="3346450" y="2927350"/>
          <p14:tracePt t="243481" x="3435350" y="2901950"/>
          <p14:tracePt t="243498" x="3625850" y="2863850"/>
          <p14:tracePt t="243515" x="3803650" y="2794000"/>
          <p14:tracePt t="243531" x="3879850" y="2762250"/>
          <p14:tracePt t="243548" x="4019550" y="2705100"/>
          <p14:tracePt t="243564" x="4114800" y="2667000"/>
          <p14:tracePt t="243582" x="4146550" y="2660650"/>
          <p14:tracePt t="243598" x="4178300" y="2641600"/>
          <p14:tracePt t="243614" x="4191000" y="2635250"/>
          <p14:tracePt t="243632" x="4216400" y="2616200"/>
          <p14:tracePt t="243648" x="4222750" y="2616200"/>
          <p14:tracePt t="243688" x="4229100" y="2616200"/>
          <p14:tracePt t="243722" x="4235450" y="2616200"/>
          <p14:tracePt t="243828" x="4229100" y="2622550"/>
          <p14:tracePt t="243842" x="4222750" y="2628900"/>
          <p14:tracePt t="243856" x="4216400" y="2635250"/>
          <p14:tracePt t="243864" x="4210050" y="2641600"/>
          <p14:tracePt t="243884" x="4210050" y="2647950"/>
          <p14:tracePt t="243905" x="4210050" y="2654300"/>
          <p14:tracePt t="243914" x="4210050" y="2660650"/>
          <p14:tracePt t="243933" x="4216400" y="2660650"/>
          <p14:tracePt t="243949" x="4222750" y="2667000"/>
          <p14:tracePt t="243963" x="4229100" y="2673350"/>
          <p14:tracePt t="243980" x="4248150" y="2686050"/>
          <p14:tracePt t="243997" x="4279900" y="2705100"/>
          <p14:tracePt t="244013" x="4298950" y="2711450"/>
          <p14:tracePt t="244030" x="4349750" y="2736850"/>
          <p14:tracePt t="244046" x="4425950" y="2768600"/>
          <p14:tracePt t="244063" x="4457700" y="2781300"/>
          <p14:tracePt t="244080" x="4527550" y="2800350"/>
          <p14:tracePt t="244096" x="4610100" y="2813050"/>
          <p14:tracePt t="244113" x="4641850" y="2813050"/>
          <p14:tracePt t="244130" x="4699000" y="2825750"/>
          <p14:tracePt t="244145" x="4749800" y="2832100"/>
          <p14:tracePt t="244163" x="4768850" y="2832100"/>
          <p14:tracePt t="244179" x="4794250" y="2832100"/>
          <p14:tracePt t="244196" x="4813300" y="2832100"/>
          <p14:tracePt t="244212" x="4819650" y="2832100"/>
          <p14:tracePt t="244246" x="4826000" y="2832100"/>
          <p14:tracePt t="244298" x="4832350" y="2832100"/>
          <p14:tracePt t="244375" x="4838700" y="2825750"/>
          <p14:tracePt t="244452" x="4845050" y="2825750"/>
          <p14:tracePt t="244543" x="4851400" y="2825750"/>
          <p14:tracePt t="244663" x="4845050" y="2825750"/>
          <p14:tracePt t="244684" x="4832350" y="2825750"/>
          <p14:tracePt t="244698" x="4819650" y="2825750"/>
          <p14:tracePt t="244705" x="4813300" y="2825750"/>
          <p14:tracePt t="244719" x="4787900" y="2825750"/>
          <p14:tracePt t="244728" x="4762500" y="2825750"/>
          <p14:tracePt t="244744" x="4711700" y="2825750"/>
          <p14:tracePt t="244761" x="4552950" y="2844800"/>
          <p14:tracePt t="244778" x="4311650" y="2889250"/>
          <p14:tracePt t="244794" x="4171950" y="2908300"/>
          <p14:tracePt t="244811" x="3841750" y="2984500"/>
          <p14:tracePt t="244827" x="3543300" y="3041650"/>
          <p14:tracePt t="244844" x="3416300" y="3060700"/>
          <p14:tracePt t="244860" x="3168650" y="3105150"/>
          <p14:tracePt t="244876" x="3079750" y="3111500"/>
          <p14:tracePt t="244894" x="2927350" y="3130550"/>
          <p14:tracePt t="244910" x="2844800" y="3149600"/>
          <p14:tracePt t="244927" x="2813050" y="3155950"/>
          <p14:tracePt t="244944" x="2762250" y="3168650"/>
          <p14:tracePt t="244960" x="2724150" y="3175000"/>
          <p14:tracePt t="244976" x="2698750" y="3181350"/>
          <p14:tracePt t="244993" x="2660650" y="3187700"/>
          <p14:tracePt t="245009" x="2628900" y="3187700"/>
          <p14:tracePt t="245028" x="2590800" y="3194050"/>
          <p14:tracePt t="245049" x="2584450" y="3194050"/>
          <p14:tracePt t="245060" x="2571750" y="3194050"/>
          <p14:tracePt t="245119" x="2565400" y="3194050"/>
          <p14:tracePt t="245189" x="2559050" y="3194050"/>
          <p14:tracePt t="245266" x="2565400" y="3187700"/>
          <p14:tracePt t="245287" x="2565400" y="3181350"/>
          <p14:tracePt t="245309" x="2571750" y="3181350"/>
          <p14:tracePt t="245315" x="2578100" y="3175000"/>
          <p14:tracePt t="245337" x="2584450" y="3168650"/>
          <p14:tracePt t="245358" x="2584450" y="3162300"/>
          <p14:tracePt t="245372" x="2590800" y="3155950"/>
          <p14:tracePt t="245378" x="2597150" y="3149600"/>
          <p14:tracePt t="245392" x="2603500" y="3136900"/>
          <p14:tracePt t="245408" x="2622550" y="3111500"/>
          <p14:tracePt t="245425" x="2628900" y="3098800"/>
          <p14:tracePt t="245442" x="2647950" y="3079750"/>
          <p14:tracePt t="245458" x="2660650" y="3060700"/>
          <p14:tracePt t="245475" x="2667000" y="3054350"/>
          <p14:tracePt t="245491" x="2679700" y="3048000"/>
          <p14:tracePt t="245508" x="2679700" y="3041650"/>
          <p14:tracePt t="245560" x="2679700" y="3035300"/>
          <p14:tracePt t="245659" x="2686050" y="3035300"/>
          <p14:tracePt t="245687" x="2692400" y="3028950"/>
          <p14:tracePt t="245736" x="2698750" y="3028950"/>
          <p14:tracePt t="245771" x="2705100" y="3022600"/>
          <p14:tracePt t="245778" x="2705100" y="3016250"/>
          <p14:tracePt t="246233" x="2705100" y="3035300"/>
          <p14:tracePt t="246240" x="2698750" y="3079750"/>
          <p14:tracePt t="246254" x="2686050" y="3124200"/>
          <p14:tracePt t="246261" x="2667000" y="3175000"/>
          <p14:tracePt t="246271" x="2660650" y="3219450"/>
          <p14:tracePt t="246289" x="2628900" y="3314700"/>
          <p14:tracePt t="246306" x="2609850" y="3371850"/>
          <p14:tracePt t="246322" x="2578100" y="3416300"/>
          <p14:tracePt t="246338" x="2501900" y="3549650"/>
          <p14:tracePt t="246355" x="2463800" y="3581400"/>
          <p14:tracePt t="246372" x="2444750" y="3606800"/>
          <p14:tracePt t="246389" x="2355850" y="3683000"/>
          <p14:tracePt t="246405" x="2330450" y="3702050"/>
          <p14:tracePt t="246422" x="2279650" y="3740150"/>
          <p14:tracePt t="246438" x="2260600" y="3759200"/>
          <p14:tracePt t="246454" x="2216150" y="3797300"/>
          <p14:tracePt t="246472" x="2190750" y="3810000"/>
          <p14:tracePt t="246488" x="2165350" y="3835400"/>
          <p14:tracePt t="246504" x="2139950" y="3867150"/>
          <p14:tracePt t="246521" x="2101850" y="3879850"/>
          <p14:tracePt t="246538" x="2101850" y="3886200"/>
          <p14:tracePt t="246554" x="2082800" y="3892550"/>
          <p14:tracePt t="246571" x="2070100" y="3892550"/>
          <p14:tracePt t="246605" x="2057400" y="3886200"/>
          <p14:tracePt t="246621" x="2057400" y="3873500"/>
          <p14:tracePt t="247111" x="2051050" y="3873500"/>
          <p14:tracePt t="247125" x="2025650" y="3879850"/>
          <p14:tracePt t="247132" x="2000250" y="3886200"/>
          <p14:tracePt t="247146" x="1968500" y="3905250"/>
          <p14:tracePt t="247155" x="1936750" y="3911600"/>
          <p14:tracePt t="247169" x="1905000" y="3917950"/>
          <p14:tracePt t="247186" x="1847850" y="3930650"/>
          <p14:tracePt t="247203" x="1784350" y="3930650"/>
          <p14:tracePt t="247219" x="1739900" y="3943350"/>
          <p14:tracePt t="247235" x="1670050" y="3943350"/>
          <p14:tracePt t="247252" x="1612900" y="3943350"/>
          <p14:tracePt t="247268" x="1587500" y="3943350"/>
          <p14:tracePt t="247285" x="1562100" y="3937000"/>
          <p14:tracePt t="247301" x="1504950" y="3924300"/>
          <p14:tracePt t="247318" x="1485900" y="3924300"/>
          <p14:tracePt t="247336" x="1460500" y="3924300"/>
          <p14:tracePt t="247351" x="1447800" y="3924300"/>
          <p14:tracePt t="247368" x="1422400" y="3924300"/>
          <p14:tracePt t="247385" x="1397000" y="3924300"/>
          <p14:tracePt t="247401" x="1384300" y="3924300"/>
          <p14:tracePt t="247418" x="1346200" y="3930650"/>
          <p14:tracePt t="247435" x="1276350" y="3937000"/>
          <p14:tracePt t="247451" x="1250950" y="3937000"/>
          <p14:tracePt t="247468" x="1168400" y="3937000"/>
          <p14:tracePt t="247484" x="1104900" y="3937000"/>
          <p14:tracePt t="247501" x="1066800" y="3937000"/>
          <p14:tracePt t="247518" x="984250" y="3937000"/>
          <p14:tracePt t="247534" x="920750" y="3937000"/>
          <p14:tracePt t="247551" x="889000" y="3937000"/>
          <p14:tracePt t="247567" x="838200" y="3924300"/>
          <p14:tracePt t="247584" x="800100" y="3924300"/>
          <p14:tracePt t="247601" x="787400" y="3924300"/>
          <p14:tracePt t="247617" x="774700" y="3924300"/>
          <p14:tracePt t="247651" x="762000" y="3924300"/>
          <p14:tracePt t="247684" x="755650" y="3924300"/>
          <p14:tracePt t="247784" x="755650" y="3917950"/>
          <p14:tracePt t="247812" x="749300" y="3917950"/>
          <p14:tracePt t="247855" x="749300" y="3924300"/>
          <p14:tracePt t="248514" x="742950" y="3937000"/>
          <p14:tracePt t="248528" x="742950" y="3943350"/>
          <p14:tracePt t="248535" x="736600" y="3956050"/>
          <p14:tracePt t="248557" x="730250" y="3962400"/>
          <p14:tracePt t="248565" x="730250" y="3975100"/>
          <p14:tracePt t="248584" x="730250" y="3981450"/>
          <p14:tracePt t="248600" x="723900" y="3987800"/>
          <p14:tracePt t="248614" x="717550" y="3994150"/>
          <p14:tracePt t="248631" x="711200" y="4013200"/>
          <p14:tracePt t="248647" x="704850" y="4019550"/>
          <p14:tracePt t="248788" x="704850" y="4025900"/>
          <p14:tracePt t="248830" x="704850" y="4032250"/>
          <p14:tracePt t="248844" x="704850" y="4038600"/>
          <p14:tracePt t="248858" x="711200" y="4044950"/>
          <p14:tracePt t="248866" x="711200" y="4051300"/>
          <p14:tracePt t="248886" x="717550" y="4057650"/>
          <p14:tracePt t="248914" x="723900" y="4057650"/>
          <p14:tracePt t="248935" x="723900" y="4064000"/>
          <p14:tracePt t="248956" x="723900" y="4076700"/>
          <p14:tracePt t="248984" x="723900" y="4083050"/>
          <p14:tracePt t="249005" x="723900" y="4089400"/>
          <p14:tracePt t="249026" x="723900" y="4095750"/>
          <p14:tracePt t="249055" x="723900" y="4102100"/>
          <p14:tracePt t="249076" x="730250" y="4108450"/>
          <p14:tracePt t="249118" x="730250" y="4114800"/>
          <p14:tracePt t="249160" x="730250" y="4121150"/>
          <p14:tracePt t="249167" x="730250" y="4127500"/>
          <p14:tracePt t="249196" x="730250" y="4133850"/>
          <p14:tracePt t="249251" x="730250" y="4140200"/>
          <p14:tracePt t="249279" x="736600" y="4140200"/>
          <p14:tracePt t="249286" x="742950" y="4140200"/>
          <p14:tracePt t="249328" x="749300" y="4140200"/>
          <p14:tracePt t="249335" x="755650" y="4140200"/>
          <p14:tracePt t="249355" x="762000" y="4140200"/>
          <p14:tracePt t="249405" x="768350" y="4140200"/>
          <p14:tracePt t="249427" x="774700" y="4140200"/>
          <p14:tracePt t="249447" x="781050" y="4140200"/>
          <p14:tracePt t="249469" x="787400" y="4133850"/>
          <p14:tracePt t="249497" x="793750" y="4127500"/>
          <p14:tracePt t="249518" x="793750" y="4121150"/>
          <p14:tracePt t="249539" x="793750" y="4114800"/>
          <p14:tracePt t="249546" x="793750" y="4108450"/>
          <p14:tracePt t="249581" x="793750" y="4102100"/>
          <p14:tracePt t="249630" x="793750" y="4095750"/>
          <p14:tracePt t="249637" x="787400" y="4089400"/>
          <p14:tracePt t="249658" x="787400" y="4083050"/>
          <p14:tracePt t="249672" x="781050" y="4083050"/>
          <p14:tracePt t="249680" x="781050" y="4076700"/>
          <p14:tracePt t="249694" x="774700" y="4076700"/>
          <p14:tracePt t="249710" x="774700" y="4064000"/>
          <p14:tracePt t="249729" x="768350" y="4064000"/>
          <p14:tracePt t="249756" x="768350" y="4057650"/>
          <p14:tracePt t="249812" x="762000" y="4051300"/>
          <p14:tracePt t="249819" x="762000" y="4044950"/>
          <p14:tracePt t="249848" x="755650" y="4038600"/>
          <p14:tracePt t="249869" x="755650" y="4032250"/>
          <p14:tracePt t="249889" x="749300" y="4025900"/>
          <p14:tracePt t="249939" x="749300" y="4013200"/>
          <p14:tracePt t="249960" x="742950" y="4013200"/>
          <p14:tracePt t="249967" x="742950" y="4006850"/>
          <p14:tracePt t="249987" x="742950" y="4000500"/>
          <p14:tracePt t="250010" x="736600" y="3994150"/>
          <p14:tracePt t="250030" x="736600" y="3987800"/>
          <p14:tracePt t="250051" x="736600" y="3981450"/>
          <p14:tracePt t="250079" x="736600" y="3975100"/>
          <p14:tracePt t="250100" x="730250" y="3968750"/>
          <p14:tracePt t="250107" x="730250" y="3962400"/>
          <p14:tracePt t="250128" x="730250" y="3956050"/>
          <p14:tracePt t="250149" x="730250" y="3949700"/>
          <p14:tracePt t="250170" x="730250" y="3943350"/>
          <p14:tracePt t="250289" x="730250" y="3949700"/>
          <p14:tracePt t="250303" x="730250" y="3956050"/>
          <p14:tracePt t="250311" x="730250" y="3962400"/>
          <p14:tracePt t="250325" x="730250" y="3968750"/>
          <p14:tracePt t="250341" x="736600" y="4000500"/>
          <p14:tracePt t="250358" x="742950" y="4019550"/>
          <p14:tracePt t="250375" x="742950" y="4070350"/>
          <p14:tracePt t="250391" x="749300" y="4102100"/>
          <p14:tracePt t="250408" x="762000" y="4121150"/>
          <p14:tracePt t="250424" x="762000" y="4140200"/>
          <p14:tracePt t="250441" x="762000" y="4146550"/>
          <p14:tracePt t="250474" x="755650" y="4146550"/>
          <p14:tracePt t="250491" x="755650" y="4140200"/>
          <p14:tracePt t="250508" x="749300" y="4121150"/>
          <p14:tracePt t="250524" x="736600" y="4095750"/>
          <p14:tracePt t="250540" x="730250" y="4076700"/>
          <p14:tracePt t="250557" x="717550" y="4032250"/>
          <p14:tracePt t="250574" x="698500" y="3994150"/>
          <p14:tracePt t="250592" x="685800" y="3949700"/>
          <p14:tracePt t="250607" x="679450" y="3937000"/>
          <p14:tracePt t="250624" x="673100" y="3924300"/>
          <p14:tracePt t="250641" x="666750" y="3924300"/>
          <p14:tracePt t="250682" x="666750" y="3930650"/>
          <p14:tracePt t="250692" x="666750" y="3937000"/>
          <p14:tracePt t="250706" x="666750" y="3943350"/>
          <p14:tracePt t="250723" x="673100" y="3949700"/>
          <p14:tracePt t="250739" x="685800" y="3962400"/>
          <p14:tracePt t="250756" x="692150" y="3962400"/>
          <p14:tracePt t="250773" x="692150" y="3968750"/>
          <p14:tracePt t="250790" x="704850" y="3975100"/>
          <p14:tracePt t="250806" x="723900" y="3987800"/>
          <p14:tracePt t="250823" x="749300" y="4000500"/>
          <p14:tracePt t="250839" x="768350" y="4006850"/>
          <p14:tracePt t="250856" x="800100" y="4006850"/>
          <p14:tracePt t="250873" x="844550" y="4006850"/>
          <p14:tracePt t="250889" x="863600" y="4006850"/>
          <p14:tracePt t="250906" x="882650" y="4006850"/>
          <p14:tracePt t="250923" x="895350" y="4006850"/>
          <p14:tracePt t="250956" x="895350" y="4000500"/>
          <p14:tracePt t="250972" x="889000" y="4000500"/>
          <p14:tracePt t="250992" x="882650" y="4000500"/>
          <p14:tracePt t="251008" x="869950" y="4000500"/>
          <p14:tracePt t="251022" x="863600" y="4013200"/>
          <p14:tracePt t="251039" x="857250" y="4025900"/>
          <p14:tracePt t="251055" x="831850" y="4051300"/>
          <p14:tracePt t="251072" x="819150" y="4070350"/>
          <p14:tracePt t="251088" x="800100" y="4127500"/>
          <p14:tracePt t="251092" x="781050" y="4152900"/>
          <p14:tracePt t="251105" x="774700" y="4178300"/>
          <p14:tracePt t="251122" x="762000" y="4197350"/>
          <p14:tracePt t="251139" x="755650" y="4229100"/>
          <p14:tracePt t="251155" x="749300" y="4254500"/>
          <p14:tracePt t="251172" x="742950" y="4254500"/>
          <p14:tracePt t="251188" x="742950" y="4260850"/>
          <p14:tracePt t="251205" x="749300" y="4235450"/>
          <p14:tracePt t="251221" x="755650" y="4222750"/>
          <p14:tracePt t="251238" x="768350" y="4171950"/>
          <p14:tracePt t="251255" x="768350" y="4095750"/>
          <p14:tracePt t="251273" x="774700" y="3994150"/>
          <p14:tracePt t="251288" x="774700" y="3937000"/>
          <p14:tracePt t="251304" x="774700" y="3835400"/>
          <p14:tracePt t="251321" x="774700" y="3765550"/>
          <p14:tracePt t="251338" x="768350" y="3746500"/>
          <p14:tracePt t="251354" x="768350" y="3727450"/>
          <p14:tracePt t="251371" x="762000" y="3702050"/>
          <p14:tracePt t="251387" x="762000" y="3695700"/>
          <p14:tracePt t="251426" x="762000" y="3702050"/>
          <p14:tracePt t="251437" x="762000" y="3714750"/>
          <p14:tracePt t="251455" x="762000" y="3746500"/>
          <p14:tracePt t="251470" x="768350" y="3765550"/>
          <p14:tracePt t="251487" x="768350" y="3822700"/>
          <p14:tracePt t="251504" x="768350" y="3892550"/>
          <p14:tracePt t="251520" x="768350" y="3930650"/>
          <p14:tracePt t="251537" x="749300" y="4013200"/>
          <p14:tracePt t="251554" x="736600" y="4064000"/>
          <p14:tracePt t="251570" x="736600" y="4076700"/>
          <p14:tracePt t="251587" x="736600" y="4089400"/>
          <p14:tracePt t="251603" x="730250" y="4089400"/>
          <p14:tracePt t="251620" x="723900" y="4089400"/>
          <p14:tracePt t="251637" x="711200" y="4089400"/>
          <p14:tracePt t="251653" x="704850" y="4076700"/>
          <p14:tracePt t="251670" x="692150" y="4076700"/>
          <p14:tracePt t="251687" x="673100" y="4070350"/>
          <p14:tracePt t="251703" x="666750" y="4064000"/>
          <p14:tracePt t="251720" x="641350" y="4057650"/>
          <p14:tracePt t="251736" x="622300" y="4038600"/>
          <p14:tracePt t="251753" x="603250" y="4032250"/>
          <p14:tracePt t="251770" x="558800" y="4006850"/>
          <p14:tracePt t="251786" x="527050" y="3968750"/>
          <p14:tracePt t="251803" x="508000" y="3956050"/>
          <p14:tracePt t="251820" x="488950" y="3937000"/>
          <p14:tracePt t="251836" x="476250" y="3917950"/>
          <p14:tracePt t="251853" x="476250" y="3911600"/>
          <p14:tracePt t="251869" x="476250" y="3905250"/>
          <p14:tracePt t="251886" x="476250" y="3898900"/>
          <p14:tracePt t="251902" x="482600" y="3898900"/>
          <p14:tracePt t="251919" x="495300" y="3898900"/>
          <p14:tracePt t="251936" x="508000" y="3905250"/>
          <p14:tracePt t="251953" x="539750" y="3911600"/>
          <p14:tracePt t="251969" x="571500" y="3917950"/>
          <p14:tracePt t="251986" x="584200" y="3917950"/>
          <p14:tracePt t="252002" x="635000" y="3917950"/>
          <p14:tracePt t="252018" x="654050" y="3917950"/>
          <p14:tracePt t="252035" x="660400" y="3905250"/>
          <p14:tracePt t="252052" x="679450" y="3886200"/>
          <p14:tracePt t="252068" x="685800" y="3879850"/>
          <p14:tracePt t="252135" x="692150" y="3879850"/>
          <p14:tracePt t="252142" x="692150" y="3886200"/>
          <p14:tracePt t="252156" x="692150" y="3892550"/>
          <p14:tracePt t="252168" x="692150" y="3898900"/>
          <p14:tracePt t="252185" x="692150" y="3905250"/>
          <p14:tracePt t="252201" x="692150" y="3911600"/>
          <p14:tracePt t="252219" x="698500" y="3930650"/>
          <p14:tracePt t="252234" x="704850" y="3968750"/>
          <p14:tracePt t="252251" x="704850" y="3994150"/>
          <p14:tracePt t="252268" x="711200" y="4051300"/>
          <p14:tracePt t="252284" x="717550" y="4114800"/>
          <p14:tracePt t="252301" x="730250" y="4159250"/>
          <p14:tracePt t="252318" x="730250" y="4216400"/>
          <p14:tracePt t="252334" x="730250" y="4229100"/>
          <p14:tracePt t="252351" x="736600" y="4254500"/>
          <p14:tracePt t="252368" x="736600" y="4273550"/>
          <p14:tracePt t="252401" x="736600" y="4279900"/>
          <p14:tracePt t="252417" x="736600" y="4286250"/>
          <p14:tracePt t="252444" x="730250" y="4292600"/>
          <p14:tracePt t="252465" x="723900" y="4292600"/>
          <p14:tracePt t="252521" x="730250" y="4286250"/>
          <p14:tracePt t="252535" x="730250" y="4279900"/>
          <p14:tracePt t="252556" x="742950" y="4273550"/>
          <p14:tracePt t="252805" x="736600" y="4267200"/>
          <p14:tracePt t="252819" x="717550" y="4248150"/>
          <p14:tracePt t="252825" x="698500" y="4235450"/>
          <p14:tracePt t="252840" x="679450" y="4222750"/>
          <p14:tracePt t="252849" x="654050" y="4203700"/>
          <p14:tracePt t="252866" x="635000" y="4178300"/>
          <p14:tracePt t="252883" x="577850" y="4146550"/>
          <p14:tracePt t="252899" x="527050" y="4108450"/>
          <p14:tracePt t="252916" x="514350" y="4095750"/>
          <p14:tracePt t="252932" x="488950" y="4070350"/>
          <p14:tracePt t="252949" x="476250" y="4044950"/>
          <p14:tracePt t="252966" x="469900" y="4032250"/>
          <p14:tracePt t="252982" x="463550" y="4019550"/>
          <p14:tracePt t="252999" x="463550" y="4006850"/>
          <p14:tracePt t="253050" x="463550" y="4000500"/>
          <p14:tracePt t="253099" x="463550" y="3994150"/>
          <p14:tracePt t="253246" x="469900" y="3994150"/>
          <p14:tracePt t="253261" x="476250" y="3994150"/>
          <p14:tracePt t="253275" x="488950" y="3994150"/>
          <p14:tracePt t="253289" x="495300" y="3994150"/>
          <p14:tracePt t="253297" x="501650" y="3994150"/>
          <p14:tracePt t="253314" x="508000" y="3994150"/>
          <p14:tracePt t="253331" x="527050" y="3994150"/>
          <p14:tracePt t="253348" x="577850" y="3975100"/>
          <p14:tracePt t="253364" x="609600" y="3968750"/>
          <p14:tracePt t="253381" x="679450" y="3956050"/>
          <p14:tracePt t="253398" x="723900" y="3949700"/>
          <p14:tracePt t="253414" x="806450" y="3930650"/>
          <p14:tracePt t="253431" x="882650" y="3930650"/>
          <p14:tracePt t="253447" x="927100" y="3924300"/>
          <p14:tracePt t="253464" x="1003300" y="3924300"/>
          <p14:tracePt t="253480" x="1073150" y="3917950"/>
          <p14:tracePt t="253497" x="1092200" y="3917950"/>
          <p14:tracePt t="253514" x="1143000" y="3917950"/>
          <p14:tracePt t="253530" x="1174750" y="3917950"/>
          <p14:tracePt t="253547" x="1187450" y="3917950"/>
          <p14:tracePt t="253563" x="1212850" y="3917950"/>
          <p14:tracePt t="253580" x="1225550" y="3917950"/>
          <p14:tracePt t="253613" x="1238250" y="3917950"/>
          <p14:tracePt t="253630" x="1244600" y="3924300"/>
          <p14:tracePt t="253648" x="1257300" y="3937000"/>
          <p14:tracePt t="253663" x="1257300" y="3943350"/>
          <p14:tracePt t="253680" x="1263650" y="3949700"/>
          <p14:tracePt t="253697" x="1282700" y="3962400"/>
          <p14:tracePt t="253713" x="1289050" y="3975100"/>
          <p14:tracePt t="253729" x="1295400" y="3981450"/>
          <p14:tracePt t="253746" x="1320800" y="4006850"/>
          <p14:tracePt t="253762" x="1346200" y="4025900"/>
          <p14:tracePt t="253780" x="1371600" y="4044950"/>
          <p14:tracePt t="253796" x="1377950" y="4051300"/>
          <p14:tracePt t="253813" x="1390650" y="4057650"/>
          <p14:tracePt t="253829" x="1390650" y="4064000"/>
          <p14:tracePt t="253846" x="1390650" y="4070350"/>
          <p14:tracePt t="253879" x="1397000" y="4076700"/>
          <p14:tracePt t="253912" x="1403350" y="4083050"/>
          <p14:tracePt t="253929" x="1409700" y="4095750"/>
          <p14:tracePt t="253945" x="1416050" y="4102100"/>
          <p14:tracePt t="253962" x="1422400" y="4114800"/>
          <p14:tracePt t="253979" x="1473200" y="4171950"/>
          <p14:tracePt t="253995" x="1485900" y="4191000"/>
          <p14:tracePt t="254012" x="1517650" y="4229100"/>
          <p14:tracePt t="254029" x="1543050" y="4241800"/>
          <p14:tracePt t="254045" x="1568450" y="4267200"/>
          <p14:tracePt t="254062" x="1587500" y="4279900"/>
          <p14:tracePt t="254078" x="1593850" y="4286250"/>
          <p14:tracePt t="254095" x="1606550" y="4298950"/>
          <p14:tracePt t="254111" x="1606550" y="4305300"/>
          <p14:tracePt t="254145" x="1619250" y="4305300"/>
          <p14:tracePt t="255415" x="1593850" y="4298950"/>
          <p14:tracePt t="255421" x="1549400" y="4292600"/>
          <p14:tracePt t="255436" x="1498600" y="4286250"/>
          <p14:tracePt t="255443" x="1441450" y="4273550"/>
          <p14:tracePt t="255457" x="1390650" y="4273550"/>
          <p14:tracePt t="255473" x="1250950" y="4248150"/>
          <p14:tracePt t="255490" x="1181100" y="4235450"/>
          <p14:tracePt t="255507" x="1035050" y="4197350"/>
          <p14:tracePt t="255523" x="927100" y="4159250"/>
          <p14:tracePt t="255541" x="869950" y="4146550"/>
          <p14:tracePt t="255556" x="806450" y="4102100"/>
          <p14:tracePt t="255573" x="793750" y="4089400"/>
          <p14:tracePt t="255591" x="774700" y="4064000"/>
          <p14:tracePt t="255606" x="774700" y="4057650"/>
          <p14:tracePt t="255623" x="774700" y="4051300"/>
          <p14:tracePt t="255656" x="781050" y="4051300"/>
          <p14:tracePt t="255673" x="787400" y="4051300"/>
          <p14:tracePt t="255689" x="800100" y="4051300"/>
          <p14:tracePt t="255706" x="812800" y="4051300"/>
          <p14:tracePt t="255723" x="819150" y="4051300"/>
          <p14:tracePt t="255756" x="825500" y="4051300"/>
          <p14:tracePt t="255801" x="831850" y="4051300"/>
          <p14:tracePt t="255843" x="838200" y="4051300"/>
          <p14:tracePt t="255884" x="844550" y="4044950"/>
          <p14:tracePt t="255913" x="850900" y="4044950"/>
          <p14:tracePt t="255940" x="857250" y="4038600"/>
          <p14:tracePt t="256004" x="863600" y="4038600"/>
          <p14:tracePt t="256032" x="869950" y="4038600"/>
          <p14:tracePt t="256102" x="876300" y="4038600"/>
          <p14:tracePt t="256151" x="882650" y="4038600"/>
          <p14:tracePt t="256207" x="889000" y="4044950"/>
          <p14:tracePt t="256284" x="895350" y="4044950"/>
          <p14:tracePt t="256432" x="901700" y="4044950"/>
          <p14:tracePt t="256446" x="908050" y="4044950"/>
          <p14:tracePt t="256453" x="914400" y="4044950"/>
          <p14:tracePt t="256467" x="920750" y="4044950"/>
          <p14:tracePt t="256474" x="927100" y="4044950"/>
          <p14:tracePt t="256489" x="933450" y="4044950"/>
          <p14:tracePt t="256503" x="958850" y="4044950"/>
          <p14:tracePt t="256519" x="977900" y="4044950"/>
          <p14:tracePt t="256537" x="1047750" y="4038600"/>
          <p14:tracePt t="256553" x="1098550" y="4038600"/>
          <p14:tracePt t="256569" x="1244600" y="4032250"/>
          <p14:tracePt t="256587" x="1447800" y="4013200"/>
          <p14:tracePt t="256603" x="1549400" y="3987800"/>
          <p14:tracePt t="256619" x="1816100" y="3898900"/>
          <p14:tracePt t="256636" x="2120900" y="3778250"/>
          <p14:tracePt t="256653" x="2266950" y="3708400"/>
          <p14:tracePt t="256671" x="2463800" y="3581400"/>
          <p14:tracePt t="256686" x="2616200" y="3467100"/>
          <p14:tracePt t="256703" x="2667000" y="3409950"/>
          <p14:tracePt t="256719" x="2730500" y="3308350"/>
          <p14:tracePt t="256736" x="2749550" y="3213100"/>
          <p14:tracePt t="256752" x="2749550" y="3136900"/>
          <p14:tracePt t="256769" x="2736850" y="3003550"/>
          <p14:tracePt t="256785" x="2698750" y="2882900"/>
          <p14:tracePt t="256802" x="2679700" y="2838450"/>
          <p14:tracePt t="256819" x="2667000" y="2819400"/>
          <p14:tracePt t="257198" x="2654300" y="2819400"/>
          <p14:tracePt t="257219" x="2647950" y="2819400"/>
          <p14:tracePt t="257275" x="2641600" y="2819400"/>
          <p14:tracePt t="257324" x="2641600" y="2825750"/>
          <p14:tracePt t="257338" x="2641600" y="2838450"/>
          <p14:tracePt t="257345" x="2641600" y="2844800"/>
          <p14:tracePt t="257359" x="2641600" y="2851150"/>
          <p14:tracePt t="257368" x="2641600" y="2863850"/>
          <p14:tracePt t="257384" x="2641600" y="2876550"/>
          <p14:tracePt t="257400" x="2641600" y="2889250"/>
          <p14:tracePt t="257417" x="2641600" y="2895600"/>
          <p14:tracePt t="257450" x="2641600" y="2901950"/>
          <p14:tracePt t="257555" x="2647950" y="2901950"/>
          <p14:tracePt t="257590" x="2654300" y="2901950"/>
          <p14:tracePt t="257618" x="2660650" y="2901950"/>
          <p14:tracePt t="257695" x="2667000" y="2901950"/>
          <p14:tracePt t="257717" x="2673350" y="2895600"/>
          <p14:tracePt t="257730" x="2673350" y="2889250"/>
          <p14:tracePt t="257738" x="2679700" y="2882900"/>
          <p14:tracePt t="257749" x="2686050" y="2882900"/>
          <p14:tracePt t="257766" x="2717800" y="2863850"/>
          <p14:tracePt t="257782" x="2730500" y="2857500"/>
          <p14:tracePt t="257799" x="2755900" y="2851150"/>
          <p14:tracePt t="257815" x="2819400" y="2819400"/>
          <p14:tracePt t="257832" x="2832100" y="2813050"/>
          <p14:tracePt t="257849" x="2851150" y="2806700"/>
          <p14:tracePt t="257865" x="2870200" y="2800350"/>
          <p14:tracePt t="257882" x="2876550" y="2794000"/>
          <p14:tracePt t="257899" x="2889250" y="2794000"/>
          <p14:tracePt t="257997" x="2895600" y="2794000"/>
          <p14:tracePt t="258060" x="2889250" y="2800350"/>
          <p14:tracePt t="258067" x="2882900" y="2800350"/>
          <p14:tracePt t="258082" x="2882900" y="2806700"/>
          <p14:tracePt t="258098" x="2870200" y="2819400"/>
          <p14:tracePt t="258114" x="2857500" y="2832100"/>
          <p14:tracePt t="258132" x="2819400" y="2863850"/>
          <p14:tracePt t="258148" x="2800350" y="2889250"/>
          <p14:tracePt t="258165" x="2743200" y="2946400"/>
          <p14:tracePt t="258180" x="2686050" y="3003550"/>
          <p14:tracePt t="258198" x="2654300" y="3028950"/>
          <p14:tracePt t="258214" x="2603500" y="3079750"/>
          <p14:tracePt t="258231" x="2552700" y="3124200"/>
          <p14:tracePt t="258247" x="2527300" y="3136900"/>
          <p14:tracePt t="258264" x="2495550" y="3155950"/>
          <p14:tracePt t="258280" x="2476500" y="3168650"/>
          <p14:tracePt t="258297" x="2470150" y="3168650"/>
          <p14:tracePt t="258314" x="2463800" y="3175000"/>
          <p14:tracePt t="258397" x="2463800" y="3168650"/>
          <p14:tracePt t="258411" x="2463800" y="3162300"/>
          <p14:tracePt t="258418" x="2470150" y="3155950"/>
          <p14:tracePt t="258432" x="2476500" y="3155950"/>
          <p14:tracePt t="258446" x="2482850" y="3143250"/>
          <p14:tracePt t="258463" x="2482850" y="3136900"/>
          <p14:tracePt t="258480" x="2489200" y="3130550"/>
          <p14:tracePt t="258496" x="2501900" y="3111500"/>
          <p14:tracePt t="258513" x="2514600" y="3098800"/>
          <p14:tracePt t="258530" x="2527300" y="3073400"/>
          <p14:tracePt t="258547" x="2540000" y="3048000"/>
          <p14:tracePt t="258565" x="2565400" y="2990850"/>
          <p14:tracePt t="258580" x="2603500" y="2914650"/>
          <p14:tracePt t="258596" x="2616200" y="2882900"/>
          <p14:tracePt t="258613" x="2641600" y="2832100"/>
          <p14:tracePt t="258629" x="2654300" y="2806700"/>
          <p14:tracePt t="258646" x="2660650" y="2800350"/>
          <p14:tracePt t="258663" x="2660650" y="2787650"/>
          <p14:tracePt t="258680" x="2660650" y="2781300"/>
          <p14:tracePt t="258768" x="2654300" y="2781300"/>
          <p14:tracePt t="258817" x="2647950" y="2781300"/>
          <p14:tracePt t="258902" x="2654300" y="2781300"/>
          <p14:tracePt t="258908" x="2667000" y="2781300"/>
          <p14:tracePt t="258923" x="2673350" y="2781300"/>
          <p14:tracePt t="258931" x="2692400" y="2781300"/>
          <p14:tracePt t="258944" x="2711450" y="2781300"/>
          <p14:tracePt t="258961" x="2768600" y="2781300"/>
          <p14:tracePt t="258978" x="2819400" y="2781300"/>
          <p14:tracePt t="258994" x="2844800" y="2781300"/>
          <p14:tracePt t="259011" x="2895600" y="2781300"/>
          <p14:tracePt t="259028" x="2921000" y="2781300"/>
          <p14:tracePt t="259044" x="2933700" y="2781300"/>
          <p14:tracePt t="259061" x="2940050" y="2781300"/>
          <p14:tracePt t="259078" x="2933700" y="2768600"/>
          <p14:tracePt t="259094" x="2921000" y="2768600"/>
          <p14:tracePt t="259112" x="2889250" y="2762250"/>
          <p14:tracePt t="259127" x="2863850" y="2762250"/>
          <p14:tracePt t="259145" x="2800350" y="2762250"/>
          <p14:tracePt t="259162" x="2711450" y="2762250"/>
          <p14:tracePt t="259178" x="2667000" y="2762250"/>
          <p14:tracePt t="259181" x="2641600" y="2762250"/>
          <p14:tracePt t="259194" x="2609850" y="2762250"/>
          <p14:tracePt t="259211" x="2597150" y="2762250"/>
          <p14:tracePt t="259227" x="2590800" y="2762250"/>
          <p14:tracePt t="259244" x="2578100" y="2762250"/>
          <p14:tracePt t="259280" x="2578100" y="2755900"/>
          <p14:tracePt t="259294" x="2584450" y="2755900"/>
          <p14:tracePt t="259310" x="2603500" y="2749550"/>
          <p14:tracePt t="259326" x="2616200" y="2749550"/>
          <p14:tracePt t="259344" x="2654300" y="2743200"/>
          <p14:tracePt t="259360" x="2724150" y="2736850"/>
          <p14:tracePt t="259377" x="2749550" y="2730500"/>
          <p14:tracePt t="259393" x="2819400" y="2711450"/>
          <p14:tracePt t="259410" x="2851150" y="2711450"/>
          <p14:tracePt t="259428" x="2901950" y="2705100"/>
          <p14:tracePt t="259443" x="2914650" y="2705100"/>
          <p14:tracePt t="259477" x="2921000" y="2698750"/>
          <p14:tracePt t="259518" x="2927350" y="2698750"/>
          <p14:tracePt t="259568" x="2921000" y="2698750"/>
          <p14:tracePt t="259589" x="2914650" y="2698750"/>
          <p14:tracePt t="259610" x="2901950" y="2698750"/>
          <p14:tracePt t="259624" x="2895600" y="2705100"/>
          <p14:tracePt t="259631" x="2876550" y="2711450"/>
          <p14:tracePt t="259643" x="2863850" y="2717800"/>
          <p14:tracePt t="259659" x="2806700" y="2724150"/>
          <p14:tracePt t="259676" x="2774950" y="2743200"/>
          <p14:tracePt t="259695" x="2711450" y="2762250"/>
          <p14:tracePt t="259709" x="2660650" y="2781300"/>
          <p14:tracePt t="259725" x="2641600" y="2787650"/>
          <p14:tracePt t="259743" x="2616200" y="2800350"/>
          <p14:tracePt t="259758" x="2609850" y="2806700"/>
          <p14:tracePt t="259775" x="2609850" y="2813050"/>
          <p14:tracePt t="259792" x="2616200" y="2813050"/>
          <p14:tracePt t="259808" x="2641600" y="2813050"/>
          <p14:tracePt t="259825" x="2686050" y="2806700"/>
          <p14:tracePt t="259842" x="2755900" y="2800350"/>
          <p14:tracePt t="259858" x="2806700" y="2800350"/>
          <p14:tracePt t="259875" x="2882900" y="2774950"/>
          <p14:tracePt t="259891" x="2940050" y="2762250"/>
          <p14:tracePt t="259908" x="2971800" y="2743200"/>
          <p14:tracePt t="259925" x="2990850" y="2717800"/>
          <p14:tracePt t="259941" x="2997200" y="2705100"/>
          <p14:tracePt t="259959" x="2997200" y="2692400"/>
          <p14:tracePt t="259975" x="2990850" y="2686050"/>
          <p14:tracePt t="260492" x="2952750" y="2686050"/>
          <p14:tracePt t="260499" x="2914650" y="2686050"/>
          <p14:tracePt t="260513" x="2863850" y="2686050"/>
          <p14:tracePt t="260522" x="2806700" y="2698750"/>
          <p14:tracePt t="260539" x="2768600" y="2705100"/>
          <p14:tracePt t="260556" x="2667000" y="2736850"/>
          <p14:tracePt t="260573" x="2571750" y="2774950"/>
          <p14:tracePt t="260589" x="2527300" y="2800350"/>
          <p14:tracePt t="260605" x="2470150" y="2838450"/>
          <p14:tracePt t="260622" x="2451100" y="2851150"/>
          <p14:tracePt t="260639" x="2425700" y="2908300"/>
          <p14:tracePt t="260655" x="2425700" y="2927350"/>
          <p14:tracePt t="260672" x="2425700" y="2952750"/>
          <p14:tracePt t="260689" x="2425700" y="2997200"/>
          <p14:tracePt t="260706" x="2444750" y="3041650"/>
          <p14:tracePt t="260710" x="2457450" y="3054350"/>
          <p14:tracePt t="260725" x="2470150" y="3067050"/>
          <p14:tracePt t="260738" x="2495550" y="3073400"/>
          <p14:tracePt t="260756" x="2540000" y="3079750"/>
          <p14:tracePt t="260772" x="2571750" y="3079750"/>
          <p14:tracePt t="260789" x="2628900" y="3067050"/>
          <p14:tracePt t="260805" x="2730500" y="3009900"/>
          <p14:tracePt t="260822" x="2819400" y="2946400"/>
          <p14:tracePt t="260838" x="2870200" y="2908300"/>
          <p14:tracePt t="260855" x="2921000" y="2863850"/>
          <p14:tracePt t="260871" x="2933700" y="2838450"/>
          <p14:tracePt t="260888" x="2933700" y="2825750"/>
          <p14:tracePt t="260905" x="2933700" y="2813050"/>
          <p14:tracePt t="260921" x="2895600" y="2762250"/>
          <p14:tracePt t="260938" x="2870200" y="2749550"/>
          <p14:tracePt t="260956" x="2825750" y="2743200"/>
          <p14:tracePt t="260971" x="2794000" y="2736850"/>
          <p14:tracePt t="260988" x="2724150" y="2736850"/>
          <p14:tracePt t="261004" x="2654300" y="2749550"/>
          <p14:tracePt t="261021" x="2635250" y="2762250"/>
          <p14:tracePt t="261038" x="2584450" y="2794000"/>
          <p14:tracePt t="261054" x="2559050" y="2819400"/>
          <p14:tracePt t="261071" x="2559050" y="2825750"/>
          <p14:tracePt t="261089" x="2552700" y="2844800"/>
          <p14:tracePt t="261120" x="2559050" y="2844800"/>
          <p14:tracePt t="261614" x="2565400" y="2851150"/>
          <p14:tracePt t="261621" x="2571750" y="2851150"/>
          <p14:tracePt t="261636" x="2571750" y="2857500"/>
          <p14:tracePt t="261642" x="2578100" y="2863850"/>
          <p14:tracePt t="261656" x="2590800" y="2870200"/>
          <p14:tracePt t="261668" x="2590800" y="2876550"/>
          <p14:tracePt t="261685" x="2616200" y="2889250"/>
          <p14:tracePt t="261702" x="2628900" y="2895600"/>
          <p14:tracePt t="261719" x="2679700" y="2901950"/>
          <p14:tracePt t="261735" x="2736850" y="2908300"/>
          <p14:tracePt t="261752" x="2781300" y="2908300"/>
          <p14:tracePt t="261769" x="2857500" y="2908300"/>
          <p14:tracePt t="261785" x="2933700" y="2882900"/>
          <p14:tracePt t="261802" x="2959100" y="2876550"/>
          <p14:tracePt t="261818" x="3003550" y="2838450"/>
          <p14:tracePt t="261835" x="3028950" y="2819400"/>
          <p14:tracePt t="261852" x="3035300" y="2806700"/>
          <p14:tracePt t="261868" x="3035300" y="2774950"/>
          <p14:tracePt t="261884" x="3028950" y="2755900"/>
          <p14:tracePt t="261902" x="2984500" y="2686050"/>
          <p14:tracePt t="261918" x="2965450" y="2673350"/>
          <p14:tracePt t="261935" x="2933700" y="2654300"/>
          <p14:tracePt t="261951" x="2876550" y="2641600"/>
          <p14:tracePt t="261967" x="2806700" y="2635250"/>
          <p14:tracePt t="261985" x="2755900" y="2635250"/>
          <p14:tracePt t="262001" x="2673350" y="2660650"/>
          <p14:tracePt t="262017" x="2597150" y="2698750"/>
          <p14:tracePt t="262035" x="2533650" y="2736850"/>
          <p14:tracePt t="262051" x="2520950" y="2755900"/>
          <p14:tracePt t="262067" x="2489200" y="2787650"/>
          <p14:tracePt t="262084" x="2489200" y="2825750"/>
          <p14:tracePt t="262101" x="2489200" y="2838450"/>
          <p14:tracePt t="262117" x="2508250" y="2889250"/>
          <p14:tracePt t="262134" x="2527300" y="2952750"/>
          <p14:tracePt t="262150" x="2552700" y="2971800"/>
          <p14:tracePt t="262167" x="2571750" y="2997200"/>
          <p14:tracePt t="262184" x="2660650" y="3060700"/>
          <p14:tracePt t="262200" x="2679700" y="3073400"/>
          <p14:tracePt t="262217" x="2736850" y="3073400"/>
          <p14:tracePt t="262233" x="2768600" y="3067050"/>
          <p14:tracePt t="262250" x="2838450" y="3016250"/>
          <p14:tracePt t="262267" x="2889250" y="2933700"/>
          <p14:tracePt t="262284" x="2908300" y="2895600"/>
          <p14:tracePt t="262300" x="2914650" y="2838450"/>
          <p14:tracePt t="262317" x="2914650" y="2800350"/>
          <p14:tracePt t="262333" x="2908300" y="2787650"/>
          <p14:tracePt t="262350" x="2882900" y="2781300"/>
          <p14:tracePt t="263236" x="2863850" y="2806700"/>
          <p14:tracePt t="263250" x="2838450" y="2844800"/>
          <p14:tracePt t="263257" x="2813050" y="2876550"/>
          <p14:tracePt t="263266" x="2787650" y="2908300"/>
          <p14:tracePt t="263279" x="2762250" y="2940050"/>
          <p14:tracePt t="263296" x="2743200" y="2971800"/>
          <p14:tracePt t="263313" x="2705100" y="3028950"/>
          <p14:tracePt t="263330" x="2673350" y="3079750"/>
          <p14:tracePt t="263347" x="2654300" y="3111500"/>
          <p14:tracePt t="263364" x="2603500" y="3175000"/>
          <p14:tracePt t="263379" x="2565400" y="3238500"/>
          <p14:tracePt t="263397" x="2527300" y="3295650"/>
          <p14:tracePt t="263413" x="2520950" y="3321050"/>
          <p14:tracePt t="263429" x="2489200" y="3384550"/>
          <p14:tracePt t="263446" x="2470150" y="3435350"/>
          <p14:tracePt t="263463" x="2463800" y="3454400"/>
          <p14:tracePt t="263479" x="2457450" y="3479800"/>
          <p14:tracePt t="263496" x="2457450" y="3486150"/>
          <p14:tracePt t="263530" x="2463800" y="3486150"/>
          <p14:tracePt t="263545" x="2463800" y="3467100"/>
          <p14:tracePt t="265640" x="2476500" y="3454400"/>
          <p14:tracePt t="265647" x="2495550" y="3429000"/>
          <p14:tracePt t="265661" x="2508250" y="3403600"/>
          <p14:tracePt t="265671" x="2520950" y="3371850"/>
          <p14:tracePt t="265689" x="2527300" y="3352800"/>
          <p14:tracePt t="265705" x="2533650" y="3302000"/>
          <p14:tracePt t="265721" x="2533650" y="3270250"/>
          <p14:tracePt t="265738" x="2533650" y="3238500"/>
          <p14:tracePt t="265754" x="2527300" y="3225800"/>
          <p14:tracePt t="265771" x="2527300" y="3200400"/>
          <p14:tracePt t="265788" x="2527300" y="3181350"/>
          <p14:tracePt t="265804" x="2527300" y="3168650"/>
          <p14:tracePt t="265821" x="2533650" y="3168650"/>
          <p14:tracePt t="265824" x="2533650" y="3162300"/>
          <p14:tracePt t="265892" x="2533650" y="3155950"/>
          <p14:tracePt t="265976" x="2540000" y="3155950"/>
          <p14:tracePt t="266018" x="2546350" y="3143250"/>
          <p14:tracePt t="266025" x="2546350" y="3136900"/>
          <p14:tracePt t="266047" x="2552700" y="3130550"/>
          <p14:tracePt t="271462" x="2571750" y="3130550"/>
          <p14:tracePt t="271469" x="2578100" y="3124200"/>
          <p14:tracePt t="271476" x="2578100" y="3111500"/>
          <p14:tracePt t="271484" x="2590800" y="3098800"/>
          <p14:tracePt t="271501" x="2603500" y="3073400"/>
          <p14:tracePt t="271518" x="2628900" y="3003550"/>
          <p14:tracePt t="271534" x="2647950" y="2952750"/>
          <p14:tracePt t="271551" x="2667000" y="2908300"/>
          <p14:tracePt t="271568" x="2673350" y="2857500"/>
          <p14:tracePt t="271584" x="2673350" y="2825750"/>
          <p14:tracePt t="271602" x="2673350" y="2781300"/>
          <p14:tracePt t="271617" x="2667000" y="2736850"/>
          <p14:tracePt t="271634" x="2660650" y="2698750"/>
          <p14:tracePt t="271651" x="2635250" y="2641600"/>
          <p14:tracePt t="271667" x="2622550" y="2590800"/>
          <p14:tracePt t="271684" x="2622550" y="2571750"/>
          <p14:tracePt t="271701" x="2609850" y="2546350"/>
          <p14:tracePt t="271718" x="2609850" y="2533650"/>
          <p14:tracePt t="271734" x="2603500" y="2514600"/>
          <p14:tracePt t="271750" x="2597150" y="2495550"/>
          <p14:tracePt t="271767" x="2597150" y="2489200"/>
          <p14:tracePt t="271784" x="2590800" y="2470150"/>
          <p14:tracePt t="271800" x="2590800" y="2444750"/>
          <p14:tracePt t="271817" x="2584450" y="2425700"/>
          <p14:tracePt t="271834" x="2559050" y="2343150"/>
          <p14:tracePt t="271850" x="2540000" y="2209800"/>
          <p14:tracePt t="271867" x="2520950" y="2127250"/>
          <p14:tracePt t="271884" x="2482850" y="1974850"/>
          <p14:tracePt t="271900" x="2451100" y="1841500"/>
          <p14:tracePt t="271918" x="2432050" y="1765300"/>
          <p14:tracePt t="271933" x="2425700" y="1746250"/>
          <p14:tracePt t="271950" x="2425700" y="1727200"/>
          <p14:tracePt t="271967" x="2425700" y="1720850"/>
          <p14:tracePt t="272009" x="2425700" y="1733550"/>
          <p14:tracePt t="272017" x="2425700" y="1746250"/>
          <p14:tracePt t="272034" x="2425700" y="1765300"/>
          <p14:tracePt t="272050" x="2425700" y="1784350"/>
          <p14:tracePt t="272066" x="2432050" y="1943100"/>
          <p14:tracePt t="272083" x="2444750" y="2006600"/>
          <p14:tracePt t="272100" x="2463800" y="2165350"/>
          <p14:tracePt t="272116" x="2470150" y="2241550"/>
          <p14:tracePt t="272132" x="2495550" y="2432050"/>
          <p14:tracePt t="272149" x="2514600" y="2635250"/>
          <p14:tracePt t="272165" x="2533650" y="2755900"/>
          <p14:tracePt t="272183" x="2552700" y="2933700"/>
          <p14:tracePt t="272199" x="2584450" y="3067050"/>
          <p14:tracePt t="272216" x="2590800" y="3105150"/>
          <p14:tracePt t="272232" x="2603500" y="3155950"/>
          <p14:tracePt t="272249" x="2603500" y="3187700"/>
          <p14:tracePt t="272265" x="2603500" y="3194050"/>
          <p14:tracePt t="272283" x="2603500" y="3206750"/>
          <p14:tracePt t="272298" x="2603500" y="3213100"/>
          <p14:tracePt t="272387" x="2609850" y="3213100"/>
          <p14:tracePt t="272401" x="2616200" y="3213100"/>
          <p14:tracePt t="272408" x="2628900" y="3213100"/>
          <p14:tracePt t="272422" x="2647950" y="3213100"/>
          <p14:tracePt t="272431" x="2667000" y="3206750"/>
          <p14:tracePt t="272448" x="2692400" y="3200400"/>
          <p14:tracePt t="272465" x="2749550" y="3175000"/>
          <p14:tracePt t="272481" x="2844800" y="3149600"/>
          <p14:tracePt t="272498" x="2901950" y="3130550"/>
          <p14:tracePt t="272514" x="2997200" y="3105150"/>
          <p14:tracePt t="272531" x="3111500" y="3067050"/>
          <p14:tracePt t="272548" x="3162300" y="3041650"/>
          <p14:tracePt t="272565" x="3238500" y="3003550"/>
          <p14:tracePt t="272581" x="3295650" y="2965450"/>
          <p14:tracePt t="272598" x="3321050" y="2946400"/>
          <p14:tracePt t="272614" x="3327400" y="2940050"/>
          <p14:tracePt t="272647" x="3308350" y="2933700"/>
          <p14:tracePt t="272664" x="3295650" y="2933700"/>
          <p14:tracePt t="272682" x="3276600" y="2933700"/>
          <p14:tracePt t="272697" x="3257550" y="2933700"/>
          <p14:tracePt t="272714" x="3225800" y="2933700"/>
          <p14:tracePt t="272731" x="3181350" y="2946400"/>
          <p14:tracePt t="272747" x="3155950" y="2952750"/>
          <p14:tracePt t="272764" x="3111500" y="2959100"/>
          <p14:tracePt t="272780" x="3079750" y="2978150"/>
          <p14:tracePt t="272797" x="3060700" y="2990850"/>
          <p14:tracePt t="272813" x="3028950" y="3022600"/>
          <p14:tracePt t="272830" x="3009900" y="3048000"/>
          <p14:tracePt t="272847" x="3009900" y="3054350"/>
          <p14:tracePt t="272864" x="3003550" y="3060700"/>
          <p14:tracePt t="272880" x="3003550" y="3067050"/>
          <p14:tracePt t="272897" x="3003550" y="3073400"/>
          <p14:tracePt t="272914" x="3009900" y="3079750"/>
          <p14:tracePt t="272930" x="3028950" y="3092450"/>
          <p14:tracePt t="272946" x="3041650" y="3098800"/>
          <p14:tracePt t="272963" x="3079750" y="3111500"/>
          <p14:tracePt t="272980" x="3098800" y="3111500"/>
          <p14:tracePt t="272997" x="3194050" y="3117850"/>
          <p14:tracePt t="273013" x="3251200" y="3117850"/>
          <p14:tracePt t="273029" x="3276600" y="3117850"/>
          <p14:tracePt t="273046" x="3346450" y="3092450"/>
          <p14:tracePt t="273063" x="3390900" y="3079750"/>
          <p14:tracePt t="273079" x="3409950" y="3073400"/>
          <p14:tracePt t="273096" x="3422650" y="3067050"/>
          <p14:tracePt t="273113" x="3422650" y="3060700"/>
          <p14:tracePt t="273129" x="3416300" y="3054350"/>
          <p14:tracePt t="273145" x="3384550" y="3048000"/>
          <p14:tracePt t="273162" x="3346450" y="3041650"/>
          <p14:tracePt t="273180" x="3276600" y="3035300"/>
          <p14:tracePt t="273195" x="3219450" y="3022600"/>
          <p14:tracePt t="273212" x="3092450" y="3003550"/>
          <p14:tracePt t="273229" x="2946400" y="2978150"/>
          <p14:tracePt t="273245" x="2870200" y="2959100"/>
          <p14:tracePt t="273262" x="2800350" y="2927350"/>
          <p14:tracePt t="273279" x="2628900" y="2844800"/>
          <p14:tracePt t="273295" x="2584450" y="2825750"/>
          <p14:tracePt t="273313" x="2546350" y="2800350"/>
          <p14:tracePt t="273328" x="2533650" y="2781300"/>
          <p14:tracePt t="273345" x="2527300" y="2774950"/>
          <p14:tracePt t="273362" x="2527300" y="2749550"/>
          <p14:tracePt t="273395" x="2527300" y="2743200"/>
          <p14:tracePt t="273412" x="2527300" y="2730500"/>
          <p14:tracePt t="273444" x="2527300" y="2724150"/>
          <p14:tracePt t="273523" x="2527300" y="2730500"/>
          <p14:tracePt t="273530" x="2533650" y="2743200"/>
          <p14:tracePt t="273551" x="2546350" y="2755900"/>
          <p14:tracePt t="273561" x="2565400" y="2781300"/>
          <p14:tracePt t="273578" x="2590800" y="2813050"/>
          <p14:tracePt t="273594" x="2673350" y="2882900"/>
          <p14:tracePt t="273611" x="2717800" y="2933700"/>
          <p14:tracePt t="273628" x="2844800" y="3041650"/>
          <p14:tracePt t="273644" x="2876550" y="3060700"/>
          <p14:tracePt t="273661" x="2895600" y="3079750"/>
          <p14:tracePt t="273677" x="2927350" y="3105150"/>
          <p14:tracePt t="273694" x="2933700" y="3111500"/>
          <p14:tracePt t="273727" x="2914650" y="3098800"/>
          <p14:tracePt t="273743" x="2863850" y="3073400"/>
          <p14:tracePt t="273761" x="2819400" y="3048000"/>
          <p14:tracePt t="273777" x="2705100" y="3003550"/>
          <p14:tracePt t="273793" x="2571750" y="2946400"/>
          <p14:tracePt t="273811" x="2514600" y="2927350"/>
          <p14:tracePt t="273827" x="2406650" y="2889250"/>
          <p14:tracePt t="273843" x="2330450" y="2870200"/>
          <p14:tracePt t="273860" x="2292350" y="2857500"/>
          <p14:tracePt t="273876" x="2279650" y="2857500"/>
          <p14:tracePt t="273910" x="2292350" y="2863850"/>
          <p14:tracePt t="273926" x="2305050" y="2870200"/>
          <p14:tracePt t="273944" x="2355850" y="2914650"/>
          <p14:tracePt t="273960" x="2393950" y="2940050"/>
          <p14:tracePt t="273976" x="2495550" y="3028950"/>
          <p14:tracePt t="273979" x="2565400" y="3067050"/>
          <p14:tracePt t="273995" x="2635250" y="3117850"/>
          <p14:tracePt t="274009" x="2717800" y="3168650"/>
          <p14:tracePt t="274026" x="2819400" y="3263900"/>
          <p14:tracePt t="274043" x="2901950" y="3352800"/>
          <p14:tracePt t="274059" x="2933700" y="3397250"/>
          <p14:tracePt t="274076" x="2952750" y="3448050"/>
          <p14:tracePt t="274092" x="2946400" y="3467100"/>
          <p14:tracePt t="274109" x="2933700" y="3473450"/>
          <p14:tracePt t="274126" x="2876550" y="3473450"/>
          <p14:tracePt t="274142" x="2806700" y="3467100"/>
          <p14:tracePt t="274159" x="2781300" y="3460750"/>
          <p14:tracePt t="274175" x="2717800" y="3429000"/>
          <p14:tracePt t="274192" x="2667000" y="3397250"/>
          <p14:tracePt t="274209" x="2635250" y="3390900"/>
          <p14:tracePt t="274225" x="2603500" y="3359150"/>
          <p14:tracePt t="274242" x="2565400" y="3333750"/>
          <p14:tracePt t="274259" x="2546350" y="3314700"/>
          <p14:tracePt t="274275" x="2540000" y="3302000"/>
          <p14:tracePt t="274292" x="2533650" y="3295650"/>
          <p14:tracePt t="274309" x="2533650" y="3289300"/>
          <p14:tracePt t="275716" x="2527300" y="3289300"/>
          <p14:tracePt t="275730" x="2520950" y="3289300"/>
          <p14:tracePt t="275744" x="2514600" y="3289300"/>
          <p14:tracePt t="275753" x="2508250" y="3289300"/>
          <p14:tracePt t="275770" x="2501900" y="3295650"/>
          <p14:tracePt t="275793" x="2495550" y="3308350"/>
          <p14:tracePt t="275803" x="2489200" y="3314700"/>
          <p14:tracePt t="275837" x="2482850" y="3327400"/>
          <p14:tracePt t="275864" x="2476500" y="3365500"/>
          <p14:tracePt t="275871" x="2476500" y="3378200"/>
          <p14:tracePt t="275884" x="2476500" y="3390900"/>
          <p14:tracePt t="275891" x="2470150" y="3403600"/>
          <p14:tracePt t="275906" x="2470150" y="3422650"/>
          <p14:tracePt t="275920" x="2470150" y="3460750"/>
          <p14:tracePt t="275936" x="2470150" y="3492500"/>
          <p14:tracePt t="275953" x="2470150" y="3530600"/>
          <p14:tracePt t="275969" x="2463800" y="3587750"/>
          <p14:tracePt t="275986" x="2451100" y="3657600"/>
          <p14:tracePt t="276002" x="2432050" y="3689350"/>
          <p14:tracePt t="276006" x="2425700" y="3714750"/>
          <p14:tracePt t="276019" x="2406650" y="3746500"/>
          <p14:tracePt t="276036" x="2387600" y="3771900"/>
          <p14:tracePt t="276053" x="2374900" y="3790950"/>
          <p14:tracePt t="276085" x="2362200" y="3797300"/>
          <p14:tracePt t="276103" x="2343150" y="3797300"/>
          <p14:tracePt t="276118" x="2336800" y="3797300"/>
          <p14:tracePt t="276152" x="2330450" y="3803650"/>
          <p14:tracePt t="276172" x="2330450" y="3810000"/>
          <p14:tracePt t="276200" x="2336800" y="3810000"/>
          <p14:tracePt t="276608" x="2336800" y="3835400"/>
          <p14:tracePt t="276616" x="2330450" y="3867150"/>
          <p14:tracePt t="276623" x="2324100" y="3892550"/>
          <p14:tracePt t="276637" x="2324100" y="3924300"/>
          <p14:tracePt t="276651" x="2324100" y="3949700"/>
          <p14:tracePt t="276667" x="2324100" y="4000500"/>
          <p14:tracePt t="276683" x="2324100" y="4019550"/>
          <p14:tracePt t="276700" x="2324100" y="4044950"/>
          <p14:tracePt t="276716" x="2336800" y="4064000"/>
          <p14:tracePt t="276733" x="2343150" y="4070350"/>
          <p14:tracePt t="276750" x="2355850" y="4083050"/>
          <p14:tracePt t="276766" x="2355850" y="4089400"/>
          <p14:tracePt t="276784" x="2355850" y="4102100"/>
          <p14:tracePt t="276799" x="2355850" y="4108450"/>
          <p14:tracePt t="276816" x="2355850" y="4114800"/>
          <p14:tracePt t="276834" x="2355850" y="4133850"/>
          <p14:tracePt t="276850" x="2355850" y="4140200"/>
          <p14:tracePt t="279047" x="2343150" y="4146550"/>
          <p14:tracePt t="279061" x="2317750" y="4152900"/>
          <p14:tracePt t="279067" x="2305050" y="4178300"/>
          <p14:tracePt t="279082" x="2286000" y="4191000"/>
          <p14:tracePt t="279091" x="2260600" y="4203700"/>
          <p14:tracePt t="279109" x="2241550" y="4216400"/>
          <p14:tracePt t="279125" x="2190750" y="4229100"/>
          <p14:tracePt t="279142" x="2139950" y="4241800"/>
          <p14:tracePt t="279159" x="2076450" y="4254500"/>
          <p14:tracePt t="279175" x="2032000" y="4267200"/>
          <p14:tracePt t="279191" x="1949450" y="4273550"/>
          <p14:tracePt t="279208" x="1873250" y="4279900"/>
          <p14:tracePt t="279225" x="1822450" y="4279900"/>
          <p14:tracePt t="279241" x="1790700" y="4279900"/>
          <p14:tracePt t="279258" x="1682750" y="4279900"/>
          <p14:tracePt t="279274" x="1663700" y="4279900"/>
          <p14:tracePt t="279292" x="1612900" y="4273550"/>
          <p14:tracePt t="279308" x="1587500" y="4273550"/>
          <p14:tracePt t="279324" x="1536700" y="4267200"/>
          <p14:tracePt t="279341" x="1511300" y="4267200"/>
          <p14:tracePt t="279358" x="1498600" y="4267200"/>
          <p14:tracePt t="279374" x="1479550" y="4267200"/>
          <p14:tracePt t="279391" x="1466850" y="4267200"/>
          <p14:tracePt t="279407" x="1466850" y="4273550"/>
          <p14:tracePt t="279425" x="1454150" y="4286250"/>
          <p14:tracePt t="279441" x="1447800" y="4292600"/>
          <p14:tracePt t="279457" x="1447800" y="4298950"/>
          <p14:tracePt t="279474" x="1435100" y="4305300"/>
          <p14:tracePt t="279507" x="1428750" y="4305300"/>
          <p14:tracePt t="279524" x="1422400" y="4305300"/>
          <p14:tracePt t="279587" x="1409700" y="4305300"/>
          <p14:tracePt t="279621" x="1403350" y="4311650"/>
          <p14:tracePt t="279692" x="1409700" y="4311650"/>
          <p14:tracePt t="279720" x="1416050" y="4318000"/>
          <p14:tracePt t="279727" x="1422400" y="4318000"/>
          <p14:tracePt t="279747" x="1428750" y="4318000"/>
          <p14:tracePt t="279762" x="1435100" y="4318000"/>
          <p14:tracePt t="279773" x="1435100" y="4324350"/>
          <p14:tracePt t="279790" x="1447800" y="4330700"/>
          <p14:tracePt t="279823" x="1460500" y="4343400"/>
          <p14:tracePt t="279839" x="1479550" y="4356100"/>
          <p14:tracePt t="279856" x="1485900" y="4356100"/>
          <p14:tracePt t="279872" x="1492250" y="4368800"/>
          <p14:tracePt t="279889" x="1504950" y="4368800"/>
          <p14:tracePt t="279905" x="1511300" y="4375150"/>
          <p14:tracePt t="279923" x="1517650" y="4375150"/>
          <p14:tracePt t="279939" x="1524000" y="4381500"/>
          <p14:tracePt t="279972" x="1530350" y="4381500"/>
          <p14:tracePt t="279988" x="1536700" y="4381500"/>
          <p14:tracePt t="280008" x="1543050" y="4381500"/>
          <p14:tracePt t="280023" x="1549400" y="4381500"/>
          <p14:tracePt t="280038" x="1549400" y="4387850"/>
          <p14:tracePt t="280056" x="1555750" y="4387850"/>
          <p14:tracePt t="280072" x="1562100" y="4387850"/>
          <p14:tracePt t="280088" x="1562100" y="4394200"/>
          <p14:tracePt t="280112" x="1568450" y="4394200"/>
          <p14:tracePt t="280121" x="1574800" y="4400550"/>
          <p14:tracePt t="280147" x="1581150" y="4400550"/>
          <p14:tracePt t="280168" x="1587500" y="4406900"/>
          <p14:tracePt t="280189" x="1593850" y="4406900"/>
          <p14:tracePt t="280196" x="1600200" y="4413250"/>
          <p14:tracePt t="280238" x="1606550" y="4413250"/>
          <p14:tracePt t="280252" x="1612900" y="4413250"/>
          <p14:tracePt t="280260" x="1619250" y="4419600"/>
          <p14:tracePt t="280271" x="1625600" y="4419600"/>
          <p14:tracePt t="280290" x="1631950" y="4419600"/>
          <p14:tracePt t="280304" x="1638300" y="4419600"/>
          <p14:tracePt t="280330" x="1644650" y="4425950"/>
          <p14:tracePt t="280338" x="1651000" y="4425950"/>
          <p14:tracePt t="280354" x="1657350" y="4425950"/>
          <p14:tracePt t="280371" x="1670050" y="4432300"/>
          <p14:tracePt t="280388" x="1676400" y="4432300"/>
          <p14:tracePt t="280420" x="1682750" y="4432300"/>
          <p14:tracePt t="280437" x="1695450" y="4432300"/>
          <p14:tracePt t="280454" x="1701800" y="4432300"/>
          <p14:tracePt t="280470" x="1708150" y="4432300"/>
          <p14:tracePt t="280487" x="1714500" y="4432300"/>
          <p14:tracePt t="280521" x="1727200" y="4432300"/>
          <p14:tracePt t="280537" x="1733550" y="4432300"/>
          <p14:tracePt t="280553" x="1739900" y="4432300"/>
          <p14:tracePt t="280587" x="1746250" y="4432300"/>
          <p14:tracePt t="280626" x="1752600" y="4432300"/>
          <p14:tracePt t="280654" x="1758950" y="4438650"/>
          <p14:tracePt t="280689" x="1765300" y="4438650"/>
          <p14:tracePt t="280696" x="1771650" y="4438650"/>
          <p14:tracePt t="280738" x="1778000" y="4438650"/>
          <p14:tracePt t="280766" x="1784350" y="4438650"/>
          <p14:tracePt t="280815" x="1790700" y="4438650"/>
          <p14:tracePt t="280837" x="1797050" y="4438650"/>
          <p14:tracePt t="280858" x="1803400" y="4438650"/>
          <p14:tracePt t="280864" x="1809750" y="4438650"/>
          <p14:tracePt t="280886" x="1816100" y="4438650"/>
          <p14:tracePt t="280907" x="1822450" y="4438650"/>
          <p14:tracePt t="280934" x="1828800" y="4438650"/>
          <p14:tracePt t="280948" x="1835150" y="4438650"/>
          <p14:tracePt t="280955" x="1847850" y="4438650"/>
          <p14:tracePt t="280971" x="1854200" y="4438650"/>
          <p14:tracePt t="280985" x="1885950" y="4432300"/>
          <p14:tracePt t="281002" x="1905000" y="4432300"/>
          <p14:tracePt t="281019" x="1955800" y="4432300"/>
          <p14:tracePt t="281035" x="1993900" y="4432300"/>
          <p14:tracePt t="281052" x="2051050" y="4432300"/>
          <p14:tracePt t="281069" x="2101850" y="4438650"/>
          <p14:tracePt t="281085" x="2120900" y="4438650"/>
          <p14:tracePt t="281102" x="2152650" y="4445000"/>
          <p14:tracePt t="281118" x="2171700" y="4451350"/>
          <p14:tracePt t="281152" x="2178050" y="4451350"/>
          <p14:tracePt t="281208" x="2184400" y="4451350"/>
          <p14:tracePt t="281222" x="2190750" y="4451350"/>
          <p14:tracePt t="281236" x="2197100" y="4451350"/>
          <p14:tracePt t="281250" x="2203450" y="4451350"/>
          <p14:tracePt t="281271" x="2209800" y="4451350"/>
          <p14:tracePt t="281278" x="2216150" y="4451350"/>
          <p14:tracePt t="281327" x="2222500" y="4451350"/>
          <p14:tracePt t="281341" x="2228850" y="4451350"/>
          <p14:tracePt t="281348" x="2235200" y="4451350"/>
          <p14:tracePt t="281362" x="2241550" y="4445000"/>
          <p14:tracePt t="281376" x="2247900" y="4445000"/>
          <p14:tracePt t="281390" x="2254250" y="4445000"/>
          <p14:tracePt t="281400" x="2254250" y="4438650"/>
          <p14:tracePt t="281417" x="2260600" y="4438650"/>
          <p14:tracePt t="281433" x="2266950" y="4438650"/>
          <p14:tracePt t="281450" x="2286000" y="4432300"/>
          <p14:tracePt t="281468" x="2305050" y="4419600"/>
          <p14:tracePt t="281484" x="2311400" y="4413250"/>
          <p14:tracePt t="281959" x="2336800" y="4413250"/>
          <p14:tracePt t="281973" x="2362200" y="4413250"/>
          <p14:tracePt t="281980" x="2400300" y="4413250"/>
          <p14:tracePt t="281987" x="2444750" y="4413250"/>
          <p14:tracePt t="282002" x="2482850" y="4413250"/>
          <p14:tracePt t="282016" x="2520950" y="4413250"/>
          <p14:tracePt t="282031" x="2590800" y="4425950"/>
          <p14:tracePt t="282048" x="2628900" y="4425950"/>
          <p14:tracePt t="282065" x="2686050" y="4425950"/>
          <p14:tracePt t="282082" x="2730500" y="4413250"/>
          <p14:tracePt t="282098" x="2749550" y="4413250"/>
          <p14:tracePt t="282115" x="2774950" y="4413250"/>
          <p14:tracePt t="282131" x="2781300" y="4413250"/>
          <p14:tracePt t="282149" x="2787650" y="4413250"/>
          <p14:tracePt t="282338" x="2787650" y="4381500"/>
          <p14:tracePt t="282782" x="2800350" y="4381500"/>
          <p14:tracePt t="282789" x="2813050" y="4394200"/>
          <p14:tracePt t="282803" x="2832100" y="4400550"/>
          <p14:tracePt t="282812" x="2851150" y="4419600"/>
          <p14:tracePt t="282829" x="2882900" y="4432300"/>
          <p14:tracePt t="282845" x="2933700" y="4451350"/>
          <p14:tracePt t="282862" x="3009900" y="4489450"/>
          <p14:tracePt t="282879" x="3048000" y="4495800"/>
          <p14:tracePt t="282895" x="3168650" y="4514850"/>
          <p14:tracePt t="282912" x="3333750" y="4533900"/>
          <p14:tracePt t="282929" x="3448050" y="4533900"/>
          <p14:tracePt t="282945" x="3676650" y="4533900"/>
          <p14:tracePt t="282962" x="3790950" y="4527550"/>
          <p14:tracePt t="282979" x="4057650" y="4508500"/>
          <p14:tracePt t="282995" x="4140200" y="4508500"/>
          <p14:tracePt t="283011" x="4203700" y="4502150"/>
          <p14:tracePt t="283028" x="4298950" y="4489450"/>
          <p14:tracePt t="283045" x="4387850" y="4483100"/>
          <p14:tracePt t="283062" x="4470400" y="4464050"/>
          <p14:tracePt t="283078" x="4502150" y="4457700"/>
          <p14:tracePt t="283094" x="4559300" y="4445000"/>
          <p14:tracePt t="283112" x="4629150" y="4438650"/>
          <p14:tracePt t="283128" x="4648200" y="4432300"/>
          <p14:tracePt t="283144" x="4692650" y="4413250"/>
          <p14:tracePt t="283161" x="4718050" y="4400550"/>
          <p14:tracePt t="283177" x="4730750" y="4400550"/>
          <p14:tracePt t="283195" x="4737100" y="4400550"/>
          <p14:tracePt t="283211" x="4743450" y="4400550"/>
          <p14:tracePt t="283251" x="4749800" y="4394200"/>
          <p14:tracePt t="283672" x="4743450" y="4394200"/>
          <p14:tracePt t="283694" x="4737100" y="4394200"/>
          <p14:tracePt t="283714" x="4730750" y="4394200"/>
          <p14:tracePt t="283721" x="4724400" y="4394200"/>
          <p14:tracePt t="283735" x="4711700" y="4394200"/>
          <p14:tracePt t="283745" x="4692650" y="4394200"/>
          <p14:tracePt t="283758" x="4654550" y="4400550"/>
          <p14:tracePt t="283775" x="4546600" y="4419600"/>
          <p14:tracePt t="283792" x="4483100" y="4425950"/>
          <p14:tracePt t="283809" x="4311650" y="4445000"/>
          <p14:tracePt t="283826" x="4210050" y="4464050"/>
          <p14:tracePt t="283842" x="3879850" y="4508500"/>
          <p14:tracePt t="283859" x="3765550" y="4521200"/>
          <p14:tracePt t="283876" x="3670300" y="4527550"/>
          <p14:tracePt t="283892" x="3429000" y="4540250"/>
          <p14:tracePt t="283908" x="3352800" y="4540250"/>
          <p14:tracePt t="283926" x="3213100" y="4540250"/>
          <p14:tracePt t="283941" x="3086100" y="4533900"/>
          <p14:tracePt t="283959" x="3028950" y="4533900"/>
          <p14:tracePt t="283975" x="2940050" y="4533900"/>
          <p14:tracePt t="283992" x="2914650" y="4533900"/>
          <p14:tracePt t="284009" x="2857500" y="4546600"/>
          <p14:tracePt t="284024" x="2844800" y="4546600"/>
          <p14:tracePt t="284058" x="2838450" y="4546600"/>
          <p14:tracePt t="284074" x="2832100" y="4546600"/>
          <p14:tracePt t="284100" x="2825750" y="4546600"/>
          <p14:tracePt t="284113" x="2813050" y="4540250"/>
          <p14:tracePt t="284124" x="2800350" y="4540250"/>
          <p14:tracePt t="284141" x="2794000" y="4533900"/>
          <p14:tracePt t="284158" x="2768600" y="4527550"/>
          <p14:tracePt t="284174" x="2743200" y="4514850"/>
          <p14:tracePt t="284191" x="2717800" y="4502150"/>
          <p14:tracePt t="284207" x="2705100" y="4502150"/>
          <p14:tracePt t="284224" x="2692400" y="4489450"/>
          <p14:tracePt t="284275" x="2686050" y="4483100"/>
          <p14:tracePt t="284338" x="2686050" y="4476750"/>
          <p14:tracePt t="284380" x="2692400" y="4470400"/>
          <p14:tracePt t="284844" x="2705100" y="4470400"/>
          <p14:tracePt t="284857" x="2711450" y="4470400"/>
          <p14:tracePt t="284864" x="2724150" y="4464050"/>
          <p14:tracePt t="284879" x="2730500" y="4464050"/>
          <p14:tracePt t="284888" x="2736850" y="4464050"/>
          <p14:tracePt t="284905" x="2749550" y="4464050"/>
          <p14:tracePt t="284921" x="2774950" y="4464050"/>
          <p14:tracePt t="284938" x="2794000" y="4464050"/>
          <p14:tracePt t="284955" x="2800350" y="4464050"/>
          <p14:tracePt t="284971" x="2813050" y="4464050"/>
          <p14:tracePt t="285026" x="2819400" y="4464050"/>
          <p14:tracePt t="285243" x="2825750" y="4464050"/>
          <p14:tracePt t="285264" x="2832100" y="4470400"/>
          <p14:tracePt t="285285" x="2838450" y="4470400"/>
          <p14:tracePt t="285306" x="2844800" y="4476750"/>
          <p14:tracePt t="285313" x="2851150" y="4476750"/>
          <p14:tracePt t="285327" x="2851150" y="4483100"/>
          <p14:tracePt t="285337" x="2857500" y="4483100"/>
          <p14:tracePt t="285354" x="2876550" y="4495800"/>
          <p14:tracePt t="285370" x="2908300" y="4508500"/>
          <p14:tracePt t="285387" x="2978150" y="4533900"/>
          <p14:tracePt t="285404" x="3035300" y="4552950"/>
          <p14:tracePt t="285420" x="3149600" y="4578350"/>
          <p14:tracePt t="285437" x="3308350" y="4597400"/>
          <p14:tracePt t="285454" x="3384550" y="4610100"/>
          <p14:tracePt t="285470" x="3549650" y="4622800"/>
          <p14:tracePt t="285487" x="3625850" y="4622800"/>
          <p14:tracePt t="285503" x="3784600" y="4622800"/>
          <p14:tracePt t="285519" x="3924300" y="4610100"/>
          <p14:tracePt t="285536" x="3987800" y="4597400"/>
          <p14:tracePt t="285553" x="4108450" y="4591050"/>
          <p14:tracePt t="285569" x="4216400" y="4559300"/>
          <p14:tracePt t="285587" x="4286250" y="4546600"/>
          <p14:tracePt t="285603" x="4318000" y="4540250"/>
          <p14:tracePt t="285619" x="4375150" y="4514850"/>
          <p14:tracePt t="285636" x="4419600" y="4495800"/>
          <p14:tracePt t="285652" x="4445000" y="4483100"/>
          <p14:tracePt t="285669" x="4457700" y="4476750"/>
          <p14:tracePt t="285686" x="4470400" y="4470400"/>
          <p14:tracePt t="285706" x="4476750" y="4470400"/>
          <p14:tracePt t="285748" x="4483100" y="4470400"/>
          <p14:tracePt t="286008" x="4425950" y="4470400"/>
          <p14:tracePt t="286015" x="4349750" y="4470400"/>
          <p14:tracePt t="286029" x="4260850" y="4470400"/>
          <p14:tracePt t="286037" x="4171950" y="4470400"/>
          <p14:tracePt t="286051" x="4070350" y="4470400"/>
          <p14:tracePt t="286068" x="3981450" y="4457700"/>
          <p14:tracePt t="286085" x="3708400" y="4438650"/>
          <p14:tracePt t="286101" x="3644900" y="4432300"/>
          <p14:tracePt t="286117" x="3581400" y="4419600"/>
          <p14:tracePt t="286135" x="3441700" y="4394200"/>
          <p14:tracePt t="286150" x="3416300" y="4394200"/>
          <p14:tracePt t="286167" x="3384550" y="4387850"/>
          <p14:tracePt t="286184" x="3340100" y="4362450"/>
          <p14:tracePt t="286201" x="3302000" y="4349750"/>
          <p14:tracePt t="286204" x="3289300" y="4343400"/>
          <p14:tracePt t="286220" x="3263900" y="4337050"/>
          <p14:tracePt t="286234" x="3251200" y="4337050"/>
          <p14:tracePt t="286250" x="3225800" y="4330700"/>
          <p14:tracePt t="286268" x="3206750" y="4330700"/>
          <p14:tracePt t="286283" x="3194050" y="4324350"/>
          <p14:tracePt t="286301" x="3175000" y="4324350"/>
          <p14:tracePt t="286317" x="3149600" y="4318000"/>
          <p14:tracePt t="286334" x="3143250" y="4318000"/>
          <p14:tracePt t="286350" x="3124200" y="4318000"/>
          <p14:tracePt t="286367" x="3079750" y="4318000"/>
          <p14:tracePt t="286383" x="3067050" y="4318000"/>
          <p14:tracePt t="286401" x="3041650" y="4318000"/>
          <p14:tracePt t="286416" x="3028950" y="4318000"/>
          <p14:tracePt t="286433" x="3022600" y="4318000"/>
          <p14:tracePt t="286450" x="3009900" y="4318000"/>
          <p14:tracePt t="286467" x="3003550" y="4318000"/>
          <p14:tracePt t="286483" x="2990850" y="4318000"/>
          <p14:tracePt t="286516" x="2984500" y="4318000"/>
          <p14:tracePt t="286562" x="2978150" y="4318000"/>
          <p14:tracePt t="286618" x="2971800" y="4318000"/>
          <p14:tracePt t="286667" x="2965450" y="4324350"/>
          <p14:tracePt t="286786" x="2971800" y="4318000"/>
          <p14:tracePt t="286898" x="2978150" y="4318000"/>
          <p14:tracePt t="286947" x="2984500" y="4318000"/>
          <p14:tracePt t="287017" x="2990850" y="4324350"/>
          <p14:tracePt t="287039" x="2997200" y="4330700"/>
          <p14:tracePt t="287060" x="3003550" y="4337050"/>
          <p14:tracePt t="287066" x="3009900" y="4343400"/>
          <p14:tracePt t="287083" x="3009900" y="4349750"/>
          <p14:tracePt t="287097" x="3016250" y="4356100"/>
          <p14:tracePt t="287114" x="3028950" y="4381500"/>
          <p14:tracePt t="287131" x="3067050" y="4406900"/>
          <p14:tracePt t="287147" x="3086100" y="4432300"/>
          <p14:tracePt t="287165" x="3181350" y="4508500"/>
          <p14:tracePt t="287181" x="3213100" y="4527550"/>
          <p14:tracePt t="287197" x="3251200" y="4546600"/>
          <p14:tracePt t="287214" x="3371850" y="4565650"/>
          <p14:tracePt t="287231" x="3524250" y="4565650"/>
          <p14:tracePt t="287247" x="3613150" y="4559300"/>
          <p14:tracePt t="287264" x="3810000" y="4540250"/>
          <p14:tracePt t="287280" x="4000500" y="4508500"/>
          <p14:tracePt t="287297" x="4076700" y="4489450"/>
          <p14:tracePt t="287314" x="4197350" y="4476750"/>
          <p14:tracePt t="287330" x="4235450" y="4470400"/>
          <p14:tracePt t="287347" x="4298950" y="4457700"/>
          <p14:tracePt t="287364" x="4324350" y="4451350"/>
          <p14:tracePt t="287380" x="4337050" y="4445000"/>
          <p14:tracePt t="287397" x="4343400" y="4438650"/>
          <p14:tracePt t="287413" x="4362450" y="4425950"/>
          <p14:tracePt t="287430" x="4368800" y="4419600"/>
          <p14:tracePt t="287446" x="4375150" y="4413250"/>
          <p14:tracePt t="287480" x="4381500" y="4413250"/>
          <p14:tracePt t="287579" x="4387850" y="4413250"/>
          <p14:tracePt t="287705" x="4387850" y="4406900"/>
          <p14:tracePt t="287718" x="4387850" y="4400550"/>
          <p14:tracePt t="287726" x="4387850" y="4394200"/>
          <p14:tracePt t="290214" x="4394200" y="4394200"/>
          <p14:tracePt t="290229" x="4406900" y="4400550"/>
          <p14:tracePt t="290235" x="4419600" y="4400550"/>
          <p14:tracePt t="290243" x="4432300" y="4406900"/>
          <p14:tracePt t="290256" x="4445000" y="4413250"/>
          <p14:tracePt t="290270" x="4457700" y="4419600"/>
          <p14:tracePt t="290286" x="4508500" y="4438650"/>
          <p14:tracePt t="290303" x="4540250" y="4451350"/>
          <p14:tracePt t="290320" x="4622800" y="4464050"/>
          <p14:tracePt t="290336" x="4730750" y="4476750"/>
          <p14:tracePt t="290353" x="4781550" y="4483100"/>
          <p14:tracePt t="290370" x="4914900" y="4508500"/>
          <p14:tracePt t="290386" x="5073650" y="4552950"/>
          <p14:tracePt t="290403" x="5149850" y="4572000"/>
          <p14:tracePt t="290419" x="5359400" y="4610100"/>
          <p14:tracePt t="290436" x="5435600" y="4641850"/>
          <p14:tracePt t="290454" x="5734050" y="4724400"/>
          <p14:tracePt t="290469" x="5822950" y="4737100"/>
          <p14:tracePt t="290486" x="5930900" y="4743450"/>
          <p14:tracePt t="290502" x="6108700" y="4730750"/>
          <p14:tracePt t="290519" x="6248400" y="4711700"/>
          <p14:tracePt t="290535" x="6318250" y="4705350"/>
          <p14:tracePt t="290552" x="6407150" y="4705350"/>
          <p14:tracePt t="290569" x="6464300" y="4705350"/>
          <p14:tracePt t="290586" x="6508750" y="4699000"/>
          <p14:tracePt t="290602" x="6527800" y="4699000"/>
          <p14:tracePt t="290618" x="6559550" y="4699000"/>
          <p14:tracePt t="290636" x="6572250" y="4699000"/>
          <p14:tracePt t="290668" x="6572250" y="4686300"/>
          <p14:tracePt t="290685" x="6572250" y="4660900"/>
          <p14:tracePt t="290701" x="6565900" y="4654550"/>
          <p14:tracePt t="290718" x="6553200" y="4635500"/>
          <p14:tracePt t="291089" x="6565900" y="4635500"/>
          <p14:tracePt t="291096" x="6584950" y="4635500"/>
          <p14:tracePt t="291103" x="6616700" y="4635500"/>
          <p14:tracePt t="291119" x="6642100" y="4635500"/>
          <p14:tracePt t="291133" x="6673850" y="4635500"/>
          <p14:tracePt t="291150" x="6737350" y="4635500"/>
          <p14:tracePt t="291167" x="6832600" y="4635500"/>
          <p14:tracePt t="291183" x="6870700" y="4635500"/>
          <p14:tracePt t="291200" x="6959600" y="4635500"/>
          <p14:tracePt t="291217" x="7042150" y="4610100"/>
          <p14:tracePt t="291233" x="7073900" y="4603750"/>
          <p14:tracePt t="291251" x="7131050" y="4591050"/>
          <p14:tracePt t="291266" x="7175500" y="4578350"/>
          <p14:tracePt t="291283" x="7194550" y="4572000"/>
          <p14:tracePt t="291300" x="7219950" y="4565650"/>
          <p14:tracePt t="291316" x="7232650" y="4559300"/>
          <p14:tracePt t="291333" x="7258050" y="4552950"/>
          <p14:tracePt t="291349" x="7283450" y="4540250"/>
          <p14:tracePt t="291366" x="7296150" y="4540250"/>
          <p14:tracePt t="291383" x="7308850" y="4533900"/>
          <p14:tracePt t="291399" x="7315200" y="4533900"/>
          <p14:tracePt t="291460" x="7321550" y="4533900"/>
          <p14:tracePt t="291489" x="7327900" y="4533900"/>
          <p14:tracePt t="291495" x="7334250" y="4527550"/>
          <p14:tracePt t="291517" x="7340600" y="4527550"/>
          <p14:tracePt t="291532" x="7346950" y="4521200"/>
          <p14:tracePt t="291538" x="7353300" y="4521200"/>
          <p14:tracePt t="291548" x="7353300" y="4514850"/>
          <p14:tracePt t="291568" x="7359650" y="4514850"/>
          <p14:tracePt t="291582" x="7366000" y="4508500"/>
          <p14:tracePt t="291602" x="7372350" y="4502150"/>
          <p14:tracePt t="291615" x="7378700" y="4502150"/>
          <p14:tracePt t="291635" x="7385050" y="4502150"/>
          <p14:tracePt t="291671" x="7391400" y="4502150"/>
          <p14:tracePt t="291678" x="7391400" y="4495800"/>
          <p14:tracePt t="291727" x="7397750" y="4495800"/>
          <p14:tracePt t="291749" x="7404100" y="4495800"/>
          <p14:tracePt t="291776" x="7416800" y="4495800"/>
          <p14:tracePt t="291790" x="7423150" y="4495800"/>
          <p14:tracePt t="291799" x="7423150" y="4489450"/>
          <p14:tracePt t="291811" x="7429500" y="4489450"/>
          <p14:tracePt t="291818" x="7435850" y="4489450"/>
          <p14:tracePt t="291830" x="7448550" y="4483100"/>
          <p14:tracePt t="291847" x="7486650" y="4476750"/>
          <p14:tracePt t="291864" x="7512050" y="4476750"/>
          <p14:tracePt t="291881" x="7562850" y="4457700"/>
          <p14:tracePt t="291897" x="7632700" y="4445000"/>
          <p14:tracePt t="291914" x="7664450" y="4438650"/>
          <p14:tracePt t="291931" x="7721600" y="4419600"/>
          <p14:tracePt t="291947" x="7740650" y="4419600"/>
          <p14:tracePt t="291964" x="7778750" y="4406900"/>
          <p14:tracePt t="291981" x="7791450" y="4400550"/>
          <p14:tracePt t="291997" x="7804150" y="4400550"/>
          <p14:tracePt t="292014" x="7810500" y="4400550"/>
          <p14:tracePt t="292030" x="7816850" y="4400550"/>
          <p14:tracePt t="292071" x="7823200" y="4400550"/>
          <p14:tracePt t="292197" x="7816850" y="4400550"/>
          <p14:tracePt t="292211" x="7810500" y="4400550"/>
          <p14:tracePt t="292218" x="7804150" y="4400550"/>
          <p14:tracePt t="292239" x="7797800" y="4400550"/>
          <p14:tracePt t="292249" x="7791450" y="4400550"/>
          <p14:tracePt t="292263" x="7785100" y="4400550"/>
          <p14:tracePt t="292279" x="7772400" y="4406900"/>
          <p14:tracePt t="292296" x="7740650" y="4419600"/>
          <p14:tracePt t="292312" x="7689850" y="4438650"/>
          <p14:tracePt t="292330" x="7639050" y="4451350"/>
          <p14:tracePt t="292346" x="7607300" y="4457700"/>
          <p14:tracePt t="292363" x="7562850" y="4464050"/>
          <p14:tracePt t="292379" x="7518400" y="4464050"/>
          <p14:tracePt t="292396" x="7499350" y="4464050"/>
          <p14:tracePt t="292412" x="7480300" y="4464050"/>
          <p14:tracePt t="292429" x="7473950" y="4464050"/>
          <p14:tracePt t="292583" x="7480300" y="4464050"/>
          <p14:tracePt t="292589" x="7486650" y="4464050"/>
          <p14:tracePt t="292611" x="7493000" y="4464050"/>
          <p14:tracePt t="292618" x="7499350" y="4464050"/>
          <p14:tracePt t="292631" x="7505700" y="4464050"/>
          <p14:tracePt t="292653" x="7512050" y="4464050"/>
          <p14:tracePt t="292661" x="7518400" y="4464050"/>
          <p14:tracePt t="292678" x="7531100" y="4464050"/>
          <p14:tracePt t="292695" x="7569200" y="4464050"/>
          <p14:tracePt t="292711" x="7626350" y="4457700"/>
          <p14:tracePt t="292728" x="7651750" y="4457700"/>
          <p14:tracePt t="292744" x="7696200" y="4451350"/>
          <p14:tracePt t="292761" x="7734300" y="4451350"/>
          <p14:tracePt t="292778" x="7747000" y="4451350"/>
          <p14:tracePt t="292794" x="7772400" y="4451350"/>
          <p14:tracePt t="292842" x="7766050" y="4451350"/>
          <p14:tracePt t="292849" x="7753350" y="4451350"/>
          <p14:tracePt t="292864" x="7734300" y="4457700"/>
          <p14:tracePt t="292878" x="7677150" y="4464050"/>
          <p14:tracePt t="292894" x="7620000" y="4464050"/>
          <p14:tracePt t="292911" x="7569200" y="4476750"/>
          <p14:tracePt t="292927" x="7454900" y="4470400"/>
          <p14:tracePt t="292944" x="7346950" y="4470400"/>
          <p14:tracePt t="292961" x="7264400" y="4457700"/>
          <p14:tracePt t="292977" x="7245350" y="4457700"/>
          <p14:tracePt t="292994" x="7226300" y="4451350"/>
          <p14:tracePt t="293011" x="7213600" y="4451350"/>
          <p14:tracePt t="293043" x="7226300" y="4451350"/>
          <p14:tracePt t="293060" x="7245350" y="4451350"/>
          <p14:tracePt t="293076" x="7258050" y="4451350"/>
          <p14:tracePt t="293094" x="7296150" y="4451350"/>
          <p14:tracePt t="293110" x="7346950" y="4451350"/>
          <p14:tracePt t="293126" x="7372350" y="4451350"/>
          <p14:tracePt t="293144" x="7429500" y="4451350"/>
          <p14:tracePt t="293160" x="7499350" y="4451350"/>
          <p14:tracePt t="293176" x="7518400" y="4451350"/>
          <p14:tracePt t="293193" x="7550150" y="4451350"/>
          <p14:tracePt t="293209" x="7562850" y="4451350"/>
          <p14:tracePt t="293226" x="7569200" y="4451350"/>
          <p14:tracePt t="293243" x="7575550" y="4451350"/>
          <p14:tracePt t="293283" x="7569200" y="4451350"/>
          <p14:tracePt t="293291" x="7556500" y="4451350"/>
          <p14:tracePt t="293298" x="7543800" y="4451350"/>
          <p14:tracePt t="293312" x="7531100" y="4451350"/>
          <p14:tracePt t="293327" x="7505700" y="4451350"/>
          <p14:tracePt t="293343" x="7410450" y="4457700"/>
          <p14:tracePt t="293359" x="7359650" y="4457700"/>
          <p14:tracePt t="293376" x="7194550" y="4470400"/>
          <p14:tracePt t="293392" x="7016750" y="4489450"/>
          <p14:tracePt t="293409" x="6915150" y="4495800"/>
          <p14:tracePt t="293425" x="6705600" y="4521200"/>
          <p14:tracePt t="293442" x="6477000" y="4559300"/>
          <p14:tracePt t="293459" x="6261100" y="4591050"/>
          <p14:tracePt t="293475" x="6159500" y="4603750"/>
          <p14:tracePt t="293492" x="6057900" y="4610100"/>
          <p14:tracePt t="293509" x="5772150" y="4597400"/>
          <p14:tracePt t="293525" x="5670550" y="4578350"/>
          <p14:tracePt t="293542" x="5581650" y="4565650"/>
          <p14:tracePt t="293558" x="5422900" y="4527550"/>
          <p14:tracePt t="293576" x="5270500" y="4521200"/>
          <p14:tracePt t="293592" x="5162550" y="4508500"/>
          <p14:tracePt t="293608" x="5118100" y="4489450"/>
          <p14:tracePt t="293624" x="5105400" y="4470400"/>
          <p14:tracePt t="293642" x="5130800" y="4419600"/>
          <p14:tracePt t="293933" x="5086350" y="4413250"/>
          <p14:tracePt t="293941" x="5022850" y="4406900"/>
          <p14:tracePt t="293954" x="4946650" y="4406900"/>
          <p14:tracePt t="293961" x="4838700" y="4381500"/>
          <p14:tracePt t="293976" x="4737100" y="4375150"/>
          <p14:tracePt t="293990" x="4533900" y="4330700"/>
          <p14:tracePt t="294007" x="4432300" y="4311650"/>
          <p14:tracePt t="294024" x="4235450" y="4292600"/>
          <p14:tracePt t="294040" x="4108450" y="4267200"/>
          <p14:tracePt t="294056" x="3905250" y="4248150"/>
          <p14:tracePt t="294074" x="3714750" y="4216400"/>
          <p14:tracePt t="294090" x="3619500" y="4210050"/>
          <p14:tracePt t="294106" x="3479800" y="4203700"/>
          <p14:tracePt t="294123" x="3384550" y="4210050"/>
          <p14:tracePt t="294139" x="3359150" y="4210050"/>
          <p14:tracePt t="294157" x="3333750" y="4222750"/>
          <p14:tracePt t="294173" x="3327400" y="4222750"/>
          <p14:tracePt t="294207" x="3321050" y="4222750"/>
          <p14:tracePt t="294235" x="3314700" y="4222750"/>
          <p14:tracePt t="294312" x="3321050" y="4229100"/>
          <p14:tracePt t="294333" x="3333750" y="4229100"/>
          <p14:tracePt t="294354" x="3352800" y="4229100"/>
          <p14:tracePt t="294360" x="3378200" y="4235450"/>
          <p14:tracePt t="294375" x="3390900" y="4241800"/>
          <p14:tracePt t="294389" x="3416300" y="4241800"/>
          <p14:tracePt t="294405" x="3467100" y="4254500"/>
          <p14:tracePt t="294422" x="3511550" y="4267200"/>
          <p14:tracePt t="294439" x="3619500" y="4292600"/>
          <p14:tracePt t="294455" x="3746500" y="4318000"/>
          <p14:tracePt t="294472" x="3829050" y="4330700"/>
          <p14:tracePt t="294488" x="3956050" y="4337050"/>
          <p14:tracePt t="294505" x="4051300" y="4337050"/>
          <p14:tracePt t="294522" x="4083050" y="4349750"/>
          <p14:tracePt t="294538" x="4095750" y="4349750"/>
          <p14:tracePt t="294572" x="4076700" y="4337050"/>
          <p14:tracePt t="294588" x="4057650" y="4330700"/>
          <p14:tracePt t="294605" x="4032250" y="4318000"/>
          <p14:tracePt t="294621" x="3924300" y="4305300"/>
          <p14:tracePt t="294638" x="3867150" y="4292600"/>
          <p14:tracePt t="294655" x="3816350" y="4292600"/>
          <p14:tracePt t="294671" x="3721100" y="4298950"/>
          <p14:tracePt t="294688" x="3619500" y="4298950"/>
          <p14:tracePt t="294705" x="3549650" y="4298950"/>
          <p14:tracePt t="294721" x="3530600" y="4298950"/>
          <p14:tracePt t="294738" x="3498850" y="4298950"/>
          <p14:tracePt t="294755" x="3479800" y="4298950"/>
          <p14:tracePt t="294771" x="3473450" y="4298950"/>
          <p14:tracePt t="294789" x="3467100" y="4298950"/>
          <p14:tracePt t="294824" x="3467100" y="4305300"/>
          <p14:tracePt t="294845" x="3473450" y="4305300"/>
          <p14:tracePt t="294851" x="3486150" y="4311650"/>
          <p14:tracePt t="294866" x="3492500" y="4311650"/>
          <p14:tracePt t="294874" x="3505200" y="4318000"/>
          <p14:tracePt t="294889" x="3524250" y="4318000"/>
          <p14:tracePt t="294904" x="3568700" y="4337050"/>
          <p14:tracePt t="294920" x="3594100" y="4343400"/>
          <p14:tracePt t="294937" x="3676650" y="4349750"/>
          <p14:tracePt t="294953" x="3727450" y="4349750"/>
          <p14:tracePt t="294971" x="3898900" y="4356100"/>
          <p14:tracePt t="294987" x="3937000" y="4356100"/>
          <p14:tracePt t="295004" x="3968750" y="4356100"/>
          <p14:tracePt t="295020" x="4000500" y="4356100"/>
          <p14:tracePt t="295036" x="4019550" y="4356100"/>
          <p14:tracePt t="295053" x="4025900" y="4356100"/>
          <p14:tracePt t="295181" x="4032250" y="4356100"/>
          <p14:tracePt t="295216" x="4038600" y="4356100"/>
          <p14:tracePt t="295223" x="4044950" y="4356100"/>
          <p14:tracePt t="295236" x="4057650" y="4362450"/>
          <p14:tracePt t="295253" x="4076700" y="4362450"/>
          <p14:tracePt t="295269" x="4095750" y="4362450"/>
          <p14:tracePt t="295286" x="4152900" y="4362450"/>
          <p14:tracePt t="295303" x="4191000" y="4362450"/>
          <p14:tracePt t="295319" x="4324350" y="4356100"/>
          <p14:tracePt t="295336" x="4489450" y="4305300"/>
          <p14:tracePt t="295352" x="4559300" y="4286250"/>
          <p14:tracePt t="295369" x="4667250" y="4254500"/>
          <p14:tracePt t="295386" x="4730750" y="4235450"/>
          <p14:tracePt t="295402" x="4749800" y="4229100"/>
          <p14:tracePt t="295419" x="4768850" y="4222750"/>
          <p14:tracePt t="295455" x="4756150" y="4229100"/>
          <p14:tracePt t="295469" x="4743450" y="4241800"/>
          <p14:tracePt t="295485" x="4692650" y="4267200"/>
          <p14:tracePt t="295502" x="4654550" y="4279900"/>
          <p14:tracePt t="295518" x="4521200" y="4318000"/>
          <p14:tracePt t="295535" x="4349750" y="4349750"/>
          <p14:tracePt t="295552" x="4248150" y="4349750"/>
          <p14:tracePt t="295568" x="4019550" y="4381500"/>
          <p14:tracePt t="295584" x="3765550" y="4381500"/>
          <p14:tracePt t="295602" x="3549650" y="4394200"/>
          <p14:tracePt t="295618" x="3448050" y="4400550"/>
          <p14:tracePt t="295635" x="3384550" y="4400550"/>
          <p14:tracePt t="295651" x="3187700" y="4381500"/>
          <p14:tracePt t="295668" x="3149600" y="4368800"/>
          <p14:tracePt t="295686" x="3117850" y="4362450"/>
          <p14:tracePt t="295701" x="3111500" y="4362450"/>
          <p14:tracePt t="295718" x="3111500" y="4356100"/>
          <p14:tracePt t="295798" x="3111500" y="4349750"/>
          <p14:tracePt t="295805" x="3111500" y="4343400"/>
          <p14:tracePt t="295817" x="3111500" y="4337050"/>
          <p14:tracePt t="295834" x="3117850" y="4337050"/>
          <p14:tracePt t="295850" x="3130550" y="4330700"/>
          <p14:tracePt t="295867" x="3136900" y="4324350"/>
          <p14:tracePt t="295884" x="3181350" y="4324350"/>
          <p14:tracePt t="295900" x="3200400" y="4324350"/>
          <p14:tracePt t="295918" x="3263900" y="4337050"/>
          <p14:tracePt t="295933" x="3302000" y="4343400"/>
          <p14:tracePt t="295950" x="3409950" y="4362450"/>
          <p14:tracePt t="295967" x="3549650" y="4381500"/>
          <p14:tracePt t="295983" x="3619500" y="4381500"/>
          <p14:tracePt t="296000" x="3784600" y="4400550"/>
          <p14:tracePt t="296017" x="3930650" y="4419600"/>
          <p14:tracePt t="296033" x="3994150" y="4419600"/>
          <p14:tracePt t="296050" x="4121150" y="4419600"/>
          <p14:tracePt t="296066" x="4203700" y="4406900"/>
          <p14:tracePt t="296083" x="4235450" y="4394200"/>
          <p14:tracePt t="296100" x="4260850" y="4387850"/>
          <p14:tracePt t="296116" x="4267200" y="4381500"/>
          <p14:tracePt t="296149" x="4273550" y="4381500"/>
          <p14:tracePt t="296184" x="4279900" y="4381500"/>
          <p14:tracePt t="296233" x="4273550" y="4381500"/>
          <p14:tracePt t="296275" x="4267200" y="4368800"/>
          <p14:tracePt t="296283" x="4267200" y="4362450"/>
          <p14:tracePt t="296297" x="4260850" y="4356100"/>
          <p14:tracePt t="296303" x="4260850" y="4349750"/>
          <p14:tracePt t="296324" x="4260850" y="4337050"/>
          <p14:tracePt t="296333" x="4260850" y="4324350"/>
          <p14:tracePt t="296909" x="4235450" y="4324350"/>
          <p14:tracePt t="296916" x="4203700" y="4337050"/>
          <p14:tracePt t="296931" x="4178300" y="4349750"/>
          <p14:tracePt t="296937" x="4146550" y="4356100"/>
          <p14:tracePt t="296947" x="4095750" y="4362450"/>
          <p14:tracePt t="296963" x="4051300" y="4368800"/>
          <p14:tracePt t="296980" x="3968750" y="4381500"/>
          <p14:tracePt t="296996" x="3917950" y="4381500"/>
          <p14:tracePt t="297014" x="3841750" y="4381500"/>
          <p14:tracePt t="297030" x="3733800" y="4387850"/>
          <p14:tracePt t="297046" x="3683000" y="4387850"/>
          <p14:tracePt t="297063" x="3568700" y="4387850"/>
          <p14:tracePt t="297079" x="3460750" y="4387850"/>
          <p14:tracePt t="297096" x="3409950" y="4387850"/>
          <p14:tracePt t="297113" x="3340100" y="4387850"/>
          <p14:tracePt t="297129" x="3295650" y="4387850"/>
          <p14:tracePt t="297147" x="3244850" y="4381500"/>
          <p14:tracePt t="297163" x="3225800" y="4362450"/>
          <p14:tracePt t="297179" x="3187700" y="4349750"/>
          <p14:tracePt t="297196" x="3168650" y="4330700"/>
          <p14:tracePt t="297212" x="3162300" y="4318000"/>
          <p14:tracePt t="297229" x="3162300" y="4298950"/>
          <p14:tracePt t="298232" x="3162300" y="4311650"/>
          <p14:tracePt t="298238" x="3149600" y="4330700"/>
          <p14:tracePt t="298252" x="3124200" y="4356100"/>
          <p14:tracePt t="298261" x="3111500" y="4368800"/>
          <p14:tracePt t="298275" x="3098800" y="4387850"/>
          <p14:tracePt t="298292" x="3054350" y="4419600"/>
          <p14:tracePt t="298309" x="2997200" y="4451350"/>
          <p14:tracePt t="298325" x="2965450" y="4457700"/>
          <p14:tracePt t="298343" x="2921000" y="4470400"/>
          <p14:tracePt t="298359" x="2882900" y="4476750"/>
          <p14:tracePt t="298375" x="2863850" y="4483100"/>
          <p14:tracePt t="298392" x="2838450" y="4489450"/>
          <p14:tracePt t="298408" x="2813050" y="4495800"/>
          <p14:tracePt t="298425" x="2800350" y="4495800"/>
          <p14:tracePt t="298442" x="2787650" y="4502150"/>
          <p14:tracePt t="298492" x="2781300" y="4502150"/>
          <p14:tracePt t="298547" x="2781300" y="4495800"/>
          <p14:tracePt t="298561" x="2781300" y="4489450"/>
          <p14:tracePt t="298582" x="2781300" y="4483100"/>
          <p14:tracePt t="298589" x="2787650" y="4483100"/>
          <p14:tracePt t="298603" x="2794000" y="4476750"/>
          <p14:tracePt t="298610" x="2800350" y="4464050"/>
          <p14:tracePt t="298624" x="2800350" y="4457700"/>
          <p14:tracePt t="298641" x="2819400" y="4438650"/>
          <p14:tracePt t="298657" x="2819400" y="4432300"/>
          <p14:tracePt t="298674" x="2838450" y="4413250"/>
          <p14:tracePt t="298690" x="2851150" y="4406900"/>
          <p14:tracePt t="298708" x="2857500" y="4400550"/>
          <p14:tracePt t="298740" x="2863850" y="4387850"/>
          <p14:tracePt t="298760" x="2870200" y="4381500"/>
          <p14:tracePt t="298898" x="2870200" y="4375150"/>
          <p14:tracePt t="299010" x="2876550" y="4375150"/>
          <p14:tracePt t="299031" x="2889250" y="4375150"/>
          <p14:tracePt t="299073" x="2895600" y="4381500"/>
          <p14:tracePt t="299108" x="2901950" y="4381500"/>
          <p14:tracePt t="299164" x="2908300" y="4387850"/>
          <p14:tracePt t="299192" x="2908300" y="4394200"/>
          <p14:tracePt t="299234" x="2914650" y="4400550"/>
          <p14:tracePt t="299241" x="2921000" y="4400550"/>
          <p14:tracePt t="299262" x="2927350" y="4406900"/>
          <p14:tracePt t="299272" x="2940050" y="4406900"/>
          <p14:tracePt t="299288" x="2952750" y="4419600"/>
          <p14:tracePt t="299305" x="3003550" y="4451350"/>
          <p14:tracePt t="299322" x="3092450" y="4489450"/>
          <p14:tracePt t="299339" x="3200400" y="4533900"/>
          <p14:tracePt t="299354" x="3282950" y="4552950"/>
          <p14:tracePt t="299372" x="3359150" y="4584700"/>
          <p14:tracePt t="299389" x="3594100" y="4622800"/>
          <p14:tracePt t="299406" x="3651250" y="4629150"/>
          <p14:tracePt t="299422" x="3714750" y="4629150"/>
          <p14:tracePt t="299438" x="3803650" y="4629150"/>
          <p14:tracePt t="299455" x="3898900" y="4610100"/>
          <p14:tracePt t="299472" x="3943350" y="4597400"/>
          <p14:tracePt t="299488" x="4006850" y="4572000"/>
          <p14:tracePt t="299504" x="4057650" y="4540250"/>
          <p14:tracePt t="299522" x="4121150" y="4508500"/>
          <p14:tracePt t="299538" x="4140200" y="4495800"/>
          <p14:tracePt t="299554" x="4203700" y="4457700"/>
          <p14:tracePt t="299571" x="4235450" y="4445000"/>
          <p14:tracePt t="299588" x="4254500" y="4432300"/>
          <p14:tracePt t="299604" x="4260850" y="4425950"/>
          <p14:tracePt t="299621" x="4273550" y="4425950"/>
          <p14:tracePt t="299655" x="4279900" y="4419600"/>
          <p14:tracePt t="299670" x="4286250" y="4419600"/>
          <p14:tracePt t="299705" x="4279900" y="4419600"/>
          <p14:tracePt t="299725" x="4267200" y="4419600"/>
          <p14:tracePt t="299732" x="4254500" y="4425950"/>
          <p14:tracePt t="299740" x="4235450" y="4438650"/>
          <p14:tracePt t="299755" x="4203700" y="4445000"/>
          <p14:tracePt t="299770" x="4159250" y="4457700"/>
          <p14:tracePt t="299787" x="4013200" y="4495800"/>
          <p14:tracePt t="299803" x="3822700" y="4533900"/>
          <p14:tracePt t="299820" x="3708400" y="4546600"/>
          <p14:tracePt t="299837" x="3467100" y="4565650"/>
          <p14:tracePt t="299853" x="3238500" y="4559300"/>
          <p14:tracePt t="299870" x="3136900" y="4552950"/>
          <p14:tracePt t="299873" x="3054350" y="4533900"/>
          <p14:tracePt t="299887" x="2990850" y="4502150"/>
          <p14:tracePt t="299903" x="2889250" y="4457700"/>
          <p14:tracePt t="299920" x="2870200" y="4445000"/>
          <p14:tracePt t="299936" x="2851150" y="4432300"/>
          <p14:tracePt t="299953" x="2844800" y="4432300"/>
          <p14:tracePt t="300005" x="2844800" y="4425950"/>
          <p14:tracePt t="300040" x="2844800" y="4419600"/>
          <p14:tracePt t="300047" x="2844800" y="4413250"/>
          <p14:tracePt t="300070" x="2844800" y="4400550"/>
          <p14:tracePt t="300763" x="2851150" y="4413250"/>
          <p14:tracePt t="300777" x="2870200" y="4425950"/>
          <p14:tracePt t="300786" x="2882900" y="4438650"/>
          <p14:tracePt t="300800" x="2895600" y="4445000"/>
          <p14:tracePt t="300817" x="2946400" y="4457700"/>
          <p14:tracePt t="300833" x="2997200" y="4476750"/>
          <p14:tracePt t="300850" x="3022600" y="4476750"/>
          <p14:tracePt t="300866" x="3079750" y="4476750"/>
          <p14:tracePt t="300883" x="3136900" y="4483100"/>
          <p14:tracePt t="300899" x="3168650" y="4483100"/>
          <p14:tracePt t="300917" x="3206750" y="4489450"/>
          <p14:tracePt t="300933" x="3257550" y="4495800"/>
          <p14:tracePt t="300949" x="3270250" y="4495800"/>
          <p14:tracePt t="300967" x="3295650" y="4495800"/>
          <p14:tracePt t="300983" x="3302000" y="4495800"/>
          <p14:tracePt t="300999" x="3302000" y="4502150"/>
          <p14:tracePt t="301042" x="3308350" y="4502150"/>
          <p14:tracePt t="301113" x="3314700" y="4502150"/>
          <p14:tracePt t="301134" x="3327400" y="4502150"/>
          <p14:tracePt t="301141" x="3333750" y="4502150"/>
          <p14:tracePt t="301155" x="3340100" y="4502150"/>
          <p14:tracePt t="301165" x="3346450" y="4502150"/>
          <p14:tracePt t="301182" x="3359150" y="4502150"/>
          <p14:tracePt t="301198" x="3409950" y="4495800"/>
          <p14:tracePt t="301215" x="3517900" y="4476750"/>
          <p14:tracePt t="301233" x="3663950" y="4438650"/>
          <p14:tracePt t="301248" x="3746500" y="4406900"/>
          <p14:tracePt t="301265" x="3822700" y="4375150"/>
          <p14:tracePt t="301282" x="4064000" y="4298950"/>
          <p14:tracePt t="301298" x="4121150" y="4279900"/>
          <p14:tracePt t="301315" x="4165600" y="4254500"/>
          <p14:tracePt t="301332" x="4216400" y="4229100"/>
          <p14:tracePt t="301348" x="4241800" y="4222750"/>
          <p14:tracePt t="301365" x="4248150" y="4222750"/>
          <p14:tracePt t="301408" x="4254500" y="4222750"/>
          <p14:tracePt t="301527" x="4248150" y="4222750"/>
          <p14:tracePt t="301534" x="4241800" y="4222750"/>
          <p14:tracePt t="301550" x="4241800" y="4229100"/>
          <p14:tracePt t="301564" x="4222750" y="4241800"/>
          <p14:tracePt t="301581" x="4191000" y="4267200"/>
          <p14:tracePt t="301598" x="4114800" y="4298950"/>
          <p14:tracePt t="301614" x="4057650" y="4324350"/>
          <p14:tracePt t="301630" x="3898900" y="4368800"/>
          <p14:tracePt t="301647" x="3721100" y="4419600"/>
          <p14:tracePt t="301664" x="3619500" y="4425950"/>
          <p14:tracePt t="301681" x="3346450" y="4457700"/>
          <p14:tracePt t="301697" x="3270250" y="4457700"/>
          <p14:tracePt t="301713" x="3206750" y="4457700"/>
          <p14:tracePt t="301730" x="3098800" y="4425950"/>
          <p14:tracePt t="301747" x="3035300" y="4413250"/>
          <p14:tracePt t="301763" x="3009900" y="4406900"/>
          <p14:tracePt t="301780" x="2965450" y="4387850"/>
          <p14:tracePt t="301796" x="2933700" y="4387850"/>
          <p14:tracePt t="301814" x="2921000" y="4387850"/>
          <p14:tracePt t="301830" x="2901950" y="4387850"/>
          <p14:tracePt t="301846" x="2889250" y="4387850"/>
          <p14:tracePt t="301863" x="2882900" y="4387850"/>
          <p14:tracePt t="301914" x="2876550" y="4387850"/>
          <p14:tracePt t="301969" x="2876550" y="4381500"/>
          <p14:tracePt t="302507" x="2863850" y="4381500"/>
          <p14:tracePt t="302514" x="2851150" y="4387850"/>
          <p14:tracePt t="302530" x="2832100" y="4387850"/>
          <p14:tracePt t="302544" x="2813050" y="4387850"/>
          <p14:tracePt t="302562" x="2762250" y="4406900"/>
          <p14:tracePt t="302577" x="2736850" y="4413250"/>
          <p14:tracePt t="302594" x="2686050" y="4425950"/>
          <p14:tracePt t="302610" x="2654300" y="4432300"/>
          <p14:tracePt t="302629" x="2616200" y="4451350"/>
          <p14:tracePt t="302644" x="2603500" y="4457700"/>
          <p14:tracePt t="302660" x="2565400" y="4483100"/>
          <p14:tracePt t="302677" x="2552700" y="4495800"/>
          <p14:tracePt t="302693" x="2546350" y="4502150"/>
          <p14:tracePt t="302711" x="2546350" y="4508500"/>
          <p14:tracePt t="302788" x="2552700" y="4508500"/>
          <p14:tracePt t="302795" x="2559050" y="4495800"/>
          <p14:tracePt t="302810" x="2565400" y="4489450"/>
          <p14:tracePt t="302816" x="2578100" y="4483100"/>
          <p14:tracePt t="302830" x="2590800" y="4470400"/>
          <p14:tracePt t="302843" x="2616200" y="4451350"/>
          <p14:tracePt t="302859" x="2667000" y="4413250"/>
          <p14:tracePt t="302876" x="2686050" y="4394200"/>
          <p14:tracePt t="302893" x="2743200" y="4362450"/>
          <p14:tracePt t="302910" x="2774950" y="4343400"/>
          <p14:tracePt t="302926" x="2787650" y="4337050"/>
          <p14:tracePt t="302943" x="2794000" y="4324350"/>
          <p14:tracePt t="302959" x="2800350" y="4318000"/>
          <p14:tracePt t="303609" x="2806700" y="4324350"/>
          <p14:tracePt t="303616" x="2819400" y="4337050"/>
          <p14:tracePt t="303630" x="2838450" y="4349750"/>
          <p14:tracePt t="303640" x="2863850" y="4368800"/>
          <p14:tracePt t="303657" x="2882900" y="4375150"/>
          <p14:tracePt t="303674" x="2965450" y="4387850"/>
          <p14:tracePt t="303690" x="3073400" y="4400550"/>
          <p14:tracePt t="303708" x="3225800" y="4400550"/>
          <p14:tracePt t="303723" x="3327400" y="4400550"/>
          <p14:tracePt t="303740" x="3530600" y="4400550"/>
          <p14:tracePt t="303757" x="3746500" y="4419600"/>
          <p14:tracePt t="303773" x="3835400" y="4438650"/>
          <p14:tracePt t="303790" x="3924300" y="4451350"/>
          <p14:tracePt t="303807" x="4146550" y="4495800"/>
          <p14:tracePt t="303823" x="4191000" y="4495800"/>
          <p14:tracePt t="303840" x="4216400" y="4502150"/>
          <p14:tracePt t="303856" x="4267200" y="4521200"/>
          <p14:tracePt t="303873" x="4279900" y="4521200"/>
          <p14:tracePt t="303890" x="4286250" y="4521200"/>
          <p14:tracePt t="303918" x="4292600" y="4521200"/>
          <p14:tracePt t="307277" x="4279900" y="4521200"/>
          <p14:tracePt t="307284" x="4248150" y="4521200"/>
          <p14:tracePt t="307293" x="4222750" y="4521200"/>
          <p14:tracePt t="307313" x="4165600" y="4508500"/>
          <p14:tracePt t="307328" x="4133850" y="4502150"/>
          <p14:tracePt t="307344" x="4102100" y="4495800"/>
          <p14:tracePt t="307361" x="4051300" y="4470400"/>
          <p14:tracePt t="307377" x="4000500" y="4457700"/>
          <p14:tracePt t="307394" x="3987800" y="4445000"/>
          <p14:tracePt t="307410" x="3975100" y="4438650"/>
          <p14:tracePt t="307427" x="3968750" y="4425950"/>
          <p14:tracePt t="307460" x="3962400" y="4425950"/>
          <p14:tracePt t="307495" x="3962400" y="4419600"/>
          <p14:tracePt t="307516" x="3962400" y="4413250"/>
          <p14:tracePt t="307537" x="3962400" y="4406900"/>
          <p14:tracePt t="307545" x="3962400" y="4400550"/>
          <p14:tracePt t="307558" x="3962400" y="4394200"/>
          <p14:tracePt t="307579" x="3968750" y="4387850"/>
          <p14:tracePt t="307607" x="3975100" y="4387850"/>
          <p14:tracePt t="307614" x="3981450" y="4387850"/>
          <p14:tracePt t="307629" x="3994150" y="4381500"/>
          <p14:tracePt t="307643" x="4006850" y="4375150"/>
          <p14:tracePt t="307660" x="4064000" y="4362450"/>
          <p14:tracePt t="307677" x="4159250" y="4349750"/>
          <p14:tracePt t="307693" x="4241800" y="4337050"/>
          <p14:tracePt t="307709" x="4381500" y="4318000"/>
          <p14:tracePt t="307726" x="4565650" y="4298950"/>
          <p14:tracePt t="307743" x="4641850" y="4286250"/>
          <p14:tracePt t="307759" x="4781550" y="4286250"/>
          <p14:tracePt t="307776" x="4870450" y="4286250"/>
          <p14:tracePt t="307793" x="4902200" y="4292600"/>
          <p14:tracePt t="307809" x="4927600" y="4318000"/>
          <p14:tracePt t="307826" x="4940300" y="4349750"/>
          <p14:tracePt t="307842" x="4940300" y="4381500"/>
          <p14:tracePt t="307859" x="4921250" y="4438650"/>
          <p14:tracePt t="307876" x="4876800" y="4508500"/>
          <p14:tracePt t="307892" x="4845050" y="4533900"/>
          <p14:tracePt t="307909" x="4781550" y="4572000"/>
          <p14:tracePt t="307925" x="4724400" y="4597400"/>
          <p14:tracePt t="307942" x="4616450" y="4616450"/>
          <p14:tracePt t="307958" x="4476750" y="4616450"/>
          <p14:tracePt t="307975" x="4406900" y="4603750"/>
          <p14:tracePt t="307992" x="4298950" y="4559300"/>
          <p14:tracePt t="308009" x="4229100" y="4495800"/>
          <p14:tracePt t="308025" x="4203700" y="4451350"/>
          <p14:tracePt t="308042" x="4178300" y="4337050"/>
          <p14:tracePt t="308058" x="4171950" y="4203700"/>
          <p14:tracePt t="308075" x="4178300" y="4140200"/>
          <p14:tracePt t="308091" x="4216400" y="4000500"/>
          <p14:tracePt t="308108" x="4292600" y="3886200"/>
          <p14:tracePt t="308126" x="4387850" y="3816350"/>
          <p14:tracePt t="308141" x="4451350" y="3803650"/>
          <p14:tracePt t="308158" x="4572000" y="3790950"/>
          <p14:tracePt t="308175" x="4679950" y="3797300"/>
          <p14:tracePt t="308191" x="4718050" y="3816350"/>
          <p14:tracePt t="308208" x="4775200" y="3848100"/>
          <p14:tracePt t="308224" x="4889500" y="3943350"/>
          <p14:tracePt t="308241" x="4914900" y="3975100"/>
          <p14:tracePt t="308260" x="4946650" y="4051300"/>
          <p14:tracePt t="308274" x="4946650" y="4102100"/>
          <p14:tracePt t="308291" x="4933950" y="4210050"/>
          <p14:tracePt t="308308" x="4857750" y="4343400"/>
          <p14:tracePt t="308324" x="4806950" y="4400550"/>
          <p14:tracePt t="308340" x="4679950" y="4502150"/>
          <p14:tracePt t="308357" x="4508500" y="4565650"/>
          <p14:tracePt t="308374" x="4419600" y="4584700"/>
          <p14:tracePt t="308391" x="4235450" y="4603750"/>
          <p14:tracePt t="308407" x="4083050" y="4603750"/>
          <p14:tracePt t="308424" x="4006850" y="4597400"/>
          <p14:tracePt t="308441" x="3886200" y="4559300"/>
          <p14:tracePt t="308457" x="3797300" y="4521200"/>
          <p14:tracePt t="308474" x="3771900" y="4483100"/>
          <p14:tracePt t="308491" x="3733800" y="4451350"/>
          <p14:tracePt t="308507" x="3727450" y="4419600"/>
          <p14:tracePt t="308523" x="3740150" y="4394200"/>
          <p14:tracePt t="308527" x="3752850" y="4375150"/>
          <p14:tracePt t="308540" x="3771900" y="4349750"/>
          <p14:tracePt t="308556" x="3810000" y="4324350"/>
          <p14:tracePt t="308574" x="3975100" y="4235450"/>
          <p14:tracePt t="308590" x="4057650" y="4203700"/>
          <p14:tracePt t="308606" x="4133850" y="4184650"/>
          <p14:tracePt t="308623" x="4330700" y="4165600"/>
          <p14:tracePt t="308639" x="4521200" y="4184650"/>
          <p14:tracePt t="308656" x="4603750" y="4216400"/>
          <p14:tracePt t="308673" x="4743450" y="4318000"/>
          <p14:tracePt t="308689" x="4813300" y="4394200"/>
          <p14:tracePt t="308706" x="4838700" y="4438650"/>
          <p14:tracePt t="308723" x="4870450" y="4514850"/>
          <p14:tracePt t="308739" x="4870450" y="4578350"/>
          <p14:tracePt t="308756" x="4857750" y="4616450"/>
          <p14:tracePt t="308772" x="4806950" y="4679950"/>
          <p14:tracePt t="308789" x="4724400" y="4756150"/>
          <p14:tracePt t="308806" x="4629150" y="4787900"/>
          <p14:tracePt t="308822" x="4559300" y="4806950"/>
          <p14:tracePt t="308839" x="4394200" y="4806950"/>
          <p14:tracePt t="308856" x="4222750" y="4775200"/>
          <p14:tracePt t="308872" x="4146550" y="4743450"/>
          <p14:tracePt t="308889" x="4051300" y="4705350"/>
          <p14:tracePt t="308905" x="3911600" y="4622800"/>
          <p14:tracePt t="308922" x="3829050" y="4521200"/>
          <p14:tracePt t="308939" x="3797300" y="4413250"/>
          <p14:tracePt t="308955" x="3803650" y="4362450"/>
          <p14:tracePt t="308972" x="3860800" y="4248150"/>
          <p14:tracePt t="308989" x="4000500" y="4127500"/>
          <p14:tracePt t="309005" x="4083050" y="4064000"/>
          <p14:tracePt t="309021" x="4292600" y="4013200"/>
          <p14:tracePt t="309038" x="4508500" y="4000500"/>
          <p14:tracePt t="309055" x="4622800" y="4019550"/>
          <p14:tracePt t="309072" x="4819650" y="4076700"/>
          <p14:tracePt t="309088" x="4991100" y="4184650"/>
          <p14:tracePt t="309104" x="5054600" y="4229100"/>
          <p14:tracePt t="309122" x="5143500" y="4311650"/>
          <p14:tracePt t="309138" x="5181600" y="4381500"/>
          <p14:tracePt t="309154" x="5187950" y="4406900"/>
          <p14:tracePt t="309171" x="5168900" y="4495800"/>
          <p14:tracePt t="309187" x="5143500" y="4514850"/>
          <p14:tracePt t="309204" x="5060950" y="4616450"/>
          <p14:tracePt t="309221" x="4946650" y="4692650"/>
          <p14:tracePt t="309237" x="4864100" y="4749800"/>
          <p14:tracePt t="309255" x="4705350" y="4794250"/>
          <p14:tracePt t="309270" x="4508500" y="4813300"/>
          <p14:tracePt t="309287" x="4419600" y="4794250"/>
          <p14:tracePt t="309304" x="4248150" y="4743450"/>
          <p14:tracePt t="309320" x="4102100" y="4673600"/>
          <p14:tracePt t="309337" x="4032250" y="4635500"/>
          <p14:tracePt t="309354" x="3943350" y="4591050"/>
          <p14:tracePt t="309370" x="3879850" y="4572000"/>
          <p14:tracePt t="309387" x="3860800" y="4552950"/>
          <p14:tracePt t="309404" x="3854450" y="4552950"/>
          <p14:tracePt t="309420" x="3848100" y="4552950"/>
          <p14:tracePt t="309598" x="3841750" y="4546600"/>
          <p14:tracePt t="309612" x="3829050" y="4540250"/>
          <p14:tracePt t="309626" x="3822700" y="4527550"/>
          <p14:tracePt t="309640" x="3816350" y="4527550"/>
          <p14:tracePt t="309653" x="3810000" y="4521200"/>
          <p14:tracePt t="309669" x="3803650" y="4502150"/>
          <p14:tracePt t="309686" x="3803650" y="4495800"/>
          <p14:tracePt t="309703" x="3803650" y="4489450"/>
          <p14:tracePt t="309719" x="3803650" y="4483100"/>
          <p14:tracePt t="309753" x="3803650" y="4476750"/>
          <p14:tracePt t="309768" x="3803650" y="4470400"/>
          <p14:tracePt t="309837" x="3803650" y="4464050"/>
          <p14:tracePt t="309878" x="3797300" y="4457700"/>
          <p14:tracePt t="309900" x="3790950" y="4457700"/>
          <p14:tracePt t="309907" x="3784600" y="4451350"/>
          <p14:tracePt t="309921" x="3771900" y="4451350"/>
          <p14:tracePt t="309935" x="3759200" y="4451350"/>
          <p14:tracePt t="309952" x="3721100" y="4451350"/>
          <p14:tracePt t="309968" x="3676650" y="4445000"/>
          <p14:tracePt t="309985" x="3575050" y="4445000"/>
          <p14:tracePt t="310002" x="3448050" y="4438650"/>
          <p14:tracePt t="310019" x="3327400" y="4425950"/>
          <p14:tracePt t="310034" x="3276600" y="4425950"/>
          <p14:tracePt t="310051" x="3194050" y="4419600"/>
          <p14:tracePt t="310069" x="3149600" y="4419600"/>
          <p14:tracePt t="310085" x="3136900" y="4419600"/>
          <p14:tracePt t="310101" x="3124200" y="4413250"/>
          <p14:tracePt t="310483" x="3111500" y="4413250"/>
          <p14:tracePt t="310490" x="3098800" y="4413250"/>
          <p14:tracePt t="310501" x="3086100" y="4413250"/>
          <p14:tracePt t="310517" x="3079750" y="4413250"/>
          <p14:tracePt t="310533" x="3054350" y="4413250"/>
          <p14:tracePt t="310550" x="3041650" y="4406900"/>
          <p14:tracePt t="310566" x="3028950" y="4406900"/>
          <p14:tracePt t="310570" x="3022600" y="4400550"/>
          <p14:tracePt t="310589" x="3022600" y="4394200"/>
          <p14:tracePt t="310603" x="3022600" y="4381500"/>
          <p14:tracePt t="310616" x="3028950" y="4375150"/>
          <p14:tracePt t="310632" x="3048000" y="4349750"/>
          <p14:tracePt t="310649" x="3067050" y="4343400"/>
          <p14:tracePt t="310666" x="3111500" y="4330700"/>
          <p14:tracePt t="310682" x="3162300" y="4305300"/>
          <p14:tracePt t="310699" x="3200400" y="4298950"/>
          <p14:tracePt t="310716" x="3295650" y="4279900"/>
          <p14:tracePt t="310732" x="3403600" y="4273550"/>
          <p14:tracePt t="310749" x="3479800" y="4260850"/>
          <p14:tracePt t="310766" x="3644900" y="4241800"/>
          <p14:tracePt t="310782" x="3810000" y="4235450"/>
          <p14:tracePt t="310800" x="3968750" y="4235450"/>
          <p14:tracePt t="310815" x="4032250" y="4235450"/>
          <p14:tracePt t="310832" x="4095750" y="4235450"/>
          <p14:tracePt t="310849" x="4184650" y="4248150"/>
          <p14:tracePt t="310865" x="4216400" y="4248150"/>
          <p14:tracePt t="310882" x="4235450" y="4248150"/>
          <p14:tracePt t="310898" x="4267200" y="4254500"/>
          <p14:tracePt t="310915" x="4292600" y="4254500"/>
          <p14:tracePt t="310932" x="4305300" y="4254500"/>
          <p14:tracePt t="310948" x="4324350" y="4254500"/>
          <p14:tracePt t="310965" x="4337050" y="4254500"/>
          <p14:tracePt t="311094" x="4330700" y="4254500"/>
          <p14:tracePt t="311101" x="4324350" y="4260850"/>
          <p14:tracePt t="311117" x="4318000" y="4260850"/>
          <p14:tracePt t="311131" x="4311650" y="4260850"/>
          <p14:tracePt t="311151" x="4298950" y="4260850"/>
          <p14:tracePt t="311171" x="4292600" y="4260850"/>
          <p14:tracePt t="311185" x="4286250" y="4260850"/>
          <p14:tracePt t="311197" x="4279900" y="4260850"/>
          <p14:tracePt t="311214" x="4254500" y="4254500"/>
          <p14:tracePt t="311231" x="4229100" y="4248150"/>
          <p14:tracePt t="311602" x="4210050" y="4248150"/>
          <p14:tracePt t="311616" x="4178300" y="4248150"/>
          <p14:tracePt t="311623" x="4140200" y="4248150"/>
          <p14:tracePt t="311632" x="4102100" y="4248150"/>
          <p14:tracePt t="311645" x="4064000" y="4248150"/>
          <p14:tracePt t="311662" x="4025900" y="4248150"/>
          <p14:tracePt t="311680" x="3879850" y="4248150"/>
          <p14:tracePt t="311696" x="3841750" y="4248150"/>
          <p14:tracePt t="311712" x="3803650" y="4241800"/>
          <p14:tracePt t="311729" x="3708400" y="4222750"/>
          <p14:tracePt t="311745" x="3644900" y="4210050"/>
          <p14:tracePt t="311762" x="3625850" y="4210050"/>
          <p14:tracePt t="311779" x="3587750" y="4197350"/>
          <p14:tracePt t="311795" x="3562350" y="4191000"/>
          <p14:tracePt t="311813" x="3543300" y="4184650"/>
          <p14:tracePt t="311828" x="3536950" y="4184650"/>
          <p14:tracePt t="311845" x="3517900" y="4178300"/>
          <p14:tracePt t="311862" x="3505200" y="4178300"/>
          <p14:tracePt t="311878" x="3498850" y="4178300"/>
          <p14:tracePt t="311895" x="3486150" y="4178300"/>
          <p14:tracePt t="311912" x="3429000" y="4178300"/>
          <p14:tracePt t="311928" x="3409950" y="4184650"/>
          <p14:tracePt t="311946" x="3371850" y="4191000"/>
          <p14:tracePt t="311961" x="3340100" y="4191000"/>
          <p14:tracePt t="311978" x="3289300" y="4197350"/>
          <p14:tracePt t="311995" x="3251200" y="4197350"/>
          <p14:tracePt t="312011" x="3232150" y="4197350"/>
          <p14:tracePt t="312028" x="3187700" y="4191000"/>
          <p14:tracePt t="312044" x="3136900" y="4184650"/>
          <p14:tracePt t="312061" x="3098800" y="4184650"/>
          <p14:tracePt t="312078" x="3028950" y="4178300"/>
          <p14:tracePt t="312094" x="2971800" y="4178300"/>
          <p14:tracePt t="312111" x="2952750" y="4184650"/>
          <p14:tracePt t="312114" x="2933700" y="4184650"/>
          <p14:tracePt t="312128" x="2921000" y="4184650"/>
          <p14:tracePt t="312144" x="2901950" y="4184650"/>
          <p14:tracePt t="312161" x="2895600" y="4191000"/>
          <p14:tracePt t="312177" x="2901950" y="4191000"/>
          <p14:tracePt t="312194" x="2914650" y="4191000"/>
          <p14:tracePt t="312622" x="2908300" y="4197350"/>
          <p14:tracePt t="312636" x="2895600" y="4210050"/>
          <p14:tracePt t="312645" x="2870200" y="4235450"/>
          <p14:tracePt t="312659" x="2851150" y="4248150"/>
          <p14:tracePt t="312675" x="2832100" y="4260850"/>
          <p14:tracePt t="312693" x="2781300" y="4286250"/>
          <p14:tracePt t="312709" x="2768600" y="4292600"/>
          <p14:tracePt t="312725" x="2755900" y="4298950"/>
          <p14:tracePt t="312742" x="2743200" y="4311650"/>
          <p14:tracePt t="312758" x="2736850" y="4318000"/>
          <p14:tracePt t="312776" x="2730500" y="4324350"/>
          <p14:tracePt t="312792" x="2724150" y="4330700"/>
          <p14:tracePt t="312828" x="2724150" y="4337050"/>
          <p14:tracePt t="312841" x="2724150" y="4343400"/>
          <p14:tracePt t="312858" x="2730500" y="4356100"/>
          <p14:tracePt t="312875" x="2730500" y="4362450"/>
          <p14:tracePt t="312891" x="2730500" y="4368800"/>
          <p14:tracePt t="312908" x="2743200" y="4368800"/>
          <p14:tracePt t="312925" x="2755900" y="4375150"/>
          <p14:tracePt t="312941" x="2768600" y="4381500"/>
          <p14:tracePt t="312959" x="2800350" y="4387850"/>
          <p14:tracePt t="312975" x="2857500" y="4394200"/>
          <p14:tracePt t="312991" x="2895600" y="4406900"/>
          <p14:tracePt t="313008" x="2952750" y="4406900"/>
          <p14:tracePt t="313024" x="3028950" y="4419600"/>
          <p14:tracePt t="313041" x="3067050" y="4425950"/>
          <p14:tracePt t="313058" x="3111500" y="4438650"/>
          <p14:tracePt t="313074" x="3124200" y="4438650"/>
          <p14:tracePt t="313091" x="3143250" y="4445000"/>
          <p14:tracePt t="313147" x="3130550" y="4451350"/>
          <p14:tracePt t="313154" x="3117850" y="4451350"/>
          <p14:tracePt t="313168" x="3098800" y="4451350"/>
          <p14:tracePt t="313177" x="3086100" y="4457700"/>
          <p14:tracePt t="313191" x="3054350" y="4457700"/>
          <p14:tracePt t="313207" x="2990850" y="4457700"/>
          <p14:tracePt t="313224" x="2952750" y="4457700"/>
          <p14:tracePt t="313241" x="2895600" y="4457700"/>
          <p14:tracePt t="313257" x="2825750" y="4457700"/>
          <p14:tracePt t="313274" x="2794000" y="4451350"/>
          <p14:tracePt t="313290" x="2781300" y="4451350"/>
          <p14:tracePt t="313307" x="2774950" y="4451350"/>
          <p14:tracePt t="313343" x="2781300" y="4457700"/>
          <p14:tracePt t="313359" x="2794000" y="4457700"/>
          <p14:tracePt t="313373" x="2813050" y="4457700"/>
          <p14:tracePt t="313390" x="2844800" y="4457700"/>
          <p14:tracePt t="313408" x="2901950" y="4451350"/>
          <p14:tracePt t="313423" x="2933700" y="4438650"/>
          <p14:tracePt t="313439" x="3028950" y="4419600"/>
          <p14:tracePt t="313457" x="3136900" y="4413250"/>
          <p14:tracePt t="313473" x="3175000" y="4400550"/>
          <p14:tracePt t="313489" x="3238500" y="4394200"/>
          <p14:tracePt t="313506" x="3263900" y="4394200"/>
          <p14:tracePt t="313523" x="3270250" y="4394200"/>
          <p14:tracePt t="313539" x="3276600" y="4394200"/>
          <p14:tracePt t="313556" x="3263900" y="4387850"/>
          <p14:tracePt t="313573" x="3251200" y="4387850"/>
          <p14:tracePt t="313589" x="3213100" y="4387850"/>
          <p14:tracePt t="313605" x="3168650" y="4387850"/>
          <p14:tracePt t="313622" x="3143250" y="4387850"/>
          <p14:tracePt t="313639" x="3054350" y="4387850"/>
          <p14:tracePt t="313656" x="3016250" y="4387850"/>
          <p14:tracePt t="313672" x="2959100" y="4387850"/>
          <p14:tracePt t="313689" x="2927350" y="4394200"/>
          <p14:tracePt t="313705" x="2914650" y="4394200"/>
          <p14:tracePt t="313723" x="2901950" y="4394200"/>
          <p14:tracePt t="313738" x="2901950" y="4400550"/>
          <p14:tracePt t="313772" x="2914650" y="4406900"/>
          <p14:tracePt t="313789" x="2921000" y="4413250"/>
          <p14:tracePt t="313805" x="2940050" y="4419600"/>
          <p14:tracePt t="313822" x="2959100" y="4419600"/>
          <p14:tracePt t="313838" x="2990850" y="4419600"/>
          <p14:tracePt t="313855" x="3009900" y="4419600"/>
          <p14:tracePt t="313871" x="3035300" y="4419600"/>
          <p14:tracePt t="313888" x="3054350" y="4419600"/>
          <p14:tracePt t="313940" x="3041650" y="4419600"/>
          <p14:tracePt t="313947" x="3028950" y="4419600"/>
          <p14:tracePt t="313957" x="3016250" y="4419600"/>
          <p14:tracePt t="313971" x="3003550" y="4419600"/>
          <p14:tracePt t="313988" x="2984500" y="4425950"/>
          <p14:tracePt t="314004" x="2946400" y="4438650"/>
          <p14:tracePt t="314021" x="2901950" y="4451350"/>
          <p14:tracePt t="314038" x="2876550" y="4464050"/>
          <p14:tracePt t="314054" x="2863850" y="4464050"/>
          <p14:tracePt t="314071" x="2863850" y="4470400"/>
          <p14:tracePt t="314104" x="2870200" y="4470400"/>
          <p14:tracePt t="314121" x="2895600" y="4464050"/>
          <p14:tracePt t="314137" x="2914650" y="4457700"/>
          <p14:tracePt t="314154" x="2940050" y="4451350"/>
          <p14:tracePt t="314157" x="2959100" y="4445000"/>
          <p14:tracePt t="314171" x="2984500" y="4438650"/>
          <p14:tracePt t="314187" x="3048000" y="4425950"/>
          <p14:tracePt t="314204" x="3067050" y="4419600"/>
          <p14:tracePt t="314221" x="3098800" y="4406900"/>
          <p14:tracePt t="314237" x="3111500" y="4406900"/>
          <p14:tracePt t="314272" x="3105150" y="4406900"/>
          <p14:tracePt t="314287" x="3098800" y="4406900"/>
          <p14:tracePt t="314303" x="3073400" y="4413250"/>
          <p14:tracePt t="314320" x="3054350" y="4413250"/>
          <p14:tracePt t="314336" x="3028950" y="4413250"/>
          <p14:tracePt t="314354" x="2997200" y="4419600"/>
          <p14:tracePt t="314370" x="2971800" y="4419600"/>
          <p14:tracePt t="314386" x="2959100" y="4419600"/>
          <p14:tracePt t="314403" x="2952750" y="4419600"/>
          <p14:tracePt t="314420" x="2946400" y="4419600"/>
          <p14:tracePt t="314459" x="2952750" y="4419600"/>
          <p14:tracePt t="314480" x="2965450" y="4419600"/>
          <p14:tracePt t="314494" x="2978150" y="4425950"/>
          <p14:tracePt t="314508" x="3003550" y="4425950"/>
          <p14:tracePt t="314519" x="3022600" y="4425950"/>
          <p14:tracePt t="314537" x="3054350" y="4425950"/>
          <p14:tracePt t="314553" x="3073400" y="4425950"/>
          <p14:tracePt t="314569" x="3092450" y="4425950"/>
          <p14:tracePt t="314586" x="3098800" y="4425950"/>
          <p14:tracePt t="314622" x="3086100" y="4425950"/>
          <p14:tracePt t="314635" x="3079750" y="4425950"/>
          <p14:tracePt t="314652" x="3054350" y="4425950"/>
          <p14:tracePt t="314669" x="3035300" y="4425950"/>
          <p14:tracePt t="314672" x="3022600" y="4432300"/>
          <p14:tracePt t="314685" x="3003550" y="4432300"/>
          <p14:tracePt t="314702" x="2978150" y="4438650"/>
          <p14:tracePt t="314719" x="2965450" y="4438650"/>
          <p14:tracePt t="314752" x="2959100" y="4438650"/>
          <p14:tracePt t="314768" x="2965450" y="4432300"/>
          <p14:tracePt t="314785" x="2971800" y="4432300"/>
          <p14:tracePt t="314802" x="2971800" y="4425950"/>
          <p14:tracePt t="314818" x="2984500" y="4419600"/>
          <p14:tracePt t="314852" x="2997200" y="4413250"/>
          <p14:tracePt t="314868" x="3003550" y="4413250"/>
          <p14:tracePt t="314908" x="3003550" y="4406900"/>
          <p14:tracePt t="314929" x="2997200" y="4406900"/>
          <p14:tracePt t="314936" x="2990850" y="4406900"/>
          <p14:tracePt t="314957" x="2984500" y="4406900"/>
          <p14:tracePt t="314971" x="2978150" y="4406900"/>
          <p14:tracePt t="314999" x="2971800" y="4406900"/>
          <p14:tracePt t="315111" x="2978150" y="4406900"/>
          <p14:tracePt t="315118" x="2984500" y="4406900"/>
          <p14:tracePt t="315139" x="2990850" y="4406900"/>
          <p14:tracePt t="315167" x="2997200" y="4406900"/>
          <p14:tracePt t="315520" x="2997200" y="4343400"/>
          <p14:tracePt t="315527" x="2997200" y="4216400"/>
          <p14:tracePt t="315541" x="3009900" y="4038600"/>
          <p14:tracePt t="315549" x="3022600" y="3797300"/>
          <p14:tracePt t="315565" x="3035300" y="3581400"/>
          <p14:tracePt t="315583" x="3079750" y="3073400"/>
          <p14:tracePt t="315598" x="3130550" y="2660650"/>
          <p14:tracePt t="315615" x="3143250" y="2546350"/>
          <p14:tracePt t="315632" x="3143250" y="2419350"/>
          <p14:tracePt t="315648" x="3143250" y="2228850"/>
          <p14:tracePt t="315665" x="3136900" y="2089150"/>
          <p14:tracePt t="315682" x="3130550" y="1968500"/>
          <p14:tracePt t="315699" x="3117850" y="1917700"/>
          <p14:tracePt t="315715" x="3105150" y="1847850"/>
          <p14:tracePt t="315732" x="3092450" y="1784350"/>
          <p14:tracePt t="315749" x="3079750" y="1765300"/>
          <p14:tracePt t="315765" x="3067050" y="1733550"/>
          <p14:tracePt t="315781" x="3060700" y="1714500"/>
          <p14:tracePt t="315798" x="3054350" y="1701800"/>
          <p14:tracePt t="315815" x="3048000" y="1682750"/>
          <p14:tracePt t="315831" x="3035300" y="1663700"/>
          <p14:tracePt t="315848" x="3022600" y="1651000"/>
          <p14:tracePt t="315865" x="3003550" y="1600200"/>
          <p14:tracePt t="315881" x="2997200" y="1568450"/>
          <p14:tracePt t="315898" x="2997200" y="1549400"/>
          <p14:tracePt t="315914" x="2997200" y="1517650"/>
          <p14:tracePt t="315931" x="2997200" y="1492250"/>
          <p14:tracePt t="315949" x="3003550" y="1473200"/>
          <p14:tracePt t="315964" x="3003550" y="1466850"/>
          <p14:tracePt t="315981" x="3009900" y="1454150"/>
          <p14:tracePt t="315998" x="3009900" y="1447800"/>
          <p14:tracePt t="316039" x="3009900" y="1441450"/>
          <p14:tracePt t="316074" x="3003550" y="1441450"/>
          <p14:tracePt t="316082" x="2997200" y="1441450"/>
          <p14:tracePt t="316087" x="2990850" y="1441450"/>
          <p14:tracePt t="316102" x="2978150" y="1441450"/>
          <p14:tracePt t="316113" x="2965450" y="1441450"/>
          <p14:tracePt t="316130" x="2908300" y="1441450"/>
          <p14:tracePt t="316147" x="2876550" y="1441450"/>
          <p14:tracePt t="316164" x="2800350" y="1441450"/>
          <p14:tracePt t="316180" x="2730500" y="1428750"/>
          <p14:tracePt t="316197" x="2692400" y="1428750"/>
          <p14:tracePt t="316200" x="2673350" y="1422400"/>
          <p14:tracePt t="316216" x="2647950" y="1422400"/>
          <p14:tracePt t="316230" x="2628900" y="1422400"/>
          <p14:tracePt t="316246" x="2616200" y="1422400"/>
          <p14:tracePt t="316285" x="2622550" y="1422400"/>
          <p14:tracePt t="316296" x="2647950" y="1422400"/>
          <p14:tracePt t="316313" x="2705100" y="1428750"/>
          <p14:tracePt t="316330" x="2743200" y="1441450"/>
          <p14:tracePt t="316347" x="2876550" y="1447800"/>
          <p14:tracePt t="316363" x="3016250" y="1447800"/>
          <p14:tracePt t="316380" x="3092450" y="1447800"/>
          <p14:tracePt t="316397" x="3162300" y="1447800"/>
          <p14:tracePt t="316413" x="3200400" y="1447800"/>
          <p14:tracePt t="316430" x="3213100" y="1447800"/>
          <p14:tracePt t="316446" x="3219450" y="1447800"/>
          <p14:tracePt t="316462" x="3219450" y="1454150"/>
          <p14:tracePt t="316478" x="3219450" y="1460500"/>
          <p14:tracePt t="316496" x="3213100" y="1485900"/>
          <p14:tracePt t="316512" x="3200400" y="1511300"/>
          <p14:tracePt t="316529" x="3194050" y="1524000"/>
          <p14:tracePt t="316545" x="3181350" y="1574800"/>
          <p14:tracePt t="316562" x="3175000" y="1600200"/>
          <p14:tracePt t="316580" x="3155950" y="1758950"/>
          <p14:tracePt t="316596" x="3155950" y="1835150"/>
          <p14:tracePt t="316612" x="3143250" y="1917700"/>
          <p14:tracePt t="316629" x="3143250" y="2114550"/>
          <p14:tracePt t="316645" x="3136900" y="2381250"/>
          <p14:tracePt t="316662" x="3136900" y="2540000"/>
          <p14:tracePt t="316678" x="3162300" y="2870200"/>
          <p14:tracePt t="316695" x="3200400" y="3206750"/>
          <p14:tracePt t="316713" x="3263900" y="3486150"/>
          <p14:tracePt t="316729" x="3295650" y="3600450"/>
          <p14:tracePt t="316744" x="3371850" y="3810000"/>
          <p14:tracePt t="316762" x="3441700" y="3968750"/>
          <p14:tracePt t="316778" x="3467100" y="4013200"/>
          <p14:tracePt t="316795" x="3511550" y="4089400"/>
          <p14:tracePt t="316812" x="3543300" y="4146550"/>
          <p14:tracePt t="316828" x="3556000" y="4159250"/>
          <p14:tracePt t="316844" x="3581400" y="4184650"/>
          <p14:tracePt t="316861" x="3613150" y="4203700"/>
          <p14:tracePt t="316878" x="3638550" y="4210050"/>
          <p14:tracePt t="316895" x="3695700" y="4235450"/>
          <p14:tracePt t="316911" x="3727450" y="4248150"/>
          <p14:tracePt t="316927" x="3778250" y="4267200"/>
          <p14:tracePt t="316944" x="3841750" y="4298950"/>
          <p14:tracePt t="316961" x="3860800" y="4311650"/>
          <p14:tracePt t="316978" x="3911600" y="4337050"/>
          <p14:tracePt t="316994" x="3956050" y="4356100"/>
          <p14:tracePt t="317011" x="3968750" y="4362450"/>
          <p14:tracePt t="317029" x="3994150" y="4368800"/>
          <p14:tracePt t="317044" x="4013200" y="4368800"/>
          <p14:tracePt t="317060" x="4025900" y="4368800"/>
          <p14:tracePt t="317077" x="4032250" y="4368800"/>
          <p14:tracePt t="317093" x="4051300" y="4368800"/>
          <p14:tracePt t="317110" x="4057650" y="4368800"/>
          <p14:tracePt t="317127" x="4076700" y="4368800"/>
          <p14:tracePt t="317144" x="4102100" y="4362450"/>
          <p14:tracePt t="317161" x="4114800" y="4362450"/>
          <p14:tracePt t="317177" x="4159250" y="4362450"/>
          <p14:tracePt t="317193" x="4197350" y="4362450"/>
          <p14:tracePt t="317211" x="4305300" y="4362450"/>
          <p14:tracePt t="317226" x="4337050" y="4362450"/>
          <p14:tracePt t="317243" x="4375150" y="4375150"/>
          <p14:tracePt t="317260" x="4464050" y="4381500"/>
          <p14:tracePt t="317276" x="4559300" y="4381500"/>
          <p14:tracePt t="317293" x="4610100" y="4381500"/>
          <p14:tracePt t="317310" x="4705350" y="4368800"/>
          <p14:tracePt t="317326" x="4787900" y="4362450"/>
          <p14:tracePt t="317342" x="4813300" y="4356100"/>
          <p14:tracePt t="317359" x="4864100" y="4356100"/>
          <p14:tracePt t="317376" x="4902200" y="4356100"/>
          <p14:tracePt t="317393" x="4933950" y="4356100"/>
          <p14:tracePt t="317409" x="4959350" y="4356100"/>
          <p14:tracePt t="317426" x="4972050" y="4356100"/>
          <p14:tracePt t="317443" x="4984750" y="4362450"/>
          <p14:tracePt t="317459" x="4991100" y="4368800"/>
          <p14:tracePt t="317492" x="4991100" y="4375150"/>
          <p14:tracePt t="317509" x="4972050" y="4387850"/>
          <p14:tracePt t="317526" x="4921250" y="4413250"/>
          <p14:tracePt t="317542" x="4870450" y="4432300"/>
          <p14:tracePt t="317559" x="4699000" y="4457700"/>
          <p14:tracePt t="317576" x="4483100" y="4470400"/>
          <p14:tracePt t="317592" x="4356100" y="4470400"/>
          <p14:tracePt t="317609" x="4159250" y="4470400"/>
          <p14:tracePt t="317625" x="4013200" y="4464050"/>
          <p14:tracePt t="317642" x="3987800" y="4464050"/>
          <p14:tracePt t="317659" x="3956050" y="4464050"/>
          <p14:tracePt t="317675" x="3968750" y="4464050"/>
          <p14:tracePt t="317692" x="3987800" y="4464050"/>
          <p14:tracePt t="317709" x="4070350" y="4476750"/>
          <p14:tracePt t="317725" x="4184650" y="4483100"/>
          <p14:tracePt t="317741" x="4260850" y="4495800"/>
          <p14:tracePt t="317758" x="4432300" y="4508500"/>
          <p14:tracePt t="317774" x="4610100" y="4489450"/>
          <p14:tracePt t="317792" x="4686300" y="4483100"/>
          <p14:tracePt t="317808" x="4819650" y="4451350"/>
          <p14:tracePt t="317824" x="4889500" y="4425950"/>
          <p14:tracePt t="317841" x="4997450" y="4381500"/>
          <p14:tracePt t="317858" x="5041900" y="4356100"/>
          <p14:tracePt t="317874" x="5048250" y="4356100"/>
          <p14:tracePt t="317891" x="5054600" y="4356100"/>
          <p14:tracePt t="317908" x="5048250" y="4356100"/>
          <p14:tracePt t="317924" x="5029200" y="4356100"/>
          <p14:tracePt t="317941" x="4965700" y="4356100"/>
          <p14:tracePt t="317957" x="4864100" y="4362450"/>
          <p14:tracePt t="317974" x="4743450" y="4368800"/>
          <p14:tracePt t="317991" x="4667250" y="4368800"/>
          <p14:tracePt t="318007" x="4527550" y="4381500"/>
          <p14:tracePt t="318025" x="4413250" y="4387850"/>
          <p14:tracePt t="318040" x="4368800" y="4406900"/>
          <p14:tracePt t="318057" x="4318000" y="4425950"/>
          <p14:tracePt t="318074" x="4305300" y="4445000"/>
          <p14:tracePt t="318090" x="4305300" y="4464050"/>
          <p14:tracePt t="318107" x="4318000" y="4476750"/>
          <p14:tracePt t="318123" x="4413250" y="4552950"/>
          <p14:tracePt t="318140" x="4457700" y="4565650"/>
          <p14:tracePt t="318157" x="4514850" y="4597400"/>
          <p14:tracePt t="318174" x="4660900" y="4648200"/>
          <p14:tracePt t="318190" x="4832350" y="4673600"/>
          <p14:tracePt t="318207" x="4959350" y="4673600"/>
          <p14:tracePt t="318223" x="4997450" y="4673600"/>
          <p14:tracePt t="318240" x="5073650" y="4660900"/>
          <p14:tracePt t="318256" x="5105400" y="4641850"/>
          <p14:tracePt t="318273" x="5118100" y="4635500"/>
          <p14:tracePt t="318290" x="5130800" y="4629150"/>
          <p14:tracePt t="318306" x="5137150" y="4616450"/>
          <p14:tracePt t="318323" x="5137150" y="4610100"/>
          <p14:tracePt t="318340" x="5137150" y="4578350"/>
          <p14:tracePt t="321963" x="5137150" y="4565650"/>
          <p14:tracePt t="321970" x="5130800" y="4559300"/>
          <p14:tracePt t="321984" x="5124450" y="4552950"/>
          <p14:tracePt t="321993" x="5111750" y="4533900"/>
          <p14:tracePt t="322010" x="5105400" y="4514850"/>
          <p14:tracePt t="322027" x="5067300" y="4470400"/>
          <p14:tracePt t="322043" x="5016500" y="4406900"/>
          <p14:tracePt t="322060" x="4984750" y="4381500"/>
          <p14:tracePt t="322077" x="4914900" y="4305300"/>
          <p14:tracePt t="322093" x="4832350" y="4222750"/>
          <p14:tracePt t="322111" x="4743450" y="4159250"/>
          <p14:tracePt t="322126" x="4699000" y="4121150"/>
          <p14:tracePt t="322143" x="4654550" y="4102100"/>
          <p14:tracePt t="322160" x="4514850" y="4070350"/>
          <p14:tracePt t="322177" x="4476750" y="4070350"/>
          <p14:tracePt t="322193" x="4419600" y="4076700"/>
          <p14:tracePt t="322209" x="4273550" y="4152900"/>
          <p14:tracePt t="322226" x="4229100" y="4178300"/>
          <p14:tracePt t="322243" x="4184650" y="4203700"/>
          <p14:tracePt t="322259" x="4108450" y="4254500"/>
          <p14:tracePt t="322276" x="4032250" y="4305300"/>
          <p14:tracePt t="322293" x="3981450" y="4337050"/>
          <p14:tracePt t="322309" x="3968750" y="4349750"/>
          <p14:tracePt t="322326" x="3943350" y="4362450"/>
          <p14:tracePt t="322342" x="3937000" y="4375150"/>
          <p14:tracePt t="322359" x="3937000" y="4381500"/>
          <p14:tracePt t="322376" x="3949700" y="4387850"/>
          <p14:tracePt t="322392" x="3987800" y="4394200"/>
          <p14:tracePt t="322409" x="4006850" y="4394200"/>
          <p14:tracePt t="322426" x="4064000" y="4406900"/>
          <p14:tracePt t="322442" x="4146550" y="4413250"/>
          <p14:tracePt t="322458" x="4197350" y="4413250"/>
          <p14:tracePt t="322475" x="4286250" y="4425950"/>
          <p14:tracePt t="322492" x="4330700" y="4425950"/>
          <p14:tracePt t="322508" x="4406900" y="4419600"/>
          <p14:tracePt t="322525" x="4483100" y="4400550"/>
          <p14:tracePt t="322541" x="4508500" y="4387850"/>
          <p14:tracePt t="322559" x="4546600" y="4368800"/>
          <p14:tracePt t="322575" x="4565650" y="4356100"/>
          <p14:tracePt t="322591" x="4572000" y="4356100"/>
          <p14:tracePt t="322608" x="4572000" y="4349750"/>
          <p14:tracePt t="322650" x="4565650" y="4349750"/>
          <p14:tracePt t="322664" x="4552950" y="4349750"/>
          <p14:tracePt t="322671" x="4540250" y="4356100"/>
          <p14:tracePt t="322685" x="4533900" y="4356100"/>
          <p14:tracePt t="322694" x="4527550" y="4356100"/>
          <p14:tracePt t="322708" x="4514850" y="4362450"/>
          <p14:tracePt t="322724" x="4508500" y="4368800"/>
          <p14:tracePt t="322743" x="4495800" y="4381500"/>
          <p14:tracePt t="322758" x="4489450" y="4381500"/>
          <p14:tracePt t="322774" x="4483100" y="4387850"/>
          <p14:tracePt t="322791" x="4476750" y="4394200"/>
          <p14:tracePt t="322853" x="4476750" y="4400550"/>
          <p14:tracePt t="322881" x="4476750" y="4406900"/>
          <p14:tracePt t="322895" x="4476750" y="4413250"/>
          <p14:tracePt t="322902" x="4489450" y="4413250"/>
          <p14:tracePt t="322917" x="4502150" y="4419600"/>
          <p14:tracePt t="322926" x="4527550" y="4432300"/>
          <p14:tracePt t="322941" x="4546600" y="4432300"/>
          <p14:tracePt t="322957" x="4648200" y="4451350"/>
          <p14:tracePt t="322973" x="4787900" y="4445000"/>
          <p14:tracePt t="322990" x="4876800" y="4438650"/>
          <p14:tracePt t="323007" x="5035550" y="4425950"/>
          <p14:tracePt t="323023" x="5143500" y="4413250"/>
          <p14:tracePt t="323040" x="5168900" y="4400550"/>
          <p14:tracePt t="323057" x="5213350" y="4394200"/>
          <p14:tracePt t="323089" x="5207000" y="4394200"/>
          <p14:tracePt t="323107" x="5181600" y="4400550"/>
          <p14:tracePt t="323123" x="5156200" y="4406900"/>
          <p14:tracePt t="323139" x="5060950" y="4451350"/>
          <p14:tracePt t="323156" x="4914900" y="4514850"/>
          <p14:tracePt t="323173" x="4832350" y="4552950"/>
          <p14:tracePt t="323190" x="4635500" y="4616450"/>
          <p14:tracePt t="323206" x="4400550" y="4667250"/>
          <p14:tracePt t="323223" x="4286250" y="4679950"/>
          <p14:tracePt t="323226" x="4197350" y="4686300"/>
          <p14:tracePt t="323239" x="4121150" y="4686300"/>
          <p14:tracePt t="323256" x="4013200" y="4660900"/>
          <p14:tracePt t="323272" x="3981450" y="4635500"/>
          <p14:tracePt t="323289" x="3917950" y="4565650"/>
          <p14:tracePt t="323305" x="3886200" y="4502150"/>
          <p14:tracePt t="323323" x="3886200" y="4483100"/>
          <p14:tracePt t="323339" x="3873500" y="4432300"/>
          <p14:tracePt t="325929" x="3835400" y="4432300"/>
          <p14:tracePt t="325935" x="3771900" y="4432300"/>
          <p14:tracePt t="325950" x="3702050" y="4445000"/>
          <p14:tracePt t="325964" x="3638550" y="4451350"/>
          <p14:tracePt t="325979" x="3403600" y="4508500"/>
          <p14:tracePt t="325996" x="3276600" y="4527550"/>
          <p14:tracePt t="326013" x="3060700" y="4572000"/>
          <p14:tracePt t="326029" x="2844800" y="4591050"/>
          <p14:tracePt t="326046" x="2730500" y="4591050"/>
          <p14:tracePt t="326063" x="2501900" y="4622800"/>
          <p14:tracePt t="326079" x="2343150" y="4629150"/>
          <p14:tracePt t="326096" x="2279650" y="4641850"/>
          <p14:tracePt t="326112" x="2127250" y="4660900"/>
          <p14:tracePt t="326129" x="2070100" y="4667250"/>
          <p14:tracePt t="326146" x="2000250" y="4667250"/>
          <p14:tracePt t="326162" x="1981200" y="4667250"/>
          <p14:tracePt t="326179" x="1962150" y="4667250"/>
          <p14:tracePt t="326196" x="1860550" y="4692650"/>
          <p14:tracePt t="326212" x="1739900" y="4711700"/>
          <p14:tracePt t="326229" x="1644650" y="4718050"/>
          <p14:tracePt t="326245" x="1612900" y="4718050"/>
          <p14:tracePt t="326262" x="1600200" y="4718050"/>
          <p14:tracePt t="326265" x="1587500" y="4718050"/>
          <p14:tracePt t="326282" x="1581150" y="4718050"/>
          <p14:tracePt t="326295" x="1568450" y="4730750"/>
          <p14:tracePt t="326312" x="1562100" y="4743450"/>
          <p14:tracePt t="326329" x="1549400" y="4775200"/>
          <p14:tracePt t="326345" x="1543050" y="4794250"/>
          <p14:tracePt t="329139" x="1543050" y="4800600"/>
          <p14:tracePt t="329145" x="1555750" y="4819650"/>
          <p14:tracePt t="329160" x="1574800" y="4832350"/>
          <p14:tracePt t="329168" x="1587500" y="4857750"/>
          <p14:tracePt t="329184" x="1593850" y="4876800"/>
          <p14:tracePt t="329202" x="1606550" y="4908550"/>
          <p14:tracePt t="329218" x="1612900" y="4959350"/>
          <p14:tracePt t="329235" x="1619250" y="4972050"/>
          <p14:tracePt t="329252" x="1625600" y="5003800"/>
          <p14:tracePt t="329268" x="1631950" y="5041900"/>
          <p14:tracePt t="329285" x="1631950" y="5048250"/>
          <p14:tracePt t="329301" x="1638300" y="5086350"/>
          <p14:tracePt t="329318" x="1644650" y="5105400"/>
          <p14:tracePt t="329321" x="1651000" y="5111750"/>
          <p14:tracePt t="329338" x="1663700" y="5143500"/>
          <p14:tracePt t="329351" x="1663700" y="5149850"/>
          <p14:tracePt t="329368" x="1670050" y="5156200"/>
          <p14:tracePt t="329385" x="1670050" y="5162550"/>
          <p14:tracePt t="329401" x="1676400" y="5168900"/>
          <p14:tracePt t="329426" x="1682750" y="5175250"/>
          <p14:tracePt t="329517" x="1689100" y="5175250"/>
          <p14:tracePt t="329539" x="1695450" y="5175250"/>
          <p14:tracePt t="329559" x="1701800" y="5175250"/>
          <p14:tracePt t="329568" x="1708150" y="5168900"/>
          <p14:tracePt t="329587" x="1714500" y="5168900"/>
          <p14:tracePt t="329609" x="1720850" y="5168900"/>
          <p14:tracePt t="329636" x="1720850" y="5162550"/>
          <p14:tracePt t="329651" x="1727200" y="5162550"/>
          <p14:tracePt t="329658" x="1733550" y="5162550"/>
          <p14:tracePt t="329667" x="1739900" y="5162550"/>
          <p14:tracePt t="329687" x="1746250" y="5162550"/>
          <p14:tracePt t="329702" x="1758950" y="5162550"/>
          <p14:tracePt t="329717" x="1771650" y="5156200"/>
          <p14:tracePt t="329733" x="1790700" y="5149850"/>
          <p14:tracePt t="329750" x="1822450" y="5137150"/>
          <p14:tracePt t="329767" x="1835150" y="5130800"/>
          <p14:tracePt t="329783" x="1885950" y="5118100"/>
          <p14:tracePt t="329800" x="1917700" y="5105400"/>
          <p14:tracePt t="329816" x="1936750" y="5099050"/>
          <p14:tracePt t="329833" x="1962150" y="5099050"/>
          <p14:tracePt t="329850" x="1981200" y="5092700"/>
          <p14:tracePt t="329866" x="1993900" y="5092700"/>
          <p14:tracePt t="329883" x="2000250" y="5092700"/>
          <p14:tracePt t="329899" x="2006600" y="5092700"/>
          <p14:tracePt t="329932" x="2019300" y="5092700"/>
          <p14:tracePt t="329949" x="2025650" y="5092700"/>
          <p14:tracePt t="329966" x="2038350" y="5092700"/>
          <p14:tracePt t="329982" x="2070100" y="5092700"/>
          <p14:tracePt t="329999" x="2089150" y="5086350"/>
          <p14:tracePt t="330016" x="2139950" y="5073650"/>
          <p14:tracePt t="330032" x="2209800" y="5054600"/>
          <p14:tracePt t="330049" x="2235200" y="5048250"/>
          <p14:tracePt t="330065" x="2305050" y="5029200"/>
          <p14:tracePt t="330082" x="2355850" y="5016500"/>
          <p14:tracePt t="330099" x="2393950" y="5010150"/>
          <p14:tracePt t="330115" x="2406650" y="5003800"/>
          <p14:tracePt t="330132" x="2413000" y="5003800"/>
          <p14:tracePt t="330177" x="2419350" y="4997450"/>
          <p14:tracePt t="330442" x="2425700" y="4997450"/>
          <p14:tracePt t="330513" x="2432050" y="4997450"/>
          <p14:tracePt t="330590" x="2438400" y="4997450"/>
          <p14:tracePt t="330667" x="2444750" y="4997450"/>
          <p14:tracePt t="331193" x="2438400" y="5003800"/>
          <p14:tracePt t="331242" x="2432050" y="5010150"/>
          <p14:tracePt t="331284" x="2425700" y="5010150"/>
          <p14:tracePt t="331341" x="2419350" y="5010150"/>
          <p14:tracePt t="331368" x="2419350" y="5016500"/>
          <p14:tracePt t="331404" x="2413000" y="5016500"/>
          <p14:tracePt t="331431" x="2406650" y="5016500"/>
          <p14:tracePt t="331438" x="2406650" y="5010150"/>
          <p14:tracePt t="331819" x="2393950" y="5010150"/>
          <p14:tracePt t="331833" x="2374900" y="5010150"/>
          <p14:tracePt t="331840" x="2343150" y="5010150"/>
          <p14:tracePt t="331854" x="2317750" y="5010150"/>
          <p14:tracePt t="331862" x="2286000" y="5003800"/>
          <p14:tracePt t="331878" x="2247900" y="4991100"/>
          <p14:tracePt t="331893" x="2165350" y="4978400"/>
          <p14:tracePt t="331909" x="2101850" y="4965700"/>
          <p14:tracePt t="331926" x="1955800" y="4927600"/>
          <p14:tracePt t="331942" x="1866900" y="4908550"/>
          <p14:tracePt t="331960" x="1651000" y="4838700"/>
          <p14:tracePt t="331975" x="1587500" y="4832350"/>
          <p14:tracePt t="331992" x="1517650" y="4819650"/>
          <p14:tracePt t="332009" x="1435100" y="4806950"/>
          <p14:tracePt t="332025" x="1377950" y="4794250"/>
          <p14:tracePt t="332042" x="1358900" y="4794250"/>
          <p14:tracePt t="332059" x="1327150" y="4794250"/>
          <p14:tracePt t="332075" x="1308100" y="4794250"/>
          <p14:tracePt t="332092" x="1301750" y="4794250"/>
          <p14:tracePt t="332163" x="1301750" y="4800600"/>
          <p14:tracePt t="332170" x="1301750" y="4806950"/>
          <p14:tracePt t="332192" x="1314450" y="4806950"/>
          <p14:tracePt t="332212" x="1320800" y="4806950"/>
          <p14:tracePt t="332240" x="1327150" y="4813300"/>
          <p14:tracePt t="332683" x="1333500" y="4813300"/>
          <p14:tracePt t="332697" x="1333500" y="4819650"/>
          <p14:tracePt t="332704" x="1339850" y="4819650"/>
          <p14:tracePt t="332711" x="1346200" y="4819650"/>
          <p14:tracePt t="332726" x="1358900" y="4826000"/>
          <p14:tracePt t="332740" x="1365250" y="4826000"/>
          <p14:tracePt t="332757" x="1384300" y="4832350"/>
          <p14:tracePt t="332774" x="1409700" y="4845050"/>
          <p14:tracePt t="332789" x="1416050" y="4845050"/>
          <p14:tracePt t="332806" x="1435100" y="4845050"/>
          <p14:tracePt t="332823" x="1454150" y="4845050"/>
          <p14:tracePt t="332840" x="1460500" y="4845050"/>
          <p14:tracePt t="332855" x="1473200" y="4838700"/>
          <p14:tracePt t="332873" x="1473200" y="4832350"/>
          <p14:tracePt t="332921" x="1479550" y="4826000"/>
          <p14:tracePt t="332956" x="1485900" y="4819650"/>
          <p14:tracePt t="333025" x="1492250" y="4813300"/>
          <p14:tracePt t="333054" x="1498600" y="4806950"/>
          <p14:tracePt t="333082" x="1504950" y="4800600"/>
          <p14:tracePt t="333103" x="1504950" y="4794250"/>
          <p14:tracePt t="333117" x="1511300" y="4794250"/>
          <p14:tracePt t="333124" x="1517650" y="4794250"/>
          <p14:tracePt t="333138" x="1524000" y="4787900"/>
          <p14:tracePt t="333155" x="1536700" y="4781550"/>
          <p14:tracePt t="333171" x="1549400" y="4781550"/>
          <p14:tracePt t="333188" x="1581150" y="4756150"/>
          <p14:tracePt t="333205" x="1625600" y="4737100"/>
          <p14:tracePt t="333222" x="1644650" y="4730750"/>
          <p14:tracePt t="333238" x="1689100" y="4699000"/>
          <p14:tracePt t="333254" x="1720850" y="4679950"/>
          <p14:tracePt t="333271" x="1733550" y="4673600"/>
          <p14:tracePt t="333288" x="1752600" y="4660900"/>
          <p14:tracePt t="333304" x="1765300" y="4654550"/>
          <p14:tracePt t="333321" x="1765300" y="4648200"/>
          <p14:tracePt t="333357" x="1758950" y="4648200"/>
          <p14:tracePt t="333371" x="1746250" y="4641850"/>
          <p14:tracePt t="333387" x="1739900" y="4641850"/>
          <p14:tracePt t="333405" x="1727200" y="4641850"/>
          <p14:tracePt t="333421" x="1708150" y="4641850"/>
          <p14:tracePt t="333437" x="1657350" y="4641850"/>
          <p14:tracePt t="333454" x="1587500" y="4667250"/>
          <p14:tracePt t="333470" x="1543050" y="4679950"/>
          <p14:tracePt t="333487" x="1466850" y="4711700"/>
          <p14:tracePt t="333504" x="1416050" y="4756150"/>
          <p14:tracePt t="333520" x="1390650" y="4775200"/>
          <p14:tracePt t="333537" x="1371600" y="4794250"/>
          <p14:tracePt t="333553" x="1320800" y="4845050"/>
          <p14:tracePt t="333570" x="1314450" y="4851400"/>
          <p14:tracePt t="333587" x="1301750" y="4864100"/>
          <p14:tracePt t="333603" x="1295400" y="4870450"/>
          <p14:tracePt t="333620" x="1295400" y="4876800"/>
          <p14:tracePt t="333637" x="1289050" y="4883150"/>
          <p14:tracePt t="333755" x="1289050" y="4889500"/>
          <p14:tracePt t="333763" x="1289050" y="4895850"/>
          <p14:tracePt t="333777" x="1295400" y="4895850"/>
          <p14:tracePt t="333805" x="1301750" y="4902200"/>
          <p14:tracePt t="333825" x="1314450" y="4902200"/>
          <p14:tracePt t="333832" x="1320800" y="4908550"/>
          <p14:tracePt t="333853" x="1333500" y="4908550"/>
          <p14:tracePt t="333875" x="1346200" y="4908550"/>
          <p14:tracePt t="333889" x="1358900" y="4908550"/>
          <p14:tracePt t="333895" x="1371600" y="4914900"/>
          <p14:tracePt t="333904" x="1390650" y="4914900"/>
          <p14:tracePt t="333919" x="1422400" y="4914900"/>
          <p14:tracePt t="333935" x="1441450" y="4914900"/>
          <p14:tracePt t="333952" x="1517650" y="4921250"/>
          <p14:tracePt t="333968" x="1555750" y="4921250"/>
          <p14:tracePt t="333985" x="1587500" y="4921250"/>
          <p14:tracePt t="334002" x="1644650" y="4921250"/>
          <p14:tracePt t="334018" x="1701800" y="4921250"/>
          <p14:tracePt t="334036" x="1758950" y="4927600"/>
          <p14:tracePt t="334052" x="1784350" y="4933950"/>
          <p14:tracePt t="334068" x="1847850" y="4953000"/>
          <p14:tracePt t="334085" x="1866900" y="4953000"/>
          <p14:tracePt t="334101" x="1917700" y="4959350"/>
          <p14:tracePt t="334118" x="1955800" y="4959350"/>
          <p14:tracePt t="334135" x="1987550" y="4959350"/>
          <p14:tracePt t="334151" x="2006600" y="4959350"/>
          <p14:tracePt t="334168" x="2032000" y="4959350"/>
          <p14:tracePt t="334184" x="2082800" y="4940300"/>
          <p14:tracePt t="334201" x="2101850" y="4940300"/>
          <p14:tracePt t="334219" x="2127250" y="4933950"/>
          <p14:tracePt t="334234" x="2139950" y="4933950"/>
          <p14:tracePt t="334251" x="2152650" y="4933950"/>
          <p14:tracePt t="334269" x="2171700" y="4933950"/>
          <p14:tracePt t="334300" x="2178050" y="4933950"/>
          <p14:tracePt t="334323" x="2184400" y="4933950"/>
          <p14:tracePt t="334344" x="2190750" y="4933950"/>
          <p14:tracePt t="334365" x="2197100" y="4927600"/>
          <p14:tracePt t="334394" x="2197100" y="4921250"/>
          <p14:tracePt t="334408" x="2203450" y="4914900"/>
          <p14:tracePt t="334415" x="2203450" y="4908550"/>
          <p14:tracePt t="334436" x="2209800" y="4902200"/>
          <p14:tracePt t="334817" x="2222500" y="4902200"/>
          <p14:tracePt t="334824" x="2247900" y="4921250"/>
          <p14:tracePt t="334839" x="2260600" y="4921250"/>
          <p14:tracePt t="334848" x="2279650" y="4921250"/>
          <p14:tracePt t="334867" x="2324100" y="4940300"/>
          <p14:tracePt t="334882" x="2343150" y="4940300"/>
          <p14:tracePt t="334899" x="2393950" y="4940300"/>
          <p14:tracePt t="334916" x="2432050" y="4940300"/>
          <p14:tracePt t="334932" x="2457450" y="4940300"/>
          <p14:tracePt t="334949" x="2476500" y="4940300"/>
          <p14:tracePt t="334965" x="2527300" y="4953000"/>
          <p14:tracePt t="334982" x="2552700" y="4953000"/>
          <p14:tracePt t="334998" x="2565400" y="4953000"/>
          <p14:tracePt t="335015" x="2590800" y="4965700"/>
          <p14:tracePt t="335031" x="2603500" y="4972050"/>
          <p14:tracePt t="335049" x="2622550" y="4972050"/>
          <p14:tracePt t="335065" x="2628900" y="4972050"/>
          <p14:tracePt t="335081" x="2641600" y="4972050"/>
          <p14:tracePt t="335114" x="2647950" y="4978400"/>
          <p14:tracePt t="335140" x="2654300" y="4978400"/>
          <p14:tracePt t="335175" x="2660650" y="4978400"/>
          <p14:tracePt t="335639" x="2673350" y="4978400"/>
          <p14:tracePt t="335647" x="2692400" y="4978400"/>
          <p14:tracePt t="335660" x="2705100" y="4984750"/>
          <p14:tracePt t="335666" x="2717800" y="4997450"/>
          <p14:tracePt t="335682" x="2730500" y="5003800"/>
          <p14:tracePt t="335696" x="2749550" y="5016500"/>
          <p14:tracePt t="335712" x="2755900" y="5022850"/>
          <p14:tracePt t="335731" x="2768600" y="5029200"/>
          <p14:tracePt t="335746" x="2774950" y="5035550"/>
          <p14:tracePt t="335763" x="2774950" y="5041900"/>
          <p14:tracePt t="335779" x="2781300" y="5048250"/>
          <p14:tracePt t="335795" x="2794000" y="5054600"/>
          <p14:tracePt t="335812" x="2800350" y="5060950"/>
          <p14:tracePt t="335829" x="2813050" y="5067300"/>
          <p14:tracePt t="335862" x="2819400" y="5073650"/>
          <p14:tracePt t="335891" x="2825750" y="5073650"/>
          <p14:tracePt t="335906" x="2832100" y="5073650"/>
          <p14:tracePt t="335927" x="2838450" y="5073650"/>
          <p14:tracePt t="335941" x="2844800" y="5073650"/>
          <p14:tracePt t="335948" x="2851150" y="5073650"/>
          <p14:tracePt t="335964" x="2857500" y="5073650"/>
          <p14:tracePt t="335982" x="2863850" y="5073650"/>
          <p14:tracePt t="335995" x="2876550" y="5080000"/>
          <p14:tracePt t="336012" x="2921000" y="5080000"/>
          <p14:tracePt t="336028" x="2940050" y="5080000"/>
          <p14:tracePt t="336045" x="2990850" y="5080000"/>
          <p14:tracePt t="336061" x="3035300" y="5080000"/>
          <p14:tracePt t="336078" x="3060700" y="5080000"/>
          <p14:tracePt t="336095" x="3086100" y="5080000"/>
          <p14:tracePt t="336111" x="3098800" y="5080000"/>
          <p14:tracePt t="336128" x="3105150" y="5080000"/>
          <p14:tracePt t="336144" x="3111500" y="5080000"/>
          <p14:tracePt t="336172" x="3117850" y="5080000"/>
          <p14:tracePt t="336207" x="3124200" y="5080000"/>
          <p14:tracePt t="336277" x="3124200" y="5073650"/>
          <p14:tracePt t="336284" x="3124200" y="5067300"/>
          <p14:tracePt t="336748" x="3130550" y="5067300"/>
          <p14:tracePt t="336763" x="3143250" y="5067300"/>
          <p14:tracePt t="336770" x="3168650" y="5067300"/>
          <p14:tracePt t="336784" x="3187700" y="5067300"/>
          <p14:tracePt t="336793" x="3206750" y="5067300"/>
          <p14:tracePt t="336809" x="3225800" y="5067300"/>
          <p14:tracePt t="336827" x="3276600" y="5067300"/>
          <p14:tracePt t="336842" x="3352800" y="5067300"/>
          <p14:tracePt t="336859" x="3384550" y="5067300"/>
          <p14:tracePt t="336876" x="3448050" y="5067300"/>
          <p14:tracePt t="336892" x="3517900" y="5073650"/>
          <p14:tracePt t="336908" x="3556000" y="5073650"/>
          <p14:tracePt t="336925" x="3613150" y="5080000"/>
          <p14:tracePt t="336942" x="3663950" y="5080000"/>
          <p14:tracePt t="336959" x="3683000" y="5080000"/>
          <p14:tracePt t="336961" x="3695700" y="5080000"/>
          <p14:tracePt t="336975" x="3708400" y="5080000"/>
          <p14:tracePt t="336991" x="3714750" y="5086350"/>
          <p14:tracePt t="337008" x="3721100" y="5086350"/>
          <p14:tracePt t="337030" x="3727450" y="5086350"/>
          <p14:tracePt t="337051" x="3733800" y="5086350"/>
          <p14:tracePt t="337064" x="3746500" y="5086350"/>
          <p14:tracePt t="337075" x="3759200" y="5080000"/>
          <p14:tracePt t="337091" x="3771900" y="5080000"/>
          <p14:tracePt t="337108" x="3803650" y="5067300"/>
          <p14:tracePt t="337124" x="3854450" y="5067300"/>
          <p14:tracePt t="337141" x="3911600" y="5060950"/>
          <p14:tracePt t="337157" x="3930650" y="5060950"/>
          <p14:tracePt t="337174" x="3987800" y="5060950"/>
          <p14:tracePt t="337191" x="4038600" y="5054600"/>
          <p14:tracePt t="337208" x="4057650" y="5054600"/>
          <p14:tracePt t="337224" x="4095750" y="5054600"/>
          <p14:tracePt t="337242" x="4127500" y="5048250"/>
          <p14:tracePt t="337257" x="4146550" y="5041900"/>
          <p14:tracePt t="337274" x="4165600" y="5041900"/>
          <p14:tracePt t="337290" x="4222750" y="5022850"/>
          <p14:tracePt t="337307" x="4235450" y="5016500"/>
          <p14:tracePt t="337325" x="4267200" y="5010150"/>
          <p14:tracePt t="337340" x="4279900" y="5010150"/>
          <p14:tracePt t="337357" x="4305300" y="5010150"/>
          <p14:tracePt t="337374" x="4337050" y="5003800"/>
          <p14:tracePt t="337390" x="4349750" y="5003800"/>
          <p14:tracePt t="337407" x="4375150" y="5003800"/>
          <p14:tracePt t="337424" x="4400550" y="5003800"/>
          <p14:tracePt t="337440" x="4413250" y="5003800"/>
          <p14:tracePt t="337457" x="4445000" y="5003800"/>
          <p14:tracePt t="337473" x="4470400" y="5003800"/>
          <p14:tracePt t="337490" x="4470400" y="4997450"/>
          <p14:tracePt t="337507" x="4489450" y="4997450"/>
          <p14:tracePt t="337523" x="4495800" y="4997450"/>
          <p14:tracePt t="337556" x="4502150" y="4997450"/>
          <p14:tracePt t="337573" x="4502150" y="4991100"/>
          <p14:tracePt t="337592" x="4502150" y="4984750"/>
          <p14:tracePt t="337619" x="4502150" y="4978400"/>
          <p14:tracePt t="337626" x="4495800" y="4978400"/>
          <p14:tracePt t="337642" x="4489450" y="4972050"/>
          <p14:tracePt t="337656" x="4464050" y="4953000"/>
          <p14:tracePt t="337673" x="4432300" y="4940300"/>
          <p14:tracePt t="337689" x="4362450" y="4908550"/>
          <p14:tracePt t="337706" x="4248150" y="4870450"/>
          <p14:tracePt t="337722" x="4184650" y="4851400"/>
          <p14:tracePt t="337739" x="4013200" y="4832350"/>
          <p14:tracePt t="337755" x="3835400" y="4832350"/>
          <p14:tracePt t="337773" x="3644900" y="4864100"/>
          <p14:tracePt t="337789" x="3568700" y="4876800"/>
          <p14:tracePt t="337805" x="3409950" y="4927600"/>
          <p14:tracePt t="337822" x="3270250" y="4984750"/>
          <p14:tracePt t="337839" x="3225800" y="5010150"/>
          <p14:tracePt t="337855" x="3155950" y="5067300"/>
          <p14:tracePt t="337872" x="3124200" y="5111750"/>
          <p14:tracePt t="337888" x="3117850" y="5137150"/>
          <p14:tracePt t="337905" x="3117850" y="5175250"/>
          <p14:tracePt t="337921" x="3149600" y="5219700"/>
          <p14:tracePt t="337938" x="3168650" y="5232400"/>
          <p14:tracePt t="337955" x="3244850" y="5264150"/>
          <p14:tracePt t="337971" x="3295650" y="5276850"/>
          <p14:tracePt t="337988" x="3416300" y="5295900"/>
          <p14:tracePt t="338005" x="3575050" y="5283200"/>
          <p14:tracePt t="338021" x="3663950" y="5270500"/>
          <p14:tracePt t="338038" x="3829050" y="5232400"/>
          <p14:tracePt t="338055" x="3981450" y="5168900"/>
          <p14:tracePt t="338071" x="4051300" y="5130800"/>
          <p14:tracePt t="338088" x="4165600" y="5067300"/>
          <p14:tracePt t="338105" x="4216400" y="5016500"/>
          <p14:tracePt t="338121" x="4222750" y="5003800"/>
          <p14:tracePt t="338138" x="4229100" y="4972050"/>
          <p14:tracePt t="338154" x="4222750" y="4927600"/>
          <p14:tracePt t="338171" x="4210050" y="4908550"/>
          <p14:tracePt t="338187" x="4171950" y="4864100"/>
          <p14:tracePt t="338204" x="4121150" y="4819650"/>
          <p14:tracePt t="338221" x="4076700" y="4800600"/>
          <p14:tracePt t="338237" x="3987800" y="4768850"/>
          <p14:tracePt t="338254" x="3924300" y="4749800"/>
          <p14:tracePt t="338271" x="3676650" y="4737100"/>
          <p14:tracePt t="338287" x="3587750" y="4743450"/>
          <p14:tracePt t="338304" x="3511550" y="4749800"/>
          <p14:tracePt t="338320" x="3365500" y="4794250"/>
          <p14:tracePt t="338337" x="3263900" y="4838700"/>
          <p14:tracePt t="338354" x="3219450" y="4864100"/>
          <p14:tracePt t="338370" x="3187700" y="4908550"/>
          <p14:tracePt t="338387" x="3175000" y="4946650"/>
          <p14:tracePt t="338404" x="3194050" y="4991100"/>
          <p14:tracePt t="338420" x="3206750" y="5022850"/>
          <p14:tracePt t="338436" x="3289300" y="5080000"/>
          <p14:tracePt t="338454" x="3390900" y="5156200"/>
          <p14:tracePt t="338470" x="3460750" y="5187950"/>
          <p14:tracePt t="338486" x="3632200" y="5238750"/>
          <p14:tracePt t="338503" x="3835400" y="5257800"/>
          <p14:tracePt t="338519" x="3949700" y="5251450"/>
          <p14:tracePt t="338537" x="4051300" y="5232400"/>
          <p14:tracePt t="338552" x="4337050" y="5073650"/>
          <p14:tracePt t="338569" x="4400550" y="5048250"/>
          <p14:tracePt t="338587" x="4470400" y="4978400"/>
          <p14:tracePt t="338603" x="4476750" y="4959350"/>
          <p14:tracePt t="338619" x="4476750" y="4908550"/>
          <p14:tracePt t="338636" x="4457700" y="4864100"/>
          <p14:tracePt t="338652" x="4432300" y="4845050"/>
          <p14:tracePt t="338669" x="4368800" y="4800600"/>
          <p14:tracePt t="338685" x="4279900" y="4756150"/>
          <p14:tracePt t="338702" x="4229100" y="4743450"/>
          <p14:tracePt t="338719" x="4095750" y="4724400"/>
          <p14:tracePt t="338736" x="3949700" y="4705350"/>
          <p14:tracePt t="338752" x="3873500" y="4705350"/>
          <p14:tracePt t="338769" x="3771900" y="4705350"/>
          <p14:tracePt t="338785" x="3702050" y="4724400"/>
          <p14:tracePt t="338802" x="3676650" y="4730750"/>
          <p14:tracePt t="338819" x="3657600" y="4749800"/>
          <p14:tracePt t="338835" x="3644900" y="4762500"/>
          <p14:tracePt t="338868" x="3638550" y="4781550"/>
          <p14:tracePt t="338885" x="3638550" y="4794250"/>
          <p14:tracePt t="338902" x="3638550" y="4800600"/>
          <p14:tracePt t="340224" x="3625850" y="4800600"/>
          <p14:tracePt t="340238" x="3594100" y="4813300"/>
          <p14:tracePt t="340245" x="3562350" y="4819650"/>
          <p14:tracePt t="340260" x="3524250" y="4832350"/>
          <p14:tracePt t="340267" x="3479800" y="4832350"/>
          <p14:tracePt t="340283" x="3441700" y="4838700"/>
          <p14:tracePt t="340297" x="3346450" y="4845050"/>
          <p14:tracePt t="340313" x="3282950" y="4845050"/>
          <p14:tracePt t="340330" x="3117850" y="4864100"/>
          <p14:tracePt t="340346" x="3028950" y="4876800"/>
          <p14:tracePt t="340363" x="2870200" y="4895850"/>
          <p14:tracePt t="340380" x="2692400" y="4914900"/>
          <p14:tracePt t="340396" x="2609850" y="4933950"/>
          <p14:tracePt t="340414" x="2501900" y="4953000"/>
          <p14:tracePt t="340430" x="2432050" y="4978400"/>
          <p14:tracePt t="340446" x="2406650" y="4978400"/>
          <p14:tracePt t="340463" x="2400300" y="4984750"/>
          <p14:tracePt t="340479" x="2393950" y="4984750"/>
          <p14:tracePt t="340520" x="2387600" y="4984750"/>
          <p14:tracePt t="340757" x="2393950" y="4978400"/>
          <p14:tracePt t="340771" x="2406650" y="4972050"/>
          <p14:tracePt t="340781" x="2413000" y="4972050"/>
          <p14:tracePt t="340795" x="2419350" y="4965700"/>
          <p14:tracePt t="340812" x="2438400" y="4959350"/>
          <p14:tracePt t="340828" x="2451100" y="4953000"/>
          <p14:tracePt t="340862" x="2457450" y="4953000"/>
          <p14:tracePt t="340890" x="2457450" y="4946650"/>
          <p14:tracePt t="340988" x="2457450" y="4953000"/>
          <p14:tracePt t="341010" x="2457450" y="4959350"/>
          <p14:tracePt t="341017" x="2457450" y="4965700"/>
          <p14:tracePt t="341031" x="2457450" y="4972050"/>
          <p14:tracePt t="341045" x="2457450" y="4978400"/>
          <p14:tracePt t="341061" x="2457450" y="4991100"/>
          <p14:tracePt t="341077" x="2463800" y="5003800"/>
          <p14:tracePt t="341094" x="2482850" y="5003800"/>
          <p14:tracePt t="341110" x="2501900" y="4991100"/>
          <p14:tracePt t="341127" x="2527300" y="4965700"/>
          <p14:tracePt t="341144" x="2565400" y="4914900"/>
          <p14:tracePt t="341160" x="2603500" y="4838700"/>
          <p14:tracePt t="341177" x="2609850" y="4813300"/>
          <p14:tracePt t="341193" x="2616200" y="4768850"/>
          <p14:tracePt t="341210" x="2616200" y="4724400"/>
          <p14:tracePt t="341227" x="2609850" y="4705350"/>
          <p14:tracePt t="341244" x="2603500" y="4705350"/>
          <p14:tracePt t="341260" x="2590800" y="4718050"/>
          <p14:tracePt t="341277" x="2559050" y="4781550"/>
          <p14:tracePt t="341293" x="2546350" y="4813300"/>
          <p14:tracePt t="341310" x="2546350" y="4832350"/>
          <p14:tracePt t="341326" x="2533650" y="4883150"/>
          <p14:tracePt t="341343" x="2533650" y="4908550"/>
          <p14:tracePt t="341360" x="2533650" y="4914900"/>
          <p14:tracePt t="341437" x="2533650" y="4908550"/>
          <p14:tracePt t="341452" x="2540000" y="4902200"/>
          <p14:tracePt t="341459" x="2540000" y="4895850"/>
          <p14:tracePt t="341480" x="2546350" y="4889500"/>
          <p14:tracePt t="341507" x="2546350" y="4883150"/>
          <p14:tracePt t="341662" x="2546350" y="4889500"/>
          <p14:tracePt t="342299" x="2559050" y="4895850"/>
          <p14:tracePt t="342307" x="2578100" y="4902200"/>
          <p14:tracePt t="342320" x="2603500" y="4914900"/>
          <p14:tracePt t="342327" x="2628900" y="4927600"/>
          <p14:tracePt t="342343" x="2673350" y="4933950"/>
          <p14:tracePt t="342356" x="2711450" y="4940300"/>
          <p14:tracePt t="342373" x="2851150" y="4940300"/>
          <p14:tracePt t="342390" x="3035300" y="4927600"/>
          <p14:tracePt t="342406" x="3136900" y="4914900"/>
          <p14:tracePt t="342423" x="3346450" y="4864100"/>
          <p14:tracePt t="342440" x="3511550" y="4826000"/>
          <p14:tracePt t="342456" x="3594100" y="4813300"/>
          <p14:tracePt t="342473" x="3632200" y="4806950"/>
          <p14:tracePt t="342489" x="3683000" y="4794250"/>
          <p14:tracePt t="342523" x="3689350" y="4794250"/>
          <p14:tracePt t="342629" x="3695700" y="4794250"/>
          <p14:tracePt t="342643" x="3702050" y="4800600"/>
          <p14:tracePt t="342664" x="3708400" y="4800600"/>
          <p14:tracePt t="342671" x="3721100" y="4813300"/>
          <p14:tracePt t="342685" x="3733800" y="4819650"/>
          <p14:tracePt t="342691" x="3746500" y="4826000"/>
          <p14:tracePt t="342706" x="3759200" y="4832350"/>
          <p14:tracePt t="342722" x="3810000" y="4851400"/>
          <p14:tracePt t="342738" x="3841750" y="4864100"/>
          <p14:tracePt t="342755" x="3924300" y="4889500"/>
          <p14:tracePt t="342777" x="4006850" y="4902200"/>
          <p14:tracePt t="342789" x="4044950" y="4908550"/>
          <p14:tracePt t="342806" x="4114800" y="4921250"/>
          <p14:tracePt t="342821" x="4146550" y="4921250"/>
          <p14:tracePt t="342839" x="4210050" y="4940300"/>
          <p14:tracePt t="342855" x="4222750" y="4940300"/>
          <p14:tracePt t="342888" x="4235450" y="4940300"/>
          <p14:tracePt t="342930" x="4229100" y="4940300"/>
          <p14:tracePt t="342951" x="4222750" y="4940300"/>
          <p14:tracePt t="342959" x="4210050" y="4933950"/>
          <p14:tracePt t="343253" x="4241800" y="4933950"/>
          <p14:tracePt t="343260" x="4279900" y="4933950"/>
          <p14:tracePt t="343274" x="4330700" y="4933950"/>
          <p14:tracePt t="343286" x="4381500" y="4933950"/>
          <p14:tracePt t="343303" x="4514850" y="4933950"/>
          <p14:tracePt t="343320" x="4591050" y="4933950"/>
          <p14:tracePt t="343337" x="4743450" y="4933950"/>
          <p14:tracePt t="343353" x="4857750" y="4933950"/>
          <p14:tracePt t="343370" x="4908550" y="4946650"/>
          <p14:tracePt t="343386" x="4978400" y="4946650"/>
          <p14:tracePt t="343403" x="5010150" y="4946650"/>
          <p14:tracePt t="343419" x="5035550" y="4946650"/>
          <p14:tracePt t="343436" x="5054600" y="4946650"/>
          <p14:tracePt t="343453" x="5067300" y="4946650"/>
          <p14:tracePt t="343469" x="5111750" y="4933950"/>
          <p14:tracePt t="343486" x="5137150" y="4933950"/>
          <p14:tracePt t="343502" x="5149850" y="4933950"/>
          <p14:tracePt t="343520" x="5168900" y="4933950"/>
          <p14:tracePt t="343536" x="5187950" y="4927600"/>
          <p14:tracePt t="343552" x="5194300" y="4927600"/>
          <p14:tracePt t="343569" x="5207000" y="4927600"/>
          <p14:tracePt t="343625" x="5200650" y="4927600"/>
          <p14:tracePt t="343631" x="5187950" y="4927600"/>
          <p14:tracePt t="343646" x="5175250" y="4946650"/>
          <p14:tracePt t="343654" x="5156200" y="4953000"/>
          <p14:tracePt t="343668" x="5124450" y="4959350"/>
          <p14:tracePt t="343685" x="5029200" y="4984750"/>
          <p14:tracePt t="343702" x="4921250" y="5003800"/>
          <p14:tracePt t="343718" x="4870450" y="5003800"/>
          <p14:tracePt t="343735" x="4826000" y="5010150"/>
          <p14:tracePt t="343751" x="4749800" y="5010150"/>
          <p14:tracePt t="343768" x="4743450" y="5010150"/>
          <p14:tracePt t="343785" x="4737100" y="5016500"/>
          <p14:tracePt t="343801" x="4756150" y="5016500"/>
          <p14:tracePt t="343818" x="4800600" y="5016500"/>
          <p14:tracePt t="343835" x="4895850" y="5010150"/>
          <p14:tracePt t="343851" x="4959350" y="5010150"/>
          <p14:tracePt t="343868" x="5105400" y="4991100"/>
          <p14:tracePt t="343885" x="5207000" y="4978400"/>
          <p14:tracePt t="343901" x="5238750" y="4959350"/>
          <p14:tracePt t="343918" x="5283200" y="4946650"/>
          <p14:tracePt t="343934" x="5295900" y="4946650"/>
          <p14:tracePt t="343950" x="5302250" y="4940300"/>
          <p14:tracePt t="343968" x="5308600" y="4940300"/>
          <p14:tracePt t="343984" x="5302250" y="4940300"/>
          <p14:tracePt t="344001" x="5295900" y="4940300"/>
          <p14:tracePt t="344018" x="5276850" y="4946650"/>
          <p14:tracePt t="344034" x="5245100" y="4965700"/>
          <p14:tracePt t="344050" x="5219700" y="4972050"/>
          <p14:tracePt t="344067" x="5175250" y="4991100"/>
          <p14:tracePt t="344084" x="5149850" y="4997450"/>
          <p14:tracePt t="344101" x="5124450" y="5003800"/>
          <p14:tracePt t="344104" x="5118100" y="5003800"/>
          <p14:tracePt t="344136" x="5118100" y="4997450"/>
          <p14:tracePt t="344143" x="5137150" y="4991100"/>
          <p14:tracePt t="344157" x="5149850" y="4978400"/>
          <p14:tracePt t="344167" x="5168900" y="4972050"/>
          <p14:tracePt t="344183" x="5187950" y="4953000"/>
          <p14:tracePt t="344201" x="5232400" y="4933950"/>
          <p14:tracePt t="344216" x="5257800" y="4933950"/>
          <p14:tracePt t="344234" x="5270500" y="4927600"/>
          <p14:tracePt t="344250" x="5276850" y="4921250"/>
          <p14:tracePt t="344277" x="5270500" y="4921250"/>
          <p14:tracePt t="344285" x="5257800" y="4927600"/>
          <p14:tracePt t="344299" x="5245100" y="4927600"/>
          <p14:tracePt t="344316" x="5219700" y="4927600"/>
          <p14:tracePt t="344333" x="5187950" y="4940300"/>
          <p14:tracePt t="344349" x="5175250" y="4946650"/>
          <p14:tracePt t="344366" x="5162550" y="4953000"/>
          <p14:tracePt t="344383" x="5130800" y="4965700"/>
          <p14:tracePt t="344416" x="5124450" y="4965700"/>
          <p14:tracePt t="344445" x="5137150" y="4965700"/>
          <p14:tracePt t="344473" x="5143500" y="4959350"/>
          <p14:tracePt t="344494" x="5149850" y="4959350"/>
          <p14:tracePt t="344578" x="5143500" y="4959350"/>
          <p14:tracePt t="344585" x="5143500" y="4965700"/>
          <p14:tracePt t="344606" x="5137150" y="4965700"/>
          <p14:tracePt t="344615" x="5130800" y="4972050"/>
          <p14:tracePt t="344635" x="5124450" y="4972050"/>
          <p14:tracePt t="344655" x="5118100" y="4978400"/>
          <p14:tracePt t="344823" x="5111750" y="4978400"/>
          <p14:tracePt t="344845" x="5105400" y="4978400"/>
          <p14:tracePt t="344873" x="5099050" y="4978400"/>
          <p14:tracePt t="345575" x="5086350" y="4984750"/>
          <p14:tracePt t="345589" x="5067300" y="4991100"/>
          <p14:tracePt t="345598" x="5035550" y="4997450"/>
          <p14:tracePt t="345611" x="5003800" y="5010150"/>
          <p14:tracePt t="345628" x="4972050" y="5029200"/>
          <p14:tracePt t="345645" x="4921250" y="5048250"/>
          <p14:tracePt t="345661" x="4889500" y="5054600"/>
          <p14:tracePt t="345678" x="4870450" y="5060950"/>
          <p14:tracePt t="345695" x="4787900" y="5092700"/>
          <p14:tracePt t="345711" x="4768850" y="5099050"/>
          <p14:tracePt t="345728" x="4749800" y="5105400"/>
          <p14:tracePt t="345744" x="4705350" y="5111750"/>
          <p14:tracePt t="345761" x="4679950" y="5118100"/>
          <p14:tracePt t="345778" x="4673600" y="5124450"/>
          <p14:tracePt t="345806" x="4679950" y="5130800"/>
          <p14:tracePt t="345820" x="4692650" y="5130800"/>
          <p14:tracePt t="345830" x="4705350" y="5130800"/>
          <p14:tracePt t="345844" x="4724400" y="5130800"/>
          <p14:tracePt t="345861" x="4794250" y="5130800"/>
          <p14:tracePt t="345877" x="4902200" y="5111750"/>
          <p14:tracePt t="345894" x="4953000" y="5092700"/>
          <p14:tracePt t="345911" x="5092700" y="5035550"/>
          <p14:tracePt t="345927" x="5213350" y="4965700"/>
          <p14:tracePt t="345944" x="5264150" y="4933950"/>
          <p14:tracePt t="345961" x="5327650" y="4883150"/>
          <p14:tracePt t="345977" x="5365750" y="4845050"/>
          <p14:tracePt t="345994" x="5372100" y="4838700"/>
          <p14:tracePt t="346011" x="5365750" y="4832350"/>
          <p14:tracePt t="346028" x="5359400" y="4819650"/>
          <p14:tracePt t="346044" x="5314950" y="4800600"/>
          <p14:tracePt t="346060" x="5245100" y="4787900"/>
          <p14:tracePt t="346077" x="5207000" y="4781550"/>
          <p14:tracePt t="346094" x="5086350" y="4768850"/>
          <p14:tracePt t="346110" x="4921250" y="4768850"/>
          <p14:tracePt t="346127" x="4832350" y="4775200"/>
          <p14:tracePt t="346144" x="4654550" y="4775200"/>
          <p14:tracePt t="346160" x="4476750" y="4781550"/>
          <p14:tracePt t="346177" x="4400550" y="4794250"/>
          <p14:tracePt t="346193" x="4267200" y="4819650"/>
          <p14:tracePt t="346210" x="4133850" y="4838700"/>
          <p14:tracePt t="346227" x="4076700" y="4845050"/>
          <p14:tracePt t="346243" x="4057650" y="4845050"/>
          <p14:tracePt t="346259" x="4038600" y="4851400"/>
          <p14:tracePt t="346318" x="4032250" y="4857750"/>
          <p14:tracePt t="346346" x="4025900" y="4864100"/>
          <p14:tracePt t="346367" x="4019550" y="4864100"/>
          <p14:tracePt t="346374" x="4019550" y="4857750"/>
          <p14:tracePt t="346388" x="4025900" y="4845050"/>
          <p14:tracePt t="346395" x="4038600" y="4845050"/>
          <p14:tracePt t="346730" x="4006850" y="4851400"/>
          <p14:tracePt t="346737" x="3956050" y="4870450"/>
          <p14:tracePt t="346752" x="3898900" y="4883150"/>
          <p14:tracePt t="346760" x="3841750" y="4895850"/>
          <p14:tracePt t="346774" x="3778250" y="4902200"/>
          <p14:tracePt t="346791" x="3689350" y="4914900"/>
          <p14:tracePt t="346808" x="3606800" y="4914900"/>
          <p14:tracePt t="346824" x="3568700" y="4914900"/>
          <p14:tracePt t="346840" x="3486150" y="4902200"/>
          <p14:tracePt t="346858" x="3429000" y="4902200"/>
          <p14:tracePt t="346874" x="3390900" y="4902200"/>
          <p14:tracePt t="346891" x="3327400" y="4902200"/>
          <p14:tracePt t="346907" x="3263900" y="4908550"/>
          <p14:tracePt t="346924" x="3244850" y="4921250"/>
          <p14:tracePt t="346941" x="3200400" y="4933950"/>
          <p14:tracePt t="346957" x="3175000" y="4946650"/>
          <p14:tracePt t="346974" x="3168650" y="4946650"/>
          <p14:tracePt t="346991" x="3168650" y="4953000"/>
          <p14:tracePt t="347007" x="3162300" y="4953000"/>
          <p14:tracePt t="347047" x="3162300" y="4946650"/>
          <p14:tracePt t="347067" x="3162300" y="4940300"/>
          <p14:tracePt t="347089" x="3162300" y="4933950"/>
          <p14:tracePt t="347096" x="3155950" y="4933950"/>
          <p14:tracePt t="347117" x="3155950" y="4927600"/>
          <p14:tracePt t="347159" x="3155950" y="4914900"/>
          <p14:tracePt t="347180" x="3155950" y="4908550"/>
          <p14:tracePt t="347187" x="3155950" y="4902200"/>
          <p14:tracePt t="347201" x="3155950" y="4889500"/>
          <p14:tracePt t="347209" x="3155950" y="4876800"/>
          <p14:tracePt t="347223" x="3155950" y="4864100"/>
          <p14:tracePt t="347240" x="3162300" y="4838700"/>
          <p14:tracePt t="347257" x="3175000" y="4768850"/>
          <p14:tracePt t="347272" x="3200400" y="4692650"/>
          <p14:tracePt t="347289" x="3219450" y="4660900"/>
          <p14:tracePt t="347306" x="3232150" y="4610100"/>
          <p14:tracePt t="347322" x="3251200" y="4578350"/>
          <p14:tracePt t="347339" x="3263900" y="4559300"/>
          <p14:tracePt t="347355" x="3295650" y="4527550"/>
          <p14:tracePt t="347372" x="3314700" y="4502150"/>
          <p14:tracePt t="347389" x="3327400" y="4489450"/>
          <p14:tracePt t="347405" x="3333750" y="4476750"/>
          <p14:tracePt t="347422" x="3340100" y="4470400"/>
          <p14:tracePt t="347440" x="3340100" y="4464050"/>
          <p14:tracePt t="347471" x="3340100" y="4457700"/>
          <p14:tracePt t="347489" x="3340100" y="4451350"/>
          <p14:tracePt t="347505" x="3340100" y="4438650"/>
          <p14:tracePt t="347522" x="3346450" y="4438650"/>
          <p14:tracePt t="347538" x="3346450" y="4432300"/>
          <p14:tracePt t="347558" x="3346450" y="4425950"/>
          <p14:tracePt t="347917" x="3359150" y="4445000"/>
          <p14:tracePt t="347931" x="3384550" y="4489450"/>
          <p14:tracePt t="347939" x="3422650" y="4521200"/>
          <p14:tracePt t="347953" x="3473450" y="4584700"/>
          <p14:tracePt t="347970" x="3517900" y="4654550"/>
          <p14:tracePt t="347987" x="3676650" y="4787900"/>
          <p14:tracePt t="348003" x="3886200" y="4889500"/>
          <p14:tracePt t="348020" x="4019550" y="4933950"/>
          <p14:tracePt t="348037" x="4286250" y="4991100"/>
          <p14:tracePt t="348053" x="4514850" y="5016500"/>
          <p14:tracePt t="348070" x="4603750" y="5016500"/>
          <p14:tracePt t="348086" x="4730750" y="5016500"/>
          <p14:tracePt t="348103" x="4819650" y="5016500"/>
          <p14:tracePt t="348120" x="4864100" y="5022850"/>
          <p14:tracePt t="348136" x="4883150" y="5022850"/>
          <p14:tracePt t="348153" x="4914900" y="5022850"/>
          <p14:tracePt t="348170" x="4953000" y="5010150"/>
          <p14:tracePt t="348186" x="4959350" y="5010150"/>
          <p14:tracePt t="348260" x="4940300" y="5010150"/>
          <p14:tracePt t="348274" x="4914900" y="5016500"/>
          <p14:tracePt t="348281" x="4876800" y="5016500"/>
          <p14:tracePt t="348289" x="4838700" y="5029200"/>
          <p14:tracePt t="348305" x="4781550" y="5041900"/>
          <p14:tracePt t="348319" x="4705350" y="5048250"/>
          <p14:tracePt t="348336" x="4540250" y="5060950"/>
          <p14:tracePt t="348352" x="4324350" y="5060950"/>
          <p14:tracePt t="348369" x="4210050" y="5054600"/>
          <p14:tracePt t="348385" x="3981450" y="5041900"/>
          <p14:tracePt t="348402" x="3765550" y="5035550"/>
          <p14:tracePt t="348418" x="3663950" y="5035550"/>
          <p14:tracePt t="348435" x="3536950" y="5035550"/>
          <p14:tracePt t="348452" x="3467100" y="5035550"/>
          <p14:tracePt t="348468" x="3454400" y="5035550"/>
          <p14:tracePt t="348485" x="3448050" y="5041900"/>
          <p14:tracePt t="348502" x="3467100" y="5054600"/>
          <p14:tracePt t="348518" x="3486150" y="5054600"/>
          <p14:tracePt t="348535" x="3568700" y="5060950"/>
          <p14:tracePt t="348551" x="3644900" y="5073650"/>
          <p14:tracePt t="348568" x="3822700" y="5086350"/>
          <p14:tracePt t="348585" x="4051300" y="5086350"/>
          <p14:tracePt t="348601" x="4178300" y="5080000"/>
          <p14:tracePt t="348618" x="4419600" y="5048250"/>
          <p14:tracePt t="348634" x="4591050" y="5016500"/>
          <p14:tracePt t="348651" x="4679950" y="5010150"/>
          <p14:tracePt t="348668" x="4711700" y="5010150"/>
          <p14:tracePt t="348686" x="4730750" y="5010150"/>
          <p14:tracePt t="348741" x="4724400" y="5010150"/>
          <p14:tracePt t="348748" x="4718050" y="5010150"/>
          <p14:tracePt t="348755" x="4686300" y="5016500"/>
          <p14:tracePt t="348771" x="4641850" y="5022850"/>
          <p14:tracePt t="348784" x="4578350" y="5035550"/>
          <p14:tracePt t="348801" x="4413250" y="5054600"/>
          <p14:tracePt t="348818" x="4292600" y="5073650"/>
          <p14:tracePt t="348834" x="4032250" y="5086350"/>
          <p14:tracePt t="348851" x="3765550" y="5092700"/>
          <p14:tracePt t="348869" x="3562350" y="5092700"/>
          <p14:tracePt t="348884" x="3498850" y="5092700"/>
          <p14:tracePt t="348900" x="3429000" y="5086350"/>
          <p14:tracePt t="348917" x="3416300" y="5080000"/>
          <p14:tracePt t="348934" x="3416300" y="5073650"/>
          <p14:tracePt t="348950" x="3441700" y="5067300"/>
          <p14:tracePt t="348967" x="3498850" y="5060950"/>
          <p14:tracePt t="348984" x="3549650" y="5060950"/>
          <p14:tracePt t="349001" x="3714750" y="5048250"/>
          <p14:tracePt t="349016" x="3803650" y="5048250"/>
          <p14:tracePt t="349033" x="4032250" y="5067300"/>
          <p14:tracePt t="349051" x="4286250" y="5060950"/>
          <p14:tracePt t="349066" x="4387850" y="5060950"/>
          <p14:tracePt t="349083" x="4584700" y="5029200"/>
          <p14:tracePt t="349099" x="4699000" y="5022850"/>
          <p14:tracePt t="349116" x="4718050" y="5022850"/>
          <p14:tracePt t="349133" x="4743450" y="5016500"/>
          <p14:tracePt t="349149" x="4749800" y="5016500"/>
          <p14:tracePt t="349166" x="4743450" y="5016500"/>
          <p14:tracePt t="349184" x="4686300" y="5016500"/>
          <p14:tracePt t="349199" x="4584700" y="5016500"/>
          <p14:tracePt t="349216" x="4521200" y="5022850"/>
          <p14:tracePt t="349233" x="4330700" y="5022850"/>
          <p14:tracePt t="349249" x="4089400" y="5016500"/>
          <p14:tracePt t="349266" x="3975100" y="5016500"/>
          <p14:tracePt t="349283" x="3746500" y="5010150"/>
          <p14:tracePt t="349299" x="3568700" y="5022850"/>
          <p14:tracePt t="349317" x="3486150" y="5022850"/>
          <p14:tracePt t="349333" x="3467100" y="5022850"/>
          <p14:tracePt t="349349" x="3454400" y="5022850"/>
          <p14:tracePt t="349366" x="3467100" y="5022850"/>
          <p14:tracePt t="349382" x="3486150" y="5022850"/>
          <p14:tracePt t="349399" x="3511550" y="5016500"/>
          <p14:tracePt t="349415" x="3657600" y="4997450"/>
          <p14:tracePt t="349432" x="3848100" y="4984750"/>
          <p14:tracePt t="349448" x="3962400" y="4972050"/>
          <p14:tracePt t="349465" x="4229100" y="4972050"/>
          <p14:tracePt t="349482" x="4483100" y="4953000"/>
          <p14:tracePt t="349499" x="4648200" y="4946650"/>
          <p14:tracePt t="349515" x="4711700" y="4946650"/>
          <p14:tracePt t="349531" x="4743450" y="4933950"/>
          <p14:tracePt t="349548" x="4768850" y="4933950"/>
          <p14:tracePt t="349565" x="4775200" y="4933950"/>
          <p14:tracePt t="349598" x="4743450" y="4914900"/>
          <p14:tracePt t="349614" x="4705350" y="4908550"/>
          <p14:tracePt t="349632" x="4495800" y="4889500"/>
          <p14:tracePt t="349648" x="4406900" y="4889500"/>
          <p14:tracePt t="349664" x="4184650" y="4895850"/>
          <p14:tracePt t="349681" x="3975100" y="4927600"/>
          <p14:tracePt t="349697" x="3784600" y="4933950"/>
          <p14:tracePt t="349714" x="3683000" y="4946650"/>
          <p14:tracePt t="349717" x="3594100" y="4965700"/>
          <p14:tracePt t="349732" x="3524250" y="4978400"/>
          <p14:tracePt t="349748" x="3473450" y="4978400"/>
          <p14:tracePt t="349764" x="3435350" y="4978400"/>
          <p14:tracePt t="349780" x="3416300" y="4972050"/>
          <p14:tracePt t="349797" x="3416300" y="4965700"/>
          <p14:tracePt t="349814" x="3429000" y="4953000"/>
          <p14:tracePt t="349831" x="3441700" y="4940300"/>
          <p14:tracePt t="349847" x="3448050" y="4921250"/>
          <p14:tracePt t="349864" x="3454400" y="4902200"/>
          <p14:tracePt t="350752" x="3467100" y="4902200"/>
          <p14:tracePt t="350764" x="3492500" y="4902200"/>
          <p14:tracePt t="350777" x="3511550" y="4902200"/>
          <p14:tracePt t="350794" x="3562350" y="4902200"/>
          <p14:tracePt t="350810" x="3594100" y="4902200"/>
          <p14:tracePt t="350827" x="3670300" y="4908550"/>
          <p14:tracePt t="350844" x="3752850" y="4914900"/>
          <p14:tracePt t="350860" x="3784600" y="4927600"/>
          <p14:tracePt t="350877" x="3841750" y="4933950"/>
          <p14:tracePt t="350894" x="3898900" y="4940300"/>
          <p14:tracePt t="350910" x="3924300" y="4946650"/>
          <p14:tracePt t="350927" x="3968750" y="4953000"/>
          <p14:tracePt t="350943" x="4006850" y="4959350"/>
          <p14:tracePt t="350961" x="4032250" y="4965700"/>
          <p14:tracePt t="350993" x="4044950" y="4965700"/>
          <p14:tracePt t="351026" x="4051300" y="4965700"/>
          <p14:tracePt t="351101" x="4057650" y="4965700"/>
          <p14:tracePt t="351122" x="4064000" y="4965700"/>
          <p14:tracePt t="351129" x="4070350" y="4965700"/>
          <p14:tracePt t="351150" x="4076700" y="4965700"/>
          <p14:tracePt t="351164" x="4083050" y="4959350"/>
          <p14:tracePt t="351175" x="4089400" y="4959350"/>
          <p14:tracePt t="351193" x="4108450" y="4959350"/>
          <p14:tracePt t="351209" x="4121150" y="4940300"/>
          <p14:tracePt t="351226" x="4152900" y="4921250"/>
          <p14:tracePt t="351243" x="4216400" y="4908550"/>
          <p14:tracePt t="351259" x="4235450" y="4889500"/>
          <p14:tracePt t="351276" x="4286250" y="4857750"/>
          <p14:tracePt t="351292" x="4318000" y="4838700"/>
          <p14:tracePt t="351308" x="4349750" y="4826000"/>
          <p14:tracePt t="351326" x="4394200" y="4800600"/>
          <p14:tracePt t="351342" x="4425950" y="4787900"/>
          <p14:tracePt t="351358" x="4445000" y="4781550"/>
          <p14:tracePt t="351375" x="4495800" y="4775200"/>
          <p14:tracePt t="351392" x="4514850" y="4768850"/>
          <p14:tracePt t="351408" x="4565650" y="4756150"/>
          <p14:tracePt t="351425" x="4584700" y="4749800"/>
          <p14:tracePt t="351442" x="4597400" y="4743450"/>
          <p14:tracePt t="351459" x="4629150" y="4737100"/>
          <p14:tracePt t="351475" x="4667250" y="4730750"/>
          <p14:tracePt t="351491" x="4679950" y="4730750"/>
          <p14:tracePt t="351508" x="4705350" y="4718050"/>
          <p14:tracePt t="351525" x="4718050" y="4711700"/>
          <p14:tracePt t="351541" x="4730750" y="4705350"/>
          <p14:tracePt t="351558" x="4743450" y="4705350"/>
          <p14:tracePt t="351574" x="4756150" y="4699000"/>
          <p14:tracePt t="351607" x="4762500" y="4699000"/>
          <p14:tracePt t="351662" x="4768850" y="4699000"/>
          <p14:tracePt t="351683" x="4775200" y="4699000"/>
          <p14:tracePt t="351691" x="4781550" y="4699000"/>
          <p14:tracePt t="351704" x="4787900" y="4699000"/>
          <p14:tracePt t="351711" x="4794250" y="4699000"/>
          <p14:tracePt t="351753" x="4800600" y="4699000"/>
          <p14:tracePt t="351781" x="4806950" y="4699000"/>
          <p14:tracePt t="351802" x="4813300" y="4699000"/>
          <p14:tracePt t="351824" x="4819650" y="4699000"/>
          <p14:tracePt t="351852" x="4826000" y="4699000"/>
          <p14:tracePt t="351873" x="4832350" y="4699000"/>
          <p14:tracePt t="351894" x="4838700" y="4699000"/>
          <p14:tracePt t="351914" x="4845050" y="4699000"/>
          <p14:tracePt t="351935" x="4851400" y="4692650"/>
          <p14:tracePt t="351943" x="4857750" y="4692650"/>
          <p14:tracePt t="351959" x="4864100" y="4692650"/>
          <p14:tracePt t="351973" x="4870450" y="4692650"/>
          <p14:tracePt t="351989" x="4883150" y="4692650"/>
          <p14:tracePt t="352008" x="4895850" y="4692650"/>
          <p14:tracePt t="352023" x="4908550" y="4692650"/>
          <p14:tracePt t="352039" x="4921250" y="4692650"/>
          <p14:tracePt t="352056" x="4953000" y="4699000"/>
          <p14:tracePt t="352073" x="4965700" y="4705350"/>
          <p14:tracePt t="352090" x="4991100" y="4724400"/>
          <p14:tracePt t="352106" x="5003800" y="4737100"/>
          <p14:tracePt t="352123" x="5010150" y="4775200"/>
          <p14:tracePt t="352140" x="5010150" y="4819650"/>
          <p14:tracePt t="352156" x="5010150" y="4870450"/>
          <p14:tracePt t="352172" x="4997450" y="4889500"/>
          <p14:tracePt t="352189" x="4984750" y="4914900"/>
          <p14:tracePt t="352206" x="4972050" y="4940300"/>
          <p14:tracePt t="352222" x="4953000" y="4953000"/>
          <p14:tracePt t="352239" x="4946650" y="4965700"/>
          <p14:tracePt t="352256" x="4940300" y="4984750"/>
          <p14:tracePt t="352273" x="4927600" y="4991100"/>
          <p14:tracePt t="352335" x="4921250" y="4991100"/>
          <p14:tracePt t="352797" x="4927600" y="4991100"/>
          <p14:tracePt t="352805" x="4940300" y="4991100"/>
          <p14:tracePt t="352818" x="4953000" y="4991100"/>
          <p14:tracePt t="352825" x="4978400" y="4991100"/>
          <p14:tracePt t="352837" x="5022850" y="4997450"/>
          <p14:tracePt t="352854" x="5086350" y="5003800"/>
          <p14:tracePt t="352870" x="5118100" y="5003800"/>
          <p14:tracePt t="352887" x="5143500" y="5010150"/>
          <p14:tracePt t="352904" x="5232400" y="5010150"/>
          <p14:tracePt t="352920" x="5251450" y="5010150"/>
          <p14:tracePt t="352937" x="5264150" y="5010150"/>
          <p14:tracePt t="352953" x="5283200" y="5010150"/>
          <p14:tracePt t="352969" x="5295900" y="5010150"/>
          <p14:tracePt t="353078" x="5289550" y="5010150"/>
          <p14:tracePt t="353099" x="5283200" y="5010150"/>
          <p14:tracePt t="353105" x="5276850" y="5010150"/>
          <p14:tracePt t="353119" x="5270500" y="5010150"/>
          <p14:tracePt t="353135" x="5264150" y="5010150"/>
          <p14:tracePt t="353152" x="5257800" y="5010150"/>
          <p14:tracePt t="353169" x="5232400" y="5003800"/>
          <p14:tracePt t="353185" x="5181600" y="4997450"/>
          <p14:tracePt t="353202" x="5162550" y="4997450"/>
          <p14:tracePt t="353219" x="5092700" y="4984750"/>
          <p14:tracePt t="353235" x="5054600" y="4978400"/>
          <p14:tracePt t="353252" x="4984750" y="4959350"/>
          <p14:tracePt t="353256" x="4953000" y="4953000"/>
          <p14:tracePt t="353269" x="4933950" y="4953000"/>
          <p14:tracePt t="353285" x="4921250" y="4946650"/>
          <p14:tracePt t="353302" x="4908550" y="4940300"/>
          <p14:tracePt t="353318" x="4889500" y="4933950"/>
          <p14:tracePt t="353335" x="4876800" y="4933950"/>
          <p14:tracePt t="353352" x="4838700" y="4927600"/>
          <p14:tracePt t="353368" x="4737100" y="4927600"/>
          <p14:tracePt t="353385" x="4660900" y="4927600"/>
          <p14:tracePt t="353401" x="4457700" y="4927600"/>
          <p14:tracePt t="353418" x="4229100" y="4927600"/>
          <p14:tracePt t="353436" x="3962400" y="4933950"/>
          <p14:tracePt t="353451" x="3835400" y="4940300"/>
          <p14:tracePt t="353468" x="3594100" y="4984750"/>
          <p14:tracePt t="353485" x="3403600" y="5029200"/>
          <p14:tracePt t="353502" x="3321050" y="5067300"/>
          <p14:tracePt t="353518" x="3251200" y="5105400"/>
          <p14:tracePt t="353535" x="3136900" y="5181600"/>
          <p14:tracePt t="353551" x="3117850" y="5200650"/>
          <p14:tracePt t="353568" x="3111500" y="5219700"/>
          <p14:tracePt t="353584" x="3105150" y="5219700"/>
          <p14:tracePt t="353618" x="3105150" y="5226050"/>
          <p14:tracePt t="353667" x="3111500" y="5226050"/>
          <p14:tracePt t="353695" x="3117850" y="5219700"/>
          <p14:tracePt t="353702" x="3117850" y="5213350"/>
          <p14:tracePt t="353723" x="3117850" y="5207000"/>
          <p14:tracePt t="353737" x="3117850" y="5200650"/>
          <p14:tracePt t="353744" x="3117850" y="5194300"/>
          <p14:tracePt t="353758" x="3111500" y="5187950"/>
          <p14:tracePt t="353767" x="3105150" y="5187950"/>
          <p14:tracePt t="353783" x="3098800" y="5181600"/>
          <p14:tracePt t="353800" x="3086100" y="5168900"/>
          <p14:tracePt t="353817" x="3086100" y="5162550"/>
          <p14:tracePt t="353833" x="3086100" y="5156200"/>
          <p14:tracePt t="353850" x="3073400" y="5143500"/>
          <p14:tracePt t="353866" x="3067050" y="5143500"/>
          <p14:tracePt t="353883" x="3060700" y="5137150"/>
          <p14:tracePt t="353899" x="3048000" y="5118100"/>
          <p14:tracePt t="353916" x="3022600" y="5105400"/>
          <p14:tracePt t="353933" x="3016250" y="5099050"/>
          <p14:tracePt t="353949" x="3003550" y="5086350"/>
          <p14:tracePt t="353967" x="2990850" y="5073650"/>
          <p14:tracePt t="353983" x="2971800" y="5060950"/>
          <p14:tracePt t="354016" x="2965450" y="5054600"/>
          <p14:tracePt t="354073" x="2965450" y="5048250"/>
          <p14:tracePt t="354144" x="2965450" y="5041900"/>
          <p14:tracePt t="354375" x="2965450" y="4991100"/>
          <p14:tracePt t="354389" x="2965450" y="4889500"/>
          <p14:tracePt t="354396" x="2965450" y="4762500"/>
          <p14:tracePt t="354410" x="2965450" y="4635500"/>
          <p14:tracePt t="354417" x="2959100" y="4502150"/>
          <p14:tracePt t="354433" x="2959100" y="4362450"/>
          <p14:tracePt t="354448" x="2940050" y="4038600"/>
          <p14:tracePt t="354464" x="2927350" y="3898900"/>
          <p14:tracePt t="354481" x="2901950" y="3549650"/>
          <p14:tracePt t="354498" x="2901950" y="3397250"/>
          <p14:tracePt t="354515" x="2857500" y="2984500"/>
          <p14:tracePt t="354531" x="2851150" y="2908300"/>
          <p14:tracePt t="354547" x="2851150" y="2851150"/>
          <p14:tracePt t="354911" x="2851150" y="2774950"/>
          <p14:tracePt t="354918" x="2851150" y="2698750"/>
          <p14:tracePt t="354933" x="2838450" y="2622550"/>
          <p14:tracePt t="354946" x="2832100" y="2406650"/>
          <p14:tracePt t="354963" x="2806700" y="2292350"/>
          <p14:tracePt t="354979" x="2800350" y="2165350"/>
          <p14:tracePt t="354996" x="2762250" y="1866900"/>
          <p14:tracePt t="355014" x="2730500" y="1581150"/>
          <p14:tracePt t="355030" x="2711450" y="1466850"/>
          <p14:tracePt t="355046" x="2660650" y="1244600"/>
          <p14:tracePt t="355062" x="2616200" y="1066800"/>
          <p14:tracePt t="355080" x="2571750" y="965200"/>
          <p14:tracePt t="355095" x="2565400" y="933450"/>
          <p14:tracePt t="355112" x="2527300" y="882650"/>
          <p14:tracePt t="355129" x="2495550" y="863600"/>
          <p14:tracePt t="355146" x="2470150" y="857250"/>
          <p14:tracePt t="355163" x="2432050" y="850900"/>
          <p14:tracePt t="355179" x="2381250" y="850900"/>
          <p14:tracePt t="355195" x="2343150" y="857250"/>
          <p14:tracePt t="355212" x="2279650" y="882650"/>
          <p14:tracePt t="355228" x="2222500" y="895350"/>
          <p14:tracePt t="355245" x="2190750" y="895350"/>
          <p14:tracePt t="355263" x="2146300" y="901700"/>
          <p14:tracePt t="355278" x="2127250" y="901700"/>
          <p14:tracePt t="355295" x="2089150" y="901700"/>
          <p14:tracePt t="355311" x="2063750" y="901700"/>
          <p14:tracePt t="355328" x="2051050" y="908050"/>
          <p14:tracePt t="355345" x="2025650" y="920750"/>
          <p14:tracePt t="355361" x="2000250" y="958850"/>
          <p14:tracePt t="355378" x="1987550" y="971550"/>
          <p14:tracePt t="355395" x="1968500" y="1003300"/>
          <p14:tracePt t="355411" x="1955800" y="1028700"/>
          <p14:tracePt t="355428" x="1955800" y="1041400"/>
          <p14:tracePt t="355444" x="1949450" y="1060450"/>
          <p14:tracePt t="355461" x="1943100" y="1085850"/>
          <p14:tracePt t="355478" x="1943100" y="1092200"/>
          <p14:tracePt t="355494" x="1936750" y="1104900"/>
          <p14:tracePt t="355511" x="1936750" y="1117600"/>
          <p14:tracePt t="355544" x="1936750" y="1123950"/>
          <p14:tracePt t="355570" x="1936750" y="1130300"/>
          <p14:tracePt t="355598" x="1936750" y="1136650"/>
          <p14:tracePt t="355648" x="1936750" y="1143000"/>
          <p14:tracePt t="355683" x="1936750" y="1149350"/>
          <p14:tracePt t="355690" x="1936750" y="1155700"/>
          <p14:tracePt t="355753" x="1936750" y="1162050"/>
          <p14:tracePt t="355858" x="1936750" y="1168400"/>
          <p14:tracePt t="355893" x="1943100" y="1168400"/>
          <p14:tracePt t="355900" x="1943100" y="1174750"/>
          <p14:tracePt t="355928" x="1949450" y="1174750"/>
          <p14:tracePt t="355991" x="1955800" y="1174750"/>
          <p14:tracePt t="356040" x="1962150" y="1174750"/>
          <p14:tracePt t="356082" x="1968500" y="1174750"/>
          <p14:tracePt t="356110" x="1974850" y="1174750"/>
          <p14:tracePt t="356209" x="1981200" y="1168400"/>
          <p14:tracePt t="356230" x="1987550" y="1168400"/>
          <p14:tracePt t="356251" x="1993900" y="1162050"/>
          <p14:tracePt t="356272" x="2000250" y="1162050"/>
          <p14:tracePt t="356279" x="2000250" y="1155700"/>
          <p14:tracePt t="356300" x="2006600" y="1155700"/>
          <p14:tracePt t="356321" x="2006600" y="1149350"/>
          <p14:tracePt t="356342" x="2012950" y="1149350"/>
          <p14:tracePt t="356370" x="2012950" y="1143000"/>
          <p14:tracePt t="356392" x="2019300" y="1143000"/>
          <p14:tracePt t="356412" x="2025650" y="1143000"/>
          <p14:tracePt t="356454" x="2032000" y="1136650"/>
          <p14:tracePt t="356756" x="2038350" y="1136650"/>
          <p14:tracePt t="357022" x="2038350" y="1143000"/>
          <p14:tracePt t="357043" x="2032000" y="1143000"/>
          <p14:tracePt t="357050" x="2032000" y="1149350"/>
          <p14:tracePt t="357073" x="2025650" y="1155700"/>
          <p14:tracePt t="357093" x="2019300" y="1162050"/>
          <p14:tracePt t="357134" x="2019300" y="1168400"/>
          <p14:tracePt t="357141" x="2019300" y="1174750"/>
          <p14:tracePt t="357177" x="2012950" y="1174750"/>
          <p14:tracePt t="357254" x="2012950" y="1162050"/>
          <p14:tracePt t="357261" x="2012950" y="1155700"/>
          <p14:tracePt t="357275" x="2019300" y="1143000"/>
          <p14:tracePt t="357288" x="2019300" y="1136650"/>
          <p14:tracePt t="357304" x="2032000" y="1123950"/>
          <p14:tracePt t="357321" x="2032000" y="1111250"/>
          <p14:tracePt t="357324" x="2038350" y="1098550"/>
          <p14:tracePt t="357338" x="2044700" y="1085850"/>
          <p14:tracePt t="357354" x="2057400" y="1054100"/>
          <p14:tracePt t="357371" x="2063750" y="1054100"/>
          <p14:tracePt t="357388" x="2063750" y="1047750"/>
          <p14:tracePt t="357404" x="2070100" y="1035050"/>
          <p14:tracePt t="357437" x="2070100" y="1028700"/>
          <p14:tracePt t="357633" x="2063750" y="1041400"/>
          <p14:tracePt t="357647" x="2051050" y="1066800"/>
          <p14:tracePt t="357656" x="2032000" y="1085850"/>
          <p14:tracePt t="357670" x="2019300" y="1104900"/>
          <p14:tracePt t="357687" x="1993900" y="1143000"/>
          <p14:tracePt t="357704" x="1974850" y="1162050"/>
          <p14:tracePt t="357720" x="1962150" y="1168400"/>
          <p14:tracePt t="357739" x="1949450" y="1174750"/>
          <p14:tracePt t="357753" x="1943100" y="1174750"/>
          <p14:tracePt t="357770" x="1936750" y="1174750"/>
          <p14:tracePt t="357787" x="1930400" y="1168400"/>
          <p14:tracePt t="357803" x="1930400" y="1162050"/>
          <p14:tracePt t="357820" x="1917700" y="1143000"/>
          <p14:tracePt t="357823" x="1911350" y="1130300"/>
          <p14:tracePt t="357839" x="1905000" y="1111250"/>
          <p14:tracePt t="357853" x="1898650" y="1092200"/>
          <p14:tracePt t="357869" x="1885950" y="1047750"/>
          <p14:tracePt t="357886" x="1873250" y="1016000"/>
          <p14:tracePt t="357902" x="1873250" y="1009650"/>
          <p14:tracePt t="357920" x="1866900" y="990600"/>
          <p14:tracePt t="357935" x="1866900" y="984250"/>
          <p14:tracePt t="357998" x="1873250" y="990600"/>
          <p14:tracePt t="358004" x="1879600" y="996950"/>
          <p14:tracePt t="358020" x="1885950" y="1003300"/>
          <p14:tracePt t="358035" x="1911350" y="1028700"/>
          <p14:tracePt t="358052" x="1936750" y="1041400"/>
          <p14:tracePt t="358069" x="1974850" y="1079500"/>
          <p14:tracePt t="358085" x="1993900" y="1092200"/>
          <p14:tracePt t="358102" x="2025650" y="1117600"/>
          <p14:tracePt t="358118" x="2044700" y="1130300"/>
          <p14:tracePt t="358135" x="2057400" y="1136650"/>
          <p14:tracePt t="358152" x="2070100" y="1143000"/>
          <p14:tracePt t="358184" x="2076450" y="1130300"/>
          <p14:tracePt t="358201" x="2076450" y="1117600"/>
          <p14:tracePt t="358218" x="2082800" y="1092200"/>
          <p14:tracePt t="358235" x="2089150" y="1066800"/>
          <p14:tracePt t="358251" x="2101850" y="1022350"/>
          <p14:tracePt t="358268" x="2120900" y="977900"/>
          <p14:tracePt t="358285" x="2139950" y="927100"/>
          <p14:tracePt t="358301" x="2152650" y="914400"/>
          <p14:tracePt t="358318" x="2178050" y="889000"/>
          <p14:tracePt t="358335" x="2190750" y="882650"/>
          <p14:tracePt t="358369" x="2197100" y="882650"/>
          <p14:tracePt t="358376" x="2203450" y="882650"/>
          <p14:tracePt t="358404" x="2209800" y="882650"/>
          <p14:tracePt t="358425" x="2209800" y="889000"/>
          <p14:tracePt t="358447" x="2203450" y="889000"/>
          <p14:tracePt t="358453" x="2197100" y="889000"/>
          <p14:tracePt t="358470" x="2197100" y="895350"/>
          <p14:tracePt t="358484" x="2190750" y="895350"/>
          <p14:tracePt t="358500" x="2171700" y="901700"/>
          <p14:tracePt t="358517" x="2146300" y="908050"/>
          <p14:tracePt t="358534" x="2127250" y="908050"/>
          <p14:tracePt t="358550" x="2076450" y="908050"/>
          <p14:tracePt t="358567" x="2025650" y="901700"/>
          <p14:tracePt t="358583" x="2006600" y="895350"/>
          <p14:tracePt t="358601" x="1974850" y="889000"/>
          <p14:tracePt t="358617" x="1955800" y="882650"/>
          <p14:tracePt t="358633" x="1949450" y="882650"/>
          <p14:tracePt t="358650" x="1943100" y="882650"/>
          <p14:tracePt t="358699" x="1943100" y="889000"/>
          <p14:tracePt t="358706" x="1949450" y="889000"/>
          <p14:tracePt t="358720" x="1955800" y="889000"/>
          <p14:tracePt t="358733" x="1955800" y="895350"/>
          <p14:tracePt t="358750" x="1962150" y="901700"/>
          <p14:tracePt t="358766" x="1968500" y="908050"/>
          <p14:tracePt t="358783" x="1974850" y="908050"/>
          <p14:tracePt t="358799" x="1987550" y="914400"/>
          <p14:tracePt t="358833" x="1993900" y="920750"/>
          <p14:tracePt t="358849" x="2000250" y="920750"/>
          <p14:tracePt t="358895" x="2006600" y="920750"/>
          <p14:tracePt t="358910" x="2006600" y="927100"/>
          <p14:tracePt t="358918" x="2006600" y="933450"/>
          <p14:tracePt t="358932" x="2012950" y="933450"/>
          <p14:tracePt t="358949" x="2012950" y="952500"/>
          <p14:tracePt t="358966" x="2019300" y="971550"/>
          <p14:tracePt t="358982" x="2025650" y="984250"/>
          <p14:tracePt t="358999" x="2025650" y="1003300"/>
          <p14:tracePt t="359015" x="2038350" y="1047750"/>
          <p14:tracePt t="359032" x="2044700" y="1060450"/>
          <p14:tracePt t="359049" x="2051050" y="1073150"/>
          <p14:tracePt t="359065" x="2063750" y="1092200"/>
          <p14:tracePt t="359082" x="2063750" y="1098550"/>
          <p14:tracePt t="359099" x="2070100" y="1104900"/>
          <p14:tracePt t="359115" x="2076450" y="1104900"/>
          <p14:tracePt t="359131" x="2082800" y="1104900"/>
          <p14:tracePt t="359150" x="2089150" y="1104900"/>
          <p14:tracePt t="359169" x="2095500" y="1104900"/>
          <p14:tracePt t="359181" x="2101850" y="1098550"/>
          <p14:tracePt t="359199" x="2108200" y="1098550"/>
          <p14:tracePt t="359218" x="2114550" y="1098550"/>
          <p14:tracePt t="359231" x="2120900" y="1098550"/>
          <p14:tracePt t="359248" x="2127250" y="1098550"/>
          <p14:tracePt t="359330" x="2133600" y="1098550"/>
          <p14:tracePt t="359337" x="2139950" y="1098550"/>
          <p14:tracePt t="359365" x="2146300" y="1092200"/>
          <p14:tracePt t="359386" x="2152650" y="1092200"/>
          <p14:tracePt t="359449" x="2159000" y="1092200"/>
          <p14:tracePt t="359568" x="2152650" y="1092200"/>
          <p14:tracePt t="359575" x="2146300" y="1098550"/>
          <p14:tracePt t="359590" x="2139950" y="1098550"/>
          <p14:tracePt t="359599" x="2133600" y="1098550"/>
          <p14:tracePt t="359632" x="2127250" y="1098550"/>
          <p14:tracePt t="359639" x="2120900" y="1098550"/>
          <p14:tracePt t="359649" x="2114550" y="1098550"/>
          <p14:tracePt t="359663" x="2108200" y="1092200"/>
          <p14:tracePt t="359680" x="2101850" y="1092200"/>
          <p14:tracePt t="359696" x="2089150" y="1079500"/>
          <p14:tracePt t="359714" x="2070100" y="1066800"/>
          <p14:tracePt t="359731" x="2051050" y="1047750"/>
          <p14:tracePt t="359746" x="2044700" y="1041400"/>
          <p14:tracePt t="359763" x="2032000" y="1028700"/>
          <p14:tracePt t="359841" x="2025650" y="1022350"/>
          <p14:tracePt t="359891" x="2025650" y="1016000"/>
          <p14:tracePt t="359919" x="2032000" y="1003300"/>
          <p14:tracePt t="359941" x="2038350" y="1003300"/>
          <p14:tracePt t="359969" x="2038350" y="996950"/>
          <p14:tracePt t="359990" x="2044700" y="996950"/>
          <p14:tracePt t="360032" x="2051050" y="990600"/>
          <p14:tracePt t="360053" x="2051050" y="996950"/>
          <p14:tracePt t="360067" x="2044700" y="1003300"/>
          <p14:tracePt t="360081" x="2044700" y="1009650"/>
          <p14:tracePt t="360088" x="2044700" y="1016000"/>
          <p14:tracePt t="360102" x="2038350" y="1016000"/>
          <p14:tracePt t="360111" x="2032000" y="1022350"/>
          <p14:tracePt t="360128" x="2025650" y="1028700"/>
          <p14:tracePt t="360145" x="2012950" y="1047750"/>
          <p14:tracePt t="360162" x="2000250" y="1066800"/>
          <p14:tracePt t="360179" x="1993900" y="1073150"/>
          <p14:tracePt t="360211" x="1993900" y="1079500"/>
          <p14:tracePt t="360452" x="2000250" y="1079500"/>
          <p14:tracePt t="360460" x="2006600" y="1079500"/>
          <p14:tracePt t="360473" x="2012950" y="1079500"/>
          <p14:tracePt t="360480" x="2025650" y="1079500"/>
          <p14:tracePt t="360494" x="2032000" y="1079500"/>
          <p14:tracePt t="360510" x="2070100" y="1079500"/>
          <p14:tracePt t="360527" x="2089150" y="1079500"/>
          <p14:tracePt t="360544" x="2139950" y="1073150"/>
          <p14:tracePt t="360560" x="2197100" y="1047750"/>
          <p14:tracePt t="360576" x="2228850" y="1041400"/>
          <p14:tracePt t="360594" x="2279650" y="1028700"/>
          <p14:tracePt t="360610" x="2292350" y="1022350"/>
          <p14:tracePt t="360627" x="2317750" y="1016000"/>
          <p14:tracePt t="360643" x="2330450" y="1009650"/>
          <p14:tracePt t="360761" x="2336800" y="1009650"/>
          <p14:tracePt t="360768" x="2343150" y="1009650"/>
          <p14:tracePt t="360789" x="2349500" y="1009650"/>
          <p14:tracePt t="360803" x="2355850" y="1016000"/>
          <p14:tracePt t="360812" x="2362200" y="1016000"/>
          <p14:tracePt t="360826" x="2374900" y="1016000"/>
          <p14:tracePt t="360842" x="2406650" y="1022350"/>
          <p14:tracePt t="360860" x="2457450" y="1028700"/>
          <p14:tracePt t="360876" x="2495550" y="1028700"/>
          <p14:tracePt t="360892" x="2546350" y="1035050"/>
          <p14:tracePt t="360909" x="2679700" y="1047750"/>
          <p14:tracePt t="360925" x="2705100" y="1047750"/>
          <p14:tracePt t="360942" x="2736850" y="1047750"/>
          <p14:tracePt t="360959" x="2762250" y="1054100"/>
          <p14:tracePt t="360975" x="2774950" y="1054100"/>
          <p14:tracePt t="360992" x="2781300" y="1054100"/>
          <p14:tracePt t="361105" x="2787650" y="1054100"/>
          <p14:tracePt t="361364" x="2813050" y="1060450"/>
          <p14:tracePt t="361371" x="2851150" y="1060450"/>
          <p14:tracePt t="361385" x="2895600" y="1066800"/>
          <p14:tracePt t="361393" x="2933700" y="1066800"/>
          <p14:tracePt t="361408" x="2978150" y="1073150"/>
          <p14:tracePt t="361424" x="3060700" y="1085850"/>
          <p14:tracePt t="361442" x="3117850" y="1092200"/>
          <p14:tracePt t="361457" x="3136900" y="1092200"/>
          <p14:tracePt t="361474" x="3155950" y="1092200"/>
          <p14:tracePt t="361491" x="3162300" y="1098550"/>
          <p14:tracePt t="361507" x="3168650" y="1098550"/>
          <p14:tracePt t="361743" x="3175000" y="1098550"/>
          <p14:tracePt t="361750" x="3181350" y="1098550"/>
          <p14:tracePt t="361764" x="3194050" y="1098550"/>
          <p14:tracePt t="361785" x="3200400" y="1098550"/>
          <p14:tracePt t="361807" x="3206750" y="1098550"/>
          <p14:tracePt t="361813" x="3213100" y="1098550"/>
          <p14:tracePt t="361822" x="3219450" y="1092200"/>
          <p14:tracePt t="361876" x="3225800" y="1092200"/>
          <p14:tracePt t="361883" x="3232150" y="1092200"/>
          <p14:tracePt t="361911" x="3238500" y="1092200"/>
          <p14:tracePt t="361931" x="3238500" y="1085850"/>
          <p14:tracePt t="361953" x="3244850" y="1085850"/>
          <p14:tracePt t="361981" x="3251200" y="1085850"/>
          <p14:tracePt t="362030" x="3257550" y="1085850"/>
          <p14:tracePt t="362122" x="3263900" y="1085850"/>
          <p14:tracePt t="362437" x="3263900" y="1079500"/>
          <p14:tracePt t="362443" x="3251200" y="1073150"/>
          <p14:tracePt t="362453" x="3238500" y="1066800"/>
          <p14:tracePt t="362470" x="3219450" y="1060450"/>
          <p14:tracePt t="362487" x="3168650" y="1047750"/>
          <p14:tracePt t="362503" x="3111500" y="1035050"/>
          <p14:tracePt t="362520" x="3022600" y="1022350"/>
          <p14:tracePt t="362537" x="2901950" y="1009650"/>
          <p14:tracePt t="362553" x="2851150" y="1009650"/>
          <p14:tracePt t="362570" x="2743200" y="1016000"/>
          <p14:tracePt t="362586" x="2647950" y="1041400"/>
          <p14:tracePt t="362603" x="2609850" y="1047750"/>
          <p14:tracePt t="362620" x="2533650" y="1073150"/>
          <p14:tracePt t="362636" x="2482850" y="1085850"/>
          <p14:tracePt t="362653" x="2457450" y="1085850"/>
          <p14:tracePt t="362669" x="2406650" y="1092200"/>
          <p14:tracePt t="362686" x="2355850" y="1092200"/>
          <p14:tracePt t="362703" x="2330450" y="1092200"/>
          <p14:tracePt t="362719" x="2279650" y="1092200"/>
          <p14:tracePt t="362736" x="2247900" y="1092200"/>
          <p14:tracePt t="362753" x="2222500" y="1092200"/>
          <p14:tracePt t="362768" x="2209800" y="1085850"/>
          <p14:tracePt t="362802" x="2203450" y="1085850"/>
          <p14:tracePt t="362823" x="2216150" y="1085850"/>
          <p14:tracePt t="362838" x="2235200" y="1085850"/>
          <p14:tracePt t="362852" x="2247900" y="1085850"/>
          <p14:tracePt t="362869" x="2298700" y="1092200"/>
          <p14:tracePt t="362886" x="2387600" y="1092200"/>
          <p14:tracePt t="362902" x="2463800" y="1092200"/>
          <p14:tracePt t="362918" x="2622550" y="1073150"/>
          <p14:tracePt t="362936" x="2781300" y="1028700"/>
          <p14:tracePt t="362951" x="2857500" y="1022350"/>
          <p14:tracePt t="362969" x="2927350" y="996950"/>
          <p14:tracePt t="362985" x="2959100" y="984250"/>
          <p14:tracePt t="363002" x="2965450" y="977900"/>
          <p14:tracePt t="363019" x="2965450" y="971550"/>
          <p14:tracePt t="363035" x="2965450" y="965200"/>
          <p14:tracePt t="363051" x="2959100" y="958850"/>
          <p14:tracePt t="363069" x="2933700" y="952500"/>
          <p14:tracePt t="363084" x="2857500" y="952500"/>
          <p14:tracePt t="363101" x="2800350" y="965200"/>
          <p14:tracePt t="363118" x="2711450" y="965200"/>
          <p14:tracePt t="363135" x="2609850" y="965200"/>
          <p14:tracePt t="363151" x="2571750" y="965200"/>
          <p14:tracePt t="363168" x="2508250" y="965200"/>
          <p14:tracePt t="363184" x="2489200" y="965200"/>
          <p14:tracePt t="363202" x="2432050" y="946150"/>
          <p14:tracePt t="363217" x="2419350" y="946150"/>
          <p14:tracePt t="363251" x="2400300" y="946150"/>
          <p14:tracePt t="363267" x="2387600" y="952500"/>
          <p14:tracePt t="363284" x="2381250" y="952500"/>
          <p14:tracePt t="363300" x="2374900" y="958850"/>
          <p14:tracePt t="363316" x="2374900" y="965200"/>
          <p14:tracePt t="363336" x="2368550" y="965200"/>
          <p14:tracePt t="363356" x="2362200" y="971550"/>
          <p14:tracePt t="363367" x="2362200" y="977900"/>
          <p14:tracePt t="363386" x="2355850" y="977900"/>
          <p14:tracePt t="363400" x="2349500" y="984250"/>
          <p14:tracePt t="363417" x="2349500" y="990600"/>
          <p14:tracePt t="363434" x="2343150" y="996950"/>
          <p14:tracePt t="363450" x="2343150" y="1003300"/>
          <p14:tracePt t="363467" x="2336800" y="1009650"/>
          <p14:tracePt t="363483" x="2324100" y="1022350"/>
          <p14:tracePt t="363500" x="2305050" y="1035050"/>
          <p14:tracePt t="363518" x="2286000" y="1054100"/>
          <p14:tracePt t="363533" x="2279650" y="1060450"/>
          <p14:tracePt t="363550" x="2260600" y="1092200"/>
          <p14:tracePt t="363567" x="2241550" y="1117600"/>
          <p14:tracePt t="363583" x="2235200" y="1143000"/>
          <p14:tracePt t="363600" x="2228850" y="1174750"/>
          <p14:tracePt t="363616" x="2228850" y="1200150"/>
          <p14:tracePt t="363633" x="2228850" y="1206500"/>
          <p14:tracePt t="364267" x="2235200" y="1206500"/>
          <p14:tracePt t="364282" x="2241550" y="1206500"/>
          <p14:tracePt t="364295" x="2247900" y="1206500"/>
          <p14:tracePt t="364309" x="2254250" y="1212850"/>
          <p14:tracePt t="364317" x="2260600" y="1212850"/>
          <p14:tracePt t="364332" x="2266950" y="1212850"/>
          <p14:tracePt t="364347" x="2273300" y="1212850"/>
          <p14:tracePt t="364366" x="2279650" y="1212850"/>
          <p14:tracePt t="364400" x="2286000" y="1219200"/>
          <p14:tracePt t="364421" x="2292350" y="1219200"/>
          <p14:tracePt t="364428" x="2298700" y="1219200"/>
          <p14:tracePt t="364435" x="2305050" y="1219200"/>
          <p14:tracePt t="364477" x="2311400" y="1219200"/>
          <p14:tracePt t="364498" x="2317750" y="1212850"/>
          <p14:tracePt t="364617" x="2311400" y="1219200"/>
          <p14:tracePt t="364631" x="2305050" y="1219200"/>
          <p14:tracePt t="364638" x="2292350" y="1225550"/>
          <p14:tracePt t="364647" x="2279650" y="1225550"/>
          <p14:tracePt t="364662" x="2266950" y="1231900"/>
          <p14:tracePt t="364679" x="2254250" y="1231900"/>
          <p14:tracePt t="364695" x="2222500" y="1244600"/>
          <p14:tracePt t="364713" x="2197100" y="1244600"/>
          <p14:tracePt t="364730" x="2171700" y="1250950"/>
          <p14:tracePt t="364745" x="2165350" y="1257300"/>
          <p14:tracePt t="364762" x="2152650" y="1257300"/>
          <p14:tracePt t="364799" x="2159000" y="1263650"/>
          <p14:tracePt t="364812" x="2165350" y="1263650"/>
          <p14:tracePt t="364829" x="2178050" y="1263650"/>
          <p14:tracePt t="364845" x="2190750" y="1270000"/>
          <p14:tracePt t="364862" x="2228850" y="1270000"/>
          <p14:tracePt t="364878" x="2286000" y="1270000"/>
          <p14:tracePt t="364895" x="2317750" y="1270000"/>
          <p14:tracePt t="364912" x="2355850" y="1270000"/>
          <p14:tracePt t="364928" x="2451100" y="1263650"/>
          <p14:tracePt t="364944" x="2476500" y="1263650"/>
          <p14:tracePt t="364948" x="2495550" y="1263650"/>
          <p14:tracePt t="364964" x="2508250" y="1257300"/>
          <p14:tracePt t="364978" x="2520950" y="1257300"/>
          <p14:tracePt t="364994" x="2533650" y="1257300"/>
          <p14:tracePt t="365087" x="2527300" y="1257300"/>
          <p14:tracePt t="365101" x="2520950" y="1257300"/>
          <p14:tracePt t="365108" x="2508250" y="1257300"/>
          <p14:tracePt t="365122" x="2501900" y="1257300"/>
          <p14:tracePt t="365130" x="2489200" y="1263650"/>
          <p14:tracePt t="365150" x="2476500" y="1263650"/>
          <p14:tracePt t="365161" x="2457450" y="1263650"/>
          <p14:tracePt t="365178" x="2444750" y="1263650"/>
          <p14:tracePt t="365194" x="2419350" y="1270000"/>
          <p14:tracePt t="365210" x="2406650" y="1270000"/>
          <p14:tracePt t="365244" x="2393950" y="1270000"/>
          <p14:tracePt t="365261" x="2387600" y="1270000"/>
          <p14:tracePt t="365277" x="2374900" y="1270000"/>
          <p14:tracePt t="365294" x="2368550" y="1263650"/>
          <p14:tracePt t="365311" x="2362200" y="1257300"/>
          <p14:tracePt t="365327" x="2336800" y="1244600"/>
          <p14:tracePt t="365343" x="2305050" y="1225550"/>
          <p14:tracePt t="365361" x="2286000" y="1212850"/>
          <p14:tracePt t="365377" x="2273300" y="1200150"/>
          <p14:tracePt t="365393" x="2273300" y="1181100"/>
          <p14:tracePt t="365410" x="2273300" y="1168400"/>
          <p14:tracePt t="365426" x="2273300" y="1162050"/>
          <p14:tracePt t="365443" x="2273300" y="1143000"/>
          <p14:tracePt t="365460" x="2286000" y="1123950"/>
          <p14:tracePt t="365476" x="2292350" y="1111250"/>
          <p14:tracePt t="365493" x="2311400" y="1098550"/>
          <p14:tracePt t="365509" x="2317750" y="1092200"/>
          <p14:tracePt t="365543" x="2324100" y="1085850"/>
          <p14:tracePt t="365578" x="2330450" y="1085850"/>
          <p14:tracePt t="365627" x="2324100" y="1085850"/>
          <p14:tracePt t="365648" x="2317750" y="1092200"/>
          <p14:tracePt t="365662" x="2311400" y="1092200"/>
          <p14:tracePt t="365669" x="2305050" y="1098550"/>
          <p14:tracePt t="365683" x="2305050" y="1104900"/>
          <p14:tracePt t="365692" x="2298700" y="1111250"/>
          <p14:tracePt t="365709" x="2286000" y="1123950"/>
          <p14:tracePt t="365726" x="2266950" y="1149350"/>
          <p14:tracePt t="365743" x="2241550" y="1181100"/>
          <p14:tracePt t="365758" x="2222500" y="1193800"/>
          <p14:tracePt t="365776" x="2209800" y="1212850"/>
          <p14:tracePt t="365792" x="2203450" y="1231900"/>
          <p14:tracePt t="365809" x="2203450" y="1244600"/>
          <p14:tracePt t="365825" x="2203450" y="1250950"/>
          <p14:tracePt t="365842" x="2203450" y="1257300"/>
          <p14:tracePt t="365861" x="2209800" y="1257300"/>
          <p14:tracePt t="365894" x="2216150" y="1257300"/>
          <p14:tracePt t="365900" x="2216150" y="1263650"/>
          <p14:tracePt t="366283" x="2228850" y="1263650"/>
          <p14:tracePt t="366291" x="2241550" y="1263650"/>
          <p14:tracePt t="366304" x="2260600" y="1257300"/>
          <p14:tracePt t="366311" x="2279650" y="1250950"/>
          <p14:tracePt t="366326" x="2305050" y="1238250"/>
          <p14:tracePt t="366340" x="2330450" y="1200150"/>
          <p14:tracePt t="366357" x="2343150" y="1187450"/>
          <p14:tracePt t="366374" x="2355850" y="1174750"/>
          <p14:tracePt t="366390" x="2362200" y="1155700"/>
          <p14:tracePt t="366406" x="2362200" y="1130300"/>
          <p14:tracePt t="366424" x="2349500" y="1117600"/>
          <p14:tracePt t="366440" x="2349500" y="1111250"/>
          <p14:tracePt t="366457" x="2330450" y="1092200"/>
          <p14:tracePt t="366473" x="2298700" y="1073150"/>
          <p14:tracePt t="366489" x="2286000" y="1060450"/>
          <p14:tracePt t="366506" x="2254250" y="1035050"/>
          <p14:tracePt t="366523" x="2228850" y="1016000"/>
          <p14:tracePt t="366539" x="2216150" y="1003300"/>
          <p14:tracePt t="366556" x="2197100" y="996950"/>
          <p14:tracePt t="366573" x="2190750" y="996950"/>
          <p14:tracePt t="366605" x="2184400" y="996950"/>
          <p14:tracePt t="366623" x="2178050" y="996950"/>
          <p14:tracePt t="366703" x="2171700" y="996950"/>
          <p14:tracePt t="366752" x="2165350" y="996950"/>
          <p14:tracePt t="366760" x="2159000" y="996950"/>
          <p14:tracePt t="366781" x="2152650" y="996950"/>
          <p14:tracePt t="366802" x="2146300" y="996950"/>
          <p14:tracePt t="366823" x="2139950" y="996950"/>
          <p14:tracePt t="366829" x="2133600" y="996950"/>
          <p14:tracePt t="366935" x="2133600" y="990600"/>
          <p14:tracePt t="366962" x="2139950" y="990600"/>
          <p14:tracePt t="366970" x="2146300" y="984250"/>
          <p14:tracePt t="366991" x="2152650" y="984250"/>
          <p14:tracePt t="367005" x="2159000" y="984250"/>
          <p14:tracePt t="367012" x="2165350" y="984250"/>
          <p14:tracePt t="367054" x="2171700" y="984250"/>
          <p14:tracePt t="367082" x="2178050" y="984250"/>
          <p14:tracePt t="367096" x="2184400" y="984250"/>
          <p14:tracePt t="367103" x="2190750" y="990600"/>
          <p14:tracePt t="367110" x="2190750" y="996950"/>
          <p14:tracePt t="367124" x="2190750" y="1009650"/>
          <p14:tracePt t="367137" x="2197100" y="1022350"/>
          <p14:tracePt t="367154" x="2209800" y="1054100"/>
          <p14:tracePt t="367171" x="2216150" y="1073150"/>
          <p14:tracePt t="367187" x="2228850" y="1117600"/>
          <p14:tracePt t="367204" x="2254250" y="1162050"/>
          <p14:tracePt t="367220" x="2266950" y="1181100"/>
          <p14:tracePt t="367237" x="2292350" y="1200150"/>
          <p14:tracePt t="367253" x="2317750" y="1212850"/>
          <p14:tracePt t="367270" x="2324100" y="1212850"/>
          <p14:tracePt t="367287" x="2349500" y="1212850"/>
          <p14:tracePt t="367303" x="2355850" y="1212850"/>
          <p14:tracePt t="367321" x="2374900" y="1212850"/>
          <p14:tracePt t="367336" x="2381250" y="1212850"/>
          <p14:tracePt t="367353" x="2393950" y="1212850"/>
          <p14:tracePt t="367370" x="2413000" y="1206500"/>
          <p14:tracePt t="367386" x="2438400" y="1200150"/>
          <p14:tracePt t="367403" x="2451100" y="1193800"/>
          <p14:tracePt t="367420" x="2482850" y="1187450"/>
          <p14:tracePt t="367436" x="2501900" y="1181100"/>
          <p14:tracePt t="367453" x="2508250" y="1181100"/>
          <p14:tracePt t="367469" x="2520950" y="1174750"/>
          <p14:tracePt t="367486" x="2533650" y="1168400"/>
          <p14:tracePt t="367503" x="2540000" y="1168400"/>
          <p14:tracePt t="367535" x="2552700" y="1168400"/>
          <p14:tracePt t="367555" x="2559050" y="1168400"/>
          <p14:tracePt t="367573" x="2565400" y="1168400"/>
          <p14:tracePt t="367594" x="2571750" y="1168400"/>
          <p14:tracePt t="367603" x="2578100" y="1168400"/>
          <p14:tracePt t="367622" x="2590800" y="1168400"/>
          <p14:tracePt t="367643" x="2603500" y="1168400"/>
          <p14:tracePt t="367657" x="2616200" y="1174750"/>
          <p14:tracePt t="367668" x="2635250" y="1174750"/>
          <p14:tracePt t="367686" x="2679700" y="1187450"/>
          <p14:tracePt t="367702" x="2711450" y="1193800"/>
          <p14:tracePt t="367719" x="2749550" y="1200150"/>
          <p14:tracePt t="367736" x="2774950" y="1206500"/>
          <p14:tracePt t="367752" x="2787650" y="1206500"/>
          <p14:tracePt t="367769" x="2806700" y="1212850"/>
          <p14:tracePt t="367785" x="2813050" y="1212850"/>
          <p14:tracePt t="367819" x="2819400" y="1212850"/>
          <p14:tracePt t="367875" x="2819400" y="1219200"/>
          <p14:tracePt t="368085" x="2794000" y="1219200"/>
          <p14:tracePt t="368092" x="2755900" y="1219200"/>
          <p14:tracePt t="368106" x="2705100" y="1231900"/>
          <p14:tracePt t="368117" x="2654300" y="1231900"/>
          <p14:tracePt t="368134" x="2546350" y="1231900"/>
          <p14:tracePt t="368151" x="2508250" y="1231900"/>
          <p14:tracePt t="368167" x="2438400" y="1225550"/>
          <p14:tracePt t="368184" x="2400300" y="1225550"/>
          <p14:tracePt t="368200" x="2393950" y="1225550"/>
          <p14:tracePt t="368218" x="2381250" y="1225550"/>
          <p14:tracePt t="368233" x="2374900" y="1225550"/>
          <p14:tracePt t="368295" x="2387600" y="1225550"/>
          <p14:tracePt t="368302" x="2393950" y="1225550"/>
          <p14:tracePt t="368319" x="2400300" y="1225550"/>
          <p14:tracePt t="368333" x="2413000" y="1225550"/>
          <p14:tracePt t="368350" x="2451100" y="1225550"/>
          <p14:tracePt t="368366" x="2501900" y="1225550"/>
          <p14:tracePt t="368383" x="2540000" y="1225550"/>
          <p14:tracePt t="368400" x="2647950" y="1231900"/>
          <p14:tracePt t="368416" x="2794000" y="1250950"/>
          <p14:tracePt t="368433" x="2857500" y="1257300"/>
          <p14:tracePt t="368450" x="2984500" y="1270000"/>
          <p14:tracePt t="368466" x="3054350" y="1276350"/>
          <p14:tracePt t="368483" x="3079750" y="1282700"/>
          <p14:tracePt t="368501" x="3092450" y="1282700"/>
          <p14:tracePt t="368515" x="3098800" y="1282700"/>
          <p14:tracePt t="368535" x="3105150" y="1282700"/>
          <p14:tracePt t="368807" x="3086100" y="1327150"/>
          <p14:tracePt t="368816" x="3060700" y="1409700"/>
          <p14:tracePt t="368829" x="3016250" y="1511300"/>
          <p14:tracePt t="368835" x="2971800" y="1644650"/>
          <p14:tracePt t="368848" x="2921000" y="1828800"/>
          <p14:tracePt t="368865" x="2813050" y="2355850"/>
          <p14:tracePt t="368881" x="2781300" y="2705100"/>
          <p14:tracePt t="368899" x="2749550" y="3409950"/>
          <p14:tracePt t="368914" x="2749550" y="3746500"/>
          <p14:tracePt t="368931" x="2825750" y="4394200"/>
          <p14:tracePt t="368948" x="2946400" y="4813300"/>
          <p14:tracePt t="368964" x="3016250" y="4933950"/>
          <p14:tracePt t="368981" x="3136900" y="5099050"/>
          <p14:tracePt t="368998" x="3244850" y="5194300"/>
          <p14:tracePt t="369015" x="3289300" y="5232400"/>
          <p14:tracePt t="369031" x="3359150" y="5283200"/>
          <p14:tracePt t="369047" x="3429000" y="5308600"/>
          <p14:tracePt t="369064" x="3460750" y="5308600"/>
          <p14:tracePt t="369081" x="3536950" y="5308600"/>
          <p14:tracePt t="369097" x="3587750" y="5314950"/>
          <p14:tracePt t="369114" x="3606800" y="5321300"/>
          <p14:tracePt t="369131" x="3644900" y="5334000"/>
          <p14:tracePt t="369147" x="3676650" y="5346700"/>
          <p14:tracePt t="369164" x="3676650" y="5353050"/>
          <p14:tracePt t="369180" x="3689350" y="5359400"/>
          <p14:tracePt t="369197" x="3689350" y="5365750"/>
          <p14:tracePt t="369215" x="3702050" y="5378450"/>
          <p14:tracePt t="369247" x="3708400" y="5384800"/>
          <p14:tracePt t="369270" x="3714750" y="5384800"/>
          <p14:tracePt t="369326" x="3714750" y="5378450"/>
          <p14:tracePt t="369340" x="3714750" y="5372100"/>
          <p14:tracePt t="369354" x="3714750" y="5365750"/>
          <p14:tracePt t="369368" x="3708400" y="5359400"/>
          <p14:tracePt t="369379" x="3702050" y="5346700"/>
          <p14:tracePt t="369397" x="3689350" y="5314950"/>
          <p14:tracePt t="369413" x="3663950" y="5289550"/>
          <p14:tracePt t="369429" x="3625850" y="5226050"/>
          <p14:tracePt t="369446" x="3556000" y="5156200"/>
          <p14:tracePt t="369463" x="3524250" y="5124450"/>
          <p14:tracePt t="369479" x="3486150" y="5080000"/>
          <p14:tracePt t="369483" x="3454400" y="5054600"/>
          <p14:tracePt t="369496" x="3397250" y="5003800"/>
          <p14:tracePt t="369512" x="3365500" y="4991100"/>
          <p14:tracePt t="369530" x="3333750" y="4972050"/>
          <p14:tracePt t="369545" x="3308350" y="4972050"/>
          <p14:tracePt t="369562" x="3295650" y="4972050"/>
          <p14:tracePt t="369579" x="3282950" y="4972050"/>
          <p14:tracePt t="369979" x="3276600" y="4972050"/>
          <p14:tracePt t="369987" x="3263900" y="4972050"/>
          <p14:tracePt t="369996" x="3251200" y="4972050"/>
          <p14:tracePt t="370010" x="3238500" y="4965700"/>
          <p14:tracePt t="370027" x="3219450" y="4965700"/>
          <p14:tracePt t="370044" x="3187700" y="4965700"/>
          <p14:tracePt t="370060" x="3136900" y="4965700"/>
          <p14:tracePt t="370078" x="3098800" y="4965700"/>
          <p14:tracePt t="370094" x="3079750" y="4965700"/>
          <p14:tracePt t="370110" x="3028950" y="4965700"/>
          <p14:tracePt t="370127" x="3003550" y="4965700"/>
          <p14:tracePt t="370144" x="2997200" y="4965700"/>
          <p14:tracePt t="370160" x="2990850" y="4965700"/>
          <p14:tracePt t="370218" x="2984500" y="4965700"/>
          <p14:tracePt t="370358" x="2990850" y="4965700"/>
          <p14:tracePt t="370379" x="2997200" y="4959350"/>
          <p14:tracePt t="370386" x="3003550" y="4959350"/>
          <p14:tracePt t="370400" x="3009900" y="4959350"/>
          <p14:tracePt t="370409" x="3016250" y="4959350"/>
          <p14:tracePt t="370425" x="3022600" y="4959350"/>
          <p14:tracePt t="370443" x="3028950" y="4959350"/>
          <p14:tracePt t="370459" x="3060700" y="4959350"/>
          <p14:tracePt t="370476" x="3073400" y="4953000"/>
          <p14:tracePt t="370493" x="3105150" y="4953000"/>
          <p14:tracePt t="370509" x="3130550" y="4946650"/>
          <p14:tracePt t="370528" x="3155950" y="4940300"/>
          <p14:tracePt t="370542" x="3155950" y="4933950"/>
          <p14:tracePt t="370576" x="3155950" y="4927600"/>
          <p14:tracePt t="370592" x="3155950" y="4921250"/>
          <p14:tracePt t="370608" x="3149600" y="4921250"/>
          <p14:tracePt t="370625" x="3149600" y="4914900"/>
          <p14:tracePt t="370653" x="3143250" y="4914900"/>
          <p14:tracePt t="370666" x="3136900" y="4908550"/>
          <p14:tracePt t="370688" x="3130550" y="4908550"/>
          <p14:tracePt t="370737" x="3124200" y="4908550"/>
          <p14:tracePt t="370779" x="3124200" y="4902200"/>
          <p14:tracePt t="370786" x="3130550" y="4902200"/>
          <p14:tracePt t="370821" x="3136900" y="4902200"/>
          <p14:tracePt t="370849" x="3143250" y="4902200"/>
          <p14:tracePt t="370912" x="3149600" y="4902200"/>
          <p14:tracePt t="370920" x="3155950" y="4902200"/>
          <p14:tracePt t="370933" x="3162300" y="4902200"/>
          <p14:tracePt t="370943" x="3168650" y="4902200"/>
          <p14:tracePt t="370958" x="3181350" y="4902200"/>
          <p14:tracePt t="370974" x="3219450" y="4902200"/>
          <p14:tracePt t="370991" x="3295650" y="4902200"/>
          <p14:tracePt t="371007" x="3365500" y="4914900"/>
          <p14:tracePt t="371024" x="3543300" y="4921250"/>
          <p14:tracePt t="371040" x="3733800" y="4946650"/>
          <p14:tracePt t="371057" x="3835400" y="4953000"/>
          <p14:tracePt t="371074" x="4032250" y="4984750"/>
          <p14:tracePt t="371090" x="4184650" y="4997450"/>
          <p14:tracePt t="371107" x="4248150" y="4997450"/>
          <p14:tracePt t="371124" x="4337050" y="4997450"/>
          <p14:tracePt t="371140" x="4368800" y="4997450"/>
          <p14:tracePt t="371157" x="4406900" y="4997450"/>
          <p14:tracePt t="371173" x="4432300" y="4997450"/>
          <p14:tracePt t="371190" x="4445000" y="4997450"/>
          <p14:tracePt t="371207" x="4457700" y="4997450"/>
          <p14:tracePt t="371223" x="4470400" y="4997450"/>
          <p14:tracePt t="371240" x="4470400" y="4991100"/>
          <p14:tracePt t="371257" x="4483100" y="4991100"/>
          <p14:tracePt t="371319" x="4489450" y="4991100"/>
          <p14:tracePt t="371333" x="4495800" y="4991100"/>
          <p14:tracePt t="371342" x="4502150" y="4991100"/>
          <p14:tracePt t="371356" x="4508500" y="4991100"/>
          <p14:tracePt t="371373" x="4514850" y="4991100"/>
          <p14:tracePt t="371390" x="4533900" y="4991100"/>
          <p14:tracePt t="371406" x="4552950" y="4991100"/>
          <p14:tracePt t="371423" x="4572000" y="4991100"/>
          <p14:tracePt t="371439" x="4679950" y="4991100"/>
          <p14:tracePt t="371456" x="4737100" y="4978400"/>
          <p14:tracePt t="371474" x="4851400" y="4959350"/>
          <p14:tracePt t="371489" x="4921250" y="4953000"/>
          <p14:tracePt t="371505" x="4997450" y="4946650"/>
          <p14:tracePt t="371524" x="5054600" y="4927600"/>
          <p14:tracePt t="371539" x="5073650" y="4927600"/>
          <p14:tracePt t="371555" x="5092700" y="4927600"/>
          <p14:tracePt t="371572" x="5099050" y="4927600"/>
          <p14:tracePt t="371605" x="5105400" y="4927600"/>
          <p14:tracePt t="371915" x="5073650" y="4927600"/>
          <p14:tracePt t="371922" x="5035550" y="4940300"/>
          <p14:tracePt t="371929" x="4972050" y="4940300"/>
          <p14:tracePt t="371943" x="4889500" y="4946650"/>
          <p14:tracePt t="371953" x="4787900" y="4946650"/>
          <p14:tracePt t="371971" x="4679950" y="4946650"/>
          <p14:tracePt t="371987" x="4387850" y="4946650"/>
          <p14:tracePt t="372004" x="4019550" y="4946650"/>
          <p14:tracePt t="372021" x="3651250" y="4946650"/>
          <p14:tracePt t="372038" x="3517900" y="4959350"/>
          <p14:tracePt t="372041" x="3378200" y="4972050"/>
          <p14:tracePt t="372070" x="3143250" y="4978400"/>
          <p14:tracePt t="372087" x="3117850" y="4978400"/>
          <p14:tracePt t="372105" x="3117850" y="4972050"/>
          <p14:tracePt t="372120" x="3143250" y="4965700"/>
          <p14:tracePt t="372137" x="3244850" y="4965700"/>
          <p14:tracePt t="372154" x="3321050" y="4965700"/>
          <p14:tracePt t="372170" x="3511550" y="4984750"/>
          <p14:tracePt t="372187" x="3746500" y="5016500"/>
          <p14:tracePt t="372203" x="3943350" y="5016500"/>
          <p14:tracePt t="372220" x="4019550" y="5016500"/>
          <p14:tracePt t="372236" x="4152900" y="5003800"/>
          <p14:tracePt t="372253" x="4203700" y="4997450"/>
          <p14:tracePt t="372269" x="4216400" y="4997450"/>
          <p14:tracePt t="372286" x="4216400" y="4991100"/>
          <p14:tracePt t="372303" x="4165600" y="4978400"/>
          <p14:tracePt t="372319" x="4121150" y="4972050"/>
          <p14:tracePt t="372336" x="3981450" y="4965700"/>
          <p14:tracePt t="372352" x="3765550" y="4953000"/>
          <p14:tracePt t="372369" x="3638550" y="4933950"/>
          <p14:tracePt t="372386" x="3371850" y="4933950"/>
          <p14:tracePt t="372402" x="3111500" y="4933950"/>
          <p14:tracePt t="372419" x="2997200" y="4933950"/>
          <p14:tracePt t="372435" x="2838450" y="4946650"/>
          <p14:tracePt t="372452" x="2736850" y="4946650"/>
          <p14:tracePt t="372470" x="2673350" y="4902200"/>
          <p14:tracePt t="372485" x="2654300" y="4889500"/>
          <p14:tracePt t="372502" x="2647950" y="4870450"/>
          <p14:tracePt t="376553" x="2578100" y="4908550"/>
          <p14:tracePt t="376559" x="2482850" y="4984750"/>
          <p14:tracePt t="376571" x="2387600" y="5067300"/>
          <p14:tracePt t="376588" x="2305050" y="5143500"/>
          <p14:tracePt t="376604" x="2152650" y="5251450"/>
          <p14:tracePt t="376621" x="2095500" y="5289550"/>
          <p14:tracePt t="376638" x="1911350" y="5416550"/>
          <p14:tracePt t="376654" x="1866900" y="5441950"/>
          <p14:tracePt t="376671" x="1822450" y="5473700"/>
          <p14:tracePt t="376687" x="1720850" y="5524500"/>
          <p14:tracePt t="376704" x="1606550" y="5600700"/>
          <p14:tracePt t="376721" x="1530350" y="5632450"/>
          <p14:tracePt t="376737" x="1485900" y="5651500"/>
          <p14:tracePt t="376754" x="1403350" y="5670550"/>
          <p14:tracePt t="376771" x="1352550" y="5676900"/>
          <p14:tracePt t="376787" x="1327150" y="5683250"/>
          <p14:tracePt t="376803" x="1301750" y="5695950"/>
          <p14:tracePt t="376821" x="1289050" y="5702300"/>
          <p14:tracePt t="376837" x="1282700" y="5702300"/>
          <p14:tracePt t="376890" x="1276350" y="5702300"/>
          <p14:tracePt t="376932" x="1276350" y="5689600"/>
          <p14:tracePt t="377605" x="1270000" y="5689600"/>
          <p14:tracePt t="377619" x="1257300" y="5695950"/>
          <p14:tracePt t="377632" x="1250950" y="5702300"/>
          <p14:tracePt t="377639" x="1238250" y="5702300"/>
          <p14:tracePt t="377654" x="1231900" y="5702300"/>
          <p14:tracePt t="377668" x="1219200" y="5708650"/>
          <p14:tracePt t="377684" x="1206500" y="5708650"/>
          <p14:tracePt t="377701" x="1193800" y="5708650"/>
          <p14:tracePt t="377717" x="1174750" y="5715000"/>
          <p14:tracePt t="377734" x="1149350" y="5721350"/>
          <p14:tracePt t="377751" x="1136650" y="5721350"/>
          <p14:tracePt t="377767" x="1111250" y="5727700"/>
          <p14:tracePt t="377784" x="1092200" y="5727700"/>
          <p14:tracePt t="377802" x="1085850" y="5727700"/>
          <p14:tracePt t="377817" x="1073150" y="5727700"/>
          <p14:tracePt t="377834" x="1066800" y="5727700"/>
          <p14:tracePt t="377851" x="1060450" y="5721350"/>
          <p14:tracePt t="377883" x="1054100" y="5721350"/>
          <p14:tracePt t="377970" x="1060450" y="5721350"/>
          <p14:tracePt t="377991" x="1073150" y="5721350"/>
          <p14:tracePt t="378005" x="1079500" y="5721350"/>
          <p14:tracePt t="378011" x="1085850" y="5727700"/>
          <p14:tracePt t="378033" x="1098550" y="5727700"/>
          <p14:tracePt t="378040" x="1111250" y="5734050"/>
          <p14:tracePt t="378054" x="1130300" y="5734050"/>
          <p14:tracePt t="378067" x="1149350" y="5734050"/>
          <p14:tracePt t="378083" x="1206500" y="5740400"/>
          <p14:tracePt t="378100" x="1244600" y="5740400"/>
          <p14:tracePt t="378103" x="1289050" y="5746750"/>
          <p14:tracePt t="378117" x="1314450" y="5746750"/>
          <p14:tracePt t="378132" x="1397000" y="5765800"/>
          <p14:tracePt t="378149" x="1441450" y="5772150"/>
          <p14:tracePt t="378167" x="1492250" y="5791200"/>
          <p14:tracePt t="378183" x="1530350" y="5797550"/>
          <p14:tracePt t="378199" x="1543050" y="5803900"/>
          <p14:tracePt t="378216" x="1562100" y="5803900"/>
          <p14:tracePt t="378232" x="1574800" y="5810250"/>
          <p14:tracePt t="378249" x="1581150" y="5810250"/>
          <p14:tracePt t="378265" x="1587500" y="5810250"/>
          <p14:tracePt t="378281" x="1593850" y="5810250"/>
          <p14:tracePt t="378299" x="1600200" y="5810250"/>
          <p14:tracePt t="378315" x="1606550" y="5810250"/>
          <p14:tracePt t="378341" x="1612900" y="5797550"/>
          <p14:tracePt t="379528" x="1638300" y="5797550"/>
          <p14:tracePt t="379535" x="1651000" y="5791200"/>
          <p14:tracePt t="379544" x="1663700" y="5784850"/>
          <p14:tracePt t="379561" x="1682750" y="5772150"/>
          <p14:tracePt t="379578" x="1720850" y="5746750"/>
          <p14:tracePt t="379594" x="1758950" y="5727700"/>
          <p14:tracePt t="379611" x="1778000" y="5721350"/>
          <p14:tracePt t="379628" x="1822450" y="5702300"/>
          <p14:tracePt t="379644" x="1841500" y="5683250"/>
          <p14:tracePt t="379661" x="1873250" y="5664200"/>
          <p14:tracePt t="379677" x="1911350" y="5651500"/>
          <p14:tracePt t="379695" x="1917700" y="5645150"/>
          <p14:tracePt t="379711" x="1930400" y="5638800"/>
          <p14:tracePt t="379727" x="1949450" y="5638800"/>
          <p14:tracePt t="379744" x="1955800" y="5632450"/>
          <p14:tracePt t="379761" x="1962150" y="5632450"/>
          <p14:tracePt t="379777" x="1974850" y="5632450"/>
          <p14:tracePt t="379794" x="1981200" y="5632450"/>
          <p14:tracePt t="379810" x="1987550" y="5632450"/>
          <p14:tracePt t="379826" x="1993900" y="5632450"/>
          <p14:tracePt t="379865" x="2000250" y="5626100"/>
          <p14:tracePt t="379921" x="2000250" y="5619750"/>
          <p14:tracePt t="379941" x="2000250" y="5613400"/>
          <p14:tracePt t="380328" x="2006600" y="5626100"/>
          <p14:tracePt t="380334" x="2012950" y="5638800"/>
          <p14:tracePt t="380348" x="2019300" y="5657850"/>
          <p14:tracePt t="380358" x="2025650" y="5670550"/>
          <p14:tracePt t="380375" x="2038350" y="5689600"/>
          <p14:tracePt t="380392" x="2057400" y="5721350"/>
          <p14:tracePt t="380408" x="2082800" y="5746750"/>
          <p14:tracePt t="380425" x="2095500" y="5753100"/>
          <p14:tracePt t="380441" x="2139950" y="5772150"/>
          <p14:tracePt t="380458" x="2171700" y="5784850"/>
          <p14:tracePt t="380475" x="2197100" y="5797550"/>
          <p14:tracePt t="380491" x="2209800" y="5797550"/>
          <p14:tracePt t="380508" x="2216150" y="5803900"/>
          <p14:tracePt t="380524" x="2222500" y="5803900"/>
          <p14:tracePt t="380560" x="2228850" y="5803900"/>
          <p14:tracePt t="380594" x="2228850" y="5797550"/>
          <p14:tracePt t="380664" x="2228850" y="5791200"/>
          <p14:tracePt t="380685" x="2228850" y="5784850"/>
          <p14:tracePt t="380699" x="2228850" y="5778500"/>
          <p14:tracePt t="380727" x="2228850" y="5772150"/>
          <p14:tracePt t="380754" x="2228850" y="5765800"/>
          <p14:tracePt t="380776" x="2228850" y="5759450"/>
          <p14:tracePt t="380839" x="2228850" y="5753100"/>
          <p14:tracePt t="380867" x="2228850" y="5746750"/>
          <p14:tracePt t="380874" x="2228850" y="5740400"/>
          <p14:tracePt t="380896" x="2228850" y="5734050"/>
          <p14:tracePt t="380944" x="2228850" y="5727700"/>
          <p14:tracePt t="381001" x="2235200" y="5721350"/>
          <p14:tracePt t="381007" x="2235200" y="5715000"/>
          <p14:tracePt t="381029" x="2241550" y="5708650"/>
          <p14:tracePt t="381036" x="2241550" y="5702300"/>
          <p14:tracePt t="381057" x="2241550" y="5695950"/>
          <p14:tracePt t="381085" x="2241550" y="5689600"/>
          <p14:tracePt t="381485" x="2254250" y="5689600"/>
          <p14:tracePt t="381499" x="2260600" y="5689600"/>
          <p14:tracePt t="381507" x="2279650" y="5689600"/>
          <p14:tracePt t="381523" x="2292350" y="5689600"/>
          <p14:tracePt t="381538" x="2330450" y="5695950"/>
          <p14:tracePt t="381554" x="2343150" y="5695950"/>
          <p14:tracePt t="381571" x="2393950" y="5689600"/>
          <p14:tracePt t="381587" x="2425700" y="5683250"/>
          <p14:tracePt t="381605" x="2476500" y="5670550"/>
          <p14:tracePt t="381621" x="2533650" y="5651500"/>
          <p14:tracePt t="381637" x="2546350" y="5645150"/>
          <p14:tracePt t="381654" x="2590800" y="5638800"/>
          <p14:tracePt t="381670" x="2597150" y="5632450"/>
          <p14:tracePt t="381687" x="2603500" y="5632450"/>
          <p14:tracePt t="381704" x="2609850" y="5632450"/>
          <p14:tracePt t="381739" x="2616200" y="5632450"/>
          <p14:tracePt t="382578" x="2622550" y="5632450"/>
          <p14:tracePt t="382613" x="2628900" y="5632450"/>
          <p14:tracePt t="382620" x="2641600" y="5632450"/>
          <p14:tracePt t="382641" x="2654300" y="5632450"/>
          <p14:tracePt t="382650" x="2660650" y="5632450"/>
          <p14:tracePt t="382667" x="2667000" y="5632450"/>
          <p14:tracePt t="382684" x="2673350" y="5632450"/>
          <p14:tracePt t="382700" x="2679700" y="5632450"/>
          <p14:tracePt t="382719" x="2686050" y="5632450"/>
          <p14:tracePt t="382810" x="2679700" y="5632450"/>
          <p14:tracePt t="382830" x="2673350" y="5632450"/>
          <p14:tracePt t="382837" x="2667000" y="5632450"/>
          <p14:tracePt t="382853" x="2654300" y="5626100"/>
          <p14:tracePt t="382867" x="2622550" y="5613400"/>
          <p14:tracePt t="382883" x="2609850" y="5607050"/>
          <p14:tracePt t="382899" x="2578100" y="5600700"/>
          <p14:tracePt t="382916" x="2495550" y="5588000"/>
          <p14:tracePt t="382933" x="2400300" y="5556250"/>
          <p14:tracePt t="382950" x="2292350" y="5543550"/>
          <p14:tracePt t="382966" x="2241550" y="5530850"/>
          <p14:tracePt t="382983" x="2171700" y="5524500"/>
          <p14:tracePt t="382999" x="2108200" y="5524500"/>
          <p14:tracePt t="383016" x="2089150" y="5524500"/>
          <p14:tracePt t="383032" x="2070100" y="5524500"/>
          <p14:tracePt t="383049" x="2063750" y="5524500"/>
          <p14:tracePt t="383066" x="2057400" y="5524500"/>
          <p14:tracePt t="383083" x="2051050" y="5524500"/>
          <p14:tracePt t="383099" x="2044700" y="5524500"/>
          <p14:tracePt t="383132" x="2044700" y="5530850"/>
          <p14:tracePt t="383148" x="2044700" y="5537200"/>
          <p14:tracePt t="383168" x="2038350" y="5543550"/>
          <p14:tracePt t="383188" x="2038350" y="5549900"/>
          <p14:tracePt t="383230" x="2032000" y="5556250"/>
          <p14:tracePt t="383251" x="2032000" y="5562600"/>
          <p14:tracePt t="383258" x="2032000" y="5568950"/>
          <p14:tracePt t="383300" x="2032000" y="5575300"/>
          <p14:tracePt t="383328" x="2038350" y="5575300"/>
          <p14:tracePt t="383349" x="2044700" y="5581650"/>
          <p14:tracePt t="383371" x="2051050" y="5581650"/>
          <p14:tracePt t="383392" x="2057400" y="5588000"/>
          <p14:tracePt t="383399" x="2063750" y="5588000"/>
          <p14:tracePt t="383419" x="2063750" y="5594350"/>
          <p14:tracePt t="383433" x="2070100" y="5594350"/>
          <p14:tracePt t="383455" x="2076450" y="5594350"/>
          <p14:tracePt t="383461" x="2089150" y="5594350"/>
          <p14:tracePt t="383468" x="2101850" y="5594350"/>
          <p14:tracePt t="383484" x="2114550" y="5594350"/>
          <p14:tracePt t="383497" x="2133600" y="5594350"/>
          <p14:tracePt t="383514" x="2184400" y="5594350"/>
          <p14:tracePt t="383531" x="2222500" y="5594350"/>
          <p14:tracePt t="383547" x="2266950" y="5594350"/>
          <p14:tracePt t="383564" x="2317750" y="5588000"/>
          <p14:tracePt t="383581" x="2362200" y="5581650"/>
          <p14:tracePt t="383597" x="2374900" y="5581650"/>
          <p14:tracePt t="383614" x="2387600" y="5581650"/>
          <p14:tracePt t="383630" x="2400300" y="5575300"/>
          <p14:tracePt t="383647" x="2406650" y="5575300"/>
          <p14:tracePt t="383680" x="2419350" y="5575300"/>
          <p14:tracePt t="383749" x="2425700" y="5575300"/>
          <p14:tracePt t="383784" x="2432050" y="5575300"/>
          <p14:tracePt t="383805" x="2438400" y="5575300"/>
          <p14:tracePt t="383819" x="2444750" y="5575300"/>
          <p14:tracePt t="383833" x="2451100" y="5581650"/>
          <p14:tracePt t="383840" x="2457450" y="5581650"/>
          <p14:tracePt t="383854" x="2463800" y="5581650"/>
          <p14:tracePt t="383862" x="2470150" y="5581650"/>
          <p14:tracePt t="383879" x="2482850" y="5581650"/>
          <p14:tracePt t="383896" x="2508250" y="5588000"/>
          <p14:tracePt t="383913" x="2546350" y="5588000"/>
          <p14:tracePt t="383929" x="2559050" y="5588000"/>
          <p14:tracePt t="383946" x="2597150" y="5588000"/>
          <p14:tracePt t="383963" x="2609850" y="5594350"/>
          <p14:tracePt t="383979" x="2616200" y="5594350"/>
          <p14:tracePt t="383995" x="2622550" y="5594350"/>
          <p14:tracePt t="384012" x="2628900" y="5594350"/>
          <p14:tracePt t="384031" x="2635250" y="5594350"/>
          <p14:tracePt t="385536" x="2641600" y="5594350"/>
          <p14:tracePt t="385543" x="2660650" y="5594350"/>
          <p14:tracePt t="385559" x="2679700" y="5594350"/>
          <p14:tracePt t="385573" x="2692400" y="5588000"/>
          <p14:tracePt t="385590" x="2717800" y="5588000"/>
          <p14:tracePt t="385607" x="2736850" y="5588000"/>
          <p14:tracePt t="385640" x="2755900" y="5588000"/>
          <p14:tracePt t="385656" x="2768600" y="5588000"/>
          <p14:tracePt t="385673" x="2768600" y="5581650"/>
          <p14:tracePt t="385690" x="2774950" y="5581650"/>
          <p14:tracePt t="385711" x="2781300" y="5581650"/>
          <p14:tracePt t="385753" x="2787650" y="5581650"/>
          <p14:tracePt t="385774" x="2794000" y="5581650"/>
          <p14:tracePt t="385802" x="2800350" y="5581650"/>
          <p14:tracePt t="385824" x="2806700" y="5581650"/>
          <p14:tracePt t="385845" x="2813050" y="5581650"/>
          <p14:tracePt t="385894" x="2819400" y="5581650"/>
          <p14:tracePt t="385915" x="2825750" y="5581650"/>
          <p14:tracePt t="385922" x="2832100" y="5581650"/>
          <p14:tracePt t="385943" x="2838450" y="5581650"/>
          <p14:tracePt t="385957" x="2844800" y="5581650"/>
          <p14:tracePt t="385963" x="2851150" y="5581650"/>
          <p14:tracePt t="385978" x="2857500" y="5581650"/>
          <p14:tracePt t="385989" x="2863850" y="5581650"/>
          <p14:tracePt t="386006" x="2889250" y="5581650"/>
          <p14:tracePt t="386023" x="2901950" y="5581650"/>
          <p14:tracePt t="386039" x="2933700" y="5588000"/>
          <p14:tracePt t="386056" x="2959100" y="5594350"/>
          <p14:tracePt t="386072" x="2971800" y="5594350"/>
          <p14:tracePt t="386088" x="2990850" y="5594350"/>
          <p14:tracePt t="386105" x="2997200" y="5594350"/>
          <p14:tracePt t="386139" x="3003550" y="5594350"/>
          <p14:tracePt t="386155" x="3009900" y="5594350"/>
          <p14:tracePt t="386216" x="3016250" y="5594350"/>
          <p14:tracePt t="386293" x="3022600" y="5594350"/>
          <p14:tracePt t="386314" x="3028950" y="5594350"/>
          <p14:tracePt t="386328" x="3035300" y="5594350"/>
          <p14:tracePt t="386349" x="3041650" y="5594350"/>
          <p14:tracePt t="386363" x="3048000" y="5594350"/>
          <p14:tracePt t="386384" x="3054350" y="5594350"/>
          <p14:tracePt t="386398" x="3060700" y="5594350"/>
          <p14:tracePt t="386426" x="3067050" y="5594350"/>
          <p14:tracePt t="386433" x="3073400" y="5594350"/>
          <p14:tracePt t="386469" x="3079750" y="5594350"/>
          <p14:tracePt t="386476" x="3079750" y="5588000"/>
          <p14:tracePt t="386490" x="3086100" y="5588000"/>
          <p14:tracePt t="386504" x="3098800" y="5588000"/>
          <p14:tracePt t="386537" x="3105150" y="5581650"/>
          <p14:tracePt t="386554" x="3111500" y="5581650"/>
          <p14:tracePt t="386570" x="3117850" y="5581650"/>
          <p14:tracePt t="386595" x="3124200" y="5575300"/>
          <p14:tracePt t="386665" x="3124200" y="5568950"/>
          <p14:tracePt t="386679" x="3111500" y="5568950"/>
          <p14:tracePt t="386693" x="3098800" y="5568950"/>
          <p14:tracePt t="386707" x="3086100" y="5568950"/>
          <p14:tracePt t="386719" x="3067050" y="5562600"/>
          <p14:tracePt t="386736" x="3016250" y="5556250"/>
          <p14:tracePt t="386753" x="2978150" y="5556250"/>
          <p14:tracePt t="386770" x="2908300" y="5543550"/>
          <p14:tracePt t="386786" x="2851150" y="5530850"/>
          <p14:tracePt t="386803" x="2819400" y="5530850"/>
          <p14:tracePt t="386820" x="2781300" y="5524500"/>
          <p14:tracePt t="386836" x="2755900" y="5524500"/>
          <p14:tracePt t="386855" x="2743200" y="5524500"/>
          <p14:tracePt t="386869" x="2736850" y="5524500"/>
          <p14:tracePt t="386905" x="2730500" y="5524500"/>
          <p14:tracePt t="386939" x="2724150" y="5518150"/>
          <p14:tracePt t="387365" x="2717800" y="5530850"/>
          <p14:tracePt t="387380" x="2705100" y="5556250"/>
          <p14:tracePt t="387387" x="2692400" y="5581650"/>
          <p14:tracePt t="387403" x="2686050" y="5594350"/>
          <p14:tracePt t="387417" x="2673350" y="5613400"/>
          <p14:tracePt t="387434" x="2667000" y="5638800"/>
          <p14:tracePt t="387450" x="2667000" y="5651500"/>
          <p14:tracePt t="387467" x="2667000" y="5657850"/>
          <p14:tracePt t="387520" x="2673350" y="5664200"/>
          <p14:tracePt t="387548" x="2686050" y="5670550"/>
          <p14:tracePt t="387568" x="2692400" y="5676900"/>
          <p14:tracePt t="387576" x="2698750" y="5676900"/>
          <p14:tracePt t="387597" x="2705100" y="5676900"/>
          <p14:tracePt t="387618" x="2705100" y="5670550"/>
          <p14:tracePt t="387646" x="2711450" y="5664200"/>
          <p14:tracePt t="387667" x="2717800" y="5664200"/>
          <p14:tracePt t="387681" x="2724150" y="5664200"/>
          <p14:tracePt t="387688" x="2730500" y="5657850"/>
          <p14:tracePt t="387699" x="2736850" y="5657850"/>
          <p14:tracePt t="387716" x="2749550" y="5651500"/>
          <p14:tracePt t="387732" x="2774950" y="5645150"/>
          <p14:tracePt t="387749" x="2794000" y="5645150"/>
          <p14:tracePt t="387766" x="2851150" y="5632450"/>
          <p14:tracePt t="387783" x="2921000" y="5607050"/>
          <p14:tracePt t="387800" x="2965450" y="5594350"/>
          <p14:tracePt t="387816" x="3022600" y="5581650"/>
          <p14:tracePt t="387832" x="3060700" y="5568950"/>
          <p14:tracePt t="387850" x="3086100" y="5562600"/>
          <p14:tracePt t="387882" x="3092450" y="5562600"/>
          <p14:tracePt t="387900" x="3098800" y="5549900"/>
          <p14:tracePt t="387920" x="3098800" y="5543550"/>
          <p14:tracePt t="387948" x="3098800" y="5537200"/>
          <p14:tracePt t="387990" x="3098800" y="5530850"/>
          <p14:tracePt t="388018" x="3098800" y="5518150"/>
          <p14:tracePt t="388686" x="3117850" y="5518150"/>
          <p14:tracePt t="388700" x="3130550" y="5518150"/>
          <p14:tracePt t="388707" x="3136900" y="5518150"/>
          <p14:tracePt t="388721" x="3143250" y="5518150"/>
          <p14:tracePt t="388729" x="3149600" y="5518150"/>
          <p14:tracePt t="388746" x="3162300" y="5518150"/>
          <p14:tracePt t="388763" x="3168650" y="5518150"/>
          <p14:tracePt t="388779" x="3181350" y="5518150"/>
          <p14:tracePt t="388796" x="3187700" y="5518150"/>
          <p14:tracePt t="388813" x="3206750" y="5518150"/>
          <p14:tracePt t="388829" x="3213100" y="5524500"/>
          <p14:tracePt t="388845" x="3219450" y="5524500"/>
          <p14:tracePt t="388863" x="3238500" y="5524500"/>
          <p14:tracePt t="388879" x="3257550" y="5524500"/>
          <p14:tracePt t="388896" x="3289300" y="5524500"/>
          <p14:tracePt t="388912" x="3333750" y="5524500"/>
          <p14:tracePt t="388928" x="3371850" y="5524500"/>
          <p14:tracePt t="388946" x="3479800" y="5524500"/>
          <p14:tracePt t="388961" x="3619500" y="5524500"/>
          <p14:tracePt t="388979" x="3670300" y="5518150"/>
          <p14:tracePt t="388995" x="3790950" y="5524500"/>
          <p14:tracePt t="389012" x="3898900" y="5537200"/>
          <p14:tracePt t="389029" x="3949700" y="5549900"/>
          <p14:tracePt t="389044" x="4044950" y="5581650"/>
          <p14:tracePt t="389061" x="4102100" y="5613400"/>
          <p14:tracePt t="389079" x="4254500" y="5645150"/>
          <p14:tracePt t="389094" x="4292600" y="5657850"/>
          <p14:tracePt t="389111" x="4349750" y="5651500"/>
          <p14:tracePt t="389128" x="4406900" y="5651500"/>
          <p14:tracePt t="389145" x="4445000" y="5645150"/>
          <p14:tracePt t="389161" x="4457700" y="5638800"/>
          <p14:tracePt t="389178" x="4476750" y="5638800"/>
          <p14:tracePt t="389194" x="4483100" y="5632450"/>
          <p14:tracePt t="389211" x="4483100" y="5626100"/>
          <p14:tracePt t="389227" x="4483100" y="5613400"/>
          <p14:tracePt t="389244" x="4483100" y="5588000"/>
          <p14:tracePt t="389261" x="4483100" y="5581650"/>
          <p14:tracePt t="389689" x="4483100" y="5588000"/>
          <p14:tracePt t="389703" x="4476750" y="5600700"/>
          <p14:tracePt t="389712" x="4464050" y="5607050"/>
          <p14:tracePt t="389725" x="4457700" y="5613400"/>
          <p14:tracePt t="389742" x="4438650" y="5626100"/>
          <p14:tracePt t="389759" x="4425950" y="5638800"/>
          <p14:tracePt t="389776" x="4413250" y="5638800"/>
          <p14:tracePt t="389792" x="4400550" y="5638800"/>
          <p14:tracePt t="389809" x="4356100" y="5651500"/>
          <p14:tracePt t="389825" x="4330700" y="5651500"/>
          <p14:tracePt t="389843" x="4298950" y="5645150"/>
          <p14:tracePt t="389859" x="4248150" y="5632450"/>
          <p14:tracePt t="389875" x="4222750" y="5626100"/>
          <p14:tracePt t="389892" x="4178300" y="5607050"/>
          <p14:tracePt t="389908" x="4165600" y="5594350"/>
          <p14:tracePt t="389925" x="4127500" y="5568950"/>
          <p14:tracePt t="389942" x="4114800" y="5562600"/>
          <p14:tracePt t="389958" x="4108450" y="5562600"/>
          <p14:tracePt t="389975" x="4102100" y="5562600"/>
          <p14:tracePt t="389991" x="4095750" y="5562600"/>
          <p14:tracePt t="390053" x="4089400" y="5556250"/>
          <p14:tracePt t="390081" x="4089400" y="5549900"/>
          <p14:tracePt t="390102" x="4089400" y="5537200"/>
          <p14:tracePt t="390130" x="4089400" y="5530850"/>
          <p14:tracePt t="390165" x="4089400" y="5524500"/>
          <p14:tracePt t="390242" x="4083050" y="5524500"/>
          <p14:tracePt t="390270" x="4083050" y="5530850"/>
          <p14:tracePt t="390313" x="4083050" y="5537200"/>
          <p14:tracePt t="390340" x="4083050" y="5543550"/>
          <p14:tracePt t="390348" x="4083050" y="5549900"/>
          <p14:tracePt t="390390" x="4083050" y="5556250"/>
          <p14:tracePt t="390404" x="4083050" y="5562600"/>
          <p14:tracePt t="390432" x="4083050" y="5568950"/>
          <p14:tracePt t="390439" x="4083050" y="5575300"/>
          <p14:tracePt t="390460" x="4083050" y="5581650"/>
          <p14:tracePt t="390475" x="4083050" y="5588000"/>
          <p14:tracePt t="390495" x="4083050" y="5594350"/>
          <p14:tracePt t="390509" x="4083050" y="5600700"/>
          <p14:tracePt t="390524" x="4083050" y="5607050"/>
          <p14:tracePt t="390544" x="4083050" y="5613400"/>
          <p14:tracePt t="390551" x="4083050" y="5619750"/>
          <p14:tracePt t="390572" x="4083050" y="5626100"/>
          <p14:tracePt t="390600" x="4089400" y="5626100"/>
          <p14:tracePt t="390621" x="4089400" y="5632450"/>
          <p14:tracePt t="390649" x="4089400" y="5638800"/>
          <p14:tracePt t="390670" x="4089400" y="5645150"/>
          <p14:tracePt t="390691" x="4089400" y="5651500"/>
          <p14:tracePt t="390719" x="4089400" y="5657850"/>
          <p14:tracePt t="390740" x="4095750" y="5664200"/>
          <p14:tracePt t="390811" x="4095750" y="5670550"/>
          <p14:tracePt t="390881" x="4095750" y="5676900"/>
          <p14:tracePt t="390951" x="4095750" y="5670550"/>
          <p14:tracePt t="391105" x="4102100" y="5670550"/>
          <p14:tracePt t="391140" x="4108450" y="5670550"/>
          <p14:tracePt t="391175" x="4114800" y="5670550"/>
          <p14:tracePt t="391231" x="4121150" y="5670550"/>
          <p14:tracePt t="391265" x="4127500" y="5670550"/>
          <p14:tracePt t="391280" x="4133850" y="5670550"/>
          <p14:tracePt t="391301" x="4140200" y="5670550"/>
          <p14:tracePt t="391315" x="4146550" y="5670550"/>
          <p14:tracePt t="391323" x="4152900" y="5670550"/>
          <p14:tracePt t="391343" x="4159250" y="5670550"/>
          <p14:tracePt t="391354" x="4165600" y="5670550"/>
          <p14:tracePt t="391371" x="4178300" y="5670550"/>
          <p14:tracePt t="391386" x="4216400" y="5670550"/>
          <p14:tracePt t="391403" x="4248150" y="5676900"/>
          <p14:tracePt t="391421" x="4343400" y="5676900"/>
          <p14:tracePt t="391437" x="4381500" y="5683250"/>
          <p14:tracePt t="391453" x="4400550" y="5683250"/>
          <p14:tracePt t="391470" x="4451350" y="5683250"/>
          <p14:tracePt t="391486" x="4483100" y="5683250"/>
          <p14:tracePt t="391503" x="4489450" y="5683250"/>
          <p14:tracePt t="391519" x="4495800" y="5683250"/>
          <p14:tracePt t="391536" x="4502150" y="5683250"/>
          <p14:tracePt t="391925" x="4495800" y="5683250"/>
          <p14:tracePt t="392044" x="4502150" y="5683250"/>
          <p14:tracePt t="392052" x="4502150" y="5676900"/>
          <p14:tracePt t="392093" x="4508500" y="5676900"/>
          <p14:tracePt t="392108" x="4514850" y="5676900"/>
          <p14:tracePt t="392122" x="4521200" y="5676900"/>
          <p14:tracePt t="392136" x="4527550" y="5676900"/>
          <p14:tracePt t="392142" x="4533900" y="5670550"/>
          <p14:tracePt t="392157" x="4540250" y="5670550"/>
          <p14:tracePt t="392167" x="4546600" y="5670550"/>
          <p14:tracePt t="392185" x="4584700" y="5657850"/>
          <p14:tracePt t="392200" x="4603750" y="5657850"/>
          <p14:tracePt t="392217" x="4641850" y="5651500"/>
          <p14:tracePt t="392234" x="4705350" y="5645150"/>
          <p14:tracePt t="392250" x="4730750" y="5638800"/>
          <p14:tracePt t="392267" x="4762500" y="5638800"/>
          <p14:tracePt t="392284" x="4845050" y="5638800"/>
          <p14:tracePt t="392301" x="4864100" y="5638800"/>
          <p14:tracePt t="392317" x="4876800" y="5645150"/>
          <p14:tracePt t="392333" x="4902200" y="5651500"/>
          <p14:tracePt t="392350" x="4908550" y="5651500"/>
          <p14:tracePt t="392368" x="4914900" y="5651500"/>
          <p14:tracePt t="392400" x="4921250" y="5657850"/>
          <p14:tracePt t="392419" x="4927600" y="5657850"/>
          <p14:tracePt t="392433" x="4933950" y="5657850"/>
          <p14:tracePt t="392450" x="4940300" y="5657850"/>
          <p14:tracePt t="392466" x="4953000" y="5664200"/>
          <p14:tracePt t="392483" x="4959350" y="5664200"/>
          <p14:tracePt t="392500" x="4972050" y="5664200"/>
          <p14:tracePt t="392516" x="4984750" y="5664200"/>
          <p14:tracePt t="392533" x="4991100" y="5664200"/>
          <p14:tracePt t="392550" x="5010150" y="5664200"/>
          <p14:tracePt t="392566" x="5022850" y="5664200"/>
          <p14:tracePt t="392583" x="5029200" y="5664200"/>
          <p14:tracePt t="392599" x="5041900" y="5664200"/>
          <p14:tracePt t="392616" x="5048250" y="5657850"/>
          <p14:tracePt t="392649" x="5054600" y="5657850"/>
          <p14:tracePt t="392666" x="5060950" y="5657850"/>
          <p14:tracePt t="392683" x="5067300" y="5645150"/>
          <p14:tracePt t="392699" x="5067300" y="5638800"/>
          <p14:tracePt t="392732" x="5067300" y="5632450"/>
          <p14:tracePt t="393311" x="5067300" y="5619750"/>
          <p14:tracePt t="393318" x="5054600" y="5575300"/>
          <p14:tracePt t="393333" x="5029200" y="5543550"/>
          <p14:tracePt t="393347" x="4984750" y="5441950"/>
          <p14:tracePt t="393363" x="4953000" y="5391150"/>
          <p14:tracePt t="393380" x="4927600" y="5346700"/>
          <p14:tracePt t="393396" x="4857750" y="5251450"/>
          <p14:tracePt t="393413" x="4756150" y="5124450"/>
          <p14:tracePt t="393431" x="4660900" y="4997450"/>
          <p14:tracePt t="393446" x="4584700" y="4933950"/>
          <p14:tracePt t="393463" x="4483100" y="4826000"/>
          <p14:tracePt t="393480" x="4349750" y="4730750"/>
          <p14:tracePt t="393496" x="4305300" y="4692650"/>
          <p14:tracePt t="393513" x="4191000" y="4629150"/>
          <p14:tracePt t="393529" x="4114800" y="4584700"/>
          <p14:tracePt t="393546" x="4089400" y="4578350"/>
          <p14:tracePt t="393563" x="4057650" y="4552950"/>
          <p14:tracePt t="393579" x="3962400" y="4502150"/>
          <p14:tracePt t="393596" x="3930650" y="4489450"/>
          <p14:tracePt t="393613" x="3860800" y="4470400"/>
          <p14:tracePt t="393629" x="3816350" y="4464050"/>
          <p14:tracePt t="393646" x="3740150" y="4464050"/>
          <p14:tracePt t="393662" x="3670300" y="4464050"/>
          <p14:tracePt t="393679" x="3638550" y="4470400"/>
          <p14:tracePt t="393695" x="3581400" y="4489450"/>
          <p14:tracePt t="393713" x="3543300" y="4495800"/>
          <p14:tracePt t="393729" x="3530600" y="4502150"/>
          <p14:tracePt t="393746" x="3486150" y="4502150"/>
          <p14:tracePt t="393762" x="3454400" y="4495800"/>
          <p14:tracePt t="393778" x="3435350" y="4489450"/>
          <p14:tracePt t="393781" x="3422650" y="4483100"/>
          <p14:tracePt t="393795" x="3397250" y="4464050"/>
          <p14:tracePt t="393812" x="3359150" y="4445000"/>
          <p14:tracePt t="393828" x="3333750" y="4432300"/>
          <p14:tracePt t="393845" x="3308350" y="4413250"/>
          <p14:tracePt t="393862" x="3295650" y="4400550"/>
          <p14:tracePt t="393878" x="3289300" y="4394200"/>
          <p14:tracePt t="394359" x="3289300" y="4400550"/>
          <p14:tracePt t="394373" x="3289300" y="4413250"/>
          <p14:tracePt t="394380" x="3289300" y="4425950"/>
          <p14:tracePt t="394396" x="3289300" y="4432300"/>
          <p14:tracePt t="394410" x="3276600" y="4438650"/>
          <p14:tracePt t="394426" x="3263900" y="4464050"/>
          <p14:tracePt t="394444" x="3244850" y="4476750"/>
          <p14:tracePt t="394459" x="3219450" y="4489450"/>
          <p14:tracePt t="394476" x="3181350" y="4502150"/>
          <p14:tracePt t="394493" x="3130550" y="4527550"/>
          <p14:tracePt t="394509" x="3098800" y="4533900"/>
          <p14:tracePt t="394526" x="3048000" y="4540250"/>
          <p14:tracePt t="394543" x="3016250" y="4546600"/>
          <p14:tracePt t="394559" x="3003550" y="4552950"/>
          <p14:tracePt t="394577" x="2984500" y="4552950"/>
          <p14:tracePt t="394592" x="2978150" y="4552950"/>
          <p14:tracePt t="394640" x="2971800" y="4552950"/>
          <p14:tracePt t="394864" x="2971800" y="4559300"/>
          <p14:tracePt t="394871" x="2971800" y="4578350"/>
          <p14:tracePt t="394878" x="2971800" y="4616450"/>
          <p14:tracePt t="394894" x="2965450" y="4660900"/>
          <p14:tracePt t="394908" x="2965450" y="4699000"/>
          <p14:tracePt t="394925" x="2959100" y="4826000"/>
          <p14:tracePt t="394941" x="2946400" y="4972050"/>
          <p14:tracePt t="394958" x="2946400" y="5035550"/>
          <p14:tracePt t="394975" x="2946400" y="5111750"/>
          <p14:tracePt t="394991" x="2946400" y="5264150"/>
          <p14:tracePt t="395007" x="2946400" y="5314950"/>
          <p14:tracePt t="395024" x="2946400" y="5346700"/>
          <p14:tracePt t="395041" x="2946400" y="5391150"/>
          <p14:tracePt t="395057" x="2940050" y="5416550"/>
          <p14:tracePt t="395075" x="2933700" y="5435600"/>
          <p14:tracePt t="395090" x="2933700" y="5441950"/>
          <p14:tracePt t="395107" x="2933700" y="5461000"/>
          <p14:tracePt t="395140" x="2933700" y="5467350"/>
          <p14:tracePt t="395215" x="2940050" y="5461000"/>
          <p14:tracePt t="395222" x="2940050" y="5454650"/>
          <p14:tracePt t="395236" x="2940050" y="5441950"/>
          <p14:tracePt t="395243" x="2946400" y="5429250"/>
          <p14:tracePt t="395259" x="2952750" y="5416550"/>
          <p14:tracePt t="395273" x="2978150" y="5365750"/>
          <p14:tracePt t="395290" x="2984500" y="5321300"/>
          <p14:tracePt t="395307" x="3003550" y="5194300"/>
          <p14:tracePt t="395323" x="3022600" y="5111750"/>
          <p14:tracePt t="395326" x="3035300" y="5022850"/>
          <p14:tracePt t="395342" x="3060700" y="4832350"/>
          <p14:tracePt t="395357" x="3073400" y="4730750"/>
          <p14:tracePt t="395373" x="3086100" y="4616450"/>
          <p14:tracePt t="395390" x="3092450" y="4432300"/>
          <p14:tracePt t="395406" x="3105150" y="4318000"/>
          <p14:tracePt t="395423" x="3105150" y="4279900"/>
          <p14:tracePt t="395439" x="3105150" y="4235450"/>
          <p14:tracePt t="395456" x="3105150" y="4216400"/>
          <p14:tracePt t="395473" x="3098800" y="4216400"/>
          <p14:tracePt t="395537" x="3098800" y="4210050"/>
          <p14:tracePt t="395761" x="3092450" y="4165600"/>
          <p14:tracePt t="395776" x="3079750" y="4114800"/>
          <p14:tracePt t="395783" x="3073400" y="4032250"/>
          <p14:tracePt t="395797" x="3054350" y="3956050"/>
          <p14:tracePt t="395805" x="3022600" y="3854450"/>
          <p14:tracePt t="395821" x="2997200" y="3733800"/>
          <p14:tracePt t="395839" x="2946400" y="3479800"/>
          <p14:tracePt t="395855" x="2876550" y="3162300"/>
          <p14:tracePt t="395871" x="2844800" y="3060700"/>
          <p14:tracePt t="395888" x="2813050" y="2914650"/>
          <p14:tracePt t="395904" x="2800350" y="2851150"/>
          <p14:tracePt t="395921" x="2800350" y="2838450"/>
          <p14:tracePt t="395938" x="2800350" y="2819400"/>
          <p14:tracePt t="395954" x="2800350" y="2806700"/>
          <p14:tracePt t="395972" x="2806700" y="2800350"/>
          <p14:tracePt t="395987" x="2813050" y="2787650"/>
          <p14:tracePt t="396021" x="2813050" y="2768600"/>
          <p14:tracePt t="396037" x="2813050" y="2755900"/>
          <p14:tracePt t="396375" x="2813050" y="2711450"/>
          <p14:tracePt t="396382" x="2813050" y="2635250"/>
          <p14:tracePt t="396396" x="2813050" y="2584450"/>
          <p14:tracePt t="396405" x="2813050" y="2508250"/>
          <p14:tracePt t="396419" x="2819400" y="2419350"/>
          <p14:tracePt t="396436" x="2832100" y="2324100"/>
          <p14:tracePt t="396453" x="2863850" y="1981200"/>
          <p14:tracePt t="396469" x="2863850" y="1841500"/>
          <p14:tracePt t="396488" x="2870200" y="1593850"/>
          <p14:tracePt t="396503" x="2870200" y="1492250"/>
          <p14:tracePt t="396519" x="2870200" y="1346200"/>
          <p14:tracePt t="396536" x="2863850" y="1289050"/>
          <p14:tracePt t="396552" x="2863850" y="1282700"/>
          <p14:tracePt t="396569" x="2863850" y="1276350"/>
          <p14:tracePt t="396858" x="2863850" y="1377950"/>
          <p14:tracePt t="396865" x="2889250" y="1536700"/>
          <p14:tracePt t="396879" x="2914650" y="1758950"/>
          <p14:tracePt t="396887" x="2971800" y="2012950"/>
          <p14:tracePt t="396901" x="3054350" y="2298700"/>
          <p14:tracePt t="396917" x="3276600" y="2832100"/>
          <p14:tracePt t="396935" x="3397250" y="3060700"/>
          <p14:tracePt t="396951" x="3689350" y="3543300"/>
          <p14:tracePt t="396967" x="3892550" y="3835400"/>
          <p14:tracePt t="396985" x="4051300" y="4000500"/>
          <p14:tracePt t="397001" x="4121150" y="4064000"/>
          <p14:tracePt t="397017" x="4165600" y="4102100"/>
          <p14:tracePt t="397034" x="4241800" y="4140200"/>
          <p14:tracePt t="397050" x="4254500" y="4140200"/>
          <p14:tracePt t="397067" x="4267200" y="4146550"/>
          <p14:tracePt t="397084" x="4279900" y="4146550"/>
          <p14:tracePt t="397100" x="4298950" y="4152900"/>
          <p14:tracePt t="397117" x="4318000" y="4165600"/>
          <p14:tracePt t="397133" x="4324350" y="4178300"/>
          <p14:tracePt t="397150" x="4362450" y="4203700"/>
          <p14:tracePt t="397167" x="4400550" y="4254500"/>
          <p14:tracePt t="397183" x="4413250" y="4279900"/>
          <p14:tracePt t="397200" x="4451350" y="4324350"/>
          <p14:tracePt t="397217" x="4489450" y="4356100"/>
          <p14:tracePt t="397233" x="4508500" y="4368800"/>
          <p14:tracePt t="397251" x="4546600" y="4394200"/>
          <p14:tracePt t="397266" x="4578350" y="4400550"/>
          <p14:tracePt t="397283" x="4597400" y="4406900"/>
          <p14:tracePt t="397300" x="4603750" y="4406900"/>
          <p14:tracePt t="397316" x="4610100" y="4406900"/>
          <p14:tracePt t="397350" x="4616450" y="4406900"/>
          <p14:tracePt t="397405" x="4622800" y="4406900"/>
          <p14:tracePt t="397482" x="4622800" y="4400550"/>
          <p14:tracePt t="397845" x="4584700" y="4432300"/>
          <p14:tracePt t="397859" x="4508500" y="4502150"/>
          <p14:tracePt t="397867" x="4438650" y="4565650"/>
          <p14:tracePt t="397882" x="4381500" y="4622800"/>
          <p14:tracePt t="397897" x="4311650" y="4699000"/>
          <p14:tracePt t="397915" x="4140200" y="4832350"/>
          <p14:tracePt t="397930" x="3975100" y="4953000"/>
          <p14:tracePt t="397947" x="3905250" y="5016500"/>
          <p14:tracePt t="397965" x="3651250" y="5168900"/>
          <p14:tracePt t="397981" x="3581400" y="5200650"/>
          <p14:tracePt t="397997" x="3524250" y="5219700"/>
          <p14:tracePt t="398015" x="3409950" y="5251450"/>
          <p14:tracePt t="398030" x="3371850" y="5251450"/>
          <p14:tracePt t="398047" x="3346450" y="5251450"/>
          <p14:tracePt t="398063" x="3251200" y="5283200"/>
          <p14:tracePt t="398080" x="3098800" y="5353050"/>
          <p14:tracePt t="398097" x="2990850" y="5391150"/>
          <p14:tracePt t="398113" x="2940050" y="5403850"/>
          <p14:tracePt t="398130" x="2857500" y="5416550"/>
          <p14:tracePt t="398147" x="2806700" y="5429250"/>
          <p14:tracePt t="398163" x="2781300" y="5448300"/>
          <p14:tracePt t="398180" x="2768600" y="5461000"/>
          <p14:tracePt t="398196" x="2730500" y="5480050"/>
          <p14:tracePt t="398213" x="2724150" y="5480050"/>
          <p14:tracePt t="398230" x="2717800" y="5492750"/>
          <p14:tracePt t="398246" x="2711450" y="5505450"/>
          <p14:tracePt t="398263" x="2705100" y="5511800"/>
          <p14:tracePt t="398280" x="2698750" y="5530850"/>
          <p14:tracePt t="398313" x="2698750" y="5543550"/>
          <p14:tracePt t="398601" x="2705100" y="5543550"/>
          <p14:tracePt t="398615" x="2711450" y="5543550"/>
          <p14:tracePt t="398637" x="2717800" y="5537200"/>
          <p14:tracePt t="398679" x="2724150" y="5537200"/>
          <p14:tracePt t="398686" x="2730500" y="5537200"/>
          <p14:tracePt t="398707" x="2736850" y="5537200"/>
          <p14:tracePt t="398749" x="2743200" y="5537200"/>
          <p14:tracePt t="398756" x="2749550" y="5537200"/>
          <p14:tracePt t="398771" x="2755900" y="5537200"/>
          <p14:tracePt t="398780" x="2762250" y="5537200"/>
          <p14:tracePt t="398795" x="2774950" y="5537200"/>
          <p14:tracePt t="398811" x="2813050" y="5537200"/>
          <p14:tracePt t="398828" x="2901950" y="5537200"/>
          <p14:tracePt t="398844" x="2965450" y="5537200"/>
          <p14:tracePt t="398861" x="3143250" y="5537200"/>
          <p14:tracePt t="398878" x="3257550" y="5537200"/>
          <p14:tracePt t="398894" x="3486150" y="5543550"/>
          <p14:tracePt t="398911" x="3708400" y="5543550"/>
          <p14:tracePt t="398927" x="3822700" y="5549900"/>
          <p14:tracePt t="398944" x="4032250" y="5562600"/>
          <p14:tracePt t="398961" x="4184650" y="5568950"/>
          <p14:tracePt t="398977" x="4235450" y="5568950"/>
          <p14:tracePt t="398994" x="4330700" y="5568950"/>
          <p14:tracePt t="399010" x="4387850" y="5562600"/>
          <p14:tracePt t="399028" x="4419600" y="5562600"/>
          <p14:tracePt t="399044" x="4451350" y="5556250"/>
          <p14:tracePt t="399060" x="4470400" y="5556250"/>
          <p14:tracePt t="399094" x="4483100" y="5556250"/>
          <p14:tracePt t="399110" x="4495800" y="5556250"/>
          <p14:tracePt t="399127" x="4502150" y="5556250"/>
          <p14:tracePt t="399144" x="4508500" y="5562600"/>
          <p14:tracePt t="399160" x="4514850" y="5562600"/>
          <p14:tracePt t="399177" x="4521200" y="5562600"/>
          <p14:tracePt t="399261" x="4527550" y="5562600"/>
          <p14:tracePt t="399402" x="4521200" y="5556250"/>
          <p14:tracePt t="399410" x="4508500" y="5556250"/>
          <p14:tracePt t="399423" x="4495800" y="5556250"/>
          <p14:tracePt t="399430" x="4476750" y="5556250"/>
          <p14:tracePt t="399445" x="4451350" y="5556250"/>
          <p14:tracePt t="399459" x="4362450" y="5556250"/>
          <p14:tracePt t="399476" x="4286250" y="5556250"/>
          <p14:tracePt t="399493" x="4146550" y="5556250"/>
          <p14:tracePt t="399508" x="3975100" y="5556250"/>
          <p14:tracePt t="399525" x="3892550" y="5556250"/>
          <p14:tracePt t="399542" x="3708400" y="5537200"/>
          <p14:tracePt t="399559" x="3619500" y="5524500"/>
          <p14:tracePt t="399575" x="3460750" y="5486400"/>
          <p14:tracePt t="399592" x="3327400" y="5467350"/>
          <p14:tracePt t="399609" x="3263900" y="5461000"/>
          <p14:tracePt t="399626" x="3168650" y="5441950"/>
          <p14:tracePt t="399642" x="3098800" y="5422900"/>
          <p14:tracePt t="399658" x="3086100" y="5416550"/>
          <p14:tracePt t="399675" x="3060700" y="5397500"/>
          <p14:tracePt t="399691" x="3060700" y="5384800"/>
          <p14:tracePt t="399708" x="3067050" y="5372100"/>
          <p14:tracePt t="399725" x="3079750" y="5365750"/>
          <p14:tracePt t="400159" x="3086100" y="5365750"/>
          <p14:tracePt t="400174" x="3098800" y="5365750"/>
          <p14:tracePt t="400180" x="3117850" y="5365750"/>
          <p14:tracePt t="400194" x="3136900" y="5365750"/>
          <p14:tracePt t="400206" x="3175000" y="5365750"/>
          <p14:tracePt t="400223" x="3302000" y="5378450"/>
          <p14:tracePt t="400240" x="3384550" y="5384800"/>
          <p14:tracePt t="400257" x="3562350" y="5397500"/>
          <p14:tracePt t="400272" x="3790950" y="5429250"/>
          <p14:tracePt t="400290" x="3905250" y="5429250"/>
          <p14:tracePt t="400306" x="4146550" y="5429250"/>
          <p14:tracePt t="400323" x="4324350" y="5416550"/>
          <p14:tracePt t="400339" x="4387850" y="5403850"/>
          <p14:tracePt t="400356" x="4470400" y="5397500"/>
          <p14:tracePt t="400372" x="4502150" y="5391150"/>
          <p14:tracePt t="400389" x="4508500" y="5391150"/>
          <p14:tracePt t="400405" x="4521200" y="5391150"/>
          <p14:tracePt t="400422" x="4527550" y="5391150"/>
          <p14:tracePt t="400502" x="4527550" y="5397500"/>
          <p14:tracePt t="400510" x="4521200" y="5397500"/>
          <p14:tracePt t="400525" x="4508500" y="5410200"/>
          <p14:tracePt t="400538" x="4495800" y="5416550"/>
          <p14:tracePt t="400555" x="4438650" y="5429250"/>
          <p14:tracePt t="400573" x="4305300" y="5467350"/>
          <p14:tracePt t="400588" x="4210050" y="5486400"/>
          <p14:tracePt t="400605" x="3981450" y="5518150"/>
          <p14:tracePt t="400622" x="3727450" y="5549900"/>
          <p14:tracePt t="400639" x="3600450" y="5568950"/>
          <p14:tracePt t="400655" x="3340100" y="5613400"/>
          <p14:tracePt t="400672" x="3149600" y="5632450"/>
          <p14:tracePt t="400688" x="3073400" y="5657850"/>
          <p14:tracePt t="400705" x="2990850" y="5670550"/>
          <p14:tracePt t="400721" x="2952750" y="5676900"/>
          <p14:tracePt t="400738" x="2946400" y="5676900"/>
          <p14:tracePt t="400860" x="2952750" y="5676900"/>
          <p14:tracePt t="400874" x="2959100" y="5676900"/>
          <p14:tracePt t="400881" x="2978150" y="5676900"/>
          <p14:tracePt t="400895" x="2997200" y="5676900"/>
          <p14:tracePt t="400904" x="3035300" y="5676900"/>
          <p14:tracePt t="400920" x="3098800" y="5670550"/>
          <p14:tracePt t="400937" x="3282950" y="5657850"/>
          <p14:tracePt t="400954" x="3530600" y="5651500"/>
          <p14:tracePt t="400970" x="3670300" y="5651500"/>
          <p14:tracePt t="400987" x="3937000" y="5651500"/>
          <p14:tracePt t="401003" x="4184650" y="5651500"/>
          <p14:tracePt t="401020" x="4286250" y="5651500"/>
          <p14:tracePt t="401037" x="4419600" y="5651500"/>
          <p14:tracePt t="401053" x="4457700" y="5657850"/>
          <p14:tracePt t="401071" x="4489450" y="5657850"/>
          <p14:tracePt t="401087" x="4495800" y="5657850"/>
          <p14:tracePt t="401120" x="4502150" y="5664200"/>
          <p14:tracePt t="401176" x="4495800" y="5664200"/>
          <p14:tracePt t="401183" x="4489450" y="5664200"/>
          <p14:tracePt t="401197" x="4476750" y="5664200"/>
          <p14:tracePt t="401206" x="4464050" y="5670550"/>
          <p14:tracePt t="401219" x="4457700" y="5670550"/>
          <p14:tracePt t="401236" x="4438650" y="5676900"/>
          <p14:tracePt t="401254" x="4432300" y="5683250"/>
          <p14:tracePt t="406444" x="4413250" y="5683250"/>
          <p14:tracePt t="406452" x="4394200" y="5676900"/>
          <p14:tracePt t="406458" x="4362450" y="5670550"/>
          <p14:tracePt t="406468" x="4330700" y="5651500"/>
          <p14:tracePt t="406485" x="4273550" y="5645150"/>
          <p14:tracePt t="406501" x="4159250" y="5632450"/>
          <p14:tracePt t="406518" x="4083050" y="5626100"/>
          <p14:tracePt t="406535" x="4013200" y="5626100"/>
          <p14:tracePt t="406551" x="3917950" y="5613400"/>
          <p14:tracePt t="406567" x="3860800" y="5613400"/>
          <p14:tracePt t="406585" x="3797300" y="5619750"/>
          <p14:tracePt t="406601" x="3759200" y="5632450"/>
          <p14:tracePt t="406617" x="3733800" y="5632450"/>
          <p14:tracePt t="406634" x="3689350" y="5632450"/>
          <p14:tracePt t="406651" x="3670300" y="5638800"/>
          <p14:tracePt t="406667" x="3651250" y="5638800"/>
          <p14:tracePt t="406684" x="3632200" y="5645150"/>
          <p14:tracePt t="406700" x="3619500" y="5645150"/>
          <p14:tracePt t="406718" x="3613150" y="5645150"/>
          <p14:tracePt t="406734" x="3606800" y="5645150"/>
          <p14:tracePt t="406750" x="3600450" y="5651500"/>
          <p14:tracePt t="406783" x="3587750" y="5651500"/>
          <p14:tracePt t="406800" x="3581400" y="5657850"/>
          <p14:tracePt t="406817" x="3568700" y="5657850"/>
          <p14:tracePt t="406833" x="3562350" y="5664200"/>
          <p14:tracePt t="406850" x="3556000" y="5664200"/>
          <p14:tracePt t="406866" x="3549650" y="5670550"/>
          <p14:tracePt t="406883" x="3530600" y="5670550"/>
          <p14:tracePt t="406900" x="3517900" y="5670550"/>
          <p14:tracePt t="406916" x="3492500" y="5670550"/>
          <p14:tracePt t="406933" x="3467100" y="5670550"/>
          <p14:tracePt t="406950" x="3422650" y="5670550"/>
          <p14:tracePt t="406966" x="3397250" y="5664200"/>
          <p14:tracePt t="406984" x="3365500" y="5657850"/>
          <p14:tracePt t="406999" x="3359150" y="5645150"/>
          <p14:tracePt t="407016" x="3346450" y="5638800"/>
          <p14:tracePt t="407033" x="3340100" y="5638800"/>
          <p14:tracePt t="407075" x="3327400" y="5632450"/>
          <p14:tracePt t="407089" x="3321050" y="5632450"/>
          <p14:tracePt t="407099" x="3314700" y="5632450"/>
          <p14:tracePt t="407115" x="3308350" y="5632450"/>
          <p14:tracePt t="407132" x="3282950" y="5632450"/>
          <p14:tracePt t="407149" x="3257550" y="5632450"/>
          <p14:tracePt t="407168" x="3225800" y="5632450"/>
          <p14:tracePt t="407182" x="3206750" y="5632450"/>
          <p14:tracePt t="407198" x="3187700" y="5632450"/>
          <p14:tracePt t="407216" x="3175000" y="5626100"/>
          <p14:tracePt t="407248" x="3181350" y="5619750"/>
          <p14:tracePt t="407265" x="3206750" y="5613400"/>
          <p14:tracePt t="407282" x="3219450" y="5613400"/>
          <p14:tracePt t="407299" x="3251200" y="5613400"/>
          <p14:tracePt t="407315" x="3308350" y="5613400"/>
          <p14:tracePt t="407332" x="3365500" y="5619750"/>
          <p14:tracePt t="407349" x="3448050" y="5638800"/>
          <p14:tracePt t="407365" x="3594100" y="5645150"/>
          <p14:tracePt t="407381" x="3721100" y="5657850"/>
          <p14:tracePt t="407398" x="3956050" y="5664200"/>
          <p14:tracePt t="407414" x="4108450" y="5651500"/>
          <p14:tracePt t="407431" x="4260850" y="5651500"/>
          <p14:tracePt t="407448" x="4476750" y="5638800"/>
          <p14:tracePt t="407464" x="4610100" y="5632450"/>
          <p14:tracePt t="407482" x="4762500" y="5588000"/>
          <p14:tracePt t="407498" x="4819650" y="5575300"/>
          <p14:tracePt t="407515" x="4864100" y="5562600"/>
          <p14:tracePt t="407531" x="4902200" y="5549900"/>
          <p14:tracePt t="407547" x="4908550" y="5549900"/>
          <p14:tracePt t="407564" x="4914900" y="5549900"/>
          <p14:tracePt t="407643" x="4914900" y="5543550"/>
          <p14:tracePt t="407678" x="4914900" y="5537200"/>
          <p14:tracePt t="407692" x="4914900" y="5530850"/>
          <p14:tracePt t="407700" x="4921250" y="5518150"/>
          <p14:tracePt t="413178" x="4895850" y="5518150"/>
          <p14:tracePt t="413184" x="4851400" y="5530850"/>
          <p14:tracePt t="413195" x="4800600" y="5543550"/>
          <p14:tracePt t="413211" x="4711700" y="5568950"/>
          <p14:tracePt t="413228" x="4559300" y="5626100"/>
          <p14:tracePt t="413244" x="4438650" y="5651500"/>
          <p14:tracePt t="413262" x="4203700" y="5715000"/>
          <p14:tracePt t="413278" x="4044950" y="5772150"/>
          <p14:tracePt t="413294" x="3898900" y="5791200"/>
          <p14:tracePt t="413311" x="3613150" y="5873750"/>
          <p14:tracePt t="413328" x="3460750" y="5905500"/>
          <p14:tracePt t="413344" x="3302000" y="5930900"/>
          <p14:tracePt t="413361" x="3016250" y="5975350"/>
          <p14:tracePt t="413377" x="2921000" y="5981700"/>
          <p14:tracePt t="413394" x="2825750" y="5975350"/>
          <p14:tracePt t="413410" x="2679700" y="5962650"/>
          <p14:tracePt t="413427" x="2609850" y="5988050"/>
          <p14:tracePt t="413444" x="2540000" y="6013450"/>
          <p14:tracePt t="413460" x="2533650" y="6026150"/>
          <p14:tracePt t="423584" x="2533650" y="6032500"/>
          <p14:tracePt t="423598" x="2533650" y="6038850"/>
          <p14:tracePt t="423612" x="2533650" y="6045200"/>
          <p14:tracePt t="423627" x="2533650" y="6051550"/>
          <p14:tracePt t="423633" x="2533650" y="6057900"/>
          <p14:tracePt t="423718" x="2533650" y="6064250"/>
          <p14:tracePt t="423726" x="2540000" y="6064250"/>
          <p14:tracePt t="423753" x="2546350" y="6064250"/>
          <p14:tracePt t="423773" x="2552700" y="6064250"/>
          <p14:tracePt t="423787" x="2559050" y="6064250"/>
          <p14:tracePt t="423816" x="2571750" y="6064250"/>
          <p14:tracePt t="423837" x="2578100" y="6064250"/>
          <p14:tracePt t="423844" x="2590800" y="6064250"/>
          <p14:tracePt t="423858" x="2603500" y="6064250"/>
          <p14:tracePt t="423874" x="2628900" y="6057900"/>
          <p14:tracePt t="423891" x="2654300" y="6051550"/>
          <p14:tracePt t="423908" x="2711450" y="6045200"/>
          <p14:tracePt t="423925" x="2755900" y="6038850"/>
          <p14:tracePt t="423942" x="2819400" y="6032500"/>
          <p14:tracePt t="423957" x="2857500" y="6026150"/>
          <p14:tracePt t="423974" x="2895600" y="6026150"/>
          <p14:tracePt t="423992" x="2946400" y="6007100"/>
          <p14:tracePt t="424007" x="2971800" y="5994400"/>
          <p14:tracePt t="424024" x="2997200" y="5975350"/>
          <p14:tracePt t="424041" x="3028950" y="5943600"/>
          <p14:tracePt t="424057" x="3041650" y="5905500"/>
          <p14:tracePt t="424074" x="3048000" y="5873750"/>
          <p14:tracePt t="424090" x="3054350" y="5810250"/>
          <p14:tracePt t="424107" x="3060700" y="5765800"/>
          <p14:tracePt t="424124" x="3060700" y="5721350"/>
          <p14:tracePt t="424140" x="3060700" y="5715000"/>
          <p14:tracePt t="424157" x="3060700" y="5702300"/>
          <p14:tracePt t="424174" x="3060700" y="5683250"/>
          <p14:tracePt t="424206" x="3054350" y="5676900"/>
          <p14:tracePt t="424223" x="3048000" y="5676900"/>
          <p14:tracePt t="424240" x="3035300" y="5676900"/>
          <p14:tracePt t="424273" x="3022600" y="5676900"/>
          <p14:tracePt t="424290" x="3009900" y="5664200"/>
          <p14:tracePt t="424307" x="2990850" y="5657850"/>
          <p14:tracePt t="469349" x="2984500" y="5657850"/>
          <p14:tracePt t="469356" x="2978150" y="5657850"/>
          <p14:tracePt t="469367" x="2965450" y="5657850"/>
          <p14:tracePt t="469384" x="2940050" y="5664200"/>
          <p14:tracePt t="469400" x="2927350" y="5664200"/>
          <p14:tracePt t="469417" x="2914650" y="5670550"/>
          <p14:tracePt t="469434" x="2889250" y="5676900"/>
          <p14:tracePt t="469450" x="2882900" y="5676900"/>
          <p14:tracePt t="469467" x="2876550" y="5683250"/>
          <p14:tracePt t="469483" x="2870200" y="5683250"/>
          <p14:tracePt t="469500" x="2863850" y="5683250"/>
          <p14:tracePt t="469518" x="2838450" y="5695950"/>
          <p14:tracePt t="469533" x="2832100" y="5702300"/>
          <p14:tracePt t="469550" x="2819400" y="5715000"/>
          <p14:tracePt t="469567" x="2800350" y="5734050"/>
          <p14:tracePt t="469583" x="2768600" y="5753100"/>
          <p14:tracePt t="469600" x="2743200" y="5765800"/>
          <p14:tracePt t="469616" x="2705100" y="5797550"/>
          <p14:tracePt t="469633" x="2679700" y="5810250"/>
          <p14:tracePt t="469650" x="2647950" y="5822950"/>
          <p14:tracePt t="469666" x="2603500" y="5829300"/>
          <p14:tracePt t="469683" x="2559050" y="5829300"/>
          <p14:tracePt t="469700" x="2501900" y="5829300"/>
          <p14:tracePt t="469716" x="2457450" y="5835650"/>
          <p14:tracePt t="469732" x="2400300" y="5854700"/>
          <p14:tracePt t="469749" x="2324100" y="5886450"/>
          <p14:tracePt t="469766" x="2292350" y="5918200"/>
          <p14:tracePt t="469782" x="2298700" y="5924550"/>
          <p14:tracePt t="472829" x="2305050" y="5924550"/>
          <p14:tracePt t="472843" x="2311400" y="5924550"/>
          <p14:tracePt t="472850" x="2317750" y="5924550"/>
          <p14:tracePt t="472858" x="2324100" y="5924550"/>
          <p14:tracePt t="472872" x="2336800" y="5924550"/>
          <p14:tracePt t="472889" x="2343150" y="5924550"/>
          <p14:tracePt t="472905" x="2355850" y="5924550"/>
          <p14:tracePt t="472922" x="2374900" y="5918200"/>
          <p14:tracePt t="472939" x="2381250" y="5911850"/>
          <p14:tracePt t="472955" x="2387600" y="5905500"/>
          <p14:tracePt t="472988" x="2400300" y="5892800"/>
          <p14:tracePt t="473025" x="2406650" y="5892800"/>
          <p14:tracePt t="473095" x="2406650" y="5886450"/>
          <p14:tracePt t="473101" x="2406650" y="5880100"/>
          <p14:tracePt t="473116" x="2406650" y="5873750"/>
          <p14:tracePt t="473144" x="2406650" y="5867400"/>
          <p14:tracePt t="473179" x="2413000" y="5861050"/>
          <p14:tracePt t="473187" x="2419350" y="5854700"/>
          <p14:tracePt t="473207" x="2425700" y="5848350"/>
          <p14:tracePt t="473214" x="2432050" y="5848350"/>
          <p14:tracePt t="473255" x="2444750" y="5848350"/>
          <p14:tracePt t="473277" x="2451100" y="5842000"/>
          <p14:tracePt t="473284" x="2457450" y="5842000"/>
          <p14:tracePt t="473298" x="2463800" y="5835650"/>
          <p14:tracePt t="473306" x="2482850" y="5829300"/>
          <p14:tracePt t="473321" x="2495550" y="5822950"/>
          <p14:tracePt t="473337" x="2514600" y="5816600"/>
          <p14:tracePt t="473354" x="2559050" y="5803900"/>
          <p14:tracePt t="473370" x="2616200" y="5772150"/>
          <p14:tracePt t="473386" x="2647950" y="5753100"/>
          <p14:tracePt t="473403" x="2711450" y="5734050"/>
          <p14:tracePt t="473420" x="2755900" y="5708650"/>
          <p14:tracePt t="473436" x="2768600" y="5702300"/>
          <p14:tracePt t="473453" x="2794000" y="5689600"/>
          <p14:tracePt t="473470" x="2794000" y="5676900"/>
          <p14:tracePt t="473487" x="2794000" y="5670550"/>
          <p14:tracePt t="473503" x="2794000" y="5657850"/>
          <p14:tracePt t="474952" x="2787650" y="5657850"/>
          <p14:tracePt t="474959" x="2787650" y="5664200"/>
          <p14:tracePt t="474967" x="2781300" y="5683250"/>
          <p14:tracePt t="475008" x="2781300" y="5689600"/>
          <p14:tracePt t="475022" x="2781300" y="5695950"/>
          <p14:tracePt t="475029" x="2781300" y="5702300"/>
          <p14:tracePt t="475035" x="2781300" y="5708650"/>
          <p14:tracePt t="475051" x="2781300" y="5715000"/>
          <p14:tracePt t="475064" x="2781300" y="5727700"/>
          <p14:tracePt t="475080" x="2774950" y="5734050"/>
          <p14:tracePt t="475097" x="2774950" y="5740400"/>
          <p14:tracePt t="475114" x="2768600" y="5753100"/>
          <p14:tracePt t="475130" x="2762250" y="5765800"/>
          <p14:tracePt t="475163" x="2755900" y="5772150"/>
          <p14:tracePt t="475169" x="2749550" y="5772150"/>
          <p14:tracePt t="475190" x="2743200" y="5772150"/>
          <p14:tracePt t="475199" x="2736850" y="5778500"/>
          <p14:tracePt t="475218" x="2730500" y="5778500"/>
          <p14:tracePt t="475240" x="2724150" y="5778500"/>
          <p14:tracePt t="475282" x="2717800" y="5778500"/>
          <p14:tracePt t="475288" x="2711450" y="5778500"/>
          <p14:tracePt t="475303" x="2705100" y="5778500"/>
          <p14:tracePt t="475313" x="2698750" y="5778500"/>
          <p14:tracePt t="475330" x="2692400" y="5778500"/>
          <p14:tracePt t="475346" x="2673350" y="5778500"/>
          <p14:tracePt t="475363" x="2635250" y="5778500"/>
          <p14:tracePt t="475380" x="2590800" y="5778500"/>
          <p14:tracePt t="475396" x="2559050" y="5778500"/>
          <p14:tracePt t="475413" x="2520950" y="5784850"/>
          <p14:tracePt t="475430" x="2476500" y="5784850"/>
          <p14:tracePt t="475446" x="2457450" y="5784850"/>
          <p14:tracePt t="475463" x="2432050" y="5791200"/>
          <p14:tracePt t="475479" x="2413000" y="5797550"/>
          <p14:tracePt t="475618" x="2425700" y="5797550"/>
          <p14:tracePt t="475639" x="2432050" y="5797550"/>
          <p14:tracePt t="475653" x="2444750" y="5797550"/>
          <p14:tracePt t="475660" x="2444750" y="5791200"/>
          <p14:tracePt t="475667" x="2451100" y="5784850"/>
          <p14:tracePt t="475682" x="2470150" y="5772150"/>
          <p14:tracePt t="475695" x="2501900" y="5759450"/>
          <p14:tracePt t="475712" x="2559050" y="5695950"/>
          <p14:tracePt t="475728" x="2609850" y="5651500"/>
          <p14:tracePt t="475745" x="2692400" y="5537200"/>
          <p14:tracePt t="475762" x="2781300" y="5422900"/>
          <p14:tracePt t="475779" x="2876550" y="5289550"/>
          <p14:tracePt t="475795" x="2927350" y="5213350"/>
          <p14:tracePt t="475812" x="3022600" y="5073650"/>
          <p14:tracePt t="475828" x="3130550" y="4940300"/>
          <p14:tracePt t="475845" x="3187700" y="4883150"/>
          <p14:tracePt t="475861" x="3225800" y="4826000"/>
          <p14:tracePt t="475878" x="3327400" y="4724400"/>
          <p14:tracePt t="475894" x="3346450" y="4699000"/>
          <p14:tracePt t="475912" x="3359150" y="4679950"/>
          <p14:tracePt t="475928" x="3384550" y="4654550"/>
          <p14:tracePt t="475944" x="3390900" y="4648200"/>
          <p14:tracePt t="475963" x="3403600" y="4641850"/>
          <p14:tracePt t="475994" x="3409950" y="4641850"/>
          <p14:tracePt t="476354" x="3390900" y="4641850"/>
          <p14:tracePt t="476361" x="3378200" y="4641850"/>
          <p14:tracePt t="476368" x="3359150" y="4641850"/>
          <p14:tracePt t="476382" x="3333750" y="4641850"/>
          <p14:tracePt t="476393" x="3314700" y="4641850"/>
          <p14:tracePt t="476411" x="3257550" y="4641850"/>
          <p14:tracePt t="476426" x="3238500" y="4641850"/>
          <p14:tracePt t="476443" x="3187700" y="4648200"/>
          <p14:tracePt t="476460" x="3155950" y="4648200"/>
          <p14:tracePt t="476476" x="3143250" y="4654550"/>
          <p14:tracePt t="476493" x="3130550" y="4654550"/>
          <p14:tracePt t="476509" x="3117850" y="4660900"/>
          <p14:tracePt t="476564" x="3111500" y="4660900"/>
          <p14:tracePt t="476690" x="3111500" y="4667250"/>
          <p14:tracePt t="476810" x="3111500" y="4660900"/>
          <p14:tracePt t="476817" x="3117850" y="4654550"/>
          <p14:tracePt t="477159" x="3111500" y="4686300"/>
          <p14:tracePt t="477174" x="3098800" y="4718050"/>
          <p14:tracePt t="477180" x="3079750" y="4762500"/>
          <p14:tracePt t="477194" x="3073400" y="4787900"/>
          <p14:tracePt t="477206" x="3060700" y="4832350"/>
          <p14:tracePt t="477224" x="3035300" y="4927600"/>
          <p14:tracePt t="477240" x="3028950" y="4978400"/>
          <p14:tracePt t="477257" x="3003550" y="5099050"/>
          <p14:tracePt t="477273" x="2959100" y="5257800"/>
          <p14:tracePt t="477290" x="2952750" y="5327650"/>
          <p14:tracePt t="477307" x="2921000" y="5441950"/>
          <p14:tracePt t="477323" x="2895600" y="5556250"/>
          <p14:tracePt t="477339" x="2876550" y="5594350"/>
          <p14:tracePt t="477357" x="2851150" y="5689600"/>
          <p14:tracePt t="477373" x="2825750" y="5746750"/>
          <p14:tracePt t="477390" x="2800350" y="5784850"/>
          <p14:tracePt t="477406" x="2787650" y="5803900"/>
          <p14:tracePt t="477423" x="2781300" y="5803900"/>
          <p14:tracePt t="477439" x="2774950" y="5810250"/>
          <p14:tracePt t="477495" x="2768600" y="5816600"/>
          <p14:tracePt t="477524" x="2768600" y="5822950"/>
          <p14:tracePt t="477531" x="2762250" y="5829300"/>
          <p14:tracePt t="477545" x="2762250" y="5835650"/>
          <p14:tracePt t="477566" x="2755900" y="5842000"/>
          <p14:tracePt t="477580" x="2755900" y="5848350"/>
          <p14:tracePt t="477601" x="2749550" y="5848350"/>
          <p14:tracePt t="477734" x="2755900" y="5848350"/>
          <p14:tracePt t="477741" x="2762250" y="5848350"/>
          <p14:tracePt t="477757" x="2774950" y="5842000"/>
          <p14:tracePt t="477776" x="2787650" y="5842000"/>
          <p14:tracePt t="477788" x="2800350" y="5842000"/>
          <p14:tracePt t="477805" x="2857500" y="5829300"/>
          <p14:tracePt t="477821" x="2921000" y="5835650"/>
          <p14:tracePt t="477838" x="3048000" y="5835650"/>
          <p14:tracePt t="477854" x="3200400" y="5854700"/>
          <p14:tracePt t="477871" x="3302000" y="5854700"/>
          <p14:tracePt t="477888" x="3492500" y="5861050"/>
          <p14:tracePt t="477904" x="3695700" y="5861050"/>
          <p14:tracePt t="477921" x="3790950" y="5848350"/>
          <p14:tracePt t="477938" x="3968750" y="5822950"/>
          <p14:tracePt t="477954" x="4108450" y="5810250"/>
          <p14:tracePt t="477971" x="4191000" y="5791200"/>
          <p14:tracePt t="477988" x="4356100" y="5759450"/>
          <p14:tracePt t="478004" x="4514850" y="5734050"/>
          <p14:tracePt t="478021" x="4660900" y="5689600"/>
          <p14:tracePt t="478037" x="4737100" y="5670550"/>
          <p14:tracePt t="478054" x="4806950" y="5651500"/>
          <p14:tracePt t="478071" x="4959350" y="5619750"/>
          <p14:tracePt t="478087" x="4984750" y="5613400"/>
          <p14:tracePt t="478103" x="5016500" y="5594350"/>
          <p14:tracePt t="478120" x="5054600" y="5581650"/>
          <p14:tracePt t="478137" x="5067300" y="5575300"/>
          <p14:tracePt t="478154" x="5073650" y="5568950"/>
          <p14:tracePt t="478170" x="5080000" y="5568950"/>
          <p14:tracePt t="478196" x="5086350" y="5568950"/>
          <p14:tracePt t="478253" x="5080000" y="5568950"/>
          <p14:tracePt t="478267" x="5073650" y="5568950"/>
          <p14:tracePt t="478273" x="5067300" y="5568950"/>
          <p14:tracePt t="478286" x="5060950" y="5568950"/>
          <p14:tracePt t="478303" x="5035550" y="5568950"/>
          <p14:tracePt t="478319" x="5022850" y="5568950"/>
          <p14:tracePt t="478337" x="4972050" y="5562600"/>
          <p14:tracePt t="478353" x="4857750" y="5562600"/>
          <p14:tracePt t="478369" x="4781550" y="5562600"/>
          <p14:tracePt t="478386" x="4578350" y="5562600"/>
          <p14:tracePt t="478403" x="4464050" y="5568950"/>
          <p14:tracePt t="478419" x="4197350" y="5588000"/>
          <p14:tracePt t="478436" x="3930650" y="5632450"/>
          <p14:tracePt t="478452" x="3784600" y="5664200"/>
          <p14:tracePt t="478469" x="3530600" y="5753100"/>
          <p14:tracePt t="478485" x="3333750" y="5822950"/>
          <p14:tracePt t="478502" x="3251200" y="5867400"/>
          <p14:tracePt t="478519" x="3079750" y="5924550"/>
          <p14:tracePt t="478535" x="2959100" y="5975350"/>
          <p14:tracePt t="478552" x="2901950" y="6000750"/>
          <p14:tracePt t="478568" x="2781300" y="6019800"/>
          <p14:tracePt t="478585" x="2686050" y="6038850"/>
          <p14:tracePt t="478602" x="2647950" y="6045200"/>
          <p14:tracePt t="478618" x="2597150" y="6051550"/>
          <p14:tracePt t="478635" x="2546350" y="6064250"/>
          <p14:tracePt t="478653" x="2520950" y="6064250"/>
          <p14:tracePt t="478668" x="2501900" y="6057900"/>
          <p14:tracePt t="478685" x="2495550" y="6057900"/>
          <p14:tracePt t="478702" x="2489200" y="6038850"/>
          <p14:tracePt t="478735" x="2489200" y="6032500"/>
          <p14:tracePt t="478751" x="2489200" y="6026150"/>
          <p14:tracePt t="478768" x="2501900" y="6019800"/>
          <p14:tracePt t="478785" x="2514600" y="6013450"/>
          <p14:tracePt t="478801" x="2527300" y="6013450"/>
          <p14:tracePt t="478818" x="2540000" y="6013450"/>
          <p14:tracePt t="478835" x="2559050" y="6013450"/>
          <p14:tracePt t="478868" x="2578100" y="6013450"/>
          <p14:tracePt t="478884" x="2590800" y="6013450"/>
          <p14:tracePt t="478901" x="2597150" y="6013450"/>
          <p14:tracePt t="478917" x="2622550" y="6019800"/>
          <p14:tracePt t="478934" x="2660650" y="6019800"/>
          <p14:tracePt t="478950" x="2692400" y="6013450"/>
          <p14:tracePt t="478968" x="2787650" y="5994400"/>
          <p14:tracePt t="478984" x="2933700" y="5956300"/>
          <p14:tracePt t="479000" x="2997200" y="5949950"/>
          <p14:tracePt t="479017" x="3175000" y="5918200"/>
          <p14:tracePt t="479034" x="3257550" y="5899150"/>
          <p14:tracePt t="479051" x="3448050" y="5886450"/>
          <p14:tracePt t="479066" x="3651250" y="5880100"/>
          <p14:tracePt t="479084" x="3752850" y="5880100"/>
          <p14:tracePt t="479101" x="3943350" y="5880100"/>
          <p14:tracePt t="479117" x="4121150" y="5880100"/>
          <p14:tracePt t="479133" x="4210050" y="5867400"/>
          <p14:tracePt t="479150" x="4368800" y="5829300"/>
          <p14:tracePt t="479166" x="4489450" y="5778500"/>
          <p14:tracePt t="479185" x="4578350" y="5746750"/>
          <p14:tracePt t="479200" x="4603750" y="5740400"/>
          <p14:tracePt t="479217" x="4641850" y="5727700"/>
          <p14:tracePt t="479233" x="4654550" y="5727700"/>
          <p14:tracePt t="479249" x="4660900" y="5721350"/>
          <p14:tracePt t="479266" x="4667250" y="5721350"/>
          <p14:tracePt t="479283" x="4673600" y="5715000"/>
          <p14:tracePt t="479299" x="4673600" y="5708650"/>
          <p14:tracePt t="479319" x="4673600" y="5702300"/>
          <p14:tracePt t="479333" x="4648200" y="5683250"/>
          <p14:tracePt t="479349" x="4629150" y="5676900"/>
          <p14:tracePt t="479366" x="4597400" y="5670550"/>
          <p14:tracePt t="479383" x="4502150" y="5651500"/>
          <p14:tracePt t="479400" x="4337050" y="5645150"/>
          <p14:tracePt t="479416" x="4222750" y="5632450"/>
          <p14:tracePt t="479432" x="3981450" y="5632450"/>
          <p14:tracePt t="479449" x="3702050" y="5638800"/>
          <p14:tracePt t="479466" x="3416300" y="5683250"/>
          <p14:tracePt t="479483" x="3289300" y="5715000"/>
          <p14:tracePt t="479499" x="3060700" y="5765800"/>
          <p14:tracePt t="479516" x="2876550" y="5784850"/>
          <p14:tracePt t="479532" x="2800350" y="5797550"/>
          <p14:tracePt t="479549" x="2692400" y="5835650"/>
          <p14:tracePt t="479565" x="2647950" y="5854700"/>
          <p14:tracePt t="479582" x="2641600" y="5854700"/>
          <p14:tracePt t="479615" x="2660650" y="5854700"/>
          <p14:tracePt t="479631" x="2660650" y="5848350"/>
          <p14:tracePt t="479648" x="2698750" y="5835650"/>
          <p14:tracePt t="479664" x="2717800" y="5829300"/>
          <p14:tracePt t="479682" x="2768600" y="5829300"/>
          <p14:tracePt t="479698" x="2832100" y="5829300"/>
          <p14:tracePt t="479715" x="2882900" y="5842000"/>
          <p14:tracePt t="479732" x="3009900" y="5848350"/>
          <p14:tracePt t="479748" x="3225800" y="5848350"/>
          <p14:tracePt t="479764" x="3365500" y="5848350"/>
          <p14:tracePt t="479781" x="3683000" y="5842000"/>
          <p14:tracePt t="479798" x="4057650" y="5848350"/>
          <p14:tracePt t="479814" x="4222750" y="5861050"/>
          <p14:tracePt t="479831" x="4476750" y="5886450"/>
          <p14:tracePt t="479847" x="4667250" y="5905500"/>
          <p14:tracePt t="479864" x="4730750" y="5905500"/>
          <p14:tracePt t="479881" x="4800600" y="5911850"/>
          <p14:tracePt t="479897" x="4832350" y="5911850"/>
          <p14:tracePt t="479949" x="4838700" y="5911850"/>
          <p14:tracePt t="479984" x="4819650" y="5905500"/>
          <p14:tracePt t="479998" x="4800600" y="5899150"/>
          <p14:tracePt t="480005" x="4762500" y="5892800"/>
          <p14:tracePt t="480019" x="4711700" y="5886450"/>
          <p14:tracePt t="480030" x="4641850" y="5867400"/>
          <p14:tracePt t="480048" x="4464050" y="5835650"/>
          <p14:tracePt t="480064" x="4330700" y="5810250"/>
          <p14:tracePt t="480080" x="4070350" y="5791200"/>
          <p14:tracePt t="480097" x="3778250" y="5791200"/>
          <p14:tracePt t="480113" x="3613150" y="5810250"/>
          <p14:tracePt t="480130" x="3308350" y="5880100"/>
          <p14:tracePt t="480147" x="3086100" y="5949950"/>
          <p14:tracePt t="480163" x="2997200" y="5962650"/>
          <p14:tracePt t="480180" x="2844800" y="5981700"/>
          <p14:tracePt t="480196" x="2711450" y="5994400"/>
          <p14:tracePt t="480213" x="2673350" y="5994400"/>
          <p14:tracePt t="480230" x="2647950" y="5994400"/>
          <p14:tracePt t="480246" x="2641600" y="5994400"/>
          <p14:tracePt t="480286" x="2641600" y="5988050"/>
          <p14:tracePt t="480300" x="2647950" y="5988050"/>
          <p14:tracePt t="480307" x="2654300" y="5981700"/>
          <p14:tracePt t="480315" x="2673350" y="5975350"/>
          <p14:tracePt t="480329" x="2692400" y="5969000"/>
          <p14:tracePt t="480346" x="2711450" y="5962650"/>
          <p14:tracePt t="480363" x="2844800" y="5956300"/>
          <p14:tracePt t="480379" x="2895600" y="5956300"/>
          <p14:tracePt t="480395" x="2959100" y="5956300"/>
          <p14:tracePt t="480412" x="3124200" y="5937250"/>
          <p14:tracePt t="480429" x="3371850" y="5892800"/>
          <p14:tracePt t="480445" x="3511550" y="5873750"/>
          <p14:tracePt t="480462" x="3797300" y="5848350"/>
          <p14:tracePt t="480479" x="4064000" y="5829300"/>
          <p14:tracePt t="480496" x="4292600" y="5829300"/>
          <p14:tracePt t="480512" x="4381500" y="5829300"/>
          <p14:tracePt t="480528" x="4508500" y="5829300"/>
          <p14:tracePt t="480546" x="4584700" y="5829300"/>
          <p14:tracePt t="480562" x="4597400" y="5829300"/>
          <p14:tracePt t="480595" x="4610100" y="5829300"/>
          <p14:tracePt t="480615" x="4603750" y="5829300"/>
          <p14:tracePt t="480631" x="4584700" y="5816600"/>
          <p14:tracePt t="480645" x="4552950" y="5816600"/>
          <p14:tracePt t="480661" x="4464050" y="5822950"/>
          <p14:tracePt t="480679" x="4337050" y="5829300"/>
          <p14:tracePt t="480694" x="4248150" y="5829300"/>
          <p14:tracePt t="480711" x="4019550" y="5842000"/>
          <p14:tracePt t="480728" x="3752850" y="5842000"/>
          <p14:tracePt t="480744" x="3613150" y="5842000"/>
          <p14:tracePt t="480762" x="3327400" y="5886450"/>
          <p14:tracePt t="480778" x="3092450" y="5930900"/>
          <p14:tracePt t="480794" x="3003550" y="5930900"/>
          <p14:tracePt t="480812" x="2851150" y="5937250"/>
          <p14:tracePt t="480828" x="2730500" y="5924550"/>
          <p14:tracePt t="480844" x="2692400" y="5924550"/>
          <p14:tracePt t="480861" x="2673350" y="5911850"/>
          <p14:tracePt t="480877" x="2667000" y="5905500"/>
          <p14:tracePt t="480937" x="2667000" y="5899150"/>
          <p14:tracePt t="480958" x="2660650" y="5899150"/>
          <p14:tracePt t="480980" x="2654300" y="5899150"/>
          <p14:tracePt t="480987" x="2647950" y="5899150"/>
          <p14:tracePt t="481001" x="2641600" y="5892800"/>
          <p14:tracePt t="481010" x="2628900" y="5886450"/>
          <p14:tracePt t="481027" x="2622550" y="5886450"/>
          <p14:tracePt t="481043" x="2597150" y="5886450"/>
          <p14:tracePt t="481060" x="2559050" y="5886450"/>
          <p14:tracePt t="481077" x="2546350" y="5886450"/>
          <p14:tracePt t="481093" x="2527300" y="5886450"/>
          <p14:tracePt t="481110" x="2489200" y="5880100"/>
          <p14:tracePt t="481127" x="2451100" y="5867400"/>
          <p14:tracePt t="481143" x="2425700" y="5854700"/>
          <p14:tracePt t="481160" x="2387600" y="5842000"/>
          <p14:tracePt t="481177" x="2343150" y="5829300"/>
          <p14:tracePt t="481192" x="2330450" y="5822950"/>
          <p14:tracePt t="481210" x="2324100" y="5822950"/>
          <p14:tracePt t="481227" x="2317750" y="5810250"/>
          <p14:tracePt t="481243" x="2317750" y="5803900"/>
          <p14:tracePt t="481260" x="2317750" y="5797550"/>
          <p14:tracePt t="481277" x="2317750" y="5791200"/>
          <p14:tracePt t="481293" x="2324100" y="5778500"/>
          <p14:tracePt t="481309" x="2330450" y="5778500"/>
          <p14:tracePt t="481326" x="2336800" y="5778500"/>
          <p14:tracePt t="481342" x="2343150" y="5772150"/>
          <p14:tracePt t="481365" x="2349500" y="5772150"/>
          <p14:tracePt t="481422" x="2355850" y="5772150"/>
          <p14:tracePt t="481436" x="2362200" y="5772150"/>
          <p14:tracePt t="481457" x="2368550" y="5765800"/>
          <p14:tracePt t="481471" x="2374900" y="5765800"/>
          <p14:tracePt t="481478" x="2381250" y="5765800"/>
          <p14:tracePt t="481494" x="2387600" y="5765800"/>
          <p14:tracePt t="481519" x="2393950" y="5765800"/>
          <p14:tracePt t="481528" x="2400300" y="5765800"/>
          <p14:tracePt t="481542" x="2406650" y="5765800"/>
          <p14:tracePt t="481558" x="2419350" y="5765800"/>
          <p14:tracePt t="481576" x="2457450" y="5765800"/>
          <p14:tracePt t="481591" x="2476500" y="5765800"/>
          <p14:tracePt t="481608" x="2489200" y="5765800"/>
          <p14:tracePt t="481625" x="2514600" y="5765800"/>
          <p14:tracePt t="481641" x="2533650" y="5759450"/>
          <p14:tracePt t="481658" x="2540000" y="5759450"/>
          <p14:tracePt t="481675" x="2552700" y="5759450"/>
          <p14:tracePt t="481691" x="2559050" y="5753100"/>
          <p14:tracePt t="481724" x="2565400" y="5753100"/>
          <p14:tracePt t="481751" x="2571750" y="5753100"/>
          <p14:tracePt t="481778" x="2578100" y="5753100"/>
          <p14:tracePt t="481786" x="2578100" y="5746750"/>
          <p14:tracePt t="481808" x="2590800" y="5746750"/>
          <p14:tracePt t="481821" x="2597150" y="5746750"/>
          <p14:tracePt t="481828" x="2597150" y="5740400"/>
          <p14:tracePt t="481849" x="2609850" y="5740400"/>
          <p14:tracePt t="481858" x="2616200" y="5740400"/>
          <p14:tracePt t="481873" x="2616200" y="5734050"/>
          <p14:tracePt t="481891" x="2622550" y="5734050"/>
          <p14:tracePt t="481907" x="2628900" y="5734050"/>
          <p14:tracePt t="481924" x="2635250" y="5734050"/>
          <p14:tracePt t="481941" x="2641600" y="5734050"/>
          <p14:tracePt t="481957" x="2647950" y="5727700"/>
          <p14:tracePt t="481973" x="2660650" y="5727700"/>
          <p14:tracePt t="481991" x="2667000" y="5727700"/>
          <p14:tracePt t="482031" x="2673350" y="5727700"/>
          <p14:tracePt t="482045" x="2679700" y="5727700"/>
          <p14:tracePt t="482067" x="2686050" y="5721350"/>
          <p14:tracePt t="482088" x="2692400" y="5721350"/>
          <p14:tracePt t="482095" x="2692400" y="5715000"/>
          <p14:tracePt t="482109" x="2692400" y="5708650"/>
          <p14:tracePt t="482601" x="2698750" y="5708650"/>
          <p14:tracePt t="482608" x="2705100" y="5708650"/>
          <p14:tracePt t="482629" x="2717800" y="5708650"/>
          <p14:tracePt t="482643" x="2730500" y="5708650"/>
          <p14:tracePt t="482654" x="2743200" y="5715000"/>
          <p14:tracePt t="482672" x="2787650" y="5721350"/>
          <p14:tracePt t="482688" x="2813050" y="5727700"/>
          <p14:tracePt t="482704" x="2882900" y="5746750"/>
          <p14:tracePt t="482721" x="2990850" y="5772150"/>
          <p14:tracePt t="482737" x="3060700" y="5778500"/>
          <p14:tracePt t="482755" x="3194050" y="5842000"/>
          <p14:tracePt t="482771" x="3340100" y="5886450"/>
          <p14:tracePt t="482788" x="3409950" y="5905500"/>
          <p14:tracePt t="482791" x="3498850" y="5918200"/>
          <p14:tracePt t="482805" x="3587750" y="5918200"/>
          <p14:tracePt t="482821" x="3778250" y="5905500"/>
          <p14:tracePt t="482837" x="3879850" y="5905500"/>
          <p14:tracePt t="482854" x="4070350" y="5905500"/>
          <p14:tracePt t="482871" x="4241800" y="5905500"/>
          <p14:tracePt t="482887" x="4318000" y="5905500"/>
          <p14:tracePt t="482904" x="4451350" y="5873750"/>
          <p14:tracePt t="482920" x="4502150" y="5867400"/>
          <p14:tracePt t="482937" x="4591050" y="5867400"/>
          <p14:tracePt t="482953" x="4635500" y="5861050"/>
          <p14:tracePt t="482970" x="4648200" y="5854700"/>
          <p14:tracePt t="482987" x="4673600" y="5848350"/>
          <p14:tracePt t="483003" x="4692650" y="5835650"/>
          <p14:tracePt t="483020" x="4705350" y="5829300"/>
          <p14:tracePt t="483037" x="4711700" y="5816600"/>
          <p14:tracePt t="483053" x="4718050" y="5816600"/>
          <p14:tracePt t="483086" x="4724400" y="5810250"/>
          <p14:tracePt t="483464" x="4686300" y="5810250"/>
          <p14:tracePt t="483470" x="4622800" y="5810250"/>
          <p14:tracePt t="483487" x="4546600" y="5803900"/>
          <p14:tracePt t="483501" x="4343400" y="5791200"/>
          <p14:tracePt t="483518" x="4229100" y="5784850"/>
          <p14:tracePt t="483535" x="3975100" y="5753100"/>
          <p14:tracePt t="483551" x="3721100" y="5740400"/>
          <p14:tracePt t="483568" x="3467100" y="5740400"/>
          <p14:tracePt t="483584" x="3352800" y="5740400"/>
          <p14:tracePt t="483601" x="3238500" y="5746750"/>
          <p14:tracePt t="483619" x="3048000" y="5784850"/>
          <p14:tracePt t="483634" x="2914650" y="5810250"/>
          <p14:tracePt t="483651" x="2857500" y="5829300"/>
          <p14:tracePt t="483668" x="2806700" y="5848350"/>
          <p14:tracePt t="483684" x="2794000" y="5848350"/>
          <p14:tracePt t="483701" x="2787650" y="5848350"/>
          <p14:tracePt t="483744" x="2794000" y="5848350"/>
          <p14:tracePt t="483753" x="2806700" y="5848350"/>
          <p14:tracePt t="483767" x="2813050" y="5842000"/>
          <p14:tracePt t="483784" x="2838450" y="5822950"/>
          <p14:tracePt t="485601" x="2857500" y="5822950"/>
          <p14:tracePt t="485615" x="2876550" y="5822950"/>
          <p14:tracePt t="485622" x="2914650" y="5816600"/>
          <p14:tracePt t="485637" x="2959100" y="5810250"/>
          <p14:tracePt t="485646" x="3009900" y="5797550"/>
          <p14:tracePt t="485661" x="3073400" y="5791200"/>
          <p14:tracePt t="485678" x="3194050" y="5784850"/>
          <p14:tracePt t="485694" x="3308350" y="5772150"/>
          <p14:tracePt t="485710" x="3378200" y="5765800"/>
          <p14:tracePt t="485728" x="3492500" y="5753100"/>
          <p14:tracePt t="485744" x="3651250" y="5727700"/>
          <p14:tracePt t="485761" x="3727450" y="5695950"/>
          <p14:tracePt t="485777" x="3911600" y="5664200"/>
          <p14:tracePt t="485793" x="4000500" y="5645150"/>
          <p14:tracePt t="485810" x="4171950" y="5594350"/>
          <p14:tracePt t="485827" x="4318000" y="5543550"/>
          <p14:tracePt t="485843" x="4387850" y="5537200"/>
          <p14:tracePt t="485861" x="4470400" y="5524500"/>
          <p14:tracePt t="485876" x="4514850" y="5537200"/>
          <p14:tracePt t="485893" x="4540250" y="5543550"/>
          <p14:tracePt t="485910" x="4572000" y="5562600"/>
          <p14:tracePt t="485926" x="4610100" y="5581650"/>
          <p14:tracePt t="485943" x="4629150" y="5594350"/>
          <p14:tracePt t="485960" x="4660900" y="5626100"/>
          <p14:tracePt t="485976" x="4692650" y="5638800"/>
          <p14:tracePt t="485993" x="4705350" y="5645150"/>
          <p14:tracePt t="486009" x="4718050" y="5651500"/>
          <p14:tracePt t="486027" x="4743450" y="5657850"/>
          <p14:tracePt t="486044" x="4756150" y="5664200"/>
          <p14:tracePt t="486060" x="4768850" y="5664200"/>
          <p14:tracePt t="486076" x="4775200" y="5670550"/>
          <p14:tracePt t="486093" x="4787900" y="5670550"/>
          <p14:tracePt t="486109" x="4794250" y="5676900"/>
          <p14:tracePt t="486126" x="4800600" y="5676900"/>
          <p14:tracePt t="486142" x="4806950" y="5683250"/>
          <p14:tracePt t="486159" x="4813300" y="5683250"/>
          <p14:tracePt t="486192" x="4819650" y="5683250"/>
          <p14:tracePt t="486232" x="4826000" y="5689600"/>
          <p14:tracePt t="486253" x="4826000" y="5695950"/>
          <p14:tracePt t="488290" x="4800600" y="5708650"/>
          <p14:tracePt t="488297" x="4756150" y="5734050"/>
          <p14:tracePt t="488305" x="4711700" y="5759450"/>
          <p14:tracePt t="488321" x="4648200" y="5778500"/>
          <p14:tracePt t="488335" x="4578350" y="5791200"/>
          <p14:tracePt t="488351" x="4451350" y="5816600"/>
          <p14:tracePt t="488368" x="4368800" y="5829300"/>
          <p14:tracePt t="488385" x="4203700" y="5842000"/>
          <p14:tracePt t="488401" x="4006850" y="5892800"/>
          <p14:tracePt t="488418" x="3778250" y="5924550"/>
          <p14:tracePt t="488434" x="3663950" y="5930900"/>
          <p14:tracePt t="488451" x="3435350" y="5930900"/>
          <p14:tracePt t="488468" x="3225800" y="5930900"/>
          <p14:tracePt t="488484" x="3117850" y="5930900"/>
          <p14:tracePt t="488502" x="2990850" y="5918200"/>
          <p14:tracePt t="488517" x="2908300" y="5930900"/>
          <p14:tracePt t="488534" x="2889250" y="5937250"/>
          <p14:tracePt t="488551" x="2832100" y="5943600"/>
          <p14:tracePt t="488567" x="2800350" y="5949950"/>
          <p14:tracePt t="489097" x="2774950" y="5981700"/>
          <p14:tracePt t="489111" x="2749550" y="6007100"/>
          <p14:tracePt t="489119" x="2736850" y="6026150"/>
          <p14:tracePt t="489135" x="2717800" y="6038850"/>
          <p14:tracePt t="489148" x="2679700" y="6057900"/>
          <p14:tracePt t="489165" x="2654300" y="6076950"/>
          <p14:tracePt t="489182" x="2597150" y="6102350"/>
          <p14:tracePt t="489198" x="2578100" y="6115050"/>
          <p14:tracePt t="489215" x="2514600" y="6140450"/>
          <p14:tracePt t="489231" x="2463800" y="6178550"/>
          <p14:tracePt t="489248" x="2419350" y="6197600"/>
          <p14:tracePt t="489265" x="2368550" y="6229350"/>
          <p14:tracePt t="489281" x="2317750" y="6248400"/>
          <p14:tracePt t="489298" x="2298700" y="6254750"/>
          <p14:tracePt t="489315" x="2260600" y="6267450"/>
          <p14:tracePt t="489332" x="2241550" y="6273800"/>
          <p14:tracePt t="489365" x="2235200" y="6273800"/>
          <p14:tracePt t="489381" x="2235200" y="6280150"/>
          <p14:tracePt t="489449" x="2228850" y="6286500"/>
          <p14:tracePt t="489469" x="2228850" y="6292850"/>
          <p14:tracePt t="491152" x="2228850" y="6286500"/>
          <p14:tracePt t="491166" x="2228850" y="6280150"/>
          <p14:tracePt t="491173" x="2228850" y="6273800"/>
          <p14:tracePt t="491180" x="2235200" y="6267450"/>
          <p14:tracePt t="491195" x="2235200" y="6254750"/>
          <p14:tracePt t="491208" x="2235200" y="6248400"/>
          <p14:tracePt t="491225" x="2247900" y="6229350"/>
          <p14:tracePt t="491242" x="2247900" y="6216650"/>
          <p14:tracePt t="491258" x="2260600" y="6203950"/>
          <p14:tracePt t="491275" x="2266950" y="6159500"/>
          <p14:tracePt t="491292" x="2273300" y="6140450"/>
          <p14:tracePt t="491307" x="2292350" y="6070600"/>
          <p14:tracePt t="491324" x="2298700" y="5975350"/>
          <p14:tracePt t="491342" x="2311400" y="5835650"/>
          <p14:tracePt t="491358" x="2311400" y="5759450"/>
          <p14:tracePt t="491375" x="2311400" y="5657850"/>
          <p14:tracePt t="491392" x="2260600" y="5321300"/>
          <p14:tracePt t="491407" x="2254250" y="5194300"/>
          <p14:tracePt t="491424" x="2228850" y="5067300"/>
          <p14:tracePt t="491441" x="2197100" y="4813300"/>
          <p14:tracePt t="491457" x="2159000" y="4641850"/>
          <p14:tracePt t="491461" x="2139950" y="4603750"/>
          <p14:tracePt t="491477" x="2133600" y="4578350"/>
          <p14:tracePt t="491490" x="2127250" y="4578350"/>
          <p14:tracePt t="491821" x="2127250" y="4552950"/>
          <p14:tracePt t="491835" x="2133600" y="4476750"/>
          <p14:tracePt t="491842" x="2152650" y="4394200"/>
          <p14:tracePt t="491859" x="2184400" y="4305300"/>
          <p14:tracePt t="491873" x="2203450" y="4178300"/>
          <p14:tracePt t="491892" x="2286000" y="3575050"/>
          <p14:tracePt t="491906" x="2311400" y="3327400"/>
          <p14:tracePt t="491922" x="2355850" y="3079750"/>
          <p14:tracePt t="491939" x="2381250" y="2813050"/>
          <p14:tracePt t="491956" x="2419350" y="2603500"/>
          <p14:tracePt t="491972" x="2425700" y="2540000"/>
          <p14:tracePt t="491989" x="2444750" y="2501900"/>
          <p14:tracePt t="492005" x="2457450" y="2451100"/>
          <p14:tracePt t="492022" x="2463800" y="2444750"/>
          <p14:tracePt t="492039" x="2489200" y="2425700"/>
          <p14:tracePt t="492055" x="2520950" y="2393950"/>
          <p14:tracePt t="492072" x="2546350" y="2381250"/>
          <p14:tracePt t="492089" x="2578100" y="2349500"/>
          <p14:tracePt t="492105" x="2609850" y="2311400"/>
          <p14:tracePt t="492122" x="2622550" y="2305050"/>
          <p14:tracePt t="492139" x="2635250" y="2279650"/>
          <p14:tracePt t="492155" x="2641600" y="2273300"/>
          <p14:tracePt t="492172" x="2647950" y="2235200"/>
          <p14:tracePt t="492188" x="2647950" y="2216150"/>
          <p14:tracePt t="492205" x="2660650" y="2197100"/>
          <p14:tracePt t="492222" x="2667000" y="2146300"/>
          <p14:tracePt t="492238" x="2673350" y="2108200"/>
          <p14:tracePt t="492254" x="2686050" y="2082800"/>
          <p14:tracePt t="492272" x="2692400" y="2032000"/>
          <p14:tracePt t="492288" x="2717800" y="1974850"/>
          <p14:tracePt t="492306" x="2736850" y="1924050"/>
          <p14:tracePt t="492321" x="2743200" y="1892300"/>
          <p14:tracePt t="492338" x="2762250" y="1854200"/>
          <p14:tracePt t="492355" x="2774950" y="1809750"/>
          <p14:tracePt t="492371" x="2781300" y="1790700"/>
          <p14:tracePt t="492387" x="2800350" y="1746250"/>
          <p14:tracePt t="492404" x="2813050" y="1714500"/>
          <p14:tracePt t="492421" x="2813050" y="1695450"/>
          <p14:tracePt t="492437" x="2825750" y="1670050"/>
          <p14:tracePt t="492454" x="2838450" y="1631950"/>
          <p14:tracePt t="492470" x="2844800" y="1619250"/>
          <p14:tracePt t="492474" x="2844800" y="1600200"/>
          <p14:tracePt t="492490" x="2851150" y="1587500"/>
          <p14:tracePt t="492504" x="2851150" y="1581150"/>
          <p14:tracePt t="492520" x="2857500" y="1555750"/>
          <p14:tracePt t="492537" x="2863850" y="1543050"/>
          <p14:tracePt t="492553" x="2863850" y="1536700"/>
          <p14:tracePt t="492570" x="2863850" y="1524000"/>
          <p14:tracePt t="492587" x="2863850" y="1517650"/>
          <p14:tracePt t="492635" x="2863850" y="1524000"/>
          <p14:tracePt t="492649" x="2863850" y="1536700"/>
          <p14:tracePt t="492656" x="2857500" y="1549400"/>
          <p14:tracePt t="492670" x="2857500" y="1574800"/>
          <p14:tracePt t="492686" x="2851150" y="1676400"/>
          <p14:tracePt t="492703" x="2838450" y="1771650"/>
          <p14:tracePt t="492720" x="2819400" y="2000250"/>
          <p14:tracePt t="492736" x="2800350" y="2317750"/>
          <p14:tracePt t="492753" x="2787650" y="2482850"/>
          <p14:tracePt t="492770" x="2762250" y="2882900"/>
          <p14:tracePt t="492786" x="2762250" y="3041650"/>
          <p14:tracePt t="492804" x="2749550" y="3448050"/>
          <p14:tracePt t="492819" x="2749550" y="3536950"/>
          <p14:tracePt t="492836" x="2749550" y="3600450"/>
          <p14:tracePt t="492853" x="2749550" y="3670300"/>
          <p14:tracePt t="492869" x="2749550" y="3708400"/>
          <p14:tracePt t="492902" x="2749550" y="3721100"/>
          <p14:tracePt t="492958" x="2755900" y="3721100"/>
          <p14:tracePt t="493056" x="2755900" y="3714750"/>
          <p14:tracePt t="493070" x="2755900" y="3708400"/>
          <p14:tracePt t="493077" x="2762250" y="3695700"/>
          <p14:tracePt t="493086" x="2762250" y="3676650"/>
          <p14:tracePt t="493101" x="2768600" y="3657600"/>
          <p14:tracePt t="493118" x="2768600" y="3619500"/>
          <p14:tracePt t="493135" x="2800350" y="3473450"/>
          <p14:tracePt t="493151" x="2832100" y="3282950"/>
          <p14:tracePt t="493169" x="2863850" y="3048000"/>
          <p14:tracePt t="493185" x="2870200" y="2933700"/>
          <p14:tracePt t="493201" x="2889250" y="2717800"/>
          <p14:tracePt t="493218" x="2914650" y="2552700"/>
          <p14:tracePt t="493234" x="2921000" y="2508250"/>
          <p14:tracePt t="493251" x="2927350" y="2438400"/>
          <p14:tracePt t="493268" x="2933700" y="2400300"/>
          <p14:tracePt t="493284" x="2940050" y="2387600"/>
          <p14:tracePt t="493301" x="2952750" y="2362200"/>
          <p14:tracePt t="493317" x="2952750" y="2349500"/>
          <p14:tracePt t="493334" x="2952750" y="2343150"/>
          <p14:tracePt t="493351" x="2959100" y="2343150"/>
          <p14:tracePt t="493367" x="2959100" y="2336800"/>
          <p14:tracePt t="493702" x="2959100" y="2349500"/>
          <p14:tracePt t="493709" x="2952750" y="2355850"/>
          <p14:tracePt t="493718" x="2952750" y="2362200"/>
          <p14:tracePt t="493733" x="2952750" y="2374900"/>
          <p14:tracePt t="493751" x="2933700" y="2425700"/>
          <p14:tracePt t="493766" x="2933700" y="2463800"/>
          <p14:tracePt t="493783" x="2901950" y="2609850"/>
          <p14:tracePt t="493800" x="2882900" y="2825750"/>
          <p14:tracePt t="493816" x="2870200" y="2952750"/>
          <p14:tracePt t="493833" x="2863850" y="3244850"/>
          <p14:tracePt t="493850" x="2863850" y="3409950"/>
          <p14:tracePt t="493866" x="2889250" y="3740150"/>
          <p14:tracePt t="493883" x="2940050" y="4108450"/>
          <p14:tracePt t="493900" x="3009900" y="4413250"/>
          <p14:tracePt t="493916" x="3067050" y="4552950"/>
          <p14:tracePt t="493933" x="3175000" y="4787900"/>
          <p14:tracePt t="493948" x="3314700" y="5016500"/>
          <p14:tracePt t="493965" x="3403600" y="5124450"/>
          <p14:tracePt t="493982" x="3613150" y="5321300"/>
          <p14:tracePt t="493999" x="3956050" y="5568950"/>
          <p14:tracePt t="494015" x="4159250" y="5670550"/>
          <p14:tracePt t="494032" x="4552950" y="5791200"/>
          <p14:tracePt t="494049" x="4743450" y="5816600"/>
          <p14:tracePt t="494065" x="5149850" y="5842000"/>
          <p14:tracePt t="494082" x="5441950" y="5873750"/>
          <p14:tracePt t="494098" x="5556250" y="5899150"/>
          <p14:tracePt t="494115" x="5740400" y="5924550"/>
          <p14:tracePt t="494131" x="5892800" y="5937250"/>
          <p14:tracePt t="494148" x="5956300" y="5937250"/>
          <p14:tracePt t="494165" x="6051550" y="5943600"/>
          <p14:tracePt t="494181" x="6115050" y="5956300"/>
          <p14:tracePt t="494198" x="6159500" y="5962650"/>
          <p14:tracePt t="494214" x="6235700" y="5981700"/>
          <p14:tracePt t="494231" x="6324600" y="6013450"/>
          <p14:tracePt t="494248" x="6394450" y="6051550"/>
          <p14:tracePt t="494264" x="6489700" y="6096000"/>
          <p14:tracePt t="494281" x="6591300" y="6153150"/>
          <p14:tracePt t="494298" x="6705600" y="6197600"/>
          <p14:tracePt t="494314" x="6743700" y="6210300"/>
          <p14:tracePt t="494331" x="6781800" y="6254750"/>
          <p14:tracePt t="494851" x="6858000" y="6254750"/>
          <p14:tracePt t="494859" x="6934200" y="6261100"/>
          <p14:tracePt t="494873" x="7010400" y="6261100"/>
          <p14:tracePt t="494881" x="7112000" y="6261100"/>
          <p14:tracePt t="494895" x="7188200" y="6261100"/>
          <p14:tracePt t="494912" x="7289800" y="6273800"/>
          <p14:tracePt t="494929" x="7575550" y="6299200"/>
          <p14:tracePt t="494946" x="7664450" y="6330950"/>
          <p14:tracePt t="494962" x="7778750" y="6343650"/>
          <p14:tracePt t="494979" x="7994650" y="6356350"/>
          <p14:tracePt t="494995" x="8185150" y="6362700"/>
          <p14:tracePt t="495012" x="8293100" y="6362700"/>
          <p14:tracePt t="495030" x="8432800" y="6343650"/>
          <p14:tracePt t="495045" x="8528050" y="6324600"/>
          <p14:tracePt t="495062" x="8559800" y="6311900"/>
          <p14:tracePt t="495078" x="8566150" y="6311900"/>
          <p14:tracePt t="495095" x="8578850" y="6299200"/>
          <p14:tracePt t="495127" x="8578850" y="6292850"/>
          <p14:tracePt t="495145" x="8566150" y="6286500"/>
          <p14:tracePt t="495161" x="8534400" y="6286500"/>
          <p14:tracePt t="495178" x="8521700" y="6280150"/>
          <p14:tracePt t="495196" x="8483600" y="6273800"/>
          <p14:tracePt t="495211" x="8432800" y="6273800"/>
          <p14:tracePt t="495228" x="8394700" y="6267450"/>
          <p14:tracePt t="495245" x="8324850" y="6248400"/>
          <p14:tracePt t="495261" x="8255000" y="6242050"/>
          <p14:tracePt t="495277" x="8121650" y="6191250"/>
          <p14:tracePt t="495294" x="7924800" y="6089650"/>
          <p14:tracePt t="495311" x="7785100" y="6019800"/>
          <p14:tracePt t="495328" x="7581900" y="5905500"/>
          <p14:tracePt t="495344" x="6838950" y="5429250"/>
          <p14:tracePt t="495360" x="6553200" y="5245100"/>
          <p14:tracePt t="495378" x="5988050" y="4876800"/>
          <p14:tracePt t="495394" x="5327650" y="4495800"/>
          <p14:tracePt t="495410" x="4927600" y="4292600"/>
          <p14:tracePt t="495427" x="4140200" y="3873500"/>
          <p14:tracePt t="495443" x="3384550" y="3479800"/>
          <p14:tracePt t="495460" x="3060700" y="3308350"/>
          <p14:tracePt t="495477" x="2419350" y="3035300"/>
          <p14:tracePt t="495493" x="1847850" y="2762250"/>
          <p14:tracePt t="495511" x="1454150" y="2559050"/>
          <p14:tracePt t="495529" x="1168400" y="2432050"/>
          <p14:tracePt t="495546" x="1060450" y="2368550"/>
          <p14:tracePt t="495560" x="895350" y="2266950"/>
          <p14:tracePt t="495576" x="838200" y="2228850"/>
          <p14:tracePt t="495593" x="755650" y="2146300"/>
          <p14:tracePt t="495610" x="685800" y="2063750"/>
          <p14:tracePt t="495626" x="660400" y="2032000"/>
          <p14:tracePt t="495643" x="622300" y="2006600"/>
          <p14:tracePt t="496008" x="622300" y="2070100"/>
          <p14:tracePt t="496022" x="622300" y="2095500"/>
          <p14:tracePt t="496028" x="628650" y="2133600"/>
          <p14:tracePt t="496044" x="654050" y="2165350"/>
          <p14:tracePt t="496058" x="692150" y="2241550"/>
          <p14:tracePt t="496075" x="717550" y="2260600"/>
          <p14:tracePt t="496092" x="774700" y="2317750"/>
          <p14:tracePt t="496108" x="793750" y="2336800"/>
          <p14:tracePt t="496124" x="831850" y="2362200"/>
          <p14:tracePt t="496142" x="857250" y="2393950"/>
          <p14:tracePt t="496158" x="869950" y="2400300"/>
          <p14:tracePt t="496174" x="895350" y="2413000"/>
          <p14:tracePt t="496192" x="914400" y="2425700"/>
          <p14:tracePt t="496208" x="927100" y="2432050"/>
          <p14:tracePt t="496224" x="952500" y="2444750"/>
          <p14:tracePt t="496241" x="984250" y="2451100"/>
          <p14:tracePt t="496257" x="1003300" y="2451100"/>
          <p14:tracePt t="496275" x="1054100" y="2438400"/>
          <p14:tracePt t="496291" x="1130300" y="2406650"/>
          <p14:tracePt t="496307" x="1174750" y="2381250"/>
          <p14:tracePt t="496324" x="1231900" y="2343150"/>
          <p14:tracePt t="496340" x="1289050" y="2292350"/>
          <p14:tracePt t="496357" x="1314450" y="2273300"/>
          <p14:tracePt t="496374" x="1346200" y="2235200"/>
          <p14:tracePt t="496390" x="1371600" y="2216150"/>
          <p14:tracePt t="496407" x="1397000" y="2197100"/>
          <p14:tracePt t="496424" x="1422400" y="2190750"/>
          <p14:tracePt t="496440" x="1422400" y="2184400"/>
          <p14:tracePt t="496457" x="1435100" y="2184400"/>
          <p14:tracePt t="496534" x="1428750" y="2184400"/>
          <p14:tracePt t="496541" x="1416050" y="2190750"/>
          <p14:tracePt t="496548" x="1403350" y="2203450"/>
          <p14:tracePt t="496562" x="1390650" y="2222500"/>
          <p14:tracePt t="496573" x="1365250" y="2235200"/>
          <p14:tracePt t="496591" x="1301750" y="2292350"/>
          <p14:tracePt t="496606" x="1257300" y="2317750"/>
          <p14:tracePt t="496623" x="1181100" y="2381250"/>
          <p14:tracePt t="496640" x="1085850" y="2444750"/>
          <p14:tracePt t="496656" x="1054100" y="2457450"/>
          <p14:tracePt t="496673" x="1035050" y="2476500"/>
          <p14:tracePt t="496690" x="996950" y="2489200"/>
          <p14:tracePt t="496706" x="990600" y="2489200"/>
          <p14:tracePt t="496739" x="990600" y="2476500"/>
          <p14:tracePt t="496756" x="1003300" y="2457450"/>
          <p14:tracePt t="496773" x="1016000" y="2451100"/>
          <p14:tracePt t="496789" x="1035050" y="2425700"/>
          <p14:tracePt t="496805" x="1066800" y="2393950"/>
          <p14:tracePt t="496822" x="1123950" y="2349500"/>
          <p14:tracePt t="496839" x="1155700" y="2324100"/>
          <p14:tracePt t="496855" x="1238250" y="2254250"/>
          <p14:tracePt t="496872" x="1308100" y="2184400"/>
          <p14:tracePt t="496888" x="1352550" y="2159000"/>
          <p14:tracePt t="496906" x="1397000" y="2120900"/>
          <p14:tracePt t="496922" x="1416050" y="2108200"/>
          <p14:tracePt t="496938" x="1428750" y="2101850"/>
          <p14:tracePt t="497011" x="1422400" y="2101850"/>
          <p14:tracePt t="497025" x="1403350" y="2114550"/>
          <p14:tracePt t="497032" x="1390650" y="2127250"/>
          <p14:tracePt t="497041" x="1377950" y="2133600"/>
          <p14:tracePt t="497055" x="1358900" y="2159000"/>
          <p14:tracePt t="497072" x="1327150" y="2184400"/>
          <p14:tracePt t="497089" x="1212850" y="2266950"/>
          <p14:tracePt t="497104" x="1168400" y="2298700"/>
          <p14:tracePt t="497121" x="1123950" y="2311400"/>
          <p14:tracePt t="497138" x="1073150" y="2349500"/>
          <p14:tracePt t="497155" x="1035050" y="2381250"/>
          <p14:tracePt t="497171" x="1022350" y="2387600"/>
          <p14:tracePt t="497188" x="1009650" y="2393950"/>
          <p14:tracePt t="497221" x="1016000" y="2393950"/>
          <p14:tracePt t="497237" x="1028700" y="2387600"/>
          <p14:tracePt t="497254" x="1060450" y="2374900"/>
          <p14:tracePt t="497271" x="1111250" y="2349500"/>
          <p14:tracePt t="497287" x="1130300" y="2330450"/>
          <p14:tracePt t="497304" x="1174750" y="2311400"/>
          <p14:tracePt t="497321" x="1314450" y="2203450"/>
          <p14:tracePt t="497337" x="1358900" y="2165350"/>
          <p14:tracePt t="497354" x="1403350" y="2127250"/>
          <p14:tracePt t="497370" x="1473200" y="2070100"/>
          <p14:tracePt t="497387" x="1511300" y="2025650"/>
          <p14:tracePt t="497404" x="1530350" y="2012950"/>
          <p14:tracePt t="497420" x="1555750" y="1981200"/>
          <p14:tracePt t="497437" x="1593850" y="1949450"/>
          <p14:tracePt t="497454" x="1651000" y="1905000"/>
          <p14:tracePt t="497470" x="1682750" y="1879600"/>
          <p14:tracePt t="497487" x="1778000" y="1835150"/>
          <p14:tracePt t="497503" x="1917700" y="1739900"/>
          <p14:tracePt t="497520" x="2000250" y="1682750"/>
          <p14:tracePt t="497537" x="2165350" y="1543050"/>
          <p14:tracePt t="497553" x="2324100" y="1409700"/>
          <p14:tracePt t="497570" x="2393950" y="1352550"/>
          <p14:tracePt t="497587" x="2495550" y="1276350"/>
          <p14:tracePt t="497604" x="2565400" y="1225550"/>
          <p14:tracePt t="497620" x="2584450" y="1212850"/>
          <p14:tracePt t="497636" x="2628900" y="1187450"/>
          <p14:tracePt t="497653" x="2635250" y="1187450"/>
          <p14:tracePt t="497670" x="2635250" y="1181100"/>
          <p14:tracePt t="497686" x="2641600" y="1174750"/>
          <p14:tracePt t="497726" x="2647950" y="1174750"/>
          <p14:tracePt t="497783" x="2647950" y="1181100"/>
          <p14:tracePt t="497826" x="2641600" y="1181100"/>
          <p14:tracePt t="497846" x="2641600" y="1187450"/>
          <p14:tracePt t="497853" x="2635250" y="1193800"/>
          <p14:tracePt t="497868" x="2622550" y="1200150"/>
          <p14:tracePt t="497874" x="2609850" y="1212850"/>
          <p14:tracePt t="497885" x="2584450" y="1238250"/>
          <p14:tracePt t="497902" x="2552700" y="1270000"/>
          <p14:tracePt t="497919" x="2457450" y="1377950"/>
          <p14:tracePt t="497936" x="2381250" y="1447800"/>
          <p14:tracePt t="497952" x="2108200" y="1714500"/>
          <p14:tracePt t="497968" x="2000250" y="1803400"/>
          <p14:tracePt t="497985" x="1879600" y="1905000"/>
          <p14:tracePt t="498002" x="1689100" y="2076450"/>
          <p14:tracePt t="498018" x="1511300" y="2209800"/>
          <p14:tracePt t="498035" x="1454150" y="2260600"/>
          <p14:tracePt t="498051" x="1358900" y="2330450"/>
          <p14:tracePt t="498067" x="1314450" y="2368550"/>
          <p14:tracePt t="498085" x="1301750" y="2374900"/>
          <p14:tracePt t="498101" x="1295400" y="2381250"/>
          <p14:tracePt t="498211" x="1295400" y="2387600"/>
          <p14:tracePt t="498225" x="1295400" y="2400300"/>
          <p14:tracePt t="498232" x="1295400" y="2406650"/>
          <p14:tracePt t="498246" x="1295400" y="2419350"/>
          <p14:tracePt t="498254" x="1301750" y="2432050"/>
          <p14:tracePt t="498269" x="1301750" y="2451100"/>
          <p14:tracePt t="498284" x="1320800" y="2470150"/>
          <p14:tracePt t="498300" x="1339850" y="2533650"/>
          <p14:tracePt t="498317" x="1365250" y="2590800"/>
          <p14:tracePt t="498334" x="1377950" y="2616200"/>
          <p14:tracePt t="498350" x="1422400" y="2641600"/>
          <p14:tracePt t="498367" x="1454150" y="2647950"/>
          <p14:tracePt t="498384" x="1473200" y="2641600"/>
          <p14:tracePt t="498401" x="1498600" y="2616200"/>
          <p14:tracePt t="498417" x="1498600" y="2578100"/>
          <p14:tracePt t="498433" x="1498600" y="2552700"/>
          <p14:tracePt t="498450" x="1479550" y="2501900"/>
          <p14:tracePt t="498466" x="1460500" y="2444750"/>
          <p14:tracePt t="498483" x="1441450" y="2400300"/>
          <p14:tracePt t="498500" x="1409700" y="2324100"/>
          <p14:tracePt t="498516" x="1384300" y="2266950"/>
          <p14:tracePt t="498534" x="1377950" y="2241550"/>
          <p14:tracePt t="498549" x="1371600" y="2216150"/>
          <p14:tracePt t="498566" x="1365250" y="2216150"/>
          <p14:tracePt t="498583" x="1358900" y="2209800"/>
          <p14:tracePt t="498616" x="1346200" y="2222500"/>
          <p14:tracePt t="498633" x="1339850" y="2228850"/>
          <p14:tracePt t="498649" x="1327150" y="2247900"/>
          <p14:tracePt t="498666" x="1327150" y="2260600"/>
          <p14:tracePt t="498683" x="1314450" y="2273300"/>
          <p14:tracePt t="498699" x="1295400" y="2286000"/>
          <p14:tracePt t="498717" x="1276350" y="2324100"/>
          <p14:tracePt t="498733" x="1270000" y="2336800"/>
          <p14:tracePt t="498749" x="1231900" y="2387600"/>
          <p14:tracePt t="498766" x="1193800" y="2444750"/>
          <p14:tracePt t="498782" x="1168400" y="2476500"/>
          <p14:tracePt t="498799" x="1123950" y="2520950"/>
          <p14:tracePt t="498816" x="1104900" y="2540000"/>
          <p14:tracePt t="498832" x="1098550" y="2540000"/>
          <p14:tracePt t="498865" x="1117600" y="2527300"/>
          <p14:tracePt t="498882" x="1130300" y="2514600"/>
          <p14:tracePt t="498899" x="1187450" y="2476500"/>
          <p14:tracePt t="498915" x="1231900" y="2438400"/>
          <p14:tracePt t="498931" x="1346200" y="2362200"/>
          <p14:tracePt t="498948" x="1485900" y="2273300"/>
          <p14:tracePt t="498965" x="1555750" y="2222500"/>
          <p14:tracePt t="498981" x="1657350" y="2146300"/>
          <p14:tracePt t="498998" x="1701800" y="2108200"/>
          <p14:tracePt t="499014" x="1720850" y="2101850"/>
          <p14:tracePt t="499031" x="1720850" y="2095500"/>
          <p14:tracePt t="499048" x="1720850" y="2089150"/>
          <p14:tracePt t="499064" x="1714500" y="2089150"/>
          <p14:tracePt t="499081" x="1676400" y="2095500"/>
          <p14:tracePt t="499098" x="1619250" y="2127250"/>
          <p14:tracePt t="499114" x="1574800" y="2152650"/>
          <p14:tracePt t="499118" x="1530350" y="2184400"/>
          <p14:tracePt t="499134" x="1473200" y="2209800"/>
          <p14:tracePt t="499147" x="1371600" y="2286000"/>
          <p14:tracePt t="499164" x="1314450" y="2311400"/>
          <p14:tracePt t="499181" x="1225550" y="2374900"/>
          <p14:tracePt t="499197" x="1168400" y="2419350"/>
          <p14:tracePt t="499214" x="1149350" y="2432050"/>
          <p14:tracePt t="499230" x="1130300" y="2444750"/>
          <p14:tracePt t="499247" x="1123950" y="2444750"/>
          <p14:tracePt t="499447" x="1123950" y="2451100"/>
          <p14:tracePt t="499461" x="1117600" y="2463800"/>
          <p14:tracePt t="499468" x="1111250" y="2495550"/>
          <p14:tracePt t="499483" x="1092200" y="2527300"/>
          <p14:tracePt t="499496" x="1060450" y="2590800"/>
          <p14:tracePt t="499513" x="1047750" y="2635250"/>
          <p14:tracePt t="499530" x="1022350" y="2654300"/>
          <p14:tracePt t="499546" x="990600" y="2698750"/>
          <p14:tracePt t="499563" x="971550" y="2717800"/>
          <p14:tracePt t="499580" x="971550" y="2711450"/>
          <p14:tracePt t="499596" x="971550" y="2698750"/>
          <p14:tracePt t="499612" x="958850" y="2641600"/>
          <p14:tracePt t="499629" x="958850" y="2559050"/>
          <p14:tracePt t="499646" x="952500" y="2508250"/>
          <p14:tracePt t="499662" x="927100" y="2425700"/>
          <p14:tracePt t="499679" x="914400" y="2381250"/>
          <p14:tracePt t="499695" x="908050" y="2362200"/>
          <p14:tracePt t="499713" x="901700" y="2343150"/>
          <p14:tracePt t="499729" x="895350" y="2336800"/>
          <p14:tracePt t="499745" x="895350" y="2330450"/>
          <p14:tracePt t="499825" x="889000" y="2336800"/>
          <p14:tracePt t="499846" x="889000" y="2343150"/>
          <p14:tracePt t="499881" x="889000" y="2349500"/>
          <p14:tracePt t="499986" x="889000" y="2355850"/>
          <p14:tracePt t="500001" x="889000" y="2362200"/>
          <p14:tracePt t="500008" x="889000" y="2368550"/>
          <p14:tracePt t="500022" x="889000" y="2374900"/>
          <p14:tracePt t="500030" x="895350" y="2387600"/>
          <p14:tracePt t="500044" x="895350" y="2400300"/>
          <p14:tracePt t="500061" x="914400" y="2451100"/>
          <p14:tracePt t="500078" x="952500" y="2546350"/>
          <p14:tracePt t="500094" x="977900" y="2616200"/>
          <p14:tracePt t="500111" x="1047750" y="2774950"/>
          <p14:tracePt t="500128" x="1130300" y="2952750"/>
          <p14:tracePt t="500144" x="1174750" y="3041650"/>
          <p14:tracePt t="500161" x="1212850" y="3124200"/>
          <p14:tracePt t="500177" x="1339850" y="3333750"/>
          <p14:tracePt t="500193" x="1377950" y="3378200"/>
          <p14:tracePt t="500211" x="1416050" y="3422650"/>
          <p14:tracePt t="500227" x="1473200" y="3479800"/>
          <p14:tracePt t="500243" x="1504950" y="3505200"/>
          <p14:tracePt t="500261" x="1543050" y="3536950"/>
          <p14:tracePt t="500277" x="1555750" y="3543300"/>
          <p14:tracePt t="500293" x="1574800" y="3556000"/>
          <p14:tracePt t="500310" x="1593850" y="3562350"/>
          <p14:tracePt t="500343" x="1606550" y="3562350"/>
          <p14:tracePt t="500360" x="1619250" y="3568700"/>
          <p14:tracePt t="500377" x="1625600" y="3575050"/>
          <p14:tracePt t="500393" x="1631950" y="3575050"/>
          <p14:tracePt t="500410" x="1638300" y="3575050"/>
          <p14:tracePt t="500429" x="1644650" y="3575050"/>
          <p14:tracePt t="500450" x="1657350" y="3575050"/>
          <p14:tracePt t="500471" x="1663700" y="3575050"/>
          <p14:tracePt t="500479" x="1670050" y="3575050"/>
          <p14:tracePt t="500513" x="1682750" y="3575050"/>
          <p14:tracePt t="500520" x="1689100" y="3575050"/>
          <p14:tracePt t="500534" x="1701800" y="3568700"/>
          <p14:tracePt t="500543" x="1720850" y="3562350"/>
          <p14:tracePt t="500559" x="1746250" y="3549650"/>
          <p14:tracePt t="500576" x="1797050" y="3517900"/>
          <p14:tracePt t="500593" x="1866900" y="3460750"/>
          <p14:tracePt t="500609" x="1885950" y="3429000"/>
          <p14:tracePt t="500612" x="1905000" y="3384550"/>
          <p14:tracePt t="500626" x="1924050" y="3340100"/>
          <p14:tracePt t="500642" x="1930400" y="3244850"/>
          <p14:tracePt t="500659" x="1930400" y="3206750"/>
          <p14:tracePt t="500676" x="1924050" y="3124200"/>
          <p14:tracePt t="500692" x="1905000" y="3041650"/>
          <p14:tracePt t="500709" x="1898650" y="3003550"/>
          <p14:tracePt t="500725" x="1885950" y="2946400"/>
          <p14:tracePt t="500742" x="1885950" y="2921000"/>
          <p14:tracePt t="500759" x="1879600" y="2895600"/>
          <p14:tracePt t="500776" x="1879600" y="2889250"/>
          <p14:tracePt t="500821" x="1873250" y="2889250"/>
          <p14:tracePt t="500920" x="1860550" y="2889250"/>
          <p14:tracePt t="500942" x="1854200" y="2895600"/>
          <p14:tracePt t="500955" x="1847850" y="2895600"/>
          <p14:tracePt t="500962" x="1841500" y="2901950"/>
          <p14:tracePt t="500976" x="1835150" y="2908300"/>
          <p14:tracePt t="500991" x="1822450" y="2940050"/>
          <p14:tracePt t="501007" x="1809750" y="2965450"/>
          <p14:tracePt t="501026" x="1778000" y="3048000"/>
          <p14:tracePt t="501041" x="1720850" y="3175000"/>
          <p14:tracePt t="501058" x="1689100" y="3251200"/>
          <p14:tracePt t="501075" x="1657350" y="3333750"/>
          <p14:tracePt t="501091" x="1600200" y="3479800"/>
          <p14:tracePt t="501107" x="1555750" y="3594100"/>
          <p14:tracePt t="501110" x="1536700" y="3625850"/>
          <p14:tracePt t="501126" x="1530350" y="3644900"/>
          <p14:tracePt t="501141" x="1524000" y="3657600"/>
          <p14:tracePt t="501157" x="1511300" y="3670300"/>
          <p14:tracePt t="501174" x="1504950" y="3670300"/>
          <p14:tracePt t="501190" x="1498600" y="3670300"/>
          <p14:tracePt t="501208" x="1492250" y="3670300"/>
          <p14:tracePt t="501223" x="1479550" y="3670300"/>
          <p14:tracePt t="501257" x="1473200" y="3670300"/>
          <p14:tracePt t="501313" x="1485900" y="3670300"/>
          <p14:tracePt t="501334" x="1498600" y="3670300"/>
          <p14:tracePt t="501341" x="1504950" y="3670300"/>
          <p14:tracePt t="501356" x="1524000" y="3670300"/>
          <p14:tracePt t="501363" x="1536700" y="3670300"/>
          <p14:tracePt t="501377" x="1562100" y="3670300"/>
          <p14:tracePt t="501390" x="1625600" y="3657600"/>
          <p14:tracePt t="501407" x="1651000" y="3657600"/>
          <p14:tracePt t="501423" x="1689100" y="3651250"/>
          <p14:tracePt t="501440" x="1752600" y="3625850"/>
          <p14:tracePt t="501456" x="1790700" y="3606800"/>
          <p14:tracePt t="501473" x="1809750" y="3600450"/>
          <p14:tracePt t="501489" x="1828800" y="3581400"/>
          <p14:tracePt t="501506" x="1828800" y="3575050"/>
          <p14:tracePt t="501523" x="1835150" y="3568700"/>
          <p14:tracePt t="501539" x="1847850" y="3562350"/>
          <p14:tracePt t="501556" x="1866900" y="3536950"/>
          <p14:tracePt t="501573" x="1898650" y="3479800"/>
          <p14:tracePt t="501589" x="1930400" y="3448050"/>
          <p14:tracePt t="501605" x="2000250" y="3321050"/>
          <p14:tracePt t="501623" x="2089150" y="3162300"/>
          <p14:tracePt t="501639" x="2133600" y="3067050"/>
          <p14:tracePt t="501655" x="2171700" y="2959100"/>
          <p14:tracePt t="501672" x="2266950" y="2686050"/>
          <p14:tracePt t="501689" x="2286000" y="2616200"/>
          <p14:tracePt t="501706" x="2292350" y="2578100"/>
          <p14:tracePt t="501722" x="2292350" y="2527300"/>
          <p14:tracePt t="501738" x="2292350" y="2514600"/>
          <p14:tracePt t="501825" x="2298700" y="2514600"/>
          <p14:tracePt t="501833" x="2305050" y="2514600"/>
          <p14:tracePt t="501847" x="2311400" y="2514600"/>
          <p14:tracePt t="501855" x="2317750" y="2520950"/>
          <p14:tracePt t="501871" x="2324100" y="2527300"/>
          <p14:tracePt t="501888" x="2362200" y="2540000"/>
          <p14:tracePt t="501905" x="2419350" y="2571750"/>
          <p14:tracePt t="501921" x="2463800" y="2590800"/>
          <p14:tracePt t="501938" x="2508250" y="2609850"/>
          <p14:tracePt t="501954" x="2635250" y="2647950"/>
          <p14:tracePt t="501970" x="2679700" y="2660650"/>
          <p14:tracePt t="501988" x="2749550" y="2667000"/>
          <p14:tracePt t="502004" x="2787650" y="2673350"/>
          <p14:tracePt t="502021" x="2832100" y="2673350"/>
          <p14:tracePt t="502037" x="2882900" y="2673350"/>
          <p14:tracePt t="502054" x="2914650" y="2673350"/>
          <p14:tracePt t="502071" x="2952750" y="2673350"/>
          <p14:tracePt t="502087" x="2984500" y="2673350"/>
          <p14:tracePt t="502104" x="2997200" y="2673350"/>
          <p14:tracePt t="502121" x="3003550" y="2673350"/>
          <p14:tracePt t="502137" x="3009900" y="2673350"/>
          <p14:tracePt t="502205" x="3003550" y="2673350"/>
          <p14:tracePt t="502219" x="2990850" y="2673350"/>
          <p14:tracePt t="502226" x="2978150" y="2673350"/>
          <p14:tracePt t="502237" x="2971800" y="2673350"/>
          <p14:tracePt t="502254" x="2921000" y="2679700"/>
          <p14:tracePt t="502270" x="2863850" y="2692400"/>
          <p14:tracePt t="502286" x="2813050" y="2698750"/>
          <p14:tracePt t="502304" x="2565400" y="2755900"/>
          <p14:tracePt t="502320" x="2457450" y="2787650"/>
          <p14:tracePt t="502336" x="2355850" y="2832100"/>
          <p14:tracePt t="502353" x="2133600" y="2927350"/>
          <p14:tracePt t="502370" x="1917700" y="3035300"/>
          <p14:tracePt t="502387" x="1854200" y="3073400"/>
          <p14:tracePt t="502403" x="1714500" y="3149600"/>
          <p14:tracePt t="502419" x="1657350" y="3181350"/>
          <p14:tracePt t="502436" x="1644650" y="3187700"/>
          <p14:tracePt t="502452" x="1638300" y="3194050"/>
          <p14:tracePt t="502549" x="1644650" y="3194050"/>
          <p14:tracePt t="502577" x="1651000" y="3187700"/>
          <p14:tracePt t="502604" x="1651000" y="3194050"/>
          <p14:tracePt t="502619" x="1651000" y="3200400"/>
          <p14:tracePt t="502626" x="1651000" y="3206750"/>
          <p14:tracePt t="502640" x="1644650" y="3225800"/>
          <p14:tracePt t="502651" x="1638300" y="3251200"/>
          <p14:tracePt t="502669" x="1606550" y="3352800"/>
          <p14:tracePt t="502685" x="1562100" y="3422650"/>
          <p14:tracePt t="502702" x="1473200" y="3581400"/>
          <p14:tracePt t="502718" x="1358900" y="3746500"/>
          <p14:tracePt t="502735" x="1301750" y="3816350"/>
          <p14:tracePt t="502752" x="1212850" y="3937000"/>
          <p14:tracePt t="502768" x="1143000" y="3987800"/>
          <p14:tracePt t="502785" x="1117600" y="4000500"/>
          <p14:tracePt t="502802" x="1079500" y="4006850"/>
          <p14:tracePt t="502818" x="1054100" y="4006850"/>
          <p14:tracePt t="502835" x="1041400" y="4006850"/>
          <p14:tracePt t="502851" x="1016000" y="4000500"/>
          <p14:tracePt t="502868" x="990600" y="3987800"/>
          <p14:tracePt t="502886" x="958850" y="3987800"/>
          <p14:tracePt t="502901" x="946150" y="3987800"/>
          <p14:tracePt t="502917" x="914400" y="3981450"/>
          <p14:tracePt t="502936" x="882650" y="3981450"/>
          <p14:tracePt t="502951" x="869950" y="3981450"/>
          <p14:tracePt t="502968" x="857250" y="3981450"/>
          <p14:tracePt t="502984" x="825500" y="3981450"/>
          <p14:tracePt t="503001" x="787400" y="4000500"/>
          <p14:tracePt t="503019" x="755650" y="4019550"/>
          <p14:tracePt t="503035" x="742950" y="4032250"/>
          <p14:tracePt t="503051" x="723900" y="4044950"/>
          <p14:tracePt t="503068" x="711200" y="4051300"/>
          <p14:tracePt t="503187" x="711200" y="4057650"/>
          <p14:tracePt t="503271" x="717550" y="4064000"/>
          <p14:tracePt t="503306" x="723900" y="4064000"/>
          <p14:tracePt t="503820" x="723900" y="4083050"/>
          <p14:tracePt t="503827" x="723900" y="4108450"/>
          <p14:tracePt t="503841" x="723900" y="4140200"/>
          <p14:tracePt t="503850" x="730250" y="4159250"/>
          <p14:tracePt t="503864" x="736600" y="4191000"/>
          <p14:tracePt t="503881" x="749300" y="4248150"/>
          <p14:tracePt t="503898" x="793750" y="4337050"/>
          <p14:tracePt t="503914" x="825500" y="4400550"/>
          <p14:tracePt t="503932" x="895350" y="4540250"/>
          <p14:tracePt t="503948" x="946150" y="4622800"/>
          <p14:tracePt t="503964" x="1079500" y="4787900"/>
          <p14:tracePt t="503981" x="1225550" y="4965700"/>
          <p14:tracePt t="503997" x="1289050" y="5048250"/>
          <p14:tracePt t="504014" x="1377950" y="5200650"/>
          <p14:tracePt t="504031" x="1435100" y="5314950"/>
          <p14:tracePt t="504048" x="1441450" y="5353050"/>
          <p14:tracePt t="504064" x="1454150" y="5435600"/>
          <p14:tracePt t="504080" x="1447800" y="5505450"/>
          <p14:tracePt t="504097" x="1441450" y="5530850"/>
          <p14:tracePt t="504114" x="1435100" y="5613400"/>
          <p14:tracePt t="504130" x="1428750" y="5753100"/>
          <p14:tracePt t="504147" x="1428750" y="5829300"/>
          <p14:tracePt t="504164" x="1428750" y="5988050"/>
          <p14:tracePt t="504180" x="1409700" y="6140450"/>
          <p14:tracePt t="504197" x="1409700" y="6203950"/>
          <p14:tracePt t="504214" x="1409700" y="6330950"/>
          <p14:tracePt t="504230" x="1409700" y="6394450"/>
          <p14:tracePt t="504246" x="1409700" y="6502400"/>
          <p14:tracePt t="504458" x="1593850" y="6489700"/>
          <p14:tracePt t="504472" x="1612900" y="6477000"/>
          <p14:tracePt t="504482" x="1625600" y="6470650"/>
          <p14:tracePt t="504495" x="1651000" y="6464300"/>
          <p14:tracePt t="504513" x="1670050" y="6457950"/>
          <p14:tracePt t="504529" x="1714500" y="6426200"/>
          <p14:tracePt t="504546" x="1739900" y="6413500"/>
          <p14:tracePt t="504562" x="1752600" y="6407150"/>
          <p14:tracePt t="504579" x="1778000" y="6394450"/>
          <p14:tracePt t="504596" x="1784350" y="6388100"/>
          <p14:tracePt t="504613" x="1790700" y="6381750"/>
          <p14:tracePt t="504628" x="1797050" y="6375400"/>
          <p14:tracePt t="504645" x="1803400" y="6369050"/>
          <p14:tracePt t="504662" x="1809750" y="6356350"/>
          <p14:tracePt t="504678" x="1816100" y="6350000"/>
          <p14:tracePt t="504695" x="1822450" y="6337300"/>
          <p14:tracePt t="504712" x="1828800" y="6330950"/>
          <p14:tracePt t="504728" x="1828800" y="6324600"/>
          <p14:tracePt t="504746" x="1835150" y="6305550"/>
          <p14:tracePt t="504761" x="1835150" y="6292850"/>
          <p14:tracePt t="504795" x="1835150" y="6280150"/>
          <p14:tracePt t="504811" x="1835150" y="6273800"/>
          <p14:tracePt t="504879" x="1835150" y="6267450"/>
          <p14:tracePt t="504901" x="1835150" y="6261100"/>
          <p14:tracePt t="504935" x="1841500" y="6254750"/>
          <p14:tracePt t="504950" x="1841500" y="6248400"/>
          <p14:tracePt t="504971" x="1841500" y="6235700"/>
          <p14:tracePt t="504985" x="1841500" y="6223000"/>
          <p14:tracePt t="504992" x="1847850" y="6210300"/>
          <p14:tracePt t="505006" x="1847850" y="6191250"/>
          <p14:tracePt t="505013" x="1854200" y="6159500"/>
          <p14:tracePt t="505027" x="1854200" y="6096000"/>
          <p14:tracePt t="505044" x="1879600" y="5918200"/>
          <p14:tracePt t="505060" x="1885950" y="5791200"/>
          <p14:tracePt t="505078" x="1911350" y="5391150"/>
          <p14:tracePt t="505093" x="1930400" y="4838700"/>
          <p14:tracePt t="505112" x="1943100" y="4216400"/>
          <p14:tracePt t="505127" x="1930400" y="3873500"/>
          <p14:tracePt t="505143" x="1898650" y="3556000"/>
          <p14:tracePt t="505160" x="1758950" y="2654300"/>
          <p14:tracePt t="505177" x="1714500" y="2381250"/>
          <p14:tracePt t="505193" x="1676400" y="2178050"/>
          <p14:tracePt t="505196" x="1619250" y="1968500"/>
          <p14:tracePt t="505210" x="1581150" y="1816100"/>
          <p14:tracePt t="505226" x="1543050" y="1587500"/>
          <p14:tracePt t="505243" x="1524000" y="1517650"/>
          <p14:tracePt t="505259" x="1504950" y="1435100"/>
          <p14:tracePt t="505276" x="1498600" y="1409700"/>
          <p14:tracePt t="505293" x="1498600" y="1403350"/>
          <p14:tracePt t="505326" x="1498600" y="1377950"/>
          <p14:tracePt t="505343" x="1498600" y="1352550"/>
          <p14:tracePt t="505359" x="1498600" y="1339850"/>
          <p14:tracePt t="505376" x="1504950" y="1320800"/>
          <p14:tracePt t="505393" x="1504950" y="1308100"/>
          <p14:tracePt t="505409" x="1504950" y="1295400"/>
          <p14:tracePt t="505426" x="1504950" y="1289050"/>
          <p14:tracePt t="505442" x="1504950" y="1263650"/>
          <p14:tracePt t="505459" x="1504950" y="1257300"/>
          <p14:tracePt t="505477" x="1511300" y="1238250"/>
          <p14:tracePt t="505492" x="1511300" y="1231900"/>
          <p14:tracePt t="505509" x="1511300" y="1219200"/>
          <p14:tracePt t="505525" x="1517650" y="1212850"/>
          <p14:tracePt t="505870" x="1517650" y="1257300"/>
          <p14:tracePt t="505877" x="1517650" y="1358900"/>
          <p14:tracePt t="505891" x="1517650" y="1460500"/>
          <p14:tracePt t="505907" x="1555750" y="1676400"/>
          <p14:tracePt t="505924" x="1581150" y="1809750"/>
          <p14:tracePt t="505940" x="1631950" y="2082800"/>
          <p14:tracePt t="505957" x="1689100" y="2324100"/>
          <p14:tracePt t="505974" x="1720850" y="2419350"/>
          <p14:tracePt t="505990" x="1771650" y="2578100"/>
          <p14:tracePt t="506007" x="1803400" y="2698750"/>
          <p14:tracePt t="506025" x="1828800" y="2768600"/>
          <p14:tracePt t="506040" x="1841500" y="2794000"/>
          <p14:tracePt t="506057" x="1841500" y="2806700"/>
          <p14:tracePt t="506074" x="1841500" y="2819400"/>
          <p14:tracePt t="506143" x="1841500" y="2832100"/>
          <p14:tracePt t="506157" x="1841500" y="2838450"/>
          <p14:tracePt t="506164" x="1841500" y="2857500"/>
          <p14:tracePt t="506178" x="1854200" y="2876550"/>
          <p14:tracePt t="506190" x="1854200" y="2908300"/>
          <p14:tracePt t="506207" x="1866900" y="2952750"/>
          <p14:tracePt t="506223" x="1866900" y="2984500"/>
          <p14:tracePt t="506240" x="1879600" y="3028950"/>
          <p14:tracePt t="506256" x="1898650" y="3060700"/>
          <p14:tracePt t="506273" x="1898650" y="3067050"/>
          <p14:tracePt t="506290" x="1911350" y="3086100"/>
          <p14:tracePt t="506306" x="1924050" y="3086100"/>
          <p14:tracePt t="506340" x="1930400" y="3098800"/>
          <p14:tracePt t="506356" x="1943100" y="3117850"/>
          <p14:tracePt t="506372" x="1949450" y="3130550"/>
          <p14:tracePt t="506389" x="1974850" y="3162300"/>
          <p14:tracePt t="506406" x="2108200" y="3321050"/>
          <p14:tracePt t="506422" x="2197100" y="3416300"/>
          <p14:tracePt t="506439" x="2489200" y="3727450"/>
          <p14:tracePt t="506455" x="2692400" y="3949700"/>
          <p14:tracePt t="506472" x="3149600" y="4419600"/>
          <p14:tracePt t="506489" x="3663950" y="4870450"/>
          <p14:tracePt t="506505" x="3905250" y="5060950"/>
          <p14:tracePt t="506522" x="4419600" y="5346700"/>
          <p14:tracePt t="506538" x="4514850" y="5378450"/>
          <p14:tracePt t="506555" x="4552950" y="5378450"/>
          <p14:tracePt t="506960" x="4584700" y="5384800"/>
          <p14:tracePt t="506967" x="4616450" y="5403850"/>
          <p14:tracePt t="506981" x="4648200" y="5416550"/>
          <p14:tracePt t="506989" x="4705350" y="5435600"/>
          <p14:tracePt t="507003" x="4762500" y="5454650"/>
          <p14:tracePt t="507020" x="4927600" y="5492750"/>
          <p14:tracePt t="507037" x="5226050" y="5562600"/>
          <p14:tracePt t="507053" x="5397500" y="5588000"/>
          <p14:tracePt t="507070" x="5861050" y="5721350"/>
          <p14:tracePt t="507087" x="6457950" y="5899150"/>
          <p14:tracePt t="507103" x="6750050" y="5994400"/>
          <p14:tracePt t="507120" x="7004050" y="6070600"/>
          <p14:tracePt t="507137" x="7639050" y="6210300"/>
          <p14:tracePt t="507153" x="7778750" y="6216650"/>
          <p14:tracePt t="507171" x="7969250" y="6242050"/>
          <p14:tracePt t="507186" x="8039100" y="6248400"/>
          <p14:tracePt t="507203" x="8096250" y="6254750"/>
          <p14:tracePt t="507220" x="8147050" y="6261100"/>
          <p14:tracePt t="507237" x="8166100" y="6261100"/>
          <p14:tracePt t="507253" x="8210550" y="6254750"/>
          <p14:tracePt t="507269" x="8267700" y="6248400"/>
          <p14:tracePt t="507286" x="8293100" y="6248400"/>
          <p14:tracePt t="507303" x="8362950" y="6242050"/>
          <p14:tracePt t="507319" x="8420100" y="6242050"/>
          <p14:tracePt t="507336" x="8451850" y="6242050"/>
          <p14:tracePt t="507353" x="8502650" y="6254750"/>
          <p14:tracePt t="507369" x="8559800" y="6261100"/>
          <p14:tracePt t="507386" x="8597900" y="6273800"/>
          <p14:tracePt t="507402" x="8680450" y="6280150"/>
          <p14:tracePt t="507419" x="8750300" y="6286500"/>
          <p14:tracePt t="507435" x="8788400" y="6286500"/>
          <p14:tracePt t="507452" x="8839200" y="6286500"/>
          <p14:tracePt t="507469" x="8851900" y="6286500"/>
          <p14:tracePt t="507486" x="8870950" y="6286500"/>
          <p14:tracePt t="507502" x="8877300" y="6286500"/>
          <p14:tracePt t="507535" x="8864600" y="6286500"/>
          <p14:tracePt t="507552" x="8820150" y="6280150"/>
          <p14:tracePt t="507568" x="8769350" y="6261100"/>
          <p14:tracePt t="507585" x="8623300" y="6229350"/>
          <p14:tracePt t="507601" x="8388350" y="6165850"/>
          <p14:tracePt t="507618" x="8261350" y="6146800"/>
          <p14:tracePt t="507635" x="7924800" y="6076950"/>
          <p14:tracePt t="507651" x="7620000" y="6051550"/>
          <p14:tracePt t="507669" x="7378700" y="6038850"/>
          <p14:tracePt t="507685" x="7277100" y="6045200"/>
          <p14:tracePt t="507701" x="7156450" y="6064250"/>
          <p14:tracePt t="507718" x="7118350" y="6064250"/>
          <p14:tracePt t="507734" x="7112000" y="6064250"/>
          <p14:tracePt t="507754" x="7105650" y="6064250"/>
          <p14:tracePt t="507963" x="7112000" y="6064250"/>
          <p14:tracePt t="507970" x="7131050" y="6064250"/>
          <p14:tracePt t="507984" x="7162800" y="6064250"/>
          <p14:tracePt t="508000" x="7264400" y="6064250"/>
          <p14:tracePt t="508017" x="7327900" y="6064250"/>
          <p14:tracePt t="508034" x="7486650" y="6038850"/>
          <p14:tracePt t="508050" x="7626350" y="6019800"/>
          <p14:tracePt t="508066" x="7670800" y="6013450"/>
          <p14:tracePt t="508083" x="7740650" y="6000750"/>
          <p14:tracePt t="508100" x="7759700" y="5994400"/>
          <p14:tracePt t="508117" x="7778750" y="5988050"/>
          <p14:tracePt t="508133" x="7785100" y="5962650"/>
          <p14:tracePt t="508150" x="7785100" y="5911850"/>
          <p14:tracePt t="508167" x="7785100" y="5880100"/>
          <p14:tracePt t="510726" x="7759700" y="5880100"/>
          <p14:tracePt t="510740" x="7734300" y="5899150"/>
          <p14:tracePt t="510747" x="7677150" y="5911850"/>
          <p14:tracePt t="510757" x="7620000" y="5930900"/>
          <p14:tracePt t="510775" x="7499350" y="5969000"/>
          <p14:tracePt t="510791" x="7429500" y="6007100"/>
          <p14:tracePt t="510807" x="7340600" y="6038850"/>
          <p14:tracePt t="510824" x="6997700" y="6159500"/>
          <p14:tracePt t="510841" x="6838950" y="6203950"/>
          <p14:tracePt t="510857" x="6711950" y="6235700"/>
          <p14:tracePt t="510873" x="6381750" y="6337300"/>
          <p14:tracePt t="510890" x="6013450" y="6438900"/>
          <p14:tracePt t="510907" x="5829300" y="6496050"/>
          <p14:tracePt t="510923" x="5568950" y="6578600"/>
          <p14:tracePt t="510940" x="5289550" y="6686550"/>
          <p14:tracePt t="510957" x="5067300" y="6781800"/>
          <p14:tracePt t="510973" x="4997450" y="6819900"/>
          <p14:tracePt t="510990" x="4870450" y="6851650"/>
          <p14:tracePt t="511007" x="4743450" y="6851650"/>
          <p14:tracePt t="511023" x="4718050" y="6851650"/>
          <p14:tracePt t="511040" x="4711700" y="6851650"/>
          <p14:tracePt t="511538" x="4711700" y="6838950"/>
          <p14:tracePt t="511545" x="4711700" y="6819900"/>
          <p14:tracePt t="511559" x="4711700" y="6800850"/>
          <p14:tracePt t="511571" x="4705350" y="6781800"/>
          <p14:tracePt t="511588" x="4699000" y="6731000"/>
          <p14:tracePt t="511604" x="4699000" y="6711950"/>
          <p14:tracePt t="511621" x="4699000" y="6667500"/>
          <p14:tracePt t="511638" x="4699000" y="6629400"/>
          <p14:tracePt t="511654" x="4699000" y="6610350"/>
          <p14:tracePt t="511671" x="4705350" y="6565900"/>
          <p14:tracePt t="511687" x="4711700" y="6527800"/>
          <p14:tracePt t="511704" x="4711700" y="6515100"/>
          <p14:tracePt t="511721" x="4711700" y="6489700"/>
          <p14:tracePt t="511754" x="4711700" y="6477000"/>
          <p14:tracePt t="511787" x="4711700" y="6470650"/>
          <p14:tracePt t="511847" x="4724400" y="6470650"/>
          <p14:tracePt t="511896" x="4794250" y="6470650"/>
          <p14:tracePt t="511910" x="4819650" y="6470650"/>
          <p14:tracePt t="511917" x="4857750" y="6470650"/>
          <p14:tracePt t="511931" x="4914900" y="6470650"/>
          <p14:tracePt t="511940" x="4991100" y="6470650"/>
          <p14:tracePt t="511954" x="5067300" y="6470650"/>
          <p14:tracePt t="511970" x="5283200" y="6464300"/>
          <p14:tracePt t="511987" x="5391150" y="6464300"/>
          <p14:tracePt t="512004" x="5619750" y="6451600"/>
          <p14:tracePt t="512019" x="5727700" y="6438900"/>
          <p14:tracePt t="512037" x="5969000" y="6413500"/>
          <p14:tracePt t="512053" x="6019800" y="6413500"/>
          <p14:tracePt t="512069" x="6064250" y="6413500"/>
          <p14:tracePt t="512086" x="6102350" y="6407150"/>
          <p14:tracePt t="512103" x="6127750" y="6400800"/>
          <p14:tracePt t="512120" x="6140450" y="6400800"/>
          <p14:tracePt t="512136" x="6159500" y="6400800"/>
          <p14:tracePt t="512153" x="6178550" y="6400800"/>
          <p14:tracePt t="512170" x="6203950" y="6400800"/>
          <p14:tracePt t="512186" x="6216650" y="6400800"/>
          <p14:tracePt t="512202" x="6242050" y="6400800"/>
          <p14:tracePt t="512219" x="6286500" y="6400800"/>
          <p14:tracePt t="512235" x="6311900" y="6407150"/>
          <p14:tracePt t="512252" x="6362700" y="6413500"/>
          <p14:tracePt t="512269" x="6432550" y="6419850"/>
          <p14:tracePt t="512286" x="6470650" y="6419850"/>
          <p14:tracePt t="512303" x="6496050" y="6419850"/>
          <p14:tracePt t="512319" x="6642100" y="6413500"/>
          <p14:tracePt t="512335" x="6680200" y="6413500"/>
          <p14:tracePt t="512352" x="6788150" y="6419850"/>
          <p14:tracePt t="512368" x="6826250" y="6432550"/>
          <p14:tracePt t="512385" x="6883400" y="6438900"/>
          <p14:tracePt t="512402" x="6908800" y="6445250"/>
          <p14:tracePt t="512418" x="6921500" y="6445250"/>
          <p14:tracePt t="512436" x="6927850" y="6451600"/>
          <p14:tracePt t="512452" x="6934200" y="6451600"/>
          <p14:tracePt t="512513" x="6940550" y="6451600"/>
          <p14:tracePt t="513040" x="6934200" y="6451600"/>
          <p14:tracePt t="513054" x="6921500" y="6451600"/>
          <p14:tracePt t="513061" x="6896100" y="6451600"/>
          <p14:tracePt t="513075" x="6864350" y="6451600"/>
          <p14:tracePt t="513083" x="6826250" y="6451600"/>
          <p14:tracePt t="513099" x="6775450" y="6457950"/>
          <p14:tracePt t="513116" x="6604000" y="6489700"/>
          <p14:tracePt t="513132" x="6388100" y="6527800"/>
          <p14:tracePt t="513149" x="6254750" y="6559550"/>
          <p14:tracePt t="513166" x="5956300" y="6629400"/>
          <p14:tracePt t="513182" x="5575300" y="6724650"/>
          <p14:tracePt t="513199" x="5353050" y="6762750"/>
          <p14:tracePt t="513215" x="4933950" y="6851650"/>
          <p14:tracePt t="513232" x="4483100" y="6851650"/>
          <p14:tracePt t="513249" x="4260850" y="6851650"/>
          <p14:tracePt t="513265" x="3867150" y="6851650"/>
          <p14:tracePt t="513282" x="3733800" y="6851650"/>
          <p14:tracePt t="513299" x="3448050" y="6832600"/>
          <p14:tracePt t="513302" x="3289300" y="6832600"/>
          <p14:tracePt t="513315" x="3143250" y="6813550"/>
          <p14:tracePt t="513332" x="3016250" y="6788150"/>
          <p14:tracePt t="513349" x="2800350" y="6737350"/>
          <p14:tracePt t="513365" x="2603500" y="6673850"/>
          <p14:tracePt t="513381" x="2444750" y="6623050"/>
          <p14:tracePt t="513398" x="2387600" y="6610350"/>
          <p14:tracePt t="513845" x="2349500" y="6584950"/>
          <p14:tracePt t="513852" x="2298700" y="6546850"/>
          <p14:tracePt t="513866" x="2235200" y="6508750"/>
          <p14:tracePt t="513880" x="2178050" y="6477000"/>
          <p14:tracePt t="513896" x="2025650" y="6407150"/>
          <p14:tracePt t="513913" x="1968500" y="6381750"/>
          <p14:tracePt t="513930" x="1847850" y="6330950"/>
          <p14:tracePt t="513946" x="1727200" y="6318250"/>
          <p14:tracePt t="513963" x="1676400" y="6305550"/>
          <p14:tracePt t="513980" x="1593850" y="6305550"/>
          <p14:tracePt t="513996" x="1524000" y="6318250"/>
          <p14:tracePt t="514014" x="1454150" y="6324600"/>
          <p14:tracePt t="514029" x="1416050" y="6324600"/>
          <p14:tracePt t="514046" x="1377950" y="6330950"/>
          <p14:tracePt t="514063" x="1352550" y="6330950"/>
          <p14:tracePt t="514079" x="1346200" y="6330950"/>
          <p14:tracePt t="514133" x="1339850" y="6330950"/>
          <p14:tracePt t="514168" x="1333500" y="6330950"/>
          <p14:tracePt t="514182" x="1327150" y="6330950"/>
          <p14:tracePt t="514203" x="1320800" y="6330950"/>
          <p14:tracePt t="514217" x="1314450" y="6330950"/>
          <p14:tracePt t="514223" x="1301750" y="6337300"/>
          <p14:tracePt t="514238" x="1295400" y="6343650"/>
          <p14:tracePt t="514247" x="1276350" y="6350000"/>
          <p14:tracePt t="514263" x="1263650" y="6356350"/>
          <p14:tracePt t="514279" x="1225550" y="6369050"/>
          <p14:tracePt t="514295" x="1174750" y="6375400"/>
          <p14:tracePt t="514312" x="1149350" y="6381750"/>
          <p14:tracePt t="514316" x="1143000" y="6381750"/>
          <p14:tracePt t="514329" x="1123950" y="6388100"/>
          <p14:tracePt t="514345" x="1111250" y="6388100"/>
          <p14:tracePt t="514361" x="1104900" y="6388100"/>
          <p14:tracePt t="514395" x="1098550" y="6394450"/>
          <p14:tracePt t="514455" x="1098550" y="6400800"/>
          <p14:tracePt t="514568" x="1098550" y="6407150"/>
          <p14:tracePt t="514603" x="1098550" y="6413500"/>
          <p14:tracePt t="514624" x="1098550" y="6419850"/>
          <p14:tracePt t="514708" x="1104900" y="6419850"/>
          <p14:tracePt t="514736" x="1111250" y="6426200"/>
          <p14:tracePt t="514785" x="1117600" y="6432550"/>
          <p14:tracePt t="514813" x="1123950" y="6432550"/>
          <p14:tracePt t="514834" x="1136650" y="6432550"/>
          <p14:tracePt t="514856" x="1149350" y="6432550"/>
          <p14:tracePt t="514869" x="1155700" y="6432550"/>
          <p14:tracePt t="514878" x="1168400" y="6432550"/>
          <p14:tracePt t="514893" x="1187450" y="6432550"/>
          <p14:tracePt t="514910" x="1238250" y="6438900"/>
          <p14:tracePt t="514926" x="1301750" y="6445250"/>
          <p14:tracePt t="514943" x="1346200" y="6457950"/>
          <p14:tracePt t="514960" x="1422400" y="6457950"/>
          <p14:tracePt t="514976" x="1517650" y="6457950"/>
          <p14:tracePt t="514993" x="1555750" y="6457950"/>
          <p14:tracePt t="515010" x="1631950" y="6457950"/>
          <p14:tracePt t="515026" x="1701800" y="6457950"/>
          <p14:tracePt t="515042" x="1727200" y="6457950"/>
          <p14:tracePt t="515060" x="1778000" y="6457950"/>
          <p14:tracePt t="515076" x="1809750" y="6457950"/>
          <p14:tracePt t="515092" x="1847850" y="6451600"/>
          <p14:tracePt t="515109" x="1879600" y="6451600"/>
          <p14:tracePt t="515126" x="1905000" y="6451600"/>
          <p14:tracePt t="515143" x="1936750" y="6457950"/>
          <p14:tracePt t="515158" x="1968500" y="6457950"/>
          <p14:tracePt t="515175" x="1974850" y="6457950"/>
          <p14:tracePt t="515192" x="1987550" y="6457950"/>
          <p14:tracePt t="515209" x="1993900" y="6464300"/>
          <p14:tracePt t="515242" x="2000250" y="6464300"/>
          <p14:tracePt t="515297" x="2006600" y="6464300"/>
          <p14:tracePt t="515417" x="2000250" y="6464300"/>
          <p14:tracePt t="515425" x="1993900" y="6470650"/>
          <p14:tracePt t="515445" x="1974850" y="6470650"/>
          <p14:tracePt t="515459" x="1962150" y="6477000"/>
          <p14:tracePt t="515465" x="1936750" y="6483350"/>
          <p14:tracePt t="515480" x="1911350" y="6489700"/>
          <p14:tracePt t="515691" x="1168400" y="6451600"/>
          <p14:tracePt t="515707" x="1155700" y="6426200"/>
          <p14:tracePt t="515724" x="1136650" y="6407150"/>
          <p14:tracePt t="515740" x="1123950" y="6388100"/>
          <p14:tracePt t="515757" x="1111250" y="6381750"/>
          <p14:tracePt t="515773" x="1104900" y="6375400"/>
          <p14:tracePt t="515790" x="1098550" y="6369050"/>
          <p14:tracePt t="515852" x="1098550" y="6362700"/>
          <p14:tracePt t="515866" x="1104900" y="6362700"/>
          <p14:tracePt t="515886" x="1104900" y="6356350"/>
          <p14:tracePt t="515908" x="1111250" y="6356350"/>
          <p14:tracePt t="515936" x="1111250" y="6350000"/>
          <p14:tracePt t="515957" x="1117600" y="6343650"/>
          <p14:tracePt t="515978" x="1123950" y="6343650"/>
          <p14:tracePt t="515999" x="1130300" y="6337300"/>
          <p14:tracePt t="516027" x="1136650" y="6330950"/>
          <p14:tracePt t="516048" x="1143000" y="6324600"/>
          <p14:tracePt t="516076" x="1149350" y="6324600"/>
          <p14:tracePt t="516118" x="1149350" y="6318250"/>
          <p14:tracePt t="516147" x="1155700" y="6318250"/>
          <p14:tracePt t="516168" x="1155700" y="6311900"/>
          <p14:tracePt t="516203" x="1162050" y="6305550"/>
          <p14:tracePt t="516210" x="1168400" y="6305550"/>
          <p14:tracePt t="516221" x="1168400" y="6299200"/>
          <p14:tracePt t="516239" x="1174750" y="6292850"/>
          <p14:tracePt t="516255" x="1174750" y="6286500"/>
          <p14:tracePt t="516274" x="1181100" y="6280150"/>
          <p14:tracePt t="516288" x="1187450" y="6261100"/>
          <p14:tracePt t="516305" x="1193800" y="6248400"/>
          <p14:tracePt t="516322" x="1212850" y="6178550"/>
          <p14:tracePt t="516338" x="1231900" y="6121400"/>
          <p14:tracePt t="516354" x="1295400" y="5962650"/>
          <p14:tracePt t="516372" x="1384300" y="5676900"/>
          <p14:tracePt t="516388" x="1441450" y="5448300"/>
          <p14:tracePt t="516404" x="1593850" y="4927600"/>
          <p14:tracePt t="516421" x="1695450" y="4495800"/>
          <p14:tracePt t="516438" x="1727200" y="4222750"/>
          <p14:tracePt t="516455" x="1733550" y="4133850"/>
          <p14:tracePt t="516471" x="1733550" y="4019550"/>
          <p14:tracePt t="516487" x="1733550" y="4000500"/>
          <p14:tracePt t="516505" x="1689100" y="3956050"/>
          <p14:tracePt t="516899" x="1689100" y="3886200"/>
          <p14:tracePt t="516913" x="1689100" y="3784600"/>
          <p14:tracePt t="516922" x="1689100" y="3695700"/>
          <p14:tracePt t="516935" x="1701800" y="3581400"/>
          <p14:tracePt t="516953" x="1708150" y="3492500"/>
          <p14:tracePt t="516969" x="1746250" y="3060700"/>
          <p14:tracePt t="516986" x="1758950" y="2921000"/>
          <p14:tracePt t="517003" x="1778000" y="2755900"/>
          <p14:tracePt t="517019" x="1809750" y="2489200"/>
          <p14:tracePt t="517035" x="1854200" y="2286000"/>
          <p14:tracePt t="517053" x="1860550" y="2216150"/>
          <p14:tracePt t="517069" x="1879600" y="2146300"/>
          <p14:tracePt t="517085" x="1892300" y="2101850"/>
          <p14:tracePt t="517102" x="1898650" y="2082800"/>
          <p14:tracePt t="517119" x="1905000" y="2070100"/>
          <p14:tracePt t="517135" x="1911350" y="2057400"/>
          <p14:tracePt t="517152" x="1917700" y="2038350"/>
          <p14:tracePt t="517168" x="1917700" y="2025650"/>
          <p14:tracePt t="517186" x="1930400" y="2012950"/>
          <p14:tracePt t="517202" x="1930400" y="2000250"/>
          <p14:tracePt t="517218" x="1936750" y="1981200"/>
          <p14:tracePt t="517236" x="1949450" y="1949450"/>
          <p14:tracePt t="517252" x="1949450" y="1911350"/>
          <p14:tracePt t="517268" x="1949450" y="1892300"/>
          <p14:tracePt t="517285" x="1949450" y="1841500"/>
          <p14:tracePt t="517302" x="1943100" y="1822450"/>
          <p14:tracePt t="517318" x="1936750" y="1771650"/>
          <p14:tracePt t="517335" x="1930400" y="1720850"/>
          <p14:tracePt t="517351" x="1924050" y="1689100"/>
          <p14:tracePt t="517354" x="1917700" y="1663700"/>
          <p14:tracePt t="517368" x="1892300" y="1619250"/>
          <p14:tracePt t="517384" x="1866900" y="1555750"/>
          <p14:tracePt t="517401" x="1854200" y="1524000"/>
          <p14:tracePt t="517418" x="1828800" y="1473200"/>
          <p14:tracePt t="517434" x="1809750" y="1435100"/>
          <p14:tracePt t="517451" x="1809750" y="1403350"/>
          <p14:tracePt t="517467" x="1803400" y="1384300"/>
          <p14:tracePt t="517484" x="1797050" y="1371600"/>
          <p14:tracePt t="517517" x="1797050" y="1365250"/>
          <p14:tracePt t="517534" x="1797050" y="1358900"/>
          <p14:tracePt t="517551" x="1797050" y="1352550"/>
          <p14:tracePt t="517567" x="1803400" y="1352550"/>
          <p14:tracePt t="517905" x="1797050" y="1390650"/>
          <p14:tracePt t="517912" x="1778000" y="1454150"/>
          <p14:tracePt t="517926" x="1758950" y="1549400"/>
          <p14:tracePt t="517935" x="1739900" y="1638300"/>
          <p14:tracePt t="517949" x="1727200" y="1739900"/>
          <p14:tracePt t="517966" x="1689100" y="1962150"/>
          <p14:tracePt t="517983" x="1644650" y="2152650"/>
          <p14:tracePt t="517999" x="1625600" y="2254250"/>
          <p14:tracePt t="518016" x="1619250" y="2355850"/>
          <p14:tracePt t="518033" x="1562100" y="2705100"/>
          <p14:tracePt t="518049" x="1555750" y="2794000"/>
          <p14:tracePt t="518066" x="1536700" y="2882900"/>
          <p14:tracePt t="518082" x="1492250" y="3079750"/>
          <p14:tracePt t="518099" x="1447800" y="3321050"/>
          <p14:tracePt t="518116" x="1409700" y="3543300"/>
          <p14:tracePt t="518132" x="1397000" y="3644900"/>
          <p14:tracePt t="518148" x="1346200" y="3848100"/>
          <p14:tracePt t="518165" x="1308100" y="4019550"/>
          <p14:tracePt t="518182" x="1289050" y="4076700"/>
          <p14:tracePt t="518198" x="1276350" y="4133850"/>
          <p14:tracePt t="518215" x="1270000" y="4178300"/>
          <p14:tracePt t="518231" x="1270000" y="4184650"/>
          <p14:tracePt t="518284" x="1263650" y="4191000"/>
          <p14:tracePt t="518382" x="1270000" y="4191000"/>
          <p14:tracePt t="518396" x="1276350" y="4184650"/>
          <p14:tracePt t="518403" x="1289050" y="4178300"/>
          <p14:tracePt t="518417" x="1301750" y="4171950"/>
          <p14:tracePt t="518431" x="1314450" y="4171950"/>
          <p14:tracePt t="518447" x="1358900" y="4159250"/>
          <p14:tracePt t="518464" x="1377950" y="4146550"/>
          <p14:tracePt t="518481" x="1409700" y="4140200"/>
          <p14:tracePt t="518497" x="1428750" y="4140200"/>
          <p14:tracePt t="518514" x="1435100" y="4140200"/>
          <p14:tracePt t="518530" x="1441450" y="4140200"/>
          <p14:tracePt t="518563" x="1447800" y="4140200"/>
          <p14:tracePt t="518789" x="1454150" y="4146550"/>
          <p14:tracePt t="518797" x="1460500" y="4178300"/>
          <p14:tracePt t="518803" x="1466850" y="4210050"/>
          <p14:tracePt t="518817" x="1479550" y="4248150"/>
          <p14:tracePt t="518829" x="1485900" y="4292600"/>
          <p14:tracePt t="518846" x="1504950" y="4394200"/>
          <p14:tracePt t="518863" x="1504950" y="4438650"/>
          <p14:tracePt t="518867" x="1511300" y="4476750"/>
          <p14:tracePt t="518880" x="1511300" y="4527550"/>
          <p14:tracePt t="518896" x="1517650" y="4610100"/>
          <p14:tracePt t="518913" x="1517650" y="4635500"/>
          <p14:tracePt t="518929" x="1517650" y="4699000"/>
          <p14:tracePt t="518946" x="1517650" y="4737100"/>
          <p14:tracePt t="518962" x="1517650" y="4756150"/>
          <p14:tracePt t="518979" x="1524000" y="4794250"/>
          <p14:tracePt t="518995" x="1524000" y="4806950"/>
          <p14:tracePt t="519012" x="1530350" y="4832350"/>
          <p14:tracePt t="519029" x="1530350" y="4845050"/>
          <p14:tracePt t="519045" x="1530350" y="4851400"/>
          <p14:tracePt t="519062" x="1530350" y="4857750"/>
          <p14:tracePt t="519095" x="1530350" y="4864100"/>
          <p14:tracePt t="519147" x="1536700" y="4876800"/>
          <p14:tracePt t="519168" x="1536700" y="4883150"/>
          <p14:tracePt t="519189" x="1536700" y="4889500"/>
          <p14:tracePt t="519196" x="1536700" y="4895850"/>
          <p14:tracePt t="519211" x="1536700" y="4908550"/>
          <p14:tracePt t="519217" x="1543050" y="4921250"/>
          <p14:tracePt t="519227" x="1543050" y="4933950"/>
          <p14:tracePt t="519245" x="1543050" y="4965700"/>
          <p14:tracePt t="519261" x="1555750" y="4997450"/>
          <p14:tracePt t="519278" x="1555750" y="5016500"/>
          <p14:tracePt t="519295" x="1568450" y="5111750"/>
          <p14:tracePt t="519311" x="1581150" y="5143500"/>
          <p14:tracePt t="519328" x="1593850" y="5187950"/>
          <p14:tracePt t="519344" x="1606550" y="5257800"/>
          <p14:tracePt t="519361" x="1631950" y="5353050"/>
          <p14:tracePt t="519379" x="1657350" y="5422900"/>
          <p14:tracePt t="519395" x="1670050" y="5473700"/>
          <p14:tracePt t="519412" x="1676400" y="5486400"/>
          <p14:tracePt t="519428" x="1689100" y="5518150"/>
          <p14:tracePt t="519444" x="1695450" y="5518150"/>
          <p14:tracePt t="519460" x="1695450" y="5524500"/>
          <p14:tracePt t="519494" x="1701800" y="5524500"/>
          <p14:tracePt t="519519" x="1708150" y="5524500"/>
          <p14:tracePt t="519533" x="1714500" y="5524500"/>
          <p14:tracePt t="519554" x="1720850" y="5524500"/>
          <p14:tracePt t="519568" x="1727200" y="5524500"/>
          <p14:tracePt t="519589" x="1733550" y="5524500"/>
          <p14:tracePt t="519597" x="1739900" y="5524500"/>
          <p14:tracePt t="519613" x="1746250" y="5524500"/>
          <p14:tracePt t="519627" x="1752600" y="5524500"/>
          <p14:tracePt t="519646" x="1758950" y="5524500"/>
          <p14:tracePt t="519666" x="1765300" y="5518150"/>
          <p14:tracePt t="519687" x="1771650" y="5518150"/>
          <p14:tracePt t="519701" x="1778000" y="5518150"/>
          <p14:tracePt t="519710" x="1784350" y="5518150"/>
          <p14:tracePt t="519730" x="1790700" y="5518150"/>
          <p14:tracePt t="519743" x="1797050" y="5511800"/>
          <p14:tracePt t="519760" x="1822450" y="5505450"/>
          <p14:tracePt t="519776" x="1841500" y="5499100"/>
          <p14:tracePt t="519793" x="1885950" y="5480050"/>
          <p14:tracePt t="519809" x="1924050" y="5467350"/>
          <p14:tracePt t="519826" x="1943100" y="5467350"/>
          <p14:tracePt t="519843" x="1968500" y="5454650"/>
          <p14:tracePt t="519860" x="1993900" y="5448300"/>
          <p14:tracePt t="519877" x="2012950" y="5441950"/>
          <p14:tracePt t="519892" x="2019300" y="5441950"/>
          <p14:tracePt t="519909" x="2025650" y="5441950"/>
          <p14:tracePt t="519926" x="2032000" y="5441950"/>
          <p14:tracePt t="519968" x="2032000" y="5435600"/>
          <p14:tracePt t="520419" x="2038350" y="5435600"/>
          <p14:tracePt t="520433" x="2051050" y="5441950"/>
          <p14:tracePt t="520441" x="2051050" y="5448300"/>
          <p14:tracePt t="520447" x="2057400" y="5461000"/>
          <p14:tracePt t="520461" x="2063750" y="5467350"/>
          <p14:tracePt t="520474" x="2070100" y="5473700"/>
          <p14:tracePt t="520490" x="2082800" y="5492750"/>
          <p14:tracePt t="520507" x="2089150" y="5492750"/>
          <p14:tracePt t="520524" x="2095500" y="5505450"/>
          <p14:tracePt t="520560" x="2101850" y="5511800"/>
          <p14:tracePt t="520770" x="2108200" y="5511800"/>
          <p14:tracePt t="520791" x="2114550" y="5511800"/>
          <p14:tracePt t="520818" x="2120900" y="5511800"/>
          <p14:tracePt t="520833" x="2133600" y="5511800"/>
          <p14:tracePt t="520861" x="2146300" y="5511800"/>
          <p14:tracePt t="520868" x="2152650" y="5511800"/>
          <p14:tracePt t="520882" x="2165350" y="5511800"/>
          <p14:tracePt t="520891" x="2184400" y="5511800"/>
          <p14:tracePt t="520905" x="2209800" y="5505450"/>
          <p14:tracePt t="520922" x="2228850" y="5505450"/>
          <p14:tracePt t="520939" x="2286000" y="5499100"/>
          <p14:tracePt t="520955" x="2311400" y="5492750"/>
          <p14:tracePt t="520973" x="2324100" y="5492750"/>
          <p14:tracePt t="520989" x="2349500" y="5486400"/>
          <p14:tracePt t="521005" x="2362200" y="5486400"/>
          <p14:tracePt t="521024" x="2387600" y="5486400"/>
          <p14:tracePt t="521038" x="2393950" y="5486400"/>
          <p14:tracePt t="521055" x="2425700" y="5486400"/>
          <p14:tracePt t="521072" x="2451100" y="5486400"/>
          <p14:tracePt t="521088" x="2470150" y="5486400"/>
          <p14:tracePt t="521105" x="2527300" y="5492750"/>
          <p14:tracePt t="521121" x="2622550" y="5499100"/>
          <p14:tracePt t="521138" x="2673350" y="5499100"/>
          <p14:tracePt t="521154" x="2813050" y="5499100"/>
          <p14:tracePt t="521171" x="2971800" y="5454650"/>
          <p14:tracePt t="521188" x="3035300" y="5435600"/>
          <p14:tracePt t="521205" x="3194050" y="5397500"/>
          <p14:tracePt t="521221" x="3314700" y="5372100"/>
          <p14:tracePt t="521238" x="3346450" y="5372100"/>
          <p14:tracePt t="521254" x="3397250" y="5365750"/>
          <p14:tracePt t="521287" x="3416300" y="5359400"/>
          <p14:tracePt t="521324" x="3422650" y="5359400"/>
          <p14:tracePt t="521373" x="3409950" y="5359400"/>
          <p14:tracePt t="521380" x="3397250" y="5359400"/>
          <p14:tracePt t="521394" x="3384550" y="5359400"/>
          <p14:tracePt t="521403" x="3359150" y="5359400"/>
          <p14:tracePt t="521420" x="3340100" y="5359400"/>
          <p14:tracePt t="521437" x="3244850" y="5378450"/>
          <p14:tracePt t="521454" x="3117850" y="5384800"/>
          <p14:tracePt t="521471" x="3035300" y="5397500"/>
          <p14:tracePt t="521487" x="2870200" y="5397500"/>
          <p14:tracePt t="521504" x="2705100" y="5410200"/>
          <p14:tracePt t="521521" x="2578100" y="5416550"/>
          <p14:tracePt t="521537" x="2508250" y="5435600"/>
          <p14:tracePt t="521553" x="2470150" y="5441950"/>
          <p14:tracePt t="521570" x="2374900" y="5461000"/>
          <p14:tracePt t="521586" x="2362200" y="5467350"/>
          <p14:tracePt t="521620" x="2362200" y="5473700"/>
          <p14:tracePt t="521636" x="2362200" y="5480050"/>
          <p14:tracePt t="521653" x="2387600" y="5480050"/>
          <p14:tracePt t="521669" x="2413000" y="5486400"/>
          <p14:tracePt t="521686" x="2489200" y="5492750"/>
          <p14:tracePt t="521704" x="2660650" y="5511800"/>
          <p14:tracePt t="521719" x="2749550" y="5524500"/>
          <p14:tracePt t="521736" x="2965450" y="5543550"/>
          <p14:tracePt t="521753" x="3194050" y="5556250"/>
          <p14:tracePt t="521770" x="3308350" y="5556250"/>
          <p14:tracePt t="521786" x="3536950" y="5549900"/>
          <p14:tracePt t="521802" x="3727450" y="5537200"/>
          <p14:tracePt t="521819" x="3816350" y="5537200"/>
          <p14:tracePt t="521837" x="3937000" y="5524500"/>
          <p14:tracePt t="521853" x="4013200" y="5511800"/>
          <p14:tracePt t="521869" x="4038600" y="5505450"/>
          <p14:tracePt t="521886" x="4070350" y="5505450"/>
          <p14:tracePt t="521902" x="4089400" y="5505450"/>
          <p14:tracePt t="521919" x="4095750" y="5505450"/>
          <p14:tracePt t="521936" x="4102100" y="5505450"/>
          <p14:tracePt t="521952" x="4108450" y="5511800"/>
          <p14:tracePt t="521971" x="4114800" y="5511800"/>
          <p14:tracePt t="522004" x="4114800" y="5518150"/>
          <p14:tracePt t="522039" x="4114800" y="5524500"/>
          <p14:tracePt t="522061" x="4108450" y="5524500"/>
          <p14:tracePt t="522075" x="4102100" y="5524500"/>
          <p14:tracePt t="522505" x="4102100" y="5530850"/>
          <p14:tracePt t="522512" x="4108450" y="5530850"/>
          <p14:tracePt t="522526" x="4121150" y="5543550"/>
          <p14:tracePt t="522535" x="4146550" y="5549900"/>
          <p14:tracePt t="522549" x="4152900" y="5549900"/>
          <p14:tracePt t="522566" x="4178300" y="5562600"/>
          <p14:tracePt t="522583" x="4273550" y="5568950"/>
          <p14:tracePt t="522599" x="4324350" y="5568950"/>
          <p14:tracePt t="522617" x="4432300" y="5556250"/>
          <p14:tracePt t="522633" x="4495800" y="5556250"/>
          <p14:tracePt t="522649" x="4616450" y="5543550"/>
          <p14:tracePt t="522666" x="4705350" y="5530850"/>
          <p14:tracePt t="522683" x="4737100" y="5530850"/>
          <p14:tracePt t="522699" x="4762500" y="5524500"/>
          <p14:tracePt t="522716" x="4775200" y="5524500"/>
          <p14:tracePt t="522764" x="4781550" y="5518150"/>
          <p14:tracePt t="522813" x="4781550" y="5524500"/>
          <p14:tracePt t="522834" x="4762500" y="5524500"/>
          <p14:tracePt t="522850" x="4749800" y="5530850"/>
          <p14:tracePt t="522856" x="4724400" y="5537200"/>
          <p14:tracePt t="522865" x="4699000" y="5537200"/>
          <p14:tracePt t="522882" x="4660900" y="5543550"/>
          <p14:tracePt t="522899" x="4527550" y="5543550"/>
          <p14:tracePt t="522915" x="4451350" y="5543550"/>
          <p14:tracePt t="522918" x="4349750" y="5537200"/>
          <p14:tracePt t="522933" x="4146550" y="5530850"/>
          <p14:tracePt t="522948" x="4032250" y="5518150"/>
          <p14:tracePt t="522965" x="3917950" y="5511800"/>
          <p14:tracePt t="522982" x="3689350" y="5499100"/>
          <p14:tracePt t="522998" x="3498850" y="5486400"/>
          <p14:tracePt t="523015" x="3409950" y="5486400"/>
          <p14:tracePt t="523032" x="3257550" y="5492750"/>
          <p14:tracePt t="523048" x="3136900" y="5518150"/>
          <p14:tracePt t="523064" x="3079750" y="5537200"/>
          <p14:tracePt t="523081" x="2997200" y="5562600"/>
          <p14:tracePt t="523098" x="2946400" y="5588000"/>
          <p14:tracePt t="523115" x="2921000" y="5594350"/>
          <p14:tracePt t="523131" x="2914650" y="5594350"/>
          <p14:tracePt t="523148" x="2908300" y="5594350"/>
          <p14:tracePt t="523256" x="2914650" y="5588000"/>
          <p14:tracePt t="523270" x="2921000" y="5588000"/>
          <p14:tracePt t="523276" x="2921000" y="5581650"/>
          <p14:tracePt t="523284" x="2933700" y="5575300"/>
          <p14:tracePt t="523300" x="2940050" y="5568950"/>
          <p14:tracePt t="523314" x="2959100" y="5568950"/>
          <p14:tracePt t="523330" x="3003550" y="5556250"/>
          <p14:tracePt t="523347" x="3079750" y="5556250"/>
          <p14:tracePt t="523364" x="3117850" y="5556250"/>
          <p14:tracePt t="523380" x="3270250" y="5556250"/>
          <p14:tracePt t="523397" x="3473450" y="5568950"/>
          <p14:tracePt t="523413" x="3613150" y="5581650"/>
          <p14:tracePt t="523431" x="3879850" y="5613400"/>
          <p14:tracePt t="523447" x="4121150" y="5645150"/>
          <p14:tracePt t="523463" x="4241800" y="5664200"/>
          <p14:tracePt t="523480" x="4419600" y="5689600"/>
          <p14:tracePt t="523496" x="4521200" y="5695950"/>
          <p14:tracePt t="523513" x="4546600" y="5702300"/>
          <p14:tracePt t="523530" x="4572000" y="5702300"/>
          <p14:tracePt t="523546" x="4578350" y="5702300"/>
          <p14:tracePt t="523656" x="4572000" y="5702300"/>
          <p14:tracePt t="523670" x="4565650" y="5702300"/>
          <p14:tracePt t="523677" x="4546600" y="5702300"/>
          <p14:tracePt t="523691" x="4514850" y="5695950"/>
          <p14:tracePt t="523699" x="4489450" y="5695950"/>
          <p14:tracePt t="523713" x="4438650" y="5689600"/>
          <p14:tracePt t="523729" x="4273550" y="5670550"/>
          <p14:tracePt t="523746" x="4171950" y="5657850"/>
          <p14:tracePt t="523762" x="3937000" y="5626100"/>
          <p14:tracePt t="523779" x="3683000" y="5607050"/>
          <p14:tracePt t="523796" x="3473450" y="5594350"/>
          <p14:tracePt t="523812" x="3371850" y="5594350"/>
          <p14:tracePt t="523829" x="3282950" y="5594350"/>
          <p14:tracePt t="523846" x="3098800" y="5600700"/>
          <p14:tracePt t="523862" x="3067050" y="5607050"/>
          <p14:tracePt t="523879" x="3048000" y="5607050"/>
          <p14:tracePt t="523895" x="3035300" y="5613400"/>
          <p14:tracePt t="524006" x="3041650" y="5613400"/>
          <p14:tracePt t="524027" x="3054350" y="5613400"/>
          <p14:tracePt t="524041" x="3067050" y="5607050"/>
          <p14:tracePt t="524048" x="3079750" y="5600700"/>
          <p14:tracePt t="524061" x="3105150" y="5594350"/>
          <p14:tracePt t="524078" x="3175000" y="5568950"/>
          <p14:tracePt t="524095" x="3213100" y="5562600"/>
          <p14:tracePt t="524112" x="3346450" y="5543550"/>
          <p14:tracePt t="524128" x="3549650" y="5530850"/>
          <p14:tracePt t="524144" x="3676650" y="5530850"/>
          <p14:tracePt t="524162" x="3943350" y="5537200"/>
          <p14:tracePt t="524178" x="4070350" y="5543550"/>
          <p14:tracePt t="524194" x="4286250" y="5556250"/>
          <p14:tracePt t="524211" x="4413250" y="5575300"/>
          <p14:tracePt t="524227" x="4457700" y="5581650"/>
          <p14:tracePt t="524244" x="4489450" y="5581650"/>
          <p14:tracePt t="524261" x="4502150" y="5581650"/>
          <p14:tracePt t="524322" x="4508500" y="5581650"/>
          <p14:tracePt t="524357" x="4502150" y="5581650"/>
          <p14:tracePt t="524371" x="4489450" y="5581650"/>
          <p14:tracePt t="524380" x="4470400" y="5581650"/>
          <p14:tracePt t="524394" x="4438650" y="5581650"/>
          <p14:tracePt t="524410" x="4349750" y="5581650"/>
          <p14:tracePt t="524428" x="4184650" y="5581650"/>
          <p14:tracePt t="524444" x="4083050" y="5568950"/>
          <p14:tracePt t="524460" x="3848100" y="5537200"/>
          <p14:tracePt t="524477" x="3600450" y="5530850"/>
          <p14:tracePt t="524493" x="3473450" y="5530850"/>
          <p14:tracePt t="524510" x="3359150" y="5530850"/>
          <p14:tracePt t="524527" x="3155950" y="5530850"/>
          <p14:tracePt t="524543" x="2978150" y="5530850"/>
          <p14:tracePt t="524560" x="2914650" y="5530850"/>
          <p14:tracePt t="524576" x="2863850" y="5530850"/>
          <p14:tracePt t="524593" x="2838450" y="5530850"/>
          <p14:tracePt t="524687" x="2838450" y="5537200"/>
          <p14:tracePt t="525143" x="2813050" y="5537200"/>
          <p14:tracePt t="525150" x="2768600" y="5537200"/>
          <p14:tracePt t="525160" x="2730500" y="5524500"/>
          <p14:tracePt t="525174" x="2686050" y="5511800"/>
          <p14:tracePt t="525191" x="2641600" y="5499100"/>
          <p14:tracePt t="525207" x="2527300" y="5486400"/>
          <p14:tracePt t="525224" x="2381250" y="5467350"/>
          <p14:tracePt t="525241" x="2247900" y="5435600"/>
          <p14:tracePt t="525257" x="2197100" y="5429250"/>
          <p14:tracePt t="525274" x="2127250" y="5429250"/>
          <p14:tracePt t="525291" x="2082800" y="5441950"/>
          <p14:tracePt t="525307" x="2070100" y="5441950"/>
          <p14:tracePt t="525324" x="2070100" y="5454650"/>
          <p14:tracePt t="525340" x="2063750" y="5454650"/>
          <p14:tracePt t="525388" x="2070100" y="5461000"/>
          <p14:tracePt t="525403" x="2076450" y="5461000"/>
          <p14:tracePt t="525410" x="2082800" y="5461000"/>
          <p14:tracePt t="525426" x="2089150" y="5461000"/>
          <p14:tracePt t="525440" x="2095500" y="5461000"/>
          <p14:tracePt t="525456" x="2101850" y="5461000"/>
          <p14:tracePt t="525543" x="2108200" y="5461000"/>
          <p14:tracePt t="525634" x="2120900" y="5461000"/>
          <p14:tracePt t="525656" x="2133600" y="5461000"/>
          <p14:tracePt t="525662" x="2139950" y="5461000"/>
          <p14:tracePt t="525672" x="2152650" y="5461000"/>
          <p14:tracePt t="525689" x="2178050" y="5461000"/>
          <p14:tracePt t="525706" x="2254250" y="5461000"/>
          <p14:tracePt t="525722" x="2330450" y="5461000"/>
          <p14:tracePt t="525739" x="2667000" y="5486400"/>
          <p14:tracePt t="525755" x="2800350" y="5492750"/>
          <p14:tracePt t="525772" x="2933700" y="5518150"/>
          <p14:tracePt t="525789" x="3225800" y="5537200"/>
          <p14:tracePt t="525805" x="3517900" y="5581650"/>
          <p14:tracePt t="525822" x="3632200" y="5600700"/>
          <p14:tracePt t="525838" x="3841750" y="5626100"/>
          <p14:tracePt t="525855" x="3981450" y="5651500"/>
          <p14:tracePt t="525872" x="4038600" y="5651500"/>
          <p14:tracePt t="525888" x="4102100" y="5651500"/>
          <p14:tracePt t="525905" x="4146550" y="5651500"/>
          <p14:tracePt t="525922" x="4171950" y="5651500"/>
          <p14:tracePt t="525938" x="4178300" y="5651500"/>
          <p14:tracePt t="525992" x="4184650" y="5651500"/>
          <p14:tracePt t="526104" x="4191000" y="5651500"/>
          <p14:tracePt t="526146" x="4197350" y="5651500"/>
          <p14:tracePt t="526196" x="4197350" y="5645150"/>
          <p14:tracePt t="526203" x="4191000" y="5645150"/>
          <p14:tracePt t="526210" x="4191000" y="5638800"/>
          <p14:tracePt t="526506" x="4229100" y="5638800"/>
          <p14:tracePt t="526513" x="4305300" y="5638800"/>
          <p14:tracePt t="526527" x="4406900" y="5638800"/>
          <p14:tracePt t="526536" x="4533900" y="5638800"/>
          <p14:tracePt t="526553" x="4660900" y="5632450"/>
          <p14:tracePt t="526570" x="4927600" y="5600700"/>
          <p14:tracePt t="526586" x="5156200" y="5543550"/>
          <p14:tracePt t="526603" x="5257800" y="5524500"/>
          <p14:tracePt t="526619" x="5416550" y="5486400"/>
          <p14:tracePt t="526636" x="5537200" y="5461000"/>
          <p14:tracePt t="526653" x="5581650" y="5441950"/>
          <p14:tracePt t="526669" x="5632450" y="5429250"/>
          <p14:tracePt t="526685" x="5664200" y="5422900"/>
          <p14:tracePt t="526703" x="5695950" y="5416550"/>
          <p14:tracePt t="526719" x="5708650" y="5416550"/>
          <p14:tracePt t="526736" x="5721350" y="5410200"/>
          <p14:tracePt t="526753" x="5740400" y="5410200"/>
          <p14:tracePt t="526785" x="5746750" y="5410200"/>
          <p14:tracePt t="526843" x="5753100" y="5410200"/>
          <p14:tracePt t="526878" x="5765800" y="5410200"/>
          <p14:tracePt t="526886" x="5772150" y="5410200"/>
          <p14:tracePt t="526892" x="5784850" y="5410200"/>
          <p14:tracePt t="526906" x="5797550" y="5410200"/>
          <p14:tracePt t="526918" x="5816600" y="5416550"/>
          <p14:tracePt t="526935" x="5848350" y="5422900"/>
          <p14:tracePt t="526951" x="5873750" y="5422900"/>
          <p14:tracePt t="526968" x="5911850" y="5435600"/>
          <p14:tracePt t="526984" x="5962650" y="5441950"/>
          <p14:tracePt t="527001" x="5994400" y="5448300"/>
          <p14:tracePt t="527019" x="6045200" y="5454650"/>
          <p14:tracePt t="527035" x="6083300" y="5461000"/>
          <p14:tracePt t="527051" x="6096000" y="5467350"/>
          <p14:tracePt t="527068" x="6121400" y="5473700"/>
          <p14:tracePt t="527101" x="6127750" y="5480050"/>
          <p14:tracePt t="527138" x="6127750" y="5486400"/>
          <p14:tracePt t="527145" x="6115050" y="5486400"/>
          <p14:tracePt t="527159" x="6096000" y="5492750"/>
          <p14:tracePt t="527167" x="6076950" y="5492750"/>
          <p14:tracePt t="527184" x="6045200" y="5499100"/>
          <p14:tracePt t="527201" x="5949950" y="5518150"/>
          <p14:tracePt t="527217" x="5829300" y="5537200"/>
          <p14:tracePt t="527234" x="5778500" y="5543550"/>
          <p14:tracePt t="527251" x="5695950" y="5568950"/>
          <p14:tracePt t="527267" x="5632450" y="5581650"/>
          <p14:tracePt t="527284" x="5619750" y="5588000"/>
          <p14:tracePt t="527300" x="5600700" y="5588000"/>
          <p14:tracePt t="527334" x="5607050" y="5588000"/>
          <p14:tracePt t="527350" x="5626100" y="5588000"/>
          <p14:tracePt t="527367" x="5638800" y="5588000"/>
          <p14:tracePt t="527384" x="5689600" y="5588000"/>
          <p14:tracePt t="527399" x="5708650" y="5588000"/>
          <p14:tracePt t="527416" x="5740400" y="5588000"/>
          <p14:tracePt t="527433" x="5784850" y="5588000"/>
          <p14:tracePt t="527449" x="5854700" y="5594350"/>
          <p14:tracePt t="527467" x="5880100" y="5594350"/>
          <p14:tracePt t="527483" x="5930900" y="5594350"/>
          <p14:tracePt t="527500" x="5956300" y="5600700"/>
          <p14:tracePt t="527516" x="5969000" y="5600700"/>
          <p14:tracePt t="527533" x="5975350" y="5600700"/>
          <p14:tracePt t="527559" x="5981700" y="5600700"/>
          <p14:tracePt t="527790" x="5988050" y="5600700"/>
          <p14:tracePt t="527804" x="5994400" y="5607050"/>
          <p14:tracePt t="527819" x="6000750" y="5607050"/>
          <p14:tracePt t="527826" x="6013450" y="5607050"/>
          <p14:tracePt t="527840" x="6019800" y="5607050"/>
          <p14:tracePt t="527849" x="6032500" y="5613400"/>
          <p14:tracePt t="527865" x="6045200" y="5613400"/>
          <p14:tracePt t="527882" x="6076950" y="5619750"/>
          <p14:tracePt t="527898" x="6115050" y="5626100"/>
          <p14:tracePt t="527915" x="6140450" y="5632450"/>
          <p14:tracePt t="527931" x="6172200" y="5638800"/>
          <p14:tracePt t="527948" x="6191250" y="5638800"/>
          <p14:tracePt t="527965" x="6197600" y="5638800"/>
          <p14:tracePt t="527981" x="6203950" y="5645150"/>
          <p14:tracePt t="527998" x="6210300" y="5645150"/>
          <p14:tracePt t="528014" x="6216650" y="5645150"/>
          <p14:tracePt t="528057" x="6210300" y="5645150"/>
          <p14:tracePt t="528071" x="6203950" y="5645150"/>
          <p14:tracePt t="528080" x="6191250" y="5638800"/>
          <p14:tracePt t="528097" x="6178550" y="5638800"/>
          <p14:tracePt t="528114" x="6140450" y="5632450"/>
          <p14:tracePt t="528131" x="6057900" y="5613400"/>
          <p14:tracePt t="528148" x="5994400" y="5594350"/>
          <p14:tracePt t="528164" x="5886450" y="5575300"/>
          <p14:tracePt t="528180" x="5803900" y="5568950"/>
          <p14:tracePt t="528198" x="5746750" y="5562600"/>
          <p14:tracePt t="528214" x="5734050" y="5562600"/>
          <p14:tracePt t="528230" x="5727700" y="5562600"/>
          <p14:tracePt t="528263" x="5740400" y="5562600"/>
          <p14:tracePt t="528280" x="5759450" y="5562600"/>
          <p14:tracePt t="528297" x="5848350" y="5575300"/>
          <p14:tracePt t="528313" x="5892800" y="5588000"/>
          <p14:tracePt t="528331" x="5969000" y="5588000"/>
          <p14:tracePt t="528347" x="6007100" y="5588000"/>
          <p14:tracePt t="528363" x="6070600" y="5581650"/>
          <p14:tracePt t="528380" x="6102350" y="5581650"/>
          <p14:tracePt t="528396" x="6115050" y="5581650"/>
          <p14:tracePt t="528413" x="6121400" y="5575300"/>
          <p14:tracePt t="528430" x="6127750" y="5575300"/>
          <p14:tracePt t="528463" x="6121400" y="5575300"/>
          <p14:tracePt t="528480" x="6108700" y="5581650"/>
          <p14:tracePt t="528496" x="6096000" y="5581650"/>
          <p14:tracePt t="528513" x="6083300" y="5588000"/>
          <p14:tracePt t="528529" x="6064250" y="5594350"/>
          <p14:tracePt t="528546" x="6051550" y="5594350"/>
          <p14:tracePt t="528563" x="6032500" y="5588000"/>
          <p14:tracePt t="528579" x="6007100" y="5575300"/>
          <p14:tracePt t="528596" x="5994400" y="5562600"/>
          <p14:tracePt t="528612" x="5962650" y="5511800"/>
          <p14:tracePt t="530034" x="5956300" y="5518150"/>
          <p14:tracePt t="530041" x="5949950" y="5537200"/>
          <p14:tracePt t="530055" x="5943600" y="5549900"/>
          <p14:tracePt t="530062" x="5943600" y="5562600"/>
          <p14:tracePt t="530077" x="5943600" y="5575300"/>
          <p14:tracePt t="530090" x="5943600" y="5600700"/>
          <p14:tracePt t="530107" x="5943600" y="5607050"/>
          <p14:tracePt t="530124" x="5949950" y="5619750"/>
          <p14:tracePt t="530140" x="5969000" y="5632450"/>
          <p14:tracePt t="530157" x="6007100" y="5651500"/>
          <p14:tracePt t="530174" x="6045200" y="5657850"/>
          <p14:tracePt t="530190" x="6064250" y="5657850"/>
          <p14:tracePt t="530207" x="6121400" y="5645150"/>
          <p14:tracePt t="530224" x="6172200" y="5619750"/>
          <p14:tracePt t="530240" x="6197600" y="5607050"/>
          <p14:tracePt t="530256" x="6223000" y="5581650"/>
          <p14:tracePt t="530273" x="6223000" y="5568950"/>
          <p14:tracePt t="530290" x="6229350" y="5556250"/>
          <p14:tracePt t="530307" x="6229350" y="5537200"/>
          <p14:tracePt t="530323" x="6203950" y="5505450"/>
          <p14:tracePt t="530339" x="6159500" y="5480050"/>
          <p14:tracePt t="530357" x="6115050" y="5448300"/>
          <p14:tracePt t="530373" x="6070600" y="5435600"/>
          <p14:tracePt t="530389" x="6045200" y="5435600"/>
          <p14:tracePt t="530406" x="6000750" y="5441950"/>
          <p14:tracePt t="530423" x="5981700" y="5467350"/>
          <p14:tracePt t="530439" x="5949950" y="5518150"/>
          <p14:tracePt t="530456" x="5930900" y="5588000"/>
          <p14:tracePt t="530472" x="5930900" y="5638800"/>
          <p14:tracePt t="530490" x="5949950" y="5721350"/>
          <p14:tracePt t="530506" x="6000750" y="5797550"/>
          <p14:tracePt t="530522" x="6032500" y="5816600"/>
          <p14:tracePt t="530539" x="6115050" y="5829300"/>
          <p14:tracePt t="530555" x="6203950" y="5791200"/>
          <p14:tracePt t="530572" x="6229350" y="5746750"/>
          <p14:tracePt t="530589" x="6292850" y="5670550"/>
          <p14:tracePt t="530606" x="6311900" y="5613400"/>
          <p14:tracePt t="530622" x="6318250" y="5530850"/>
          <p14:tracePt t="530638" x="6286500" y="5461000"/>
          <p14:tracePt t="530655" x="6216650" y="5397500"/>
          <p14:tracePt t="530672" x="6140450" y="5346700"/>
          <p14:tracePt t="530688" x="6096000" y="5340350"/>
          <p14:tracePt t="530705" x="6057900" y="5321300"/>
          <p14:tracePt t="530722" x="5975350" y="5321300"/>
          <p14:tracePt t="530738" x="5956300" y="5334000"/>
          <p14:tracePt t="530755" x="5937250" y="5359400"/>
          <p14:tracePt t="530771" x="5905500" y="5410200"/>
          <p14:tracePt t="530788" x="5899150" y="5480050"/>
          <p14:tracePt t="530805" x="5899150" y="5518150"/>
          <p14:tracePt t="530821" x="5930900" y="5594350"/>
          <p14:tracePt t="530838" x="5981700" y="5670550"/>
          <p14:tracePt t="530855" x="6051550" y="5734050"/>
          <p14:tracePt t="530871" x="6070600" y="5746750"/>
          <p14:tracePt t="530888" x="6108700" y="5753100"/>
          <p14:tracePt t="530905" x="6146800" y="5734050"/>
          <p14:tracePt t="530921" x="6165850" y="5715000"/>
          <p14:tracePt t="530938" x="6191250" y="5664200"/>
          <p14:tracePt t="530954" x="6210300" y="5594350"/>
          <p14:tracePt t="530971" x="6210300" y="5562600"/>
          <p14:tracePt t="530988" x="6216650" y="5505450"/>
          <p14:tracePt t="531004" x="6223000" y="5486400"/>
          <p14:tracePt t="532342" x="6115050" y="5486400"/>
          <p14:tracePt t="532350" x="5988050" y="5511800"/>
          <p14:tracePt t="532363" x="5873750" y="5530850"/>
          <p14:tracePt t="532370" x="5746750" y="5549900"/>
          <p14:tracePt t="532382" x="5619750" y="5575300"/>
          <p14:tracePt t="532399" x="5346700" y="5638800"/>
          <p14:tracePt t="532416" x="5226050" y="5670550"/>
          <p14:tracePt t="532433" x="5137150" y="5702300"/>
          <p14:tracePt t="532449" x="4756150" y="5835650"/>
          <p14:tracePt t="532465" x="4667250" y="5886450"/>
          <p14:tracePt t="532483" x="4540250" y="5962650"/>
          <p14:tracePt t="532499" x="4483100" y="6000750"/>
          <p14:tracePt t="532515" x="4400550" y="6076950"/>
          <p14:tracePt t="532532" x="4356100" y="6127750"/>
          <p14:tracePt t="532548" x="4330700" y="6159500"/>
          <p14:tracePt t="532566" x="4292600" y="6203950"/>
          <p14:tracePt t="532582" x="4273550" y="6235700"/>
          <p14:tracePt t="532598" x="4267200" y="6248400"/>
          <p14:tracePt t="532602" x="4267200" y="6267450"/>
          <p14:tracePt t="532616" x="4273550" y="6299200"/>
          <p14:tracePt t="532632" x="4286250" y="6318250"/>
          <p14:tracePt t="532921" x="4229100" y="6318250"/>
          <p14:tracePt t="532935" x="4127500" y="6318250"/>
          <p14:tracePt t="532942" x="4000500" y="6318250"/>
          <p14:tracePt t="532950" x="3898900" y="6318250"/>
          <p14:tracePt t="532966" x="3784600" y="6318250"/>
          <p14:tracePt t="532980" x="3657600" y="6318250"/>
          <p14:tracePt t="532997" x="3441700" y="6311900"/>
          <p14:tracePt t="533014" x="3238500" y="6305550"/>
          <p14:tracePt t="533030" x="3162300" y="6292850"/>
          <p14:tracePt t="533047" x="2990850" y="6267450"/>
          <p14:tracePt t="533064" x="2825750" y="6235700"/>
          <p14:tracePt t="533080" x="2743200" y="6223000"/>
          <p14:tracePt t="533097" x="2622550" y="6197600"/>
          <p14:tracePt t="533113" x="2559050" y="6197600"/>
          <p14:tracePt t="533130" x="2540000" y="6197600"/>
          <p14:tracePt t="533147" x="2495550" y="6197600"/>
          <p14:tracePt t="533163" x="2457450" y="6197600"/>
          <p14:tracePt t="533180" x="2444750" y="6203950"/>
          <p14:tracePt t="533197" x="2406650" y="6203950"/>
          <p14:tracePt t="533213" x="2400300" y="6203950"/>
          <p14:tracePt t="533231" x="2368550" y="6210300"/>
          <p14:tracePt t="533246" x="2355850" y="6210300"/>
          <p14:tracePt t="533263" x="2336800" y="6210300"/>
          <p14:tracePt t="533279" x="2292350" y="6210300"/>
          <p14:tracePt t="533296" x="2247900" y="6203950"/>
          <p14:tracePt t="533314" x="2184400" y="6197600"/>
          <p14:tracePt t="533329" x="2165350" y="6197600"/>
          <p14:tracePt t="533346" x="2133600" y="6191250"/>
          <p14:tracePt t="533363" x="2089150" y="6178550"/>
          <p14:tracePt t="533379" x="2070100" y="6178550"/>
          <p14:tracePt t="533396" x="2057400" y="6178550"/>
          <p14:tracePt t="533413" x="2044700" y="6178550"/>
          <p14:tracePt t="533445" x="2038350" y="6178550"/>
          <p14:tracePt t="533511" x="2044700" y="6178550"/>
          <p14:tracePt t="533531" x="2051050" y="6178550"/>
          <p14:tracePt t="533574" x="2057400" y="6178550"/>
          <p14:tracePt t="533581" x="2063750" y="6178550"/>
          <p14:tracePt t="533597" x="2070100" y="6178550"/>
          <p14:tracePt t="533612" x="2076450" y="6178550"/>
          <p14:tracePt t="533629" x="2089150" y="6178550"/>
          <p14:tracePt t="533646" x="2120900" y="6184900"/>
          <p14:tracePt t="533661" x="2139950" y="6191250"/>
          <p14:tracePt t="533678" x="2197100" y="6210300"/>
          <p14:tracePt t="533694" x="2247900" y="6223000"/>
          <p14:tracePt t="533711" x="2266950" y="6229350"/>
          <p14:tracePt t="533728" x="2317750" y="6242050"/>
          <p14:tracePt t="533744" x="2349500" y="6242050"/>
          <p14:tracePt t="533761" x="2362200" y="6242050"/>
          <p14:tracePt t="533778" x="2374900" y="6242050"/>
          <p14:tracePt t="533862" x="2368550" y="6235700"/>
          <p14:tracePt t="533876" x="2368550" y="6229350"/>
          <p14:tracePt t="533883" x="2368550" y="6223000"/>
          <p14:tracePt t="533893" x="2368550" y="6216650"/>
          <p14:tracePt t="534737" x="2368550" y="6223000"/>
          <p14:tracePt t="534743" x="2362200" y="6223000"/>
          <p14:tracePt t="534764" x="2362200" y="6229350"/>
          <p14:tracePt t="534785" x="2362200" y="6235700"/>
          <p14:tracePt t="534814" x="2362200" y="6242050"/>
          <p14:tracePt t="534835" x="2355850" y="6248400"/>
          <p14:tracePt t="534856" x="2349500" y="6254750"/>
          <p14:tracePt t="534877" x="2349500" y="6261100"/>
          <p14:tracePt t="534884" x="2343150" y="6267450"/>
          <p14:tracePt t="534905" x="2336800" y="6273800"/>
          <p14:tracePt t="534926" x="2330450" y="6286500"/>
          <p14:tracePt t="534941" x="2330450" y="6292850"/>
          <p14:tracePt t="534947" x="2324100" y="6299200"/>
          <p14:tracePt t="534957" x="2317750" y="6318250"/>
          <p14:tracePt t="534973" x="2311400" y="6330950"/>
          <p14:tracePt t="534990" x="2298700" y="6362700"/>
          <p14:tracePt t="535007" x="2292350" y="6375400"/>
          <p14:tracePt t="535025" x="2273300" y="6426200"/>
          <p14:tracePt t="535040" x="2266950" y="6438900"/>
          <p14:tracePt t="535057" x="2260600" y="6445250"/>
          <p14:tracePt t="535073" x="2254250" y="6457950"/>
          <p14:tracePt t="535090" x="2247900" y="6464300"/>
          <p14:tracePt t="535129" x="2247900" y="6470650"/>
          <p14:tracePt t="535164" x="2247900" y="6477000"/>
          <p14:tracePt t="535269" x="2247900" y="6483350"/>
          <p14:tracePt t="535501" x="2266950" y="6477000"/>
          <p14:tracePt t="535508" x="2298700" y="6457950"/>
          <p14:tracePt t="535522" x="2355850" y="6432550"/>
          <p14:tracePt t="535538" x="2451100" y="6375400"/>
          <p14:tracePt t="535555" x="2520950" y="6356350"/>
          <p14:tracePt t="535572" x="2622550" y="6311900"/>
          <p14:tracePt t="535588" x="2743200" y="6273800"/>
          <p14:tracePt t="535605" x="2794000" y="6267450"/>
          <p14:tracePt t="535621" x="2914650" y="6235700"/>
          <p14:tracePt t="535638" x="2965450" y="6235700"/>
          <p14:tracePt t="535641" x="3016250" y="6235700"/>
          <p14:tracePt t="535655" x="3073400" y="6235700"/>
          <p14:tracePt t="535671" x="3149600" y="6235700"/>
          <p14:tracePt t="535688" x="3175000" y="6235700"/>
          <p14:tracePt t="535705" x="3225800" y="6235700"/>
          <p14:tracePt t="535721" x="3270250" y="6229350"/>
          <p14:tracePt t="535737" x="3270250" y="6223000"/>
          <p14:tracePt t="535754" x="3282950" y="6223000"/>
          <p14:tracePt t="535771" x="3289300" y="6223000"/>
          <p14:tracePt t="535790" x="3295650" y="6223000"/>
          <p14:tracePt t="535859" x="3302000" y="6216650"/>
          <p14:tracePt t="535866" x="3308350" y="6216650"/>
          <p14:tracePt t="535908" x="3314700" y="6216650"/>
          <p14:tracePt t="535922" x="3321050" y="6216650"/>
          <p14:tracePt t="535929" x="3327400" y="6216650"/>
          <p14:tracePt t="535938" x="3333750" y="6216650"/>
          <p14:tracePt t="535957" x="3340100" y="6216650"/>
          <p14:tracePt t="535973" x="3346450" y="6216650"/>
          <p14:tracePt t="535999" x="3352800" y="6223000"/>
          <p14:tracePt t="536007" x="3359150" y="6223000"/>
          <p14:tracePt t="536022" x="3371850" y="6229350"/>
          <p14:tracePt t="536036" x="3384550" y="6229350"/>
          <p14:tracePt t="536053" x="3409950" y="6248400"/>
          <p14:tracePt t="536070" x="3441700" y="6254750"/>
          <p14:tracePt t="536087" x="3454400" y="6261100"/>
          <p14:tracePt t="536102" x="3473450" y="6273800"/>
          <p14:tracePt t="536120" x="3492500" y="6280150"/>
          <p14:tracePt t="536136" x="3492500" y="6286500"/>
          <p14:tracePt t="536140" x="3498850" y="6286500"/>
          <p14:tracePt t="536154" x="3498850" y="6292850"/>
          <p14:tracePt t="536169" x="3505200" y="6305550"/>
          <p14:tracePt t="536186" x="3511550" y="6311900"/>
          <p14:tracePt t="536203" x="3524250" y="6337300"/>
          <p14:tracePt t="536219" x="3543300" y="6375400"/>
          <p14:tracePt t="536236" x="3556000" y="6394450"/>
          <p14:tracePt t="536253" x="3581400" y="6445250"/>
          <p14:tracePt t="536269" x="3594100" y="6464300"/>
          <p14:tracePt t="536286" x="3619500" y="6508750"/>
          <p14:tracePt t="536303" x="3651250" y="6553200"/>
          <p14:tracePt t="536319" x="3657600" y="6565900"/>
          <p14:tracePt t="536336" x="3663950" y="6578600"/>
          <p14:tracePt t="536352" x="3663950" y="6584950"/>
          <p14:tracePt t="536392" x="3663950" y="6591300"/>
          <p14:tracePt t="536498" x="3670300" y="6591300"/>
          <p14:tracePt t="536539" x="3676650" y="6591300"/>
          <p14:tracePt t="536561" x="3676650" y="6584950"/>
          <p14:tracePt t="536569" x="3683000" y="6572250"/>
          <p14:tracePt t="537112" x="3695700" y="6565900"/>
          <p14:tracePt t="537119" x="3708400" y="6559550"/>
          <p14:tracePt t="537135" x="3733800" y="6553200"/>
          <p14:tracePt t="537149" x="3746500" y="6540500"/>
          <p14:tracePt t="537166" x="3790950" y="6527800"/>
          <p14:tracePt t="537183" x="3867150" y="6508750"/>
          <p14:tracePt t="537199" x="3905250" y="6496050"/>
          <p14:tracePt t="537216" x="3994150" y="6457950"/>
          <p14:tracePt t="537233" x="4108450" y="6407150"/>
          <p14:tracePt t="537249" x="4159250" y="6388100"/>
          <p14:tracePt t="537266" x="4260850" y="6356350"/>
          <p14:tracePt t="537282" x="4343400" y="6318250"/>
          <p14:tracePt t="537299" x="4387850" y="6305550"/>
          <p14:tracePt t="537316" x="4438650" y="6273800"/>
          <p14:tracePt t="537332" x="4502150" y="6261100"/>
          <p14:tracePt t="537349" x="4521200" y="6254750"/>
          <p14:tracePt t="537366" x="4559300" y="6242050"/>
          <p14:tracePt t="537382" x="4584700" y="6235700"/>
          <p14:tracePt t="537399" x="4616450" y="6235700"/>
          <p14:tracePt t="537415" x="4648200" y="6248400"/>
          <p14:tracePt t="537432" x="4654550" y="6248400"/>
          <p14:tracePt t="537449" x="4673600" y="6261100"/>
          <p14:tracePt t="537465" x="4679950" y="6267450"/>
          <p14:tracePt t="537482" x="4692650" y="6267450"/>
          <p14:tracePt t="537498" x="4705350" y="6273800"/>
          <p14:tracePt t="537515" x="4718050" y="6280150"/>
          <p14:tracePt t="537560" x="4724400" y="6280150"/>
          <p14:tracePt t="537603" x="4730750" y="6280150"/>
          <p14:tracePt t="537610" x="4730750" y="6273800"/>
          <p14:tracePt t="537624" x="4730750" y="6267450"/>
          <p14:tracePt t="538035" x="4756150" y="6267450"/>
          <p14:tracePt t="538042" x="4787900" y="6267450"/>
          <p14:tracePt t="538056" x="4813300" y="6273800"/>
          <p14:tracePt t="538065" x="4857750" y="6286500"/>
          <p14:tracePt t="538079" x="4895850" y="6286500"/>
          <p14:tracePt t="538096" x="4991100" y="6311900"/>
          <p14:tracePt t="538114" x="5111750" y="6330950"/>
          <p14:tracePt t="538129" x="5187950" y="6337300"/>
          <p14:tracePt t="538146" x="5257800" y="6356350"/>
          <p14:tracePt t="538163" x="5435600" y="6426200"/>
          <p14:tracePt t="538179" x="5505450" y="6451600"/>
          <p14:tracePt t="538197" x="5575300" y="6483350"/>
          <p14:tracePt t="538213" x="5607050" y="6502400"/>
          <p14:tracePt t="538229" x="5632450" y="6515100"/>
          <p14:tracePt t="538246" x="5638800" y="6521450"/>
          <p14:tracePt t="538262" x="5651500" y="6521450"/>
          <p14:tracePt t="538295" x="5657850" y="6521450"/>
          <p14:tracePt t="538372" x="5657850" y="6515100"/>
          <p14:tracePt t="538385" x="5664200" y="6508750"/>
          <p14:tracePt t="538393" x="5664200" y="6502400"/>
          <p14:tracePt t="538400" x="5670550" y="6489700"/>
          <p14:tracePt t="538415" x="5670550" y="6483350"/>
          <p14:tracePt t="538773" x="5683250" y="6489700"/>
          <p14:tracePt t="538787" x="5689600" y="6515100"/>
          <p14:tracePt t="538796" x="5702300" y="6527800"/>
          <p14:tracePt t="538810" x="5721350" y="6553200"/>
          <p14:tracePt t="538827" x="5746750" y="6584950"/>
          <p14:tracePt t="538844" x="5772150" y="6597650"/>
          <p14:tracePt t="538860" x="5778500" y="6604000"/>
          <p14:tracePt t="538877" x="5784850" y="6610350"/>
          <p14:tracePt t="538893" x="5791200" y="6616700"/>
          <p14:tracePt t="538955" x="5797550" y="6616700"/>
          <p14:tracePt t="539082" x="5803900" y="6616700"/>
          <p14:tracePt t="539117" x="5810250" y="6610350"/>
          <p14:tracePt t="539124" x="5810250" y="6604000"/>
          <p14:tracePt t="539138" x="5816600" y="6597650"/>
          <p14:tracePt t="539160" x="5816600" y="6591300"/>
          <p14:tracePt t="539166" x="5822950" y="6584950"/>
          <p14:tracePt t="539180" x="5829300" y="6578600"/>
          <p14:tracePt t="539192" x="5835650" y="6565900"/>
          <p14:tracePt t="539209" x="5854700" y="6540500"/>
          <p14:tracePt t="539225" x="5861050" y="6521450"/>
          <p14:tracePt t="539229" x="5880100" y="6502400"/>
          <p14:tracePt t="539243" x="5899150" y="6489700"/>
          <p14:tracePt t="539258" x="5930900" y="6470650"/>
          <p14:tracePt t="539275" x="5962650" y="6457950"/>
          <p14:tracePt t="539292" x="6026150" y="6432550"/>
          <p14:tracePt t="539308" x="6121400" y="6413500"/>
          <p14:tracePt t="539325" x="6172200" y="6413500"/>
          <p14:tracePt t="539342" x="6280150" y="6426200"/>
          <p14:tracePt t="539358" x="6413500" y="6464300"/>
          <p14:tracePt t="539375" x="6464300" y="6483350"/>
          <p14:tracePt t="539393" x="6578600" y="6521450"/>
          <p14:tracePt t="539408" x="6661150" y="6553200"/>
          <p14:tracePt t="539425" x="6724650" y="6578600"/>
          <p14:tracePt t="539442" x="6737350" y="6591300"/>
          <p14:tracePt t="539458" x="6762750" y="6604000"/>
          <p14:tracePt t="539475" x="6775450" y="6616700"/>
          <p14:tracePt t="539491" x="6781800" y="6623050"/>
          <p14:tracePt t="539508" x="6794500" y="6635750"/>
          <p14:tracePt t="539525" x="6800850" y="6635750"/>
          <p14:tracePt t="539541" x="6813550" y="6642100"/>
          <p14:tracePt t="539558" x="6813550" y="6648450"/>
          <p14:tracePt t="539591" x="6826250" y="6648450"/>
          <p14:tracePt t="539614" x="6832600" y="6648450"/>
          <p14:tracePt t="539628" x="6838950" y="6648450"/>
          <p14:tracePt t="539649" x="6845300" y="6648450"/>
          <p14:tracePt t="539663" x="6851650" y="6648450"/>
          <p14:tracePt t="539674" x="6858000" y="6648450"/>
          <p14:tracePt t="539719" x="6864350" y="6648450"/>
          <p14:tracePt t="539769" x="6870700" y="6648450"/>
          <p14:tracePt t="539797" x="6877050" y="6648450"/>
          <p14:tracePt t="539826" x="6883400" y="6648450"/>
          <p14:tracePt t="539854" x="6889750" y="6648450"/>
          <p14:tracePt t="539867" x="6896100" y="6648450"/>
          <p14:tracePt t="539910" x="6902450" y="6642100"/>
          <p14:tracePt t="539916" x="6908800" y="6635750"/>
          <p14:tracePt t="539931" x="6915150" y="6629400"/>
          <p14:tracePt t="539939" x="6921500" y="6629400"/>
          <p14:tracePt t="539956" x="6927850" y="6623050"/>
          <p14:tracePt t="539973" x="6953250" y="6604000"/>
          <p14:tracePt t="539990" x="6997700" y="6584950"/>
          <p14:tracePt t="540006" x="7016750" y="6578600"/>
          <p14:tracePt t="540024" x="7086600" y="6559550"/>
          <p14:tracePt t="540040" x="7169150" y="6534150"/>
          <p14:tracePt t="540056" x="7226300" y="6527800"/>
          <p14:tracePt t="540072" x="7334250" y="6508750"/>
          <p14:tracePt t="540089" x="7385050" y="6508750"/>
          <p14:tracePt t="540106" x="7480300" y="6489700"/>
          <p14:tracePt t="540122" x="7550150" y="6477000"/>
          <p14:tracePt t="540139" x="7575550" y="6470650"/>
          <p14:tracePt t="540156" x="7613650" y="6457950"/>
          <p14:tracePt t="540172" x="7639050" y="6451600"/>
          <p14:tracePt t="540189" x="7645400" y="6451600"/>
          <p14:tracePt t="540205" x="7645400" y="6445250"/>
          <p14:tracePt t="540239" x="7651750" y="6445250"/>
          <p14:tracePt t="540281" x="7658100" y="6445250"/>
          <p14:tracePt t="540337" x="7664450" y="6438900"/>
          <p14:tracePt t="540359" x="7670800" y="6438900"/>
          <p14:tracePt t="540373" x="7670800" y="6432550"/>
          <p14:tracePt t="540380" x="7677150" y="6426200"/>
          <p14:tracePt t="540408" x="7683500" y="6419850"/>
          <p14:tracePt t="540422" x="7689850" y="6419850"/>
          <p14:tracePt t="540429" x="7696200" y="6419850"/>
          <p14:tracePt t="540438" x="7708900" y="6413500"/>
          <p14:tracePt t="540454" x="7727950" y="6413500"/>
          <p14:tracePt t="540472" x="7772400" y="6413500"/>
          <p14:tracePt t="540488" x="7791450" y="6413500"/>
          <p14:tracePt t="540504" x="7848600" y="6413500"/>
          <p14:tracePt t="540521" x="7899400" y="6413500"/>
          <p14:tracePt t="540538" x="7918450" y="6413500"/>
          <p14:tracePt t="540555" x="7950200" y="6426200"/>
          <p14:tracePt t="540571" x="7975600" y="6426200"/>
          <p14:tracePt t="540587" x="7988300" y="6426200"/>
          <p14:tracePt t="540604" x="8001000" y="6426200"/>
          <p14:tracePt t="540621" x="8013700" y="6426200"/>
          <p14:tracePt t="540637" x="8020050" y="6426200"/>
          <p14:tracePt t="540654" x="8045450" y="6426200"/>
          <p14:tracePt t="541102" x="8013700" y="6426200"/>
          <p14:tracePt t="541109" x="7988300" y="6413500"/>
          <p14:tracePt t="541123" x="7943850" y="6407150"/>
          <p14:tracePt t="541135" x="7918450" y="6400800"/>
          <p14:tracePt t="541152" x="7816850" y="6375400"/>
          <p14:tracePt t="541169" x="7766050" y="6362700"/>
          <p14:tracePt t="541186" x="7689850" y="6343650"/>
          <p14:tracePt t="541201" x="7594600" y="6318250"/>
          <p14:tracePt t="541219" x="7556500" y="6299200"/>
          <p14:tracePt t="541235" x="7454900" y="6273800"/>
          <p14:tracePt t="541252" x="7359650" y="6254750"/>
          <p14:tracePt t="541268" x="7308850" y="6248400"/>
          <p14:tracePt t="541285" x="7181850" y="6248400"/>
          <p14:tracePt t="541302" x="7073900" y="6248400"/>
          <p14:tracePt t="541318" x="7023100" y="6254750"/>
          <p14:tracePt t="541335" x="6953250" y="6267450"/>
          <p14:tracePt t="541351" x="6896100" y="6261100"/>
          <p14:tracePt t="541369" x="6864350" y="6254750"/>
          <p14:tracePt t="541385" x="6851650" y="6248400"/>
          <p14:tracePt t="542645" x="6775450" y="6280150"/>
          <p14:tracePt t="542653" x="6673850" y="6324600"/>
          <p14:tracePt t="542667" x="6565900" y="6362700"/>
          <p14:tracePt t="542681" x="6292850" y="6464300"/>
          <p14:tracePt t="542697" x="6159500" y="6515100"/>
          <p14:tracePt t="542714" x="6038850" y="6565900"/>
          <p14:tracePt t="542730" x="5797550" y="6629400"/>
          <p14:tracePt t="542747" x="5537200" y="6680200"/>
          <p14:tracePt t="542764" x="5422900" y="6692900"/>
          <p14:tracePt t="542766" x="5308600" y="6705600"/>
          <p14:tracePt t="542780" x="5207000" y="6724650"/>
          <p14:tracePt t="542797" x="5086350" y="6731000"/>
          <p14:tracePt t="542814" x="5035550" y="6731000"/>
          <p14:tracePt t="542830" x="4991100" y="6724650"/>
          <p14:tracePt t="542846" x="4984750" y="6705600"/>
          <p14:tracePt t="542863" x="4991100" y="6686550"/>
          <p14:tracePt t="543333" x="4991100" y="6661150"/>
          <p14:tracePt t="543347" x="4991100" y="6642100"/>
          <p14:tracePt t="543354" x="4991100" y="6610350"/>
          <p14:tracePt t="543368" x="4984750" y="6584950"/>
          <p14:tracePt t="543377" x="4965700" y="6540500"/>
          <p14:tracePt t="543394" x="4940300" y="6508750"/>
          <p14:tracePt t="543411" x="4883150" y="6438900"/>
          <p14:tracePt t="543428" x="4794250" y="6375400"/>
          <p14:tracePt t="543445" x="4679950" y="6311900"/>
          <p14:tracePt t="543461" x="4622800" y="6280150"/>
          <p14:tracePt t="543477" x="4495800" y="6223000"/>
          <p14:tracePt t="543495" x="4400550" y="6197600"/>
          <p14:tracePt t="543510" x="4349750" y="6191250"/>
          <p14:tracePt t="543527" x="4330700" y="6191250"/>
          <p14:tracePt t="543544" x="4260850" y="6235700"/>
          <p14:tracePt t="543560" x="4248150" y="6254750"/>
          <p14:tracePt t="543577" x="4248150" y="6330950"/>
          <p14:tracePt t="543594" x="4279900" y="6445250"/>
          <p14:tracePt t="543610" x="4318000" y="6521450"/>
          <p14:tracePt t="543627" x="4432300" y="6667500"/>
          <p14:tracePt t="543643" x="4514850" y="6737350"/>
          <p14:tracePt t="543660" x="4756150" y="6851650"/>
          <p14:tracePt t="543677" x="5010150" y="6851650"/>
          <p14:tracePt t="543693" x="5137150" y="6826250"/>
          <p14:tracePt t="543710" x="5346700" y="6699250"/>
          <p14:tracePt t="543727" x="5486400" y="6546850"/>
          <p14:tracePt t="543743" x="5511800" y="6477000"/>
          <p14:tracePt t="543761" x="5518150" y="6350000"/>
          <p14:tracePt t="543776" x="5435600" y="6242050"/>
          <p14:tracePt t="543793" x="5372100" y="6184900"/>
          <p14:tracePt t="543810" x="5213350" y="6102350"/>
          <p14:tracePt t="543826" x="5035550" y="6083300"/>
          <p14:tracePt t="543843" x="4959350" y="6083300"/>
          <p14:tracePt t="543860" x="4775200" y="6115050"/>
          <p14:tracePt t="543876" x="4629150" y="6165850"/>
          <p14:tracePt t="543893" x="4572000" y="6203950"/>
          <p14:tracePt t="543909" x="4495800" y="6286500"/>
          <p14:tracePt t="543926" x="4457700" y="6432550"/>
          <p14:tracePt t="543943" x="4470400" y="6572250"/>
          <p14:tracePt t="543959" x="4495800" y="6616700"/>
          <p14:tracePt t="543976" x="4533900" y="6654800"/>
          <p14:tracePt t="543993" x="4641850" y="6699250"/>
          <p14:tracePt t="544009" x="4826000" y="6718300"/>
          <p14:tracePt t="544026" x="4927600" y="6718300"/>
          <p14:tracePt t="544042" x="5143500" y="6692900"/>
          <p14:tracePt t="544059" x="5327650" y="6642100"/>
          <p14:tracePt t="544076" x="5403850" y="6604000"/>
          <p14:tracePt t="544092" x="5530850" y="6527800"/>
          <p14:tracePt t="544108" x="5594350" y="6445250"/>
          <p14:tracePt t="544126" x="5600700" y="6375400"/>
          <p14:tracePt t="544142" x="5588000" y="6324600"/>
          <p14:tracePt t="544159" x="5562600" y="6280150"/>
          <p14:tracePt t="544175" x="5454650" y="6203950"/>
          <p14:tracePt t="544192" x="5397500" y="6184900"/>
          <p14:tracePt t="544208" x="5334000" y="6172200"/>
          <p14:tracePt t="544225" x="5226050" y="6165850"/>
          <p14:tracePt t="544242" x="5105400" y="6197600"/>
          <p14:tracePt t="544259" x="5035550" y="6216650"/>
          <p14:tracePt t="544275" x="4895850" y="6305550"/>
          <p14:tracePt t="544293" x="4826000" y="6388100"/>
          <p14:tracePt t="544309" x="4819650" y="6445250"/>
          <p14:tracePt t="544324" x="4819650" y="6477000"/>
          <p14:tracePt t="544341" x="4857750" y="6527800"/>
          <p14:tracePt t="544358" x="4933950" y="6578600"/>
          <p14:tracePt t="544375" x="4991100" y="6610350"/>
          <p14:tracePt t="544391" x="5080000" y="6642100"/>
          <p14:tracePt t="544408" x="5137150" y="6654800"/>
          <p14:tracePt t="544424" x="5162550" y="6654800"/>
          <p14:tracePt t="544441" x="5175250" y="6654800"/>
          <p14:tracePt t="544457" x="5194300" y="6629400"/>
          <p14:tracePt t="544474" x="5200650" y="6610350"/>
          <p14:tracePt t="544491" x="5213350" y="6572250"/>
          <p14:tracePt t="544507" x="5226050" y="6502400"/>
          <p14:tracePt t="545471" x="5213350" y="6489700"/>
          <p14:tracePt t="545478" x="5187950" y="6457950"/>
          <p14:tracePt t="545492" x="5162550" y="6419850"/>
          <p14:tracePt t="545504" x="5130800" y="6388100"/>
          <p14:tracePt t="545521" x="5067300" y="6299200"/>
          <p14:tracePt t="545537" x="5029200" y="6254750"/>
          <p14:tracePt t="545554" x="4933950" y="6159500"/>
          <p14:tracePt t="545570" x="4826000" y="6108700"/>
          <p14:tracePt t="545587" x="4768850" y="6096000"/>
          <p14:tracePt t="545604" x="4629150" y="6083300"/>
          <p14:tracePt t="545620" x="4508500" y="6102350"/>
          <p14:tracePt t="545637" x="4451350" y="6121400"/>
          <p14:tracePt t="545654" x="4387850" y="6159500"/>
          <p14:tracePt t="545670" x="4349750" y="6197600"/>
          <p14:tracePt t="545687" x="4343400" y="6229350"/>
          <p14:tracePt t="545703" x="4343400" y="6318250"/>
          <p14:tracePt t="545720" x="4362450" y="6413500"/>
          <p14:tracePt t="545737" x="4394200" y="6470650"/>
          <p14:tracePt t="545753" x="4432300" y="6534150"/>
          <p14:tracePt t="545769" x="4457700" y="6565900"/>
          <p14:tracePt t="545787" x="4514850" y="6616700"/>
          <p14:tracePt t="545803" x="4572000" y="6629400"/>
          <p14:tracePt t="545820" x="4597400" y="6629400"/>
          <p14:tracePt t="545836" x="4667250" y="6629400"/>
          <p14:tracePt t="545852" x="4756150" y="6584950"/>
          <p14:tracePt t="545869" x="4787900" y="6553200"/>
          <p14:tracePt t="545886" x="4857750" y="6477000"/>
          <p14:tracePt t="545902" x="4895850" y="6394450"/>
          <p14:tracePt t="545919" x="4902200" y="6337300"/>
          <p14:tracePt t="545936" x="4908550" y="6235700"/>
          <p14:tracePt t="545952" x="4908550" y="6172200"/>
          <p14:tracePt t="545970" x="4864100" y="6038850"/>
          <p14:tracePt t="545985" x="4845050" y="6019800"/>
          <p14:tracePt t="546002" x="4819650" y="6007100"/>
          <p14:tracePt t="546020" x="4781550" y="5981700"/>
          <p14:tracePt t="546035" x="4718050" y="5975350"/>
          <p14:tracePt t="546052" x="4699000" y="5975350"/>
          <p14:tracePt t="546068" x="4635500" y="6007100"/>
          <p14:tracePt t="546085" x="4578350" y="6057900"/>
          <p14:tracePt t="546103" x="4514850" y="6115050"/>
          <p14:tracePt t="546118" x="4495800" y="6134100"/>
          <p14:tracePt t="546135" x="4470400" y="6197600"/>
          <p14:tracePt t="546152" x="4464050" y="6267450"/>
          <p14:tracePt t="546168" x="4464050" y="6292850"/>
          <p14:tracePt t="546185" x="4464050" y="6343650"/>
          <p14:tracePt t="546201" x="4476750" y="6375400"/>
          <p14:tracePt t="546218" x="4483100" y="6388100"/>
          <p14:tracePt t="546235" x="4495800" y="6394450"/>
          <p14:tracePt t="546251" x="4502150" y="6400800"/>
          <p14:tracePt t="546268" x="4508500" y="6400800"/>
          <p14:tracePt t="546301" x="4514850" y="6369050"/>
          <p14:tracePt t="546317" x="4521200" y="6350000"/>
          <p14:tracePt t="546873" x="4502150" y="6362700"/>
          <p14:tracePt t="546887" x="4470400" y="6388100"/>
          <p14:tracePt t="546894" x="4445000" y="6419850"/>
          <p14:tracePt t="546902" x="4413250" y="6445250"/>
          <p14:tracePt t="546918" x="4394200" y="6470650"/>
          <p14:tracePt t="546933" x="4356100" y="6515100"/>
          <p14:tracePt t="546949" x="4343400" y="6527800"/>
          <p14:tracePt t="546965" x="4324350" y="6546850"/>
          <p14:tracePt t="546982" x="4318000" y="6553200"/>
          <p14:tracePt t="547000" x="4305300" y="6559550"/>
          <p14:tracePt t="547041" x="4311650" y="6559550"/>
          <p14:tracePt t="547056" x="4318000" y="6559550"/>
          <p14:tracePt t="547064" x="4324350" y="6559550"/>
          <p14:tracePt t="547082" x="4330700" y="6559550"/>
          <p14:tracePt t="547098" x="4343400" y="6559550"/>
          <p14:tracePt t="547115" x="4368800" y="6546850"/>
          <p14:tracePt t="547132" x="4375150" y="6534150"/>
          <p14:tracePt t="547148" x="4400550" y="6496050"/>
          <p14:tracePt t="547165" x="4419600" y="6477000"/>
          <p14:tracePt t="547182" x="4451350" y="6388100"/>
          <p14:tracePt t="547198" x="4457700" y="6356350"/>
          <p14:tracePt t="547214" x="4457700" y="6324600"/>
          <p14:tracePt t="547231" x="4438650" y="6242050"/>
          <p14:tracePt t="547248" x="4413250" y="6203950"/>
          <p14:tracePt t="547264" x="4394200" y="6191250"/>
          <p14:tracePt t="547281" x="4343400" y="6159500"/>
          <p14:tracePt t="547298" x="4273550" y="6159500"/>
          <p14:tracePt t="547315" x="4235450" y="6165850"/>
          <p14:tracePt t="547317" x="4191000" y="6191250"/>
          <p14:tracePt t="547331" x="4146550" y="6210300"/>
          <p14:tracePt t="547347" x="4044950" y="6273800"/>
          <p14:tracePt t="547364" x="3975100" y="6362700"/>
          <p14:tracePt t="547381" x="3956050" y="6388100"/>
          <p14:tracePt t="547397" x="3943350" y="6464300"/>
          <p14:tracePt t="547414" x="3949700" y="6496050"/>
          <p14:tracePt t="547431" x="3968750" y="6515100"/>
          <p14:tracePt t="547448" x="4057650" y="6553200"/>
          <p14:tracePt t="547464" x="4152900" y="6578600"/>
          <p14:tracePt t="547480" x="4216400" y="6591300"/>
          <p14:tracePt t="547498" x="4349750" y="6610350"/>
          <p14:tracePt t="547513" x="4514850" y="6616700"/>
          <p14:tracePt t="547530" x="4565650" y="6616700"/>
          <p14:tracePt t="547547" x="4699000" y="6584950"/>
          <p14:tracePt t="547563" x="4756150" y="6559550"/>
          <p14:tracePt t="547580" x="4813300" y="6502400"/>
          <p14:tracePt t="547597" x="4838700" y="6438900"/>
          <p14:tracePt t="547613" x="4838700" y="6419850"/>
          <p14:tracePt t="547630" x="4826000" y="6369050"/>
          <p14:tracePt t="547646" x="4781550" y="6324600"/>
          <p14:tracePt t="547663" x="4756150" y="6311900"/>
          <p14:tracePt t="547680" x="4705350" y="6299200"/>
          <p14:tracePt t="547696" x="4667250" y="6292850"/>
          <p14:tracePt t="547713" x="4641850" y="6299200"/>
          <p14:tracePt t="547729" x="4622800" y="6299200"/>
          <p14:tracePt t="547746" x="4610100" y="6305550"/>
          <p14:tracePt t="548063" x="4578350" y="6311900"/>
          <p14:tracePt t="548078" x="4533900" y="6330950"/>
          <p14:tracePt t="548085" x="4483100" y="6343650"/>
          <p14:tracePt t="548099" x="4425950" y="6356350"/>
          <p14:tracePt t="548111" x="4362450" y="6375400"/>
          <p14:tracePt t="548128" x="4241800" y="6407150"/>
          <p14:tracePt t="548144" x="4171950" y="6426200"/>
          <p14:tracePt t="548162" x="4051300" y="6451600"/>
          <p14:tracePt t="548177" x="3943350" y="6477000"/>
          <p14:tracePt t="548195" x="3892550" y="6489700"/>
          <p14:tracePt t="548212" x="3810000" y="6502400"/>
          <p14:tracePt t="548228" x="3759200" y="6502400"/>
          <p14:tracePt t="548244" x="3740150" y="6502400"/>
          <p14:tracePt t="548261" x="3708400" y="6502400"/>
          <p14:tracePt t="548278" x="3683000" y="6502400"/>
          <p14:tracePt t="548294" x="3670300" y="6502400"/>
          <p14:tracePt t="548311" x="3651250" y="6502400"/>
          <p14:tracePt t="548328" x="3638550" y="6502400"/>
          <p14:tracePt t="548393" x="3644900" y="6502400"/>
          <p14:tracePt t="548407" x="3657600" y="6502400"/>
          <p14:tracePt t="548414" x="3670300" y="6502400"/>
          <p14:tracePt t="548430" x="3689350" y="6508750"/>
          <p14:tracePt t="548444" x="3771900" y="6534150"/>
          <p14:tracePt t="548460" x="3829050" y="6546850"/>
          <p14:tracePt t="548478" x="3981450" y="6572250"/>
          <p14:tracePt t="548494" x="4076700" y="6597650"/>
          <p14:tracePt t="548510" x="4254500" y="6616700"/>
          <p14:tracePt t="548527" x="4400550" y="6642100"/>
          <p14:tracePt t="548543" x="4438650" y="6654800"/>
          <p14:tracePt t="548560" x="4502150" y="6661150"/>
          <p14:tracePt t="548577" x="4514850" y="6667500"/>
          <p14:tracePt t="548593" x="4521200" y="6667500"/>
          <p14:tracePt t="548626" x="4508500" y="6673850"/>
          <p14:tracePt t="548643" x="4495800" y="6673850"/>
          <p14:tracePt t="548660" x="4457700" y="6673850"/>
          <p14:tracePt t="548676" x="4387850" y="6654800"/>
          <p14:tracePt t="548693" x="4330700" y="6648450"/>
          <p14:tracePt t="548710" x="4210050" y="6616700"/>
          <p14:tracePt t="548726" x="4133850" y="6591300"/>
          <p14:tracePt t="548743" x="4006850" y="6540500"/>
          <p14:tracePt t="548759" x="3905250" y="6483350"/>
          <p14:tracePt t="548776" x="3848100" y="6457950"/>
          <p14:tracePt t="548793" x="3759200" y="6407150"/>
          <p14:tracePt t="548809" x="3721100" y="6381750"/>
          <p14:tracePt t="548826" x="3714750" y="6381750"/>
          <p14:tracePt t="548843" x="3714750" y="6375400"/>
          <p14:tracePt t="548859" x="3721100" y="6375400"/>
          <p14:tracePt t="548875" x="3740150" y="6375400"/>
          <p14:tracePt t="548892" x="3797300" y="6394450"/>
          <p14:tracePt t="548909" x="3911600" y="6451600"/>
          <p14:tracePt t="548926" x="3994150" y="6496050"/>
          <p14:tracePt t="548942" x="4191000" y="6578600"/>
          <p14:tracePt t="548958" x="4318000" y="6623050"/>
          <p14:tracePt t="548976" x="4641850" y="6705600"/>
          <p14:tracePt t="548992" x="4724400" y="6724650"/>
          <p14:tracePt t="549009" x="4756150" y="6731000"/>
          <p14:tracePt t="549025" x="4781550" y="6731000"/>
          <p14:tracePt t="549058" x="4762500" y="6718300"/>
          <p14:tracePt t="549075" x="4711700" y="6692900"/>
          <p14:tracePt t="549092" x="4635500" y="6654800"/>
          <p14:tracePt t="549109" x="4533900" y="6604000"/>
          <p14:tracePt t="549125" x="4476750" y="6572250"/>
          <p14:tracePt t="549141" x="4362450" y="6521450"/>
          <p14:tracePt t="549158" x="4279900" y="6477000"/>
          <p14:tracePt t="549176" x="4254500" y="6464300"/>
          <p14:tracePt t="549191" x="4241800" y="6457950"/>
          <p14:tracePt t="549221" x="4254500" y="6457950"/>
          <p14:tracePt t="549228" x="4273550" y="6470650"/>
          <p14:tracePt t="549244" x="4305300" y="6483350"/>
          <p14:tracePt t="549257" x="4406900" y="6515100"/>
          <p14:tracePt t="549274" x="4470400" y="6546850"/>
          <p14:tracePt t="549291" x="4552950" y="6578600"/>
          <p14:tracePt t="549307" x="4724400" y="6635750"/>
          <p14:tracePt t="549324" x="4921250" y="6699250"/>
          <p14:tracePt t="549341" x="5086350" y="6731000"/>
          <p14:tracePt t="549357" x="5162550" y="6731000"/>
          <p14:tracePt t="549360" x="5245100" y="6724650"/>
          <p14:tracePt t="549374" x="5295900" y="6718300"/>
          <p14:tracePt t="549391" x="5384800" y="6667500"/>
          <p14:tracePt t="549407" x="5410200" y="6629400"/>
          <p14:tracePt t="549424" x="5416550" y="6546850"/>
          <p14:tracePt t="549440" x="5416550" y="6515100"/>
          <p14:tracePt t="549457" x="5410200" y="6496050"/>
          <p14:tracePt t="551494" x="5397500" y="6489700"/>
          <p14:tracePt t="551502" x="5384800" y="6483350"/>
          <p14:tracePt t="551517" x="5365750" y="6477000"/>
          <p14:tracePt t="551523" x="5346700" y="6451600"/>
          <p14:tracePt t="551537" x="5321300" y="6438900"/>
          <p14:tracePt t="551549" x="5295900" y="6432550"/>
          <p14:tracePt t="551566" x="5257800" y="6400800"/>
          <p14:tracePt t="551583" x="5226050" y="6394450"/>
          <p14:tracePt t="551600" x="5162550" y="6375400"/>
          <p14:tracePt t="551615" x="5105400" y="6356350"/>
          <p14:tracePt t="551633" x="5073650" y="6350000"/>
          <p14:tracePt t="551650" x="5016500" y="6343650"/>
          <p14:tracePt t="551666" x="4965700" y="6337300"/>
          <p14:tracePt t="551683" x="4946650" y="6330950"/>
          <p14:tracePt t="551699" x="4902200" y="6324600"/>
          <p14:tracePt t="551715" x="4883150" y="6324600"/>
          <p14:tracePt t="551733" x="4876800" y="6324600"/>
          <p14:tracePt t="551749" x="4870450" y="6318250"/>
          <p14:tracePt t="551766" x="4857750" y="6318250"/>
          <p14:tracePt t="551783" x="4857750" y="6311900"/>
          <p14:tracePt t="551798" x="4851400" y="6305550"/>
          <p14:tracePt t="551815" x="4851400" y="6292850"/>
          <p14:tracePt t="553049" x="4838700" y="6286500"/>
          <p14:tracePt t="553056" x="4819650" y="6267450"/>
          <p14:tracePt t="553070" x="4800600" y="6261100"/>
          <p14:tracePt t="553078" x="4775200" y="6248400"/>
          <p14:tracePt t="553094" x="4749800" y="6242050"/>
          <p14:tracePt t="553111" x="4692650" y="6210300"/>
          <p14:tracePt t="553127" x="4641850" y="6178550"/>
          <p14:tracePt t="553144" x="4622800" y="6165850"/>
          <p14:tracePt t="553161" x="4584700" y="6146800"/>
          <p14:tracePt t="553177" x="4565650" y="6140450"/>
          <p14:tracePt t="553194" x="4559300" y="6134100"/>
          <p14:tracePt t="553210" x="4552950" y="6134100"/>
          <p14:tracePt t="553227" x="4546600" y="6134100"/>
          <p14:tracePt t="553244" x="4546600" y="6140450"/>
          <p14:tracePt t="553260" x="4546600" y="6153150"/>
          <p14:tracePt t="553277" x="4546600" y="6159500"/>
          <p14:tracePt t="553294" x="4546600" y="6184900"/>
          <p14:tracePt t="553310" x="4559300" y="6216650"/>
          <p14:tracePt t="553327" x="4572000" y="6242050"/>
          <p14:tracePt t="553344" x="4610100" y="6286500"/>
          <p14:tracePt t="553359" x="4667250" y="6362700"/>
          <p14:tracePt t="553377" x="4711700" y="6394450"/>
          <p14:tracePt t="553393" x="4806950" y="6457950"/>
          <p14:tracePt t="553409" x="4914900" y="6508750"/>
          <p14:tracePt t="553427" x="4991100" y="6508750"/>
          <p14:tracePt t="553443" x="5022850" y="6508750"/>
          <p14:tracePt t="553460" x="5080000" y="6457950"/>
          <p14:tracePt t="553477" x="5092700" y="6426200"/>
          <p14:tracePt t="553493" x="5099050" y="6356350"/>
          <p14:tracePt t="553509" x="5099050" y="6318250"/>
          <p14:tracePt t="553526" x="5067300" y="6191250"/>
          <p14:tracePt t="553543" x="5035550" y="6134100"/>
          <p14:tracePt t="553559" x="5003800" y="6089650"/>
          <p14:tracePt t="553576" x="4921250" y="6026150"/>
          <p14:tracePt t="553592" x="4845050" y="5975350"/>
          <p14:tracePt t="553610" x="4806950" y="5937250"/>
          <p14:tracePt t="555623" x="4787900" y="5956300"/>
          <p14:tracePt t="555630" x="4756150" y="5988050"/>
          <p14:tracePt t="555645" x="4743450" y="6007100"/>
          <p14:tracePt t="555654" x="4711700" y="6038850"/>
          <p14:tracePt t="555669" x="4679950" y="6076950"/>
          <p14:tracePt t="555685" x="4654550" y="6108700"/>
          <p14:tracePt t="555702" x="4527550" y="6197600"/>
          <p14:tracePt t="555719" x="4483100" y="6223000"/>
          <p14:tracePt t="555736" x="4381500" y="6280150"/>
          <p14:tracePt t="555752" x="4343400" y="6292850"/>
          <p14:tracePt t="555768" x="4260850" y="6343650"/>
          <p14:tracePt t="555785" x="4216400" y="6375400"/>
          <p14:tracePt t="555801" x="4203700" y="6381750"/>
          <p14:tracePt t="555818" x="4197350" y="6400800"/>
          <p14:tracePt t="555835" x="4222750" y="6407150"/>
          <p14:tracePt t="555851" x="4248150" y="6413500"/>
          <p14:tracePt t="555868" x="4311650" y="6419850"/>
          <p14:tracePt t="555885" x="4419600" y="6419850"/>
          <p14:tracePt t="555901" x="4483100" y="6419850"/>
          <p14:tracePt t="555918" x="4591050" y="6381750"/>
          <p14:tracePt t="555934" x="4679950" y="6318250"/>
          <p14:tracePt t="555951" x="4711700" y="6273800"/>
          <p14:tracePt t="555968" x="4737100" y="6197600"/>
          <p14:tracePt t="555984" x="4711700" y="6140450"/>
          <p14:tracePt t="556001" x="4686300" y="6102350"/>
          <p14:tracePt t="556004" x="4635500" y="6057900"/>
          <p14:tracePt t="556018" x="4591050" y="6032500"/>
          <p14:tracePt t="556034" x="4527550" y="6000750"/>
          <p14:tracePt t="556052" x="4330700" y="5975350"/>
          <p14:tracePt t="556067" x="4267200" y="5975350"/>
          <p14:tracePt t="556084" x="4197350" y="5994400"/>
          <p14:tracePt t="556101" x="4095750" y="6057900"/>
          <p14:tracePt t="556117" x="4019550" y="6140450"/>
          <p14:tracePt t="556134" x="3994150" y="6184900"/>
          <p14:tracePt t="556150" x="3981450" y="6254750"/>
          <p14:tracePt t="556167" x="3981450" y="6311900"/>
          <p14:tracePt t="556184" x="3994150" y="6343650"/>
          <p14:tracePt t="556200" x="4051300" y="6394450"/>
          <p14:tracePt t="556217" x="4114800" y="6426200"/>
          <p14:tracePt t="556234" x="4191000" y="6426200"/>
          <p14:tracePt t="556250" x="4229100" y="6426200"/>
          <p14:tracePt t="556266" x="4292600" y="6426200"/>
          <p14:tracePt t="556283" x="4343400" y="6413500"/>
          <p14:tracePt t="556300" x="4349750" y="6413500"/>
          <p14:tracePt t="556316" x="4375150" y="6407150"/>
          <p14:tracePt t="556333" x="4425950" y="6362700"/>
          <p14:tracePt t="556350" x="4432300" y="6337300"/>
          <p14:tracePt t="556367" x="4438650" y="6311900"/>
          <p14:tracePt t="556383" x="4438650" y="6254750"/>
          <p14:tracePt t="556400" x="4413250" y="6197600"/>
          <p14:tracePt t="556417" x="4368800" y="6159500"/>
          <p14:tracePt t="556433" x="4337050" y="6134100"/>
          <p14:tracePt t="556449" x="4260850" y="6096000"/>
          <p14:tracePt t="556466" x="4191000" y="6083300"/>
          <p14:tracePt t="556483" x="4152900" y="6083300"/>
          <p14:tracePt t="556499" x="4083050" y="6083300"/>
          <p14:tracePt t="556516" x="4032250" y="6096000"/>
          <p14:tracePt t="556532" x="4013200" y="6115050"/>
          <p14:tracePt t="556550" x="3994150" y="6146800"/>
          <p14:tracePt t="556565" x="3981450" y="6191250"/>
          <p14:tracePt t="556582" x="3981450" y="6203950"/>
          <p14:tracePt t="556599" x="4019550" y="6242050"/>
          <p14:tracePt t="556615" x="4076700" y="6280150"/>
          <p14:tracePt t="556632" x="4114800" y="6299200"/>
          <p14:tracePt t="556648" x="4191000" y="6324600"/>
          <p14:tracePt t="556665" x="4216400" y="6324600"/>
          <p14:tracePt t="556682" x="4286250" y="6330950"/>
          <p14:tracePt t="556698" x="4349750" y="6318250"/>
          <p14:tracePt t="556715" x="4375150" y="6299200"/>
          <p14:tracePt t="556732" x="4419600" y="6267450"/>
          <p14:tracePt t="556748" x="4438650" y="6229350"/>
          <p14:tracePt t="556765" x="4445000" y="6210300"/>
          <p14:tracePt t="556782" x="4457700" y="6165850"/>
          <p14:tracePt t="556798" x="4457700" y="6134100"/>
          <p14:tracePt t="556815" x="4438650" y="6115050"/>
          <p14:tracePt t="556831" x="4413250" y="6076950"/>
          <p14:tracePt t="556848" x="4375150" y="6057900"/>
          <p14:tracePt t="556867" x="4343400" y="6051550"/>
          <p14:tracePt t="556881" x="4324350" y="6051550"/>
          <p14:tracePt t="556898" x="4305300" y="6064250"/>
          <p14:tracePt t="556915" x="4292600" y="6070600"/>
          <p14:tracePt t="557728" x="4279900" y="6076950"/>
          <p14:tracePt t="557735" x="4260850" y="6083300"/>
          <p14:tracePt t="557749" x="4241800" y="6083300"/>
          <p14:tracePt t="557761" x="4222750" y="6083300"/>
          <p14:tracePt t="557778" x="4178300" y="6083300"/>
          <p14:tracePt t="557795" x="4159250" y="6070600"/>
          <p14:tracePt t="557812" x="4121150" y="6070600"/>
          <p14:tracePt t="557828" x="4076700" y="6076950"/>
          <p14:tracePt t="557844" x="4044950" y="6083300"/>
          <p14:tracePt t="557862" x="4013200" y="6108700"/>
          <p14:tracePt t="557878" x="3981450" y="6146800"/>
          <p14:tracePt t="557894" x="3975100" y="6172200"/>
          <p14:tracePt t="557912" x="3975100" y="6223000"/>
          <p14:tracePt t="557928" x="3975100" y="6235700"/>
          <p14:tracePt t="557944" x="3987800" y="6267450"/>
          <p14:tracePt t="557961" x="4006850" y="6292850"/>
          <p14:tracePt t="557977" x="4019550" y="6318250"/>
          <p14:tracePt t="557995" x="4038600" y="6343650"/>
          <p14:tracePt t="558011" x="4076700" y="6362700"/>
          <p14:tracePt t="558027" x="4095750" y="6369050"/>
          <p14:tracePt t="558044" x="4133850" y="6369050"/>
          <p14:tracePt t="558061" x="4184650" y="6369050"/>
          <p14:tracePt t="558077" x="4216400" y="6369050"/>
          <p14:tracePt t="558093" x="4260850" y="6356350"/>
          <p14:tracePt t="558110" x="4292600" y="6337300"/>
          <p14:tracePt t="558127" x="4305300" y="6324600"/>
          <p14:tracePt t="558144" x="4318000" y="6299200"/>
          <p14:tracePt t="558160" x="4305300" y="6261100"/>
          <p14:tracePt t="558177" x="4298950" y="6248400"/>
          <p14:tracePt t="558193" x="4279900" y="6235700"/>
          <p14:tracePt t="558210" x="4248150" y="6203950"/>
          <p14:tracePt t="558227" x="4197350" y="6178550"/>
          <p14:tracePt t="558243" x="4178300" y="6165850"/>
          <p14:tracePt t="558260" x="4146550" y="6159500"/>
          <p14:tracePt t="558276" x="4095750" y="6153150"/>
          <p14:tracePt t="558293" x="4044950" y="6172200"/>
          <p14:tracePt t="558310" x="4032250" y="6178550"/>
          <p14:tracePt t="558326" x="4013200" y="6203950"/>
          <p14:tracePt t="558343" x="4006850" y="6235700"/>
          <p14:tracePt t="558360" x="4006850" y="6267450"/>
          <p14:tracePt t="558376" x="4006850" y="6286500"/>
          <p14:tracePt t="558393" x="4032250" y="6350000"/>
          <p14:tracePt t="558409" x="4057650" y="6394450"/>
          <p14:tracePt t="558426" x="4070350" y="6413500"/>
          <p14:tracePt t="558443" x="4102100" y="6457950"/>
          <p14:tracePt t="558459" x="4121150" y="6477000"/>
          <p14:tracePt t="558476" x="4133850" y="6477000"/>
          <p14:tracePt t="558493" x="4146550" y="6477000"/>
          <p14:tracePt t="558509" x="4165600" y="6464300"/>
          <p14:tracePt t="558526" x="4171950" y="6451600"/>
          <p14:tracePt t="558542" x="4184650" y="6426200"/>
          <p14:tracePt t="558559" x="4184650" y="6413500"/>
          <p14:tracePt t="558997" x="4152900" y="6413500"/>
          <p14:tracePt t="559012" x="4121150" y="6407150"/>
          <p14:tracePt t="559019" x="4083050" y="6400800"/>
          <p14:tracePt t="559033" x="4038600" y="6400800"/>
          <p14:tracePt t="559043" x="4013200" y="6400800"/>
          <p14:tracePt t="559057" x="3975100" y="6400800"/>
          <p14:tracePt t="559074" x="3924300" y="6407150"/>
          <p14:tracePt t="559090" x="3879850" y="6413500"/>
          <p14:tracePt t="559107" x="3860800" y="6419850"/>
          <p14:tracePt t="559123" x="3835400" y="6451600"/>
          <p14:tracePt t="559140" x="3810000" y="6483350"/>
          <p14:tracePt t="559157" x="3797300" y="6496050"/>
          <p14:tracePt t="559174" x="3784600" y="6527800"/>
          <p14:tracePt t="559190" x="3790950" y="6565900"/>
          <p14:tracePt t="559206" x="3803650" y="6584950"/>
          <p14:tracePt t="559223" x="3841750" y="6616700"/>
          <p14:tracePt t="559239" x="3879850" y="6635750"/>
          <p14:tracePt t="559256" x="3962400" y="6654800"/>
          <p14:tracePt t="559273" x="4051300" y="6661150"/>
          <p14:tracePt t="559289" x="4102100" y="6661150"/>
          <p14:tracePt t="559307" x="4171950" y="6661150"/>
          <p14:tracePt t="559323" x="4216400" y="6648450"/>
          <p14:tracePt t="559339" x="4222750" y="6642100"/>
          <p14:tracePt t="559356" x="4229100" y="6623050"/>
          <p14:tracePt t="559372" x="4222750" y="6604000"/>
          <p14:tracePt t="559389" x="4210050" y="6584950"/>
          <p14:tracePt t="559406" x="4159250" y="6553200"/>
          <p14:tracePt t="559423" x="4070350" y="6496050"/>
          <p14:tracePt t="559439" x="4000500" y="6470650"/>
          <p14:tracePt t="559456" x="3886200" y="6400800"/>
          <p14:tracePt t="559472" x="3816350" y="6381750"/>
          <p14:tracePt t="559490" x="3676650" y="6337300"/>
          <p14:tracePt t="559505" x="3638550" y="6330950"/>
          <p14:tracePt t="559522" x="3619500" y="6330950"/>
          <p14:tracePt t="559539" x="3600450" y="6318250"/>
          <p14:tracePt t="559556" x="3600450" y="6324600"/>
          <p14:tracePt t="559573" x="3638550" y="6356350"/>
          <p14:tracePt t="559588" x="3670300" y="6375400"/>
          <p14:tracePt t="559605" x="3771900" y="6438900"/>
          <p14:tracePt t="559623" x="3937000" y="6508750"/>
          <p14:tracePt t="559638" x="4025900" y="6540500"/>
          <p14:tracePt t="559655" x="4184650" y="6578600"/>
          <p14:tracePt t="559672" x="4254500" y="6597650"/>
          <p14:tracePt t="559688" x="4305300" y="6610350"/>
          <p14:tracePt t="559721" x="4279900" y="6591300"/>
          <p14:tracePt t="559738" x="4260850" y="6572250"/>
          <p14:tracePt t="559755" x="4216400" y="6546850"/>
          <p14:tracePt t="559771" x="4044950" y="6470650"/>
          <p14:tracePt t="559788" x="3981450" y="6432550"/>
          <p14:tracePt t="559806" x="3841750" y="6381750"/>
          <p14:tracePt t="559821" x="3790950" y="6362700"/>
          <p14:tracePt t="559837" x="3695700" y="6343650"/>
          <p14:tracePt t="559855" x="3651250" y="6337300"/>
          <p14:tracePt t="559887" x="3663950" y="6350000"/>
          <p14:tracePt t="559904" x="3708400" y="6369050"/>
          <p14:tracePt t="559920" x="3752850" y="6400800"/>
          <p14:tracePt t="559938" x="3860800" y="6445250"/>
          <p14:tracePt t="559954" x="4013200" y="6496050"/>
          <p14:tracePt t="559970" x="4076700" y="6502400"/>
          <p14:tracePt t="559988" x="4140200" y="6527800"/>
          <p14:tracePt t="560004" x="4152900" y="6527800"/>
          <p14:tracePt t="560037" x="4102100" y="6521450"/>
          <p14:tracePt t="560053" x="4006850" y="6496050"/>
          <p14:tracePt t="560070" x="3956050" y="6483350"/>
          <p14:tracePt t="560087" x="3835400" y="6445250"/>
          <p14:tracePt t="560103" x="3778250" y="6432550"/>
          <p14:tracePt t="560121" x="3638550" y="6381750"/>
          <p14:tracePt t="560137" x="3619500" y="6369050"/>
          <p14:tracePt t="560154" x="3613150" y="6369050"/>
          <p14:tracePt t="560170" x="3600450" y="6369050"/>
          <p14:tracePt t="560186" x="3606800" y="6369050"/>
          <p14:tracePt t="560203" x="3619500" y="6369050"/>
          <p14:tracePt t="560220" x="3651250" y="6369050"/>
          <p14:tracePt t="560236" x="3695700" y="6375400"/>
          <p14:tracePt t="560253" x="3721100" y="6375400"/>
          <p14:tracePt t="560269" x="3790950" y="6375400"/>
          <p14:tracePt t="560286" x="3835400" y="6381750"/>
          <p14:tracePt t="560303" x="3860800" y="6381750"/>
          <p14:tracePt t="560319" x="3873500" y="6388100"/>
          <p14:tracePt t="560353" x="3867150" y="6388100"/>
          <p14:tracePt t="560366" x="3848100" y="6388100"/>
          <p14:tracePt t="560373" x="3822700" y="6375400"/>
          <p14:tracePt t="560388" x="3797300" y="6369050"/>
          <p14:tracePt t="560403" x="3695700" y="6337300"/>
          <p14:tracePt t="560419" x="3644900" y="6318250"/>
          <p14:tracePt t="560436" x="3587750" y="6299200"/>
          <p14:tracePt t="560452" x="3467100" y="6261100"/>
          <p14:tracePt t="560469" x="3390900" y="6235700"/>
          <p14:tracePt t="560486" x="3352800" y="6235700"/>
          <p14:tracePt t="560502" x="3346450" y="6242050"/>
          <p14:tracePt t="560519" x="3346450" y="6273800"/>
          <p14:tracePt t="560535" x="3390900" y="6330950"/>
          <p14:tracePt t="560552" x="3422650" y="6356350"/>
          <p14:tracePt t="560569" x="3575050" y="6457950"/>
          <p14:tracePt t="560585" x="3733800" y="6546850"/>
          <p14:tracePt t="560602" x="3829050" y="6591300"/>
          <p14:tracePt t="560619" x="3968750" y="6654800"/>
          <p14:tracePt t="560635" x="4032250" y="6680200"/>
          <p14:tracePt t="560651" x="4038600" y="6686550"/>
          <p14:tracePt t="560668" x="4038600" y="6692900"/>
          <p14:tracePt t="560685" x="3994150" y="6686550"/>
          <p14:tracePt t="560702" x="3968750" y="6680200"/>
          <p14:tracePt t="560719" x="3879850" y="6642100"/>
          <p14:tracePt t="560734" x="3784600" y="6610350"/>
          <p14:tracePt t="560751" x="3740150" y="6597650"/>
          <p14:tracePt t="560768" x="3644900" y="6565900"/>
          <p14:tracePt t="560784" x="3600450" y="6534150"/>
          <p14:tracePt t="560801" x="3530600" y="6521450"/>
          <p14:tracePt t="560817" x="3530600" y="6515100"/>
          <p14:tracePt t="560850" x="3536950" y="6515100"/>
          <p14:tracePt t="560867" x="3581400" y="6515100"/>
          <p14:tracePt t="560884" x="3606800" y="6527800"/>
          <p14:tracePt t="560900" x="3676650" y="6534150"/>
          <p14:tracePt t="560917" x="3727450" y="6553200"/>
          <p14:tracePt t="560935" x="3759200" y="6559550"/>
          <p14:tracePt t="560950" x="3771900" y="6565900"/>
          <p14:tracePt t="560967" x="3790950" y="6565900"/>
          <p14:tracePt t="561012" x="3784600" y="6565900"/>
          <p14:tracePt t="561034" x="3765550" y="6565900"/>
          <p14:tracePt t="561047" x="3752850" y="6559550"/>
          <p14:tracePt t="561054" x="3740150" y="6559550"/>
          <p14:tracePt t="561069" x="3708400" y="6553200"/>
          <p14:tracePt t="561083" x="3651250" y="6527800"/>
          <p14:tracePt t="561100" x="3606800" y="6521450"/>
          <p14:tracePt t="561117" x="3543300" y="6502400"/>
          <p14:tracePt t="561133" x="3511550" y="6477000"/>
          <p14:tracePt t="561150" x="3498850" y="6477000"/>
          <p14:tracePt t="561166" x="3498850" y="6470650"/>
          <p14:tracePt t="561183" x="3511550" y="6464300"/>
          <p14:tracePt t="561200" x="3549650" y="6464300"/>
          <p14:tracePt t="561216" x="3644900" y="6483350"/>
          <p14:tracePt t="561233" x="3702050" y="6502400"/>
          <p14:tracePt t="561250" x="3822700" y="6534150"/>
          <p14:tracePt t="561266" x="3930650" y="6546850"/>
          <p14:tracePt t="561283" x="3968750" y="6559550"/>
          <p14:tracePt t="561300" x="4000500" y="6559550"/>
          <p14:tracePt t="561316" x="4013200" y="6559550"/>
          <p14:tracePt t="561349" x="4006850" y="6546850"/>
          <p14:tracePt t="561365" x="3981450" y="6534150"/>
          <p14:tracePt t="561383" x="3968750" y="6521450"/>
          <p14:tracePt t="561399" x="3943350" y="6502400"/>
          <p14:tracePt t="561415" x="3930650" y="6489700"/>
          <p14:tracePt t="561432" x="3892550" y="6457950"/>
          <p14:tracePt t="561449" x="3867150" y="6451600"/>
          <p14:tracePt t="561465" x="3860800" y="6445250"/>
          <p14:tracePt t="561538" x="3873500" y="6457950"/>
          <p14:tracePt t="561545" x="3879850" y="6464300"/>
          <p14:tracePt t="561559" x="3892550" y="6470650"/>
          <p14:tracePt t="561567" x="3905250" y="6483350"/>
          <p14:tracePt t="561582" x="3924300" y="6496050"/>
          <p14:tracePt t="561598" x="3981450" y="6534150"/>
          <p14:tracePt t="561616" x="4032250" y="6565900"/>
          <p14:tracePt t="561631" x="4064000" y="6578600"/>
          <p14:tracePt t="561648" x="4076700" y="6584950"/>
          <p14:tracePt t="561665" x="4089400" y="6591300"/>
          <p14:tracePt t="561685" x="4076700" y="6591300"/>
          <p14:tracePt t="561698" x="4064000" y="6584950"/>
          <p14:tracePt t="561714" x="4013200" y="6572250"/>
          <p14:tracePt t="561731" x="3987800" y="6565900"/>
          <p14:tracePt t="561748" x="3930650" y="6546850"/>
          <p14:tracePt t="561764" x="3752850" y="6489700"/>
          <p14:tracePt t="561781" x="3695700" y="6464300"/>
          <p14:tracePt t="561798" x="3625850" y="6432550"/>
          <p14:tracePt t="561814" x="3600450" y="6426200"/>
          <p14:tracePt t="561831" x="3587750" y="6426200"/>
          <p14:tracePt t="561864" x="3594100" y="6426200"/>
          <p14:tracePt t="561881" x="3632200" y="6445250"/>
          <p14:tracePt t="561897" x="3683000" y="6470650"/>
          <p14:tracePt t="561914" x="3727450" y="6489700"/>
          <p14:tracePt t="561931" x="3797300" y="6521450"/>
          <p14:tracePt t="561947" x="3892550" y="6540500"/>
          <p14:tracePt t="561963" x="3937000" y="6546850"/>
          <p14:tracePt t="561980" x="4006850" y="6572250"/>
          <p14:tracePt t="561997" x="4051300" y="6591300"/>
          <p14:tracePt t="562013" x="4095750" y="6604000"/>
          <p14:tracePt t="562030" x="4121150" y="6610350"/>
          <p14:tracePt t="562047" x="4127500" y="6616700"/>
          <p14:tracePt t="562064" x="4133850" y="6616700"/>
          <p14:tracePt t="562106" x="4133850" y="6610350"/>
          <p14:tracePt t="562115" x="4133850" y="6597650"/>
          <p14:tracePt t="562129" x="4133850" y="6591300"/>
          <p14:tracePt t="562146" x="4133850" y="6584950"/>
          <p14:tracePt t="562163" x="4133850" y="6578600"/>
          <p14:tracePt t="563349" x="4127500" y="6572250"/>
          <p14:tracePt t="563356" x="4114800" y="6559550"/>
          <p14:tracePt t="563370" x="4095750" y="6540500"/>
          <p14:tracePt t="563379" x="4076700" y="6521450"/>
          <p14:tracePt t="563392" x="4038600" y="6496050"/>
          <p14:tracePt t="563409" x="3975100" y="6445250"/>
          <p14:tracePt t="563425" x="3949700" y="6426200"/>
          <p14:tracePt t="563442" x="3886200" y="6375400"/>
          <p14:tracePt t="563459" x="3822700" y="6337300"/>
          <p14:tracePt t="563476" x="3759200" y="6311900"/>
          <p14:tracePt t="563491" x="3740150" y="6305550"/>
          <p14:tracePt t="563508" x="3721100" y="6299200"/>
          <p14:tracePt t="563525" x="3683000" y="6299200"/>
          <p14:tracePt t="563541" x="3670300" y="6299200"/>
          <p14:tracePt t="563581" x="3670300" y="6305550"/>
          <p14:tracePt t="563609" x="3670300" y="6311900"/>
          <p14:tracePt t="563615" x="3670300" y="6318250"/>
          <p14:tracePt t="563630" x="3670300" y="6324600"/>
          <p14:tracePt t="564867" x="3670300" y="6318250"/>
          <p14:tracePt t="564889" x="3663950" y="6311900"/>
          <p14:tracePt t="564910" x="3663950" y="6305550"/>
          <p14:tracePt t="564924" x="3663950" y="6299200"/>
          <p14:tracePt t="564931" x="3663950" y="6292850"/>
          <p14:tracePt t="564939" x="3663950" y="6280150"/>
          <p14:tracePt t="564954" x="3663950" y="6273800"/>
          <p14:tracePt t="564970" x="3663950" y="6267450"/>
          <p14:tracePt t="564987" x="3663950" y="6254750"/>
          <p14:tracePt t="565003" x="3663950" y="6242050"/>
          <p14:tracePt t="565037" x="3663950" y="6229350"/>
          <p14:tracePt t="565053" x="3663950" y="6216650"/>
          <p14:tracePt t="565069" x="3663950" y="6210300"/>
          <p14:tracePt t="565086" x="3663950" y="6191250"/>
          <p14:tracePt t="565103" x="3663950" y="6178550"/>
          <p14:tracePt t="565120" x="3663950" y="6165850"/>
          <p14:tracePt t="565136" x="3663950" y="6134100"/>
          <p14:tracePt t="565153" x="3657600" y="6089650"/>
          <p14:tracePt t="565170" x="3632200" y="6038850"/>
          <p14:tracePt t="565186" x="3625850" y="6007100"/>
          <p14:tracePt t="565202" x="3613150" y="5988050"/>
          <p14:tracePt t="565219" x="3498850" y="5892800"/>
          <p14:tracePt t="565235" x="3454400" y="5867400"/>
          <p14:tracePt t="565252" x="3409950" y="5842000"/>
          <p14:tracePt t="565269" x="3282950" y="5797550"/>
          <p14:tracePt t="565285" x="3257550" y="5791200"/>
          <p14:tracePt t="565302" x="3225800" y="5784850"/>
          <p14:tracePt t="565318" x="3200400" y="5778500"/>
          <p14:tracePt t="565335" x="3175000" y="5765800"/>
          <p14:tracePt t="565352" x="3168650" y="5765800"/>
          <p14:tracePt t="565368" x="3155950" y="5753100"/>
          <p14:tracePt t="565385" x="3143250" y="5746750"/>
          <p14:tracePt t="565402" x="3124200" y="5734050"/>
          <p14:tracePt t="565418" x="3111500" y="5727700"/>
          <p14:tracePt t="565435" x="3067050" y="5721350"/>
          <p14:tracePt t="565451" x="2997200" y="5695950"/>
          <p14:tracePt t="565468" x="2952750" y="5683250"/>
          <p14:tracePt t="565486" x="2870200" y="5657850"/>
          <p14:tracePt t="565502" x="2794000" y="5619750"/>
          <p14:tracePt t="565518" x="2762250" y="5613400"/>
          <p14:tracePt t="565535" x="2730500" y="5600700"/>
          <p14:tracePt t="565552" x="2711450" y="5575300"/>
          <p14:tracePt t="565568" x="2711450" y="5562600"/>
          <p14:tracePt t="565585" x="2717800" y="5562600"/>
          <p14:tracePt t="566415" x="2711450" y="5556250"/>
          <p14:tracePt t="566422" x="2698750" y="5549900"/>
          <p14:tracePt t="566435" x="2692400" y="5549900"/>
          <p14:tracePt t="566448" x="2686050" y="5543550"/>
          <p14:tracePt t="566465" x="2667000" y="5530850"/>
          <p14:tracePt t="566482" x="2654300" y="5530850"/>
          <p14:tracePt t="566499" x="2635250" y="5518150"/>
          <p14:tracePt t="566514" x="2622550" y="5518150"/>
          <p14:tracePt t="566531" x="2609850" y="5518150"/>
          <p14:tracePt t="566548" x="2597150" y="5518150"/>
          <p14:tracePt t="566564" x="2590800" y="5518150"/>
          <p14:tracePt t="566581" x="2578100" y="5518150"/>
          <p14:tracePt t="566598" x="2559050" y="5518150"/>
          <p14:tracePt t="566614" x="2546350" y="5518150"/>
          <p14:tracePt t="566631" x="2520950" y="5518150"/>
          <p14:tracePt t="566647" x="2482850" y="5518150"/>
          <p14:tracePt t="566664" x="2451100" y="5518150"/>
          <p14:tracePt t="566681" x="2393950" y="5524500"/>
          <p14:tracePt t="566697" x="2343150" y="5530850"/>
          <p14:tracePt t="566714" x="2324100" y="5530850"/>
          <p14:tracePt t="566731" x="2286000" y="5537200"/>
          <p14:tracePt t="566747" x="2266950" y="5537200"/>
          <p14:tracePt t="566764" x="2266950" y="5543550"/>
          <p14:tracePt t="566780" x="2260600" y="5543550"/>
          <p14:tracePt t="566842" x="2254250" y="5543550"/>
          <p14:tracePt t="566920" x="2247900" y="5537200"/>
          <p14:tracePt t="567003" x="2247900" y="5530850"/>
          <p14:tracePt t="567045" x="2241550" y="5524500"/>
          <p14:tracePt t="567137" x="2241550" y="5518150"/>
          <p14:tracePt t="567207" x="2241550" y="5511800"/>
          <p14:tracePt t="567996" x="2235200" y="5518150"/>
          <p14:tracePt t="568017" x="2235200" y="5524500"/>
          <p14:tracePt t="568038" x="2228850" y="5530850"/>
          <p14:tracePt t="568045" x="2222500" y="5537200"/>
          <p14:tracePt t="568061" x="2216150" y="5549900"/>
          <p14:tracePt t="568076" x="2209800" y="5562600"/>
          <p14:tracePt t="568095" x="2197100" y="5575300"/>
          <p14:tracePt t="568109" x="2190750" y="5575300"/>
          <p14:tracePt t="568126" x="2190750" y="5581650"/>
          <p14:tracePt t="568159" x="2184400" y="5581650"/>
          <p14:tracePt t="568199" x="2178050" y="5588000"/>
          <p14:tracePt t="568270" x="2171700" y="5588000"/>
          <p14:tracePt t="568326" x="2165350" y="5588000"/>
          <p14:tracePt t="568459" x="2171700" y="5588000"/>
          <p14:tracePt t="568494" x="2178050" y="5588000"/>
          <p14:tracePt t="568557" x="2190750" y="5588000"/>
          <p14:tracePt t="568585" x="2203450" y="5581650"/>
          <p14:tracePt t="568606" x="2209800" y="5581650"/>
          <p14:tracePt t="568621" x="2216150" y="5581650"/>
          <p14:tracePt t="568627" x="2228850" y="5581650"/>
          <p14:tracePt t="568641" x="2241550" y="5575300"/>
          <p14:tracePt t="568656" x="2266950" y="5568950"/>
          <p14:tracePt t="568674" x="2286000" y="5568950"/>
          <p14:tracePt t="568691" x="2336800" y="5562600"/>
          <p14:tracePt t="568707" x="2355850" y="5562600"/>
          <p14:tracePt t="568724" x="2406650" y="5549900"/>
          <p14:tracePt t="568740" x="2444750" y="5549900"/>
          <p14:tracePt t="568757" x="2457450" y="5543550"/>
          <p14:tracePt t="568774" x="2482850" y="5537200"/>
          <p14:tracePt t="568790" x="2489200" y="5537200"/>
          <p14:tracePt t="568806" x="2495550" y="5537200"/>
          <p14:tracePt t="568887" x="2489200" y="5537200"/>
          <p14:tracePt t="568908" x="2482850" y="5543550"/>
          <p14:tracePt t="568915" x="2476500" y="5543550"/>
          <p14:tracePt t="568936" x="2470150" y="5543550"/>
          <p14:tracePt t="568957" x="2463800" y="5543550"/>
          <p14:tracePt t="568971" x="2457450" y="5543550"/>
          <p14:tracePt t="568978" x="2444750" y="5549900"/>
          <p14:tracePt t="568989" x="2438400" y="5549900"/>
          <p14:tracePt t="569007" x="2413000" y="5562600"/>
          <p14:tracePt t="569022" x="2400300" y="5568950"/>
          <p14:tracePt t="569039" x="2381250" y="5575300"/>
          <p14:tracePt t="569056" x="2349500" y="5588000"/>
          <p14:tracePt t="569072" x="2336800" y="5588000"/>
          <p14:tracePt t="569119" x="2336800" y="5594350"/>
          <p14:tracePt t="569133" x="2343150" y="5594350"/>
          <p14:tracePt t="569142" x="2349500" y="5594350"/>
          <p14:tracePt t="569156" x="2355850" y="5600700"/>
          <p14:tracePt t="569172" x="2374900" y="5600700"/>
          <p14:tracePt t="569190" x="2406650" y="5600700"/>
          <p14:tracePt t="569205" x="2425700" y="5600700"/>
          <p14:tracePt t="569222" x="2476500" y="5600700"/>
          <p14:tracePt t="569239" x="2527300" y="5594350"/>
          <p14:tracePt t="569255" x="2552700" y="5588000"/>
          <p14:tracePt t="569258" x="2571750" y="5581650"/>
          <p14:tracePt t="569274" x="2597150" y="5581650"/>
          <p14:tracePt t="569288" x="2622550" y="5581650"/>
          <p14:tracePt t="569305" x="2667000" y="5581650"/>
          <p14:tracePt t="569323" x="2711450" y="5581650"/>
          <p14:tracePt t="569338" x="2743200" y="5581650"/>
          <p14:tracePt t="569355" x="2774950" y="5581650"/>
          <p14:tracePt t="569372" x="2806700" y="5581650"/>
          <p14:tracePt t="569388" x="2819400" y="5581650"/>
          <p14:tracePt t="569404" x="2844800" y="5581650"/>
          <p14:tracePt t="569421" x="2857500" y="5581650"/>
          <p14:tracePt t="569454" x="2863850" y="5581650"/>
          <p14:tracePt t="569491" x="2863850" y="5575300"/>
          <p14:tracePt t="569799" x="2857500" y="5568950"/>
          <p14:tracePt t="569821" x="2851150" y="5568950"/>
          <p14:tracePt t="569834" x="2844800" y="5568950"/>
          <p14:tracePt t="569841" x="2838450" y="5568950"/>
          <p14:tracePt t="569862" x="2832100" y="5568950"/>
          <p14:tracePt t="569884" x="2819400" y="5562600"/>
          <p14:tracePt t="569891" x="2813050" y="5562600"/>
          <p14:tracePt t="569906" x="2794000" y="5562600"/>
          <p14:tracePt t="569919" x="2774950" y="5556250"/>
          <p14:tracePt t="569936" x="2762250" y="5549900"/>
          <p14:tracePt t="569953" x="2755900" y="5549900"/>
          <p14:tracePt t="570003" x="2755900" y="5543550"/>
          <p14:tracePt t="570051" x="2762250" y="5543550"/>
          <p14:tracePt t="570066" x="2768600" y="5543550"/>
          <p14:tracePt t="570073" x="2774950" y="5543550"/>
          <p14:tracePt t="570094" x="2781300" y="5543550"/>
          <p14:tracePt t="570103" x="2787650" y="5543550"/>
          <p14:tracePt t="570119" x="2794000" y="5543550"/>
          <p14:tracePt t="570136" x="2813050" y="5549900"/>
          <p14:tracePt t="570152" x="2838450" y="5549900"/>
          <p14:tracePt t="570168" x="2851150" y="5549900"/>
          <p14:tracePt t="570185" x="2870200" y="5549900"/>
          <p14:tracePt t="570202" x="2901950" y="5543550"/>
          <p14:tracePt t="570218" x="2908300" y="5537200"/>
          <p14:tracePt t="570235" x="2914650" y="5537200"/>
          <p14:tracePt t="570251" x="2921000" y="5530850"/>
          <p14:tracePt t="570268" x="2927350" y="5530850"/>
          <p14:tracePt t="570312" x="2927350" y="5524500"/>
          <p14:tracePt t="570332" x="2921000" y="5524500"/>
          <p14:tracePt t="570353" x="2908300" y="5524500"/>
          <p14:tracePt t="570375" x="2901950" y="5524500"/>
          <p14:tracePt t="570382" x="2889250" y="5524500"/>
          <p14:tracePt t="570389" x="2876550" y="5524500"/>
          <p14:tracePt t="570404" x="2863850" y="5524500"/>
          <p14:tracePt t="570418" x="2844800" y="5524500"/>
          <p14:tracePt t="570434" x="2800350" y="5524500"/>
          <p14:tracePt t="570452" x="2762250" y="5537200"/>
          <p14:tracePt t="570467" x="2736850" y="5537200"/>
          <p14:tracePt t="570484" x="2730500" y="5537200"/>
          <p14:tracePt t="570502" x="2730500" y="5549900"/>
          <p14:tracePt t="570517" x="2730500" y="5562600"/>
          <p14:tracePt t="570534" x="2730500" y="5568950"/>
          <p14:tracePt t="570550" x="2768600" y="5588000"/>
          <p14:tracePt t="570567" x="2825750" y="5613400"/>
          <p14:tracePt t="570584" x="2857500" y="5626100"/>
          <p14:tracePt t="570600" x="2946400" y="5632450"/>
          <p14:tracePt t="570617" x="3003550" y="5632450"/>
          <p14:tracePt t="570634" x="3060700" y="5613400"/>
          <p14:tracePt t="570650" x="3079750" y="5588000"/>
          <p14:tracePt t="570667" x="3105150" y="5530850"/>
          <p14:tracePt t="570684" x="3111500" y="5480050"/>
          <p14:tracePt t="570700" x="3105150" y="5461000"/>
          <p14:tracePt t="570717" x="3073400" y="5422900"/>
          <p14:tracePt t="570733" x="3009900" y="5391150"/>
          <p14:tracePt t="570750" x="2984500" y="5391150"/>
          <p14:tracePt t="570767" x="2933700" y="5384800"/>
          <p14:tracePt t="570783" x="2813050" y="5391150"/>
          <p14:tracePt t="570799" x="2768600" y="5410200"/>
          <p14:tracePt t="570803" x="2749550" y="5416550"/>
          <p14:tracePt t="570817" x="2717800" y="5422900"/>
          <p14:tracePt t="570832" x="2692400" y="5454650"/>
          <p14:tracePt t="570849" x="2679700" y="5467350"/>
          <p14:tracePt t="570866" x="2673350" y="5480050"/>
          <p14:tracePt t="570883" x="2673350" y="5492750"/>
          <p14:tracePt t="570899" x="2679700" y="5505450"/>
          <p14:tracePt t="570916" x="2692400" y="5518150"/>
          <p14:tracePt t="570933" x="2705100" y="5524500"/>
          <p14:tracePt t="570950" x="2730500" y="5543550"/>
          <p14:tracePt t="570966" x="2768600" y="5556250"/>
          <p14:tracePt t="570982" x="2800350" y="5556250"/>
          <p14:tracePt t="570999" x="2838450" y="5562600"/>
          <p14:tracePt t="571016" x="2870200" y="5562600"/>
          <p14:tracePt t="571033" x="2882900" y="5562600"/>
          <p14:tracePt t="571049" x="2895600" y="5562600"/>
          <p14:tracePt t="571065" x="2901950" y="5562600"/>
          <p14:tracePt t="571104" x="2908300" y="5562600"/>
          <p14:tracePt t="571115" x="2908300" y="5556250"/>
          <p14:tracePt t="571132" x="2908300" y="5543550"/>
          <p14:tracePt t="571148" x="2908300" y="5537200"/>
          <p14:tracePt t="571182" x="2908300" y="5530850"/>
          <p14:tracePt t="571203" x="2901950" y="5524500"/>
          <p14:tracePt t="571215" x="2895600" y="5524500"/>
          <p14:tracePt t="571233" x="2895600" y="5518150"/>
          <p14:tracePt t="571832" x="2889250" y="5518150"/>
          <p14:tracePt t="571853" x="2882900" y="5524500"/>
          <p14:tracePt t="571867" x="2876550" y="5530850"/>
          <p14:tracePt t="571874" x="2863850" y="5543550"/>
          <p14:tracePt t="571896" x="2851150" y="5549900"/>
          <p14:tracePt t="571902" x="2851150" y="5556250"/>
          <p14:tracePt t="571917" x="2844800" y="5556250"/>
          <p14:tracePt t="571929" x="2844800" y="5562600"/>
          <p14:tracePt t="571946" x="2838450" y="5568950"/>
          <p14:tracePt t="572015" x="2832100" y="5568950"/>
          <p14:tracePt t="572084" x="2825750" y="5562600"/>
          <p14:tracePt t="572105" x="2825750" y="5556250"/>
          <p14:tracePt t="572126" x="2825750" y="5549900"/>
          <p14:tracePt t="572148" x="2819400" y="5549900"/>
          <p14:tracePt t="572169" x="2813050" y="5543550"/>
          <p14:tracePt t="572176" x="2813050" y="5537200"/>
          <p14:tracePt t="572190" x="2806700" y="5537200"/>
          <p14:tracePt t="572198" x="2800350" y="5530850"/>
          <p14:tracePt t="572214" x="2781300" y="5518150"/>
          <p14:tracePt t="572228" x="2749550" y="5511800"/>
          <p14:tracePt t="572245" x="2717800" y="5499100"/>
          <p14:tracePt t="572261" x="2647950" y="5473700"/>
          <p14:tracePt t="572278" x="2590800" y="5461000"/>
          <p14:tracePt t="572295" x="2457450" y="5448300"/>
          <p14:tracePt t="572311" x="2419350" y="5448300"/>
          <p14:tracePt t="572328" x="2349500" y="5448300"/>
          <p14:tracePt t="572345" x="2279650" y="5461000"/>
          <p14:tracePt t="572361" x="2247900" y="5467350"/>
          <p14:tracePt t="572378" x="2222500" y="5480050"/>
          <p14:tracePt t="572394" x="2165350" y="5492750"/>
          <p14:tracePt t="572411" x="2152650" y="5492750"/>
          <p14:tracePt t="572428" x="2133600" y="5486400"/>
          <p14:tracePt t="572444" x="2108200" y="5480050"/>
          <p14:tracePt t="572461" x="2095500" y="5467350"/>
          <p14:tracePt t="572478" x="2076450" y="5461000"/>
          <p14:tracePt t="572494" x="2076450" y="5454650"/>
          <p14:tracePt t="572510" x="2051050" y="5448300"/>
          <p14:tracePt t="572527" x="2025650" y="5441950"/>
          <p14:tracePt t="572544" x="2019300" y="5435600"/>
          <p14:tracePt t="572560" x="2006600" y="5429250"/>
          <p14:tracePt t="572577" x="1974850" y="5422900"/>
          <p14:tracePt t="572593" x="1962150" y="5416550"/>
          <p14:tracePt t="572626" x="1943100" y="5416550"/>
          <p14:tracePt t="572660" x="1936750" y="5416550"/>
          <p14:tracePt t="573093" x="1917700" y="5416550"/>
          <p14:tracePt t="573099" x="1898650" y="5416550"/>
          <p14:tracePt t="573113" x="1866900" y="5416550"/>
          <p14:tracePt t="573125" x="1841500" y="5410200"/>
          <p14:tracePt t="573142" x="1778000" y="5384800"/>
          <p14:tracePt t="573158" x="1758950" y="5378450"/>
          <p14:tracePt t="573175" x="1714500" y="5359400"/>
          <p14:tracePt t="573191" x="1682750" y="5340350"/>
          <p14:tracePt t="573208" x="1676400" y="5334000"/>
          <p14:tracePt t="573225" x="1663700" y="5321300"/>
          <p14:tracePt t="573261" x="1663700" y="5314950"/>
          <p14:tracePt t="573289" x="1663700" y="5308600"/>
          <p14:tracePt t="573330" x="1670050" y="5308600"/>
          <p14:tracePt t="573352" x="1670050" y="5302250"/>
          <p14:tracePt t="573373" x="1663700" y="5302250"/>
          <p14:tracePt t="573379" x="1657350" y="5302250"/>
          <p14:tracePt t="573401" x="1657350" y="5308600"/>
          <p14:tracePt t="573410" x="1651000" y="5308600"/>
          <p14:tracePt t="573424" x="1644650" y="5321300"/>
          <p14:tracePt t="573440" x="1638300" y="5327650"/>
          <p14:tracePt t="573457" x="1625600" y="5359400"/>
          <p14:tracePt t="573474" x="1619250" y="5410200"/>
          <p14:tracePt t="573490" x="1619250" y="5429250"/>
          <p14:tracePt t="573507" x="1619250" y="5499100"/>
          <p14:tracePt t="573523" x="1644650" y="5568950"/>
          <p14:tracePt t="573540" x="1657350" y="5600700"/>
          <p14:tracePt t="573557" x="1682750" y="5664200"/>
          <p14:tracePt t="573573" x="1701800" y="5708650"/>
          <p14:tracePt t="573590" x="1727200" y="5727700"/>
          <p14:tracePt t="573607" x="1733550" y="5727700"/>
          <p14:tracePt t="573623" x="1758950" y="5715000"/>
          <p14:tracePt t="573640" x="1784350" y="5676900"/>
          <p14:tracePt t="573656" x="1790700" y="5664200"/>
          <p14:tracePt t="573673" x="1803400" y="5651500"/>
          <p14:tracePt t="573689" x="1841500" y="5594350"/>
          <p14:tracePt t="573706" x="1854200" y="5581650"/>
          <p14:tracePt t="573723" x="1885950" y="5562600"/>
          <p14:tracePt t="573739" x="1898650" y="5549900"/>
          <p14:tracePt t="573756" x="1924050" y="5537200"/>
          <p14:tracePt t="573773" x="1936750" y="5530850"/>
          <p14:tracePt t="573789" x="1943100" y="5524500"/>
          <p14:tracePt t="573806" x="1962150" y="5511800"/>
          <p14:tracePt t="573823" x="1981200" y="5511800"/>
          <p14:tracePt t="573839" x="1987550" y="5511800"/>
          <p14:tracePt t="573856" x="2006600" y="5511800"/>
          <p14:tracePt t="573872" x="2019300" y="5505450"/>
          <p14:tracePt t="573889" x="2032000" y="5505450"/>
          <p14:tracePt t="573906" x="2051050" y="5505450"/>
          <p14:tracePt t="573922" x="2063750" y="5505450"/>
          <p14:tracePt t="573955" x="2076450" y="5499100"/>
          <p14:tracePt t="573972" x="2082800" y="5499100"/>
          <p14:tracePt t="573991" x="2089150" y="5499100"/>
          <p14:tracePt t="574081" x="2089150" y="5505450"/>
          <p14:tracePt t="574089" x="2082800" y="5511800"/>
          <p14:tracePt t="574109" x="2082800" y="5518150"/>
          <p14:tracePt t="574123" x="2076450" y="5524500"/>
          <p14:tracePt t="574144" x="2070100" y="5530850"/>
          <p14:tracePt t="574152" x="2063750" y="5537200"/>
          <p14:tracePt t="574159" x="2057400" y="5549900"/>
          <p14:tracePt t="574174" x="2051050" y="5556250"/>
          <p14:tracePt t="574188" x="2044700" y="5568950"/>
          <p14:tracePt t="574205" x="2038350" y="5575300"/>
          <p14:tracePt t="574222" x="2038350" y="5581650"/>
          <p14:tracePt t="574250" x="2044700" y="5588000"/>
          <p14:tracePt t="574272" x="2051050" y="5588000"/>
          <p14:tracePt t="574292" x="2063750" y="5588000"/>
          <p14:tracePt t="574306" x="2070100" y="5588000"/>
          <p14:tracePt t="574320" x="2082800" y="5581650"/>
          <p14:tracePt t="574334" x="2095500" y="5568950"/>
          <p14:tracePt t="574341" x="2120900" y="5562600"/>
          <p14:tracePt t="574356" x="2139950" y="5549900"/>
          <p14:tracePt t="574371" x="2171700" y="5530850"/>
          <p14:tracePt t="574387" x="2222500" y="5492750"/>
          <p14:tracePt t="574404" x="2247900" y="5486400"/>
          <p14:tracePt t="574420" x="2286000" y="5461000"/>
          <p14:tracePt t="574437" x="2311400" y="5448300"/>
          <p14:tracePt t="574454" x="2324100" y="5435600"/>
          <p14:tracePt t="574487" x="2330450" y="5435600"/>
          <p14:tracePt t="574551" x="2324100" y="5435600"/>
          <p14:tracePt t="574571" x="2317750" y="5435600"/>
          <p14:tracePt t="574663" x="2324100" y="5435600"/>
          <p14:tracePt t="574684" x="2330450" y="5435600"/>
          <p14:tracePt t="574691" x="2336800" y="5435600"/>
          <p14:tracePt t="574706" x="2349500" y="5441950"/>
          <p14:tracePt t="574720" x="2362200" y="5441950"/>
          <p14:tracePt t="574735" x="2400300" y="5448300"/>
          <p14:tracePt t="574753" x="2432050" y="5454650"/>
          <p14:tracePt t="574769" x="2533650" y="5461000"/>
          <p14:tracePt t="574786" x="2654300" y="5480050"/>
          <p14:tracePt t="574803" x="2717800" y="5480050"/>
          <p14:tracePt t="574819" x="2844800" y="5480050"/>
          <p14:tracePt t="574836" x="2940050" y="5480050"/>
          <p14:tracePt t="574853" x="2978150" y="5480050"/>
          <p14:tracePt t="574869" x="3016250" y="5480050"/>
          <p14:tracePt t="574885" x="3035300" y="5480050"/>
          <p14:tracePt t="574902" x="3041650" y="5480050"/>
          <p14:tracePt t="574923" x="3048000" y="5480050"/>
          <p14:tracePt t="574986" x="3054350" y="5480050"/>
          <p14:tracePt t="574993" x="3060700" y="5480050"/>
          <p14:tracePt t="575007" x="3067050" y="5480050"/>
          <p14:tracePt t="575018" x="3073400" y="5480050"/>
          <p14:tracePt t="575036" x="3092450" y="5480050"/>
          <p14:tracePt t="575067" x="3098800" y="5480050"/>
          <p14:tracePt t="575085" x="3111500" y="5480050"/>
          <p14:tracePt t="575118" x="3117850" y="5480050"/>
          <p14:tracePt t="575148" x="3124200" y="5480050"/>
          <p14:tracePt t="575197" x="3117850" y="5480050"/>
          <p14:tracePt t="575204" x="3111500" y="5480050"/>
          <p14:tracePt t="575220" x="3098800" y="5480050"/>
          <p14:tracePt t="575235" x="3086100" y="5480050"/>
          <p14:tracePt t="575251" x="3060700" y="5480050"/>
          <p14:tracePt t="575268" x="3016250" y="5480050"/>
          <p14:tracePt t="575284" x="2971800" y="5480050"/>
          <p14:tracePt t="575301" x="2914650" y="5486400"/>
          <p14:tracePt t="575317" x="2857500" y="5486400"/>
          <p14:tracePt t="575334" x="2838450" y="5492750"/>
          <p14:tracePt t="575351" x="2806700" y="5492750"/>
          <p14:tracePt t="575367" x="2787650" y="5492750"/>
          <p14:tracePt t="575384" x="2781300" y="5492750"/>
          <p14:tracePt t="575402" x="2774950" y="5492750"/>
          <p14:tracePt t="575456" x="2781300" y="5492750"/>
          <p14:tracePt t="575463" x="2787650" y="5492750"/>
          <p14:tracePt t="575478" x="2794000" y="5492750"/>
          <p14:tracePt t="575486" x="2800350" y="5492750"/>
          <p14:tracePt t="575500" x="2813050" y="5499100"/>
          <p14:tracePt t="575517" x="2857500" y="5499100"/>
          <p14:tracePt t="575534" x="2901950" y="5499100"/>
          <p14:tracePt t="575550" x="2933700" y="5499100"/>
          <p14:tracePt t="575567" x="2959100" y="5499100"/>
          <p14:tracePt t="575584" x="3028950" y="5499100"/>
          <p14:tracePt t="575600" x="3041650" y="5499100"/>
          <p14:tracePt t="575616" x="3054350" y="5499100"/>
          <p14:tracePt t="575633" x="3067050" y="5499100"/>
          <p14:tracePt t="575650" x="3073400" y="5499100"/>
          <p14:tracePt t="575737" x="3079750" y="5492750"/>
          <p14:tracePt t="575758" x="3079750" y="5486400"/>
          <p14:tracePt t="575772" x="3086100" y="5480050"/>
          <p14:tracePt t="575793" x="3086100" y="5473700"/>
          <p14:tracePt t="576150" x="3086100" y="5480050"/>
          <p14:tracePt t="576157" x="3098800" y="5492750"/>
          <p14:tracePt t="576167" x="3111500" y="5505450"/>
          <p14:tracePt t="576181" x="3124200" y="5530850"/>
          <p14:tracePt t="576198" x="3136900" y="5543550"/>
          <p14:tracePt t="576214" x="3155950" y="5588000"/>
          <p14:tracePt t="576231" x="3175000" y="5626100"/>
          <p14:tracePt t="576248" x="3187700" y="5638800"/>
          <p14:tracePt t="576263" x="3213100" y="5676900"/>
          <p14:tracePt t="576281" x="3238500" y="5695950"/>
          <p14:tracePt t="576298" x="3251200" y="5715000"/>
          <p14:tracePt t="576314" x="3251200" y="5721350"/>
          <p14:tracePt t="576330" x="3257550" y="5727700"/>
          <p14:tracePt t="576501" x="3251200" y="5727700"/>
          <p14:tracePt t="576515" x="3244850" y="5727700"/>
          <p14:tracePt t="576536" x="3244850" y="5721350"/>
          <p14:tracePt t="576550" x="3238500" y="5715000"/>
          <p14:tracePt t="576557" x="3238500" y="5702300"/>
          <p14:tracePt t="576571" x="3232150" y="5695950"/>
          <p14:tracePt t="576580" x="3225800" y="5676900"/>
          <p14:tracePt t="576596" x="3219450" y="5664200"/>
          <p14:tracePt t="576613" x="3206750" y="5607050"/>
          <p14:tracePt t="576629" x="3187700" y="5556250"/>
          <p14:tracePt t="576646" x="3187700" y="5530850"/>
          <p14:tracePt t="576663" x="3162300" y="5486400"/>
          <p14:tracePt t="576680" x="3155950" y="5461000"/>
          <p14:tracePt t="576696" x="3155950" y="5448300"/>
          <p14:tracePt t="576713" x="3149600" y="5435600"/>
          <p14:tracePt t="576950" x="3155950" y="5448300"/>
          <p14:tracePt t="576957" x="3181350" y="5473700"/>
          <p14:tracePt t="576971" x="3194050" y="5492750"/>
          <p14:tracePt t="576981" x="3213100" y="5511800"/>
          <p14:tracePt t="576994" x="3238500" y="5537200"/>
          <p14:tracePt t="577012" x="3270250" y="5562600"/>
          <p14:tracePt t="577028" x="3302000" y="5581650"/>
          <p14:tracePt t="577046" x="3314700" y="5594350"/>
          <p14:tracePt t="577061" x="3321050" y="5594350"/>
          <p14:tracePt t="577078" x="3333750" y="5594350"/>
          <p14:tracePt t="577095" x="3340100" y="5594350"/>
          <p14:tracePt t="577113" x="3359150" y="5594350"/>
          <p14:tracePt t="577147" x="3365500" y="5594350"/>
          <p14:tracePt t="577181" x="3371850" y="5594350"/>
          <p14:tracePt t="577252" x="3371850" y="5600700"/>
          <p14:tracePt t="577287" x="3378200" y="5600700"/>
          <p14:tracePt t="577308" x="3384550" y="5600700"/>
          <p14:tracePt t="577322" x="3390900" y="5600700"/>
          <p14:tracePt t="577330" x="3397250" y="5607050"/>
          <p14:tracePt t="577350" x="3403600" y="5607050"/>
          <p14:tracePt t="577360" x="3409950" y="5613400"/>
          <p14:tracePt t="577377" x="3416300" y="5613400"/>
          <p14:tracePt t="577394" x="3429000" y="5619750"/>
          <p14:tracePt t="577410" x="3435350" y="5619750"/>
          <p14:tracePt t="577428" x="3441700" y="5626100"/>
          <p14:tracePt t="577444" x="3448050" y="5626100"/>
          <p14:tracePt t="577463" x="3454400" y="5632450"/>
          <p14:tracePt t="577477" x="3460750" y="5632450"/>
          <p14:tracePt t="577497" x="3467100" y="5632450"/>
          <p14:tracePt t="577561" x="3460750" y="5632450"/>
          <p14:tracePt t="577568" x="3454400" y="5626100"/>
          <p14:tracePt t="577582" x="3448050" y="5626100"/>
          <p14:tracePt t="577593" x="3435350" y="5619750"/>
          <p14:tracePt t="577610" x="3397250" y="5588000"/>
          <p14:tracePt t="577626" x="3352800" y="5575300"/>
          <p14:tracePt t="577643" x="3282950" y="5543550"/>
          <p14:tracePt t="577660" x="3213100" y="5499100"/>
          <p14:tracePt t="577676" x="3187700" y="5486400"/>
          <p14:tracePt t="577695" x="3143250" y="5461000"/>
          <p14:tracePt t="577709" x="3130550" y="5454650"/>
          <p14:tracePt t="577743" x="3130550" y="5448300"/>
          <p14:tracePt t="577758" x="3149600" y="5448300"/>
          <p14:tracePt t="577775" x="3175000" y="5448300"/>
          <p14:tracePt t="577793" x="3219450" y="5448300"/>
          <p14:tracePt t="577809" x="3244850" y="5448300"/>
          <p14:tracePt t="577825" x="3295650" y="5467350"/>
          <p14:tracePt t="577842" x="3346450" y="5492750"/>
          <p14:tracePt t="577859" x="3359150" y="5499100"/>
          <p14:tracePt t="577876" x="3384550" y="5511800"/>
          <p14:tracePt t="577892" x="3397250" y="5511800"/>
          <p14:tracePt t="577925" x="3403600" y="5518150"/>
          <p14:tracePt t="578024" x="3403600" y="5505450"/>
          <p14:tracePt t="578031" x="3403600" y="5499100"/>
          <p14:tracePt t="578041" x="3403600" y="5486400"/>
          <p14:tracePt t="578057" x="3397250" y="5480050"/>
          <p14:tracePt t="578074" x="3397250" y="5467350"/>
          <p14:tracePt t="578326" x="3384550" y="5467350"/>
          <p14:tracePt t="578333" x="3378200" y="5467350"/>
          <p14:tracePt t="578342" x="3365500" y="5473700"/>
          <p14:tracePt t="578361" x="3352800" y="5473700"/>
          <p14:tracePt t="578377" x="3346450" y="5473700"/>
          <p14:tracePt t="578390" x="3333750" y="5480050"/>
          <p14:tracePt t="578407" x="3302000" y="5480050"/>
          <p14:tracePt t="578424" x="3251200" y="5473700"/>
          <p14:tracePt t="578440" x="3232150" y="5467350"/>
          <p14:tracePt t="578457" x="3168650" y="5454650"/>
          <p14:tracePt t="578474" x="3098800" y="5416550"/>
          <p14:tracePt t="578490" x="3060700" y="5391150"/>
          <p14:tracePt t="578507" x="2990850" y="5359400"/>
          <p14:tracePt t="578523" x="2927350" y="5327650"/>
          <p14:tracePt t="578540" x="2895600" y="5314950"/>
          <p14:tracePt t="578557" x="2851150" y="5302250"/>
          <p14:tracePt t="578573" x="2819400" y="5289550"/>
          <p14:tracePt t="578589" x="2806700" y="5289550"/>
          <p14:tracePt t="578606" x="2794000" y="5289550"/>
          <p14:tracePt t="578622" x="2755900" y="5289550"/>
          <p14:tracePt t="578639" x="2743200" y="5289550"/>
          <p14:tracePt t="578656" x="2711450" y="5302250"/>
          <p14:tracePt t="578673" x="2692400" y="5302250"/>
          <p14:tracePt t="578689" x="2628900" y="5314950"/>
          <p14:tracePt t="578706" x="2559050" y="5340350"/>
          <p14:tracePt t="578722" x="2533650" y="5340350"/>
          <p14:tracePt t="578739" x="2457450" y="5372100"/>
          <p14:tracePt t="578755" x="2400300" y="5403850"/>
          <p14:tracePt t="578772" x="2374900" y="5410200"/>
          <p14:tracePt t="578789" x="2355850" y="5422900"/>
          <p14:tracePt t="578805" x="2349500" y="5429250"/>
          <p14:tracePt t="578822" x="2343150" y="5429250"/>
          <p14:tracePt t="579063" x="2336800" y="5435600"/>
          <p14:tracePt t="579084" x="2330450" y="5441950"/>
          <p14:tracePt t="579105" x="2324100" y="5441950"/>
          <p14:tracePt t="579112" x="2317750" y="5448300"/>
          <p14:tracePt t="579133" x="2317750" y="5454650"/>
          <p14:tracePt t="579155" x="2311400" y="5454650"/>
          <p14:tracePt t="579175" x="2305050" y="5461000"/>
          <p14:tracePt t="579217" x="2298700" y="5467350"/>
          <p14:tracePt t="579245" x="2292350" y="5467350"/>
          <p14:tracePt t="579252" x="2286000" y="5467350"/>
          <p14:tracePt t="579287" x="2286000" y="5473700"/>
          <p14:tracePt t="579308" x="2279650" y="5473700"/>
          <p14:tracePt t="579315" x="2279650" y="5480050"/>
          <p14:tracePt t="579323" x="2279650" y="5486400"/>
          <p14:tracePt t="579339" x="2273300" y="5486400"/>
          <p14:tracePt t="579364" x="2266950" y="5492750"/>
          <p14:tracePt t="579392" x="2260600" y="5492750"/>
          <p14:tracePt t="579406" x="2254250" y="5492750"/>
          <p14:tracePt t="579413" x="2254250" y="5486400"/>
          <p14:tracePt t="579435" x="2241550" y="5480050"/>
          <p14:tracePt t="579455" x="2235200" y="5473700"/>
          <p14:tracePt t="579484" x="2228850" y="5461000"/>
          <p14:tracePt t="579498" x="2222500" y="5461000"/>
          <p14:tracePt t="579505" x="2216150" y="5461000"/>
          <p14:tracePt t="579520" x="2209800" y="5461000"/>
          <p14:tracePt t="579536" x="2184400" y="5461000"/>
          <p14:tracePt t="579554" x="2171700" y="5461000"/>
          <p14:tracePt t="579569" x="2159000" y="5473700"/>
          <p14:tracePt t="579586" x="2159000" y="5486400"/>
          <p14:tracePt t="579603" x="2152650" y="5511800"/>
          <p14:tracePt t="579619" x="2152650" y="5524500"/>
          <p14:tracePt t="579636" x="2165350" y="5543550"/>
          <p14:tracePt t="579652" x="2190750" y="5549900"/>
          <p14:tracePt t="579669" x="2197100" y="5549900"/>
          <p14:tracePt t="579686" x="2222500" y="5549900"/>
          <p14:tracePt t="579702" x="2266950" y="5549900"/>
          <p14:tracePt t="579719" x="2343150" y="5524500"/>
          <p14:tracePt t="579736" x="2419350" y="5492750"/>
          <p14:tracePt t="579752" x="2438400" y="5486400"/>
          <p14:tracePt t="579769" x="2482850" y="5454650"/>
          <p14:tracePt t="579786" x="2489200" y="5441950"/>
          <p14:tracePt t="579802" x="2489200" y="5429250"/>
          <p14:tracePt t="579818" x="2482850" y="5416550"/>
          <p14:tracePt t="579835" x="2457450" y="5403850"/>
          <p14:tracePt t="579852" x="2432050" y="5391150"/>
          <p14:tracePt t="579869" x="2419350" y="5384800"/>
          <p14:tracePt t="579885" x="2349500" y="5378450"/>
          <p14:tracePt t="579902" x="2330450" y="5378450"/>
          <p14:tracePt t="579919" x="2279650" y="5403850"/>
          <p14:tracePt t="579935" x="2266950" y="5410200"/>
          <p14:tracePt t="579952" x="2241550" y="5429250"/>
          <p14:tracePt t="579968" x="2222500" y="5467350"/>
          <p14:tracePt t="579984" x="2197100" y="5499100"/>
          <p14:tracePt t="580002" x="2197100" y="5511800"/>
          <p14:tracePt t="580018" x="2197100" y="5537200"/>
          <p14:tracePt t="580034" x="2197100" y="5543550"/>
          <p14:tracePt t="580052" x="2209800" y="5562600"/>
          <p14:tracePt t="580067" x="2216150" y="5568950"/>
          <p14:tracePt t="580084" x="2216150" y="5575300"/>
          <p14:tracePt t="580101" x="2222500" y="5581650"/>
          <p14:tracePt t="580117" x="2222500" y="5588000"/>
          <p14:tracePt t="580192" x="2216150" y="5588000"/>
          <p14:tracePt t="580213" x="2209800" y="5581650"/>
          <p14:tracePt t="580227" x="2203450" y="5581650"/>
          <p14:tracePt t="580248" x="2197100" y="5581650"/>
          <p14:tracePt t="580255" x="2197100" y="5575300"/>
          <p14:tracePt t="580276" x="2190750" y="5575300"/>
          <p14:tracePt t="580304" x="2184400" y="5568950"/>
          <p14:tracePt t="580325" x="2178050" y="5568950"/>
          <p14:tracePt t="580367" x="2171700" y="5562600"/>
          <p14:tracePt t="580402" x="2165350" y="5556250"/>
          <p14:tracePt t="580444" x="2159000" y="5549900"/>
          <p14:tracePt t="580466" x="2159000" y="5543550"/>
          <p14:tracePt t="580472" x="2152650" y="5543550"/>
          <p14:tracePt t="580493" x="2146300" y="5537200"/>
          <p14:tracePt t="580514" x="2139950" y="5537200"/>
          <p14:tracePt t="580578" x="2133600" y="5537200"/>
          <p14:tracePt t="580606" x="2133600" y="5543550"/>
          <p14:tracePt t="580634" x="2146300" y="5549900"/>
          <p14:tracePt t="580648" x="2152650" y="5549900"/>
          <p14:tracePt t="580655" x="2165350" y="5549900"/>
          <p14:tracePt t="580669" x="2184400" y="5562600"/>
          <p14:tracePt t="580683" x="2209800" y="5562600"/>
          <p14:tracePt t="580699" x="2292350" y="5575300"/>
          <p14:tracePt t="580716" x="2330450" y="5575300"/>
          <p14:tracePt t="580732" x="2400300" y="5594350"/>
          <p14:tracePt t="580749" x="2457450" y="5600700"/>
          <p14:tracePt t="580765" x="2482850" y="5600700"/>
          <p14:tracePt t="580782" x="2495550" y="5600700"/>
          <p14:tracePt t="580798" x="2501900" y="5600700"/>
          <p14:tracePt t="580900" x="2508250" y="5607050"/>
          <p14:tracePt t="580921" x="2514600" y="5607050"/>
          <p14:tracePt t="580929" x="2520950" y="5619750"/>
          <p14:tracePt t="580936" x="2533650" y="5626100"/>
          <p14:tracePt t="580951" x="2540000" y="5632450"/>
          <p14:tracePt t="580965" x="2559050" y="5638800"/>
          <p14:tracePt t="580981" x="2597150" y="5676900"/>
          <p14:tracePt t="580998" x="2698750" y="5740400"/>
          <p14:tracePt t="581014" x="2781300" y="5778500"/>
          <p14:tracePt t="581033" x="2978150" y="5867400"/>
          <p14:tracePt t="581049" x="3213100" y="5930900"/>
          <p14:tracePt t="581064" x="3340100" y="5949950"/>
          <p14:tracePt t="581081" x="3568700" y="5969000"/>
          <p14:tracePt t="581098" x="3733800" y="5981700"/>
          <p14:tracePt t="581114" x="3803650" y="5981700"/>
          <p14:tracePt t="581131" x="3841750" y="5981700"/>
          <p14:tracePt t="581147" x="3892550" y="5981700"/>
          <p14:tracePt t="581164" x="3898900" y="5981700"/>
          <p14:tracePt t="581181" x="3911600" y="5981700"/>
          <p14:tracePt t="581213" x="3911600" y="5988050"/>
          <p14:tracePt t="581231" x="3924300" y="5994400"/>
          <p14:tracePt t="581247" x="3943350" y="5994400"/>
          <p14:tracePt t="581264" x="3987800" y="6019800"/>
          <p14:tracePt t="581280" x="4057650" y="6051550"/>
          <p14:tracePt t="581297" x="4089400" y="6064250"/>
          <p14:tracePt t="581315" x="4165600" y="6108700"/>
          <p14:tracePt t="581330" x="4210050" y="6134100"/>
          <p14:tracePt t="581347" x="4222750" y="6140450"/>
          <p14:tracePt t="581364" x="4235450" y="6140450"/>
          <p14:tracePt t="581380" x="4241800" y="6140450"/>
          <p14:tracePt t="581441" x="4235450" y="6140450"/>
          <p14:tracePt t="581447" x="4229100" y="6140450"/>
          <p14:tracePt t="581462" x="4210050" y="6134100"/>
          <p14:tracePt t="581469" x="4191000" y="6127750"/>
          <p14:tracePt t="581483" x="4152900" y="6108700"/>
          <p14:tracePt t="581497" x="4025900" y="6051550"/>
          <p14:tracePt t="581513" x="3937000" y="6019800"/>
          <p14:tracePt t="581529" x="3841750" y="5969000"/>
          <p14:tracePt t="581546" x="3644900" y="5886450"/>
          <p14:tracePt t="581563" x="3422650" y="5791200"/>
          <p14:tracePt t="581579" x="3327400" y="5746750"/>
          <p14:tracePt t="581596" x="3143250" y="5695950"/>
          <p14:tracePt t="581612" x="3022600" y="5670550"/>
          <p14:tracePt t="581629" x="2971800" y="5657850"/>
          <p14:tracePt t="581645" x="2927350" y="5657850"/>
          <p14:tracePt t="581662" x="2914650" y="5657850"/>
          <p14:tracePt t="581695" x="2921000" y="5657850"/>
          <p14:tracePt t="581712" x="2952750" y="5670550"/>
          <p14:tracePt t="581729" x="3028950" y="5708650"/>
          <p14:tracePt t="581745" x="3067050" y="5715000"/>
          <p14:tracePt t="581762" x="3136900" y="5734050"/>
          <p14:tracePt t="581778" x="3346450" y="5803900"/>
          <p14:tracePt t="581795" x="3429000" y="5829300"/>
          <p14:tracePt t="581812" x="3505200" y="5848350"/>
          <p14:tracePt t="581828" x="3638550" y="5886450"/>
          <p14:tracePt t="581850" x="3702050" y="5899150"/>
          <p14:tracePt t="581863" x="3708400" y="5899150"/>
          <p14:tracePt t="581894" x="3702050" y="5899150"/>
          <p14:tracePt t="581911" x="3644900" y="5867400"/>
          <p14:tracePt t="581928" x="3600450" y="5854700"/>
          <p14:tracePt t="581944" x="3467100" y="5784850"/>
          <p14:tracePt t="581961" x="3282950" y="5708650"/>
          <p14:tracePt t="581978" x="3175000" y="5670550"/>
          <p14:tracePt t="581995" x="2965450" y="5594350"/>
          <p14:tracePt t="582011" x="2781300" y="5537200"/>
          <p14:tracePt t="582027" x="2717800" y="5518150"/>
          <p14:tracePt t="582044" x="2597150" y="5480050"/>
          <p14:tracePt t="582061" x="2514600" y="5467350"/>
          <p14:tracePt t="582077" x="2482850" y="5467350"/>
          <p14:tracePt t="582094" x="2463800" y="5467350"/>
          <p14:tracePt t="582110" x="2463800" y="5473700"/>
          <p14:tracePt t="582128" x="2463800" y="5480050"/>
          <p14:tracePt t="582144" x="2476500" y="5499100"/>
          <p14:tracePt t="582160" x="2482850" y="5511800"/>
          <p14:tracePt t="582178" x="2514600" y="5543550"/>
          <p14:tracePt t="582193" x="2520950" y="5549900"/>
          <p14:tracePt t="582210" x="2533650" y="5556250"/>
          <p14:tracePt t="582227" x="2540000" y="5568950"/>
          <p14:tracePt t="582263" x="2533650" y="5568950"/>
          <p14:tracePt t="582277" x="2514600" y="5575300"/>
          <p14:tracePt t="582293" x="2489200" y="5581650"/>
          <p14:tracePt t="582311" x="2432050" y="5594350"/>
          <p14:tracePt t="582326" x="2406650" y="5600700"/>
          <p14:tracePt t="582343" x="2349500" y="5600700"/>
          <p14:tracePt t="582360" x="2305050" y="5600700"/>
          <p14:tracePt t="582376" x="2292350" y="5594350"/>
          <p14:tracePt t="582393" x="2286000" y="5588000"/>
          <p14:tracePt t="582410" x="2286000" y="5581650"/>
          <p14:tracePt t="582426" x="2292350" y="5568950"/>
          <p14:tracePt t="582443" x="2336800" y="5556250"/>
          <p14:tracePt t="582459" x="2400300" y="5556250"/>
          <p14:tracePt t="582476" x="2457450" y="5543550"/>
          <p14:tracePt t="582479" x="2520950" y="5537200"/>
          <p14:tracePt t="582495" x="2597150" y="5537200"/>
          <p14:tracePt t="582509" x="2686050" y="5537200"/>
          <p14:tracePt t="582526" x="2901950" y="5518150"/>
          <p14:tracePt t="582543" x="3067050" y="5518150"/>
          <p14:tracePt t="582559" x="3124200" y="5505450"/>
          <p14:tracePt t="582576" x="3194050" y="5505450"/>
          <p14:tracePt t="582593" x="3206750" y="5505450"/>
          <p14:tracePt t="582625" x="3181350" y="5505450"/>
          <p14:tracePt t="582642" x="3136900" y="5505450"/>
          <p14:tracePt t="582659" x="3105150" y="5518150"/>
          <p14:tracePt t="582676" x="3028950" y="5518150"/>
          <p14:tracePt t="582692" x="2921000" y="5524500"/>
          <p14:tracePt t="582709" x="2882900" y="5524500"/>
          <p14:tracePt t="582725" x="2774950" y="5543550"/>
          <p14:tracePt t="582742" x="2736850" y="5549900"/>
          <p14:tracePt t="582758" x="2679700" y="5549900"/>
          <p14:tracePt t="582775" x="2647950" y="5549900"/>
          <p14:tracePt t="582792" x="2635250" y="5549900"/>
          <p14:tracePt t="582809" x="2628900" y="5549900"/>
          <p14:tracePt t="582825" x="2635250" y="5556250"/>
          <p14:tracePt t="582841" x="2647950" y="5562600"/>
          <p14:tracePt t="582858" x="2692400" y="5568950"/>
          <p14:tracePt t="582875" x="2800350" y="5575300"/>
          <p14:tracePt t="582891" x="2876550" y="5588000"/>
          <p14:tracePt t="582908" x="3092450" y="5588000"/>
          <p14:tracePt t="582924" x="3327400" y="5588000"/>
          <p14:tracePt t="582942" x="3441700" y="5588000"/>
          <p14:tracePt t="582958" x="3695700" y="5562600"/>
          <p14:tracePt t="582974" x="3892550" y="5518150"/>
          <p14:tracePt t="582992" x="4032250" y="5511800"/>
          <p14:tracePt t="583007" x="4076700" y="5511800"/>
          <p14:tracePt t="583024" x="4095750" y="5511800"/>
          <p14:tracePt t="583041" x="4127500" y="5505450"/>
          <p14:tracePt t="583057" x="4127500" y="5492750"/>
          <p14:tracePt t="583074" x="4127500" y="5461000"/>
          <p14:tracePt t="583091" x="4121150" y="5403850"/>
          <p14:tracePt t="583641" x="4133850" y="5435600"/>
          <p14:tracePt t="583656" x="4165600" y="5505450"/>
          <p14:tracePt t="583663" x="4203700" y="5562600"/>
          <p14:tracePt t="583677" x="4241800" y="5619750"/>
          <p14:tracePt t="583689" x="4279900" y="5702300"/>
          <p14:tracePt t="583705" x="4400550" y="5886450"/>
          <p14:tracePt t="583722" x="4457700" y="5981700"/>
          <p14:tracePt t="583739" x="4584700" y="6159500"/>
          <p14:tracePt t="583755" x="4705350" y="6292850"/>
          <p14:tracePt t="583772" x="4743450" y="6337300"/>
          <p14:tracePt t="583788" x="4787900" y="6375400"/>
          <p14:tracePt t="583805" x="4794250" y="6381750"/>
          <p14:tracePt t="583845" x="4781550" y="6381750"/>
          <p14:tracePt t="583854" x="4775200" y="6375400"/>
          <p14:tracePt t="583871" x="4768850" y="6369050"/>
          <p14:tracePt t="583888" x="4768850" y="6362700"/>
          <p14:tracePt t="583904" x="4762500" y="6350000"/>
          <p14:tracePt t="583921" x="4756150" y="6343650"/>
          <p14:tracePt t="583938" x="4749800" y="6343650"/>
          <p14:tracePt t="583965" x="4737100" y="6337300"/>
          <p14:tracePt t="583979" x="4730750" y="6337300"/>
          <p14:tracePt t="583988" x="4724400" y="6337300"/>
          <p14:tracePt t="584004" x="4718050" y="6337300"/>
          <p14:tracePt t="584021" x="4673600" y="6337300"/>
          <p14:tracePt t="584037" x="4635500" y="6337300"/>
          <p14:tracePt t="584054" x="4616450" y="6337300"/>
          <p14:tracePt t="584070" x="4565650" y="6337300"/>
          <p14:tracePt t="584087" x="4483100" y="6343650"/>
          <p14:tracePt t="584104" x="4432300" y="6343650"/>
          <p14:tracePt t="584121" x="4349750" y="6350000"/>
          <p14:tracePt t="584137" x="4279900" y="6369050"/>
          <p14:tracePt t="584155" x="4235450" y="6375400"/>
          <p14:tracePt t="584170" x="4210050" y="6381750"/>
          <p14:tracePt t="584187" x="4191000" y="6388100"/>
          <p14:tracePt t="584204" x="4184650" y="6400800"/>
          <p14:tracePt t="584220" x="4184650" y="6407150"/>
          <p14:tracePt t="584253" x="4191000" y="6419850"/>
          <p14:tracePt t="584270" x="4222750" y="6432550"/>
          <p14:tracePt t="584286" x="4248150" y="6432550"/>
          <p14:tracePt t="584303" x="4292600" y="6432550"/>
          <p14:tracePt t="584319" x="4343400" y="6426200"/>
          <p14:tracePt t="584337" x="4387850" y="6400800"/>
          <p14:tracePt t="584353" x="4394200" y="6388100"/>
          <p14:tracePt t="584369" x="4394200" y="6362700"/>
          <p14:tracePt t="584386" x="4349750" y="6330950"/>
          <p14:tracePt t="584403" x="4324350" y="6324600"/>
          <p14:tracePt t="584419" x="4222750" y="6299200"/>
          <p14:tracePt t="584436" x="4095750" y="6286500"/>
          <p14:tracePt t="584453" x="4032250" y="6280150"/>
          <p14:tracePt t="584469" x="3867150" y="6280150"/>
          <p14:tracePt t="584486" x="3714750" y="6280150"/>
          <p14:tracePt t="584502" x="3619500" y="6286500"/>
          <p14:tracePt t="584506" x="3556000" y="6286500"/>
          <p14:tracePt t="584521" x="3505200" y="6299200"/>
          <p14:tracePt t="584536" x="3448050" y="6311900"/>
          <p14:tracePt t="584552" x="3397250" y="6330950"/>
          <p14:tracePt t="584569" x="3371850" y="6362700"/>
          <p14:tracePt t="584586" x="3365500" y="6375400"/>
          <p14:tracePt t="584603" x="3365500" y="6388100"/>
          <p14:tracePt t="584619" x="3359150" y="6407150"/>
          <p14:tracePt t="584636" x="3359150" y="6413500"/>
          <p14:tracePt t="584652" x="3340100" y="6432550"/>
          <p14:tracePt t="584668" x="3314700" y="6445250"/>
          <p14:tracePt t="584685" x="3295650" y="6451600"/>
          <p14:tracePt t="584702" x="3270250" y="6464300"/>
          <p14:tracePt t="585077" x="3244850" y="6464300"/>
          <p14:tracePt t="585085" x="3162300" y="6451600"/>
          <p14:tracePt t="585098" x="3124200" y="6445250"/>
          <p14:tracePt t="585105" x="3086100" y="6445250"/>
          <p14:tracePt t="585120" x="3041650" y="6445250"/>
          <p14:tracePt t="585134" x="3003550" y="6445250"/>
          <p14:tracePt t="585150" x="2933700" y="6457950"/>
          <p14:tracePt t="585167" x="2908300" y="6464300"/>
          <p14:tracePt t="585183" x="2870200" y="6489700"/>
          <p14:tracePt t="585200" x="2844800" y="6508750"/>
          <p14:tracePt t="585217" x="2838450" y="6521450"/>
          <p14:tracePt t="585233" x="2819400" y="6540500"/>
          <p14:tracePt t="585250" x="2813050" y="6559550"/>
          <p14:tracePt t="585267" x="2813050" y="6565900"/>
          <p14:tracePt t="585283" x="2813050" y="6572250"/>
          <p14:tracePt t="585317" x="2813050" y="6584950"/>
          <p14:tracePt t="585372" x="2806700" y="6584950"/>
          <p14:tracePt t="585379" x="2800350" y="6578600"/>
          <p14:tracePt t="585400" x="2794000" y="6572250"/>
          <p14:tracePt t="585407" x="2781300" y="6572250"/>
          <p14:tracePt t="585421" x="2768600" y="6572250"/>
          <p14:tracePt t="585432" x="2755900" y="6565900"/>
          <p14:tracePt t="585450" x="2711450" y="6559550"/>
          <p14:tracePt t="585465" x="2686050" y="6559550"/>
          <p14:tracePt t="585482" x="2635250" y="6559550"/>
          <p14:tracePt t="585499" x="2609850" y="6559550"/>
          <p14:tracePt t="585541" x="2622550" y="6559550"/>
          <p14:tracePt t="585548" x="2647950" y="6559550"/>
          <p14:tracePt t="585562" x="2673350" y="6559550"/>
          <p14:tracePt t="585569" x="2736850" y="6559550"/>
          <p14:tracePt t="585582" x="2800350" y="6559550"/>
          <p14:tracePt t="585598" x="2978150" y="6559550"/>
          <p14:tracePt t="585615" x="3079750" y="6553200"/>
          <p14:tracePt t="585632" x="3321050" y="6527800"/>
          <p14:tracePt t="585648" x="3441700" y="6508750"/>
          <p14:tracePt t="585665" x="3644900" y="6496050"/>
          <p14:tracePt t="585682" x="3797300" y="6496050"/>
          <p14:tracePt t="585698" x="3860800" y="6496050"/>
          <p14:tracePt t="585715" x="3975100" y="6502400"/>
          <p14:tracePt t="585732" x="4095750" y="6508750"/>
          <p14:tracePt t="585748" x="4159250" y="6508750"/>
          <p14:tracePt t="585765" x="4260850" y="6508750"/>
          <p14:tracePt t="585781" x="4368800" y="6489700"/>
          <p14:tracePt t="585798" x="4400550" y="6483350"/>
          <p14:tracePt t="585815" x="4425950" y="6477000"/>
          <p14:tracePt t="585831" x="4438650" y="6470650"/>
          <p14:tracePt t="585848" x="4438650" y="6457950"/>
          <p14:tracePt t="585864" x="4438650" y="6432550"/>
          <p14:tracePt t="585881" x="4445000" y="6394450"/>
          <p14:tracePt t="586662" x="4406900" y="6400800"/>
          <p14:tracePt t="586669" x="4368800" y="6413500"/>
          <p14:tracePt t="586683" x="4311650" y="6419850"/>
          <p14:tracePt t="586694" x="4260850" y="6419850"/>
          <p14:tracePt t="586712" x="4222750" y="6426200"/>
          <p14:tracePt t="586728" x="4140200" y="6426200"/>
          <p14:tracePt t="586744" x="4064000" y="6426200"/>
          <p14:tracePt t="586761" x="3994150" y="6419850"/>
          <p14:tracePt t="586778" x="3968750" y="6413500"/>
          <p14:tracePt t="586795" x="3949700" y="6413500"/>
          <p14:tracePt t="586811" x="3924300" y="6413500"/>
          <p14:tracePt t="586852" x="3930650" y="6413500"/>
          <p14:tracePt t="586866" x="3937000" y="6413500"/>
          <p14:tracePt t="586877" x="3949700" y="6413500"/>
          <p14:tracePt t="586894" x="3962400" y="6413500"/>
          <p14:tracePt t="586911" x="3987800" y="6407150"/>
          <p14:tracePt t="586927" x="4000500" y="6400800"/>
          <p14:tracePt t="586944" x="4032250" y="6375400"/>
          <p14:tracePt t="586960" x="4044950" y="6356350"/>
          <p14:tracePt t="586977" x="4057650" y="63246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 smtClean="0"/>
              <a:t>Function</a:t>
            </a:r>
            <a:r>
              <a:rPr lang="en-US" altLang="en-US" b="1" dirty="0" smtClean="0"/>
              <a:t> </a:t>
            </a:r>
            <a:r>
              <a:rPr lang="en-US" altLang="en-US" b="1" dirty="0"/>
              <a:t>Annotations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28600" y="987552"/>
            <a:ext cx="8763000" cy="5870448"/>
          </a:xfrm>
        </p:spPr>
        <p:txBody>
          <a:bodyPr/>
          <a:lstStyle/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:float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50" dirty="0">
                <a:solidFill>
                  <a:srgbClr val="FFCCCC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spc="-60" dirty="0">
                <a:solidFill>
                  <a:srgbClr val="FFCCCC"/>
                </a:solidFill>
                <a:latin typeface="Lucida Fax" panose="02060602050505020204" pitchFamily="18" charset="0"/>
              </a:rPr>
              <a:t>n</a:t>
            </a:r>
            <a:r>
              <a:rPr lang="en-US" altLang="en-US" sz="1800" spc="-6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60" dirty="0">
                <a:solidFill>
                  <a:srgbClr val="FFCCCC"/>
                </a:solidFill>
                <a:latin typeface="Lucida Fax" panose="02060602050505020204" pitchFamily="18" charset="0"/>
              </a:rPr>
              <a:t>annotated</a:t>
            </a:r>
            <a:r>
              <a:rPr lang="en-US" altLang="en-US" sz="1600" spc="-6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6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p</a:t>
            </a:r>
            <a:r>
              <a:rPr lang="en-US" altLang="en-US" spc="-5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ara</a:t>
            </a:r>
            <a:r>
              <a:rPr lang="en-US" altLang="en-US" spc="-6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meter</a:t>
            </a:r>
            <a:endParaRPr lang="en-US" altLang="en-US" spc="-5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 smtClean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2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1+2j</a:t>
            </a:r>
            <a:r>
              <a:rPr lang="en-US" altLang="en-US" spc="-1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What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happens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if the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parameter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is</a:t>
            </a:r>
            <a:r>
              <a:rPr lang="en-US" altLang="en-US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n't</a:t>
            </a:r>
            <a:r>
              <a:rPr lang="en-US" altLang="en-US" sz="2000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sz="2000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float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(1+2j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f(x)</a:t>
            </a:r>
            <a:r>
              <a:rPr lang="en-US" altLang="en-US" b="1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-&gt;</a:t>
            </a:r>
            <a:r>
              <a:rPr lang="en-US" altLang="en-US" b="1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#annotated </a:t>
            </a:r>
            <a:r>
              <a:rPr lang="en-US" altLang="en-US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return value</a:t>
            </a:r>
            <a:endParaRPr lang="en-US" altLang="en-US" dirty="0">
              <a:solidFill>
                <a:srgbClr val="C0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>
                <a:solidFill>
                  <a:srgbClr val="C0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f(4.1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  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#Will it return an </a:t>
            </a:r>
            <a:r>
              <a:rPr lang="en-US" altLang="en-US" b="1" dirty="0" err="1" smtClean="0">
                <a:solidFill>
                  <a:srgbClr val="C00000"/>
                </a:solidFill>
                <a:latin typeface="Lucida Fax" panose="02060602050505020204" pitchFamily="18" charset="0"/>
              </a:rPr>
              <a:t>int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  <a:latin typeface="Lucida Console" panose="020B0609040504020204" pitchFamily="49" charset="0"/>
              </a:rPr>
              <a:t>4.1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endParaRPr lang="en-US" altLang="en-US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987552"/>
            <a:ext cx="762000" cy="587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b="1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3269412" y="2760454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3283789" y="1161692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69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08"/>
    </mc:Choice>
    <mc:Fallback>
      <p:transition spd="slow" advTm="133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14" x="190500" y="1536700"/>
          <p14:tracePt t="863" x="209550" y="1568450"/>
          <p14:tracePt t="897" x="254000" y="1606550"/>
          <p14:tracePt t="930" x="311150" y="1638300"/>
          <p14:tracePt t="963" x="488950" y="1720850"/>
          <p14:tracePt t="982" x="603250" y="1752600"/>
          <p14:tracePt t="1013" x="781050" y="1828800"/>
          <p14:tracePt t="1046" x="939800" y="1860550"/>
          <p14:tracePt t="1079" x="1085850" y="1835150"/>
          <p14:tracePt t="1129" x="1225550" y="1797050"/>
          <p14:tracePt t="1162" x="1314450" y="1771650"/>
          <p14:tracePt t="1181" x="1346200" y="1739900"/>
          <p14:tracePt t="1212" x="1409700" y="1714500"/>
          <p14:tracePt t="1249" x="1466850" y="1701800"/>
          <p14:tracePt t="1295" x="1511300" y="1701800"/>
          <p14:tracePt t="1328" x="1536700" y="1708150"/>
          <p14:tracePt t="1362" x="1549400" y="1720850"/>
          <p14:tracePt t="1395" x="1562100" y="1797050"/>
          <p14:tracePt t="1417" x="1568450" y="1879600"/>
          <p14:tracePt t="1461" x="1536700" y="2292350"/>
          <p14:tracePt t="1494" x="1473200" y="2857500"/>
          <p14:tracePt t="1561" x="1333500" y="4152900"/>
          <p14:tracePt t="1611" x="1333500" y="4641850"/>
          <p14:tracePt t="1644" x="1358900" y="4826000"/>
          <p14:tracePt t="1677" x="1365250" y="4876800"/>
          <p14:tracePt t="1710" x="1365250" y="4953000"/>
          <p14:tracePt t="1729" x="1371600" y="4997450"/>
          <p14:tracePt t="1762" x="1390650" y="5124450"/>
          <p14:tracePt t="1826" x="1504950" y="5251450"/>
          <p14:tracePt t="1860" x="1625600" y="5238750"/>
          <p14:tracePt t="1926" x="1797050" y="5010150"/>
          <p14:tracePt t="1959" x="1784350" y="4743450"/>
          <p14:tracePt t="1993" x="1593850" y="4375150"/>
          <p14:tracePt t="2030" x="1358900" y="4083050"/>
          <p14:tracePt t="2092" x="1009650" y="3911600"/>
          <p14:tracePt t="2159" x="952500" y="3911600"/>
          <p14:tracePt t="2192" x="1009650" y="3975100"/>
          <p14:tracePt t="2225" x="1079500" y="4064000"/>
          <p14:tracePt t="2244" x="1130300" y="4140200"/>
          <p14:tracePt t="2265" x="1200150" y="4222750"/>
          <p14:tracePt t="2325" x="1473200" y="4508500"/>
          <p14:tracePt t="2375" x="1631950" y="4629150"/>
          <p14:tracePt t="2408" x="1638300" y="4635500"/>
          <p14:tracePt t="2457" x="1485900" y="4641850"/>
          <p14:tracePt t="2491" x="1289050" y="4699000"/>
          <p14:tracePt t="2524" x="1085850" y="4832350"/>
          <p14:tracePt t="2561" x="1003300" y="4965700"/>
          <p14:tracePt t="2624" x="1130300" y="5156200"/>
          <p14:tracePt t="2690" x="1581150" y="5143500"/>
          <p14:tracePt t="2740" x="1797050" y="4984750"/>
          <p14:tracePt t="2759" x="1841500" y="4857750"/>
          <p14:tracePt t="2791" x="1822450" y="4572000"/>
          <p14:tracePt t="2827" x="1676400" y="4133850"/>
          <p14:tracePt t="2890" x="1492250" y="3841750"/>
          <p14:tracePt t="2923" x="1473200" y="3829050"/>
          <p14:tracePt t="2956" x="1479550" y="3816350"/>
          <p14:tracePt t="3006" x="1612900" y="3638550"/>
          <p14:tracePt t="3028" x="1670050" y="3517900"/>
          <p14:tracePt t="3072" x="1803400" y="3073400"/>
          <p14:tracePt t="3139" x="1822450" y="2305050"/>
          <p14:tracePt t="3205" x="1727200" y="1797050"/>
          <p14:tracePt t="3297" x="1625600" y="1708150"/>
          <p14:tracePt t="3338" x="1466850" y="1974850"/>
          <p14:tracePt t="3437" x="1606550" y="3562350"/>
          <p14:tracePt t="3472" x="2057400" y="3822700"/>
          <p14:tracePt t="3498" x="2330450" y="3797300"/>
          <p14:tracePt t="3534" x="2800350" y="3454400"/>
          <p14:tracePt t="3592" x="3333750" y="2063750"/>
          <p14:tracePt t="3638" x="3308350" y="1155700"/>
          <p14:tracePt t="3676" x="2997200" y="787400"/>
          <p14:tracePt t="3706" x="2724150" y="704850"/>
          <p14:tracePt t="3737" x="2425700" y="723900"/>
          <p14:tracePt t="3770" x="2171700" y="876300"/>
          <p14:tracePt t="3805" x="1981200" y="1333500"/>
          <p14:tracePt t="3837" x="2063750" y="1835150"/>
          <p14:tracePt t="3858" x="2286000" y="2152650"/>
          <p14:tracePt t="3892" x="2609850" y="2444750"/>
          <p14:tracePt t="3910" x="3016250" y="2635250"/>
          <p14:tracePt t="3942" x="3562350" y="2527300"/>
          <p14:tracePt t="3985" x="3733800" y="2197100"/>
          <p14:tracePt t="4035" x="3498850" y="1593850"/>
          <p14:tracePt t="4069" x="3098800" y="1206500"/>
          <p14:tracePt t="4091" x="2667000" y="1111250"/>
          <p14:tracePt t="4152" x="1911350" y="1765300"/>
          <p14:tracePt t="4218" x="2120900" y="2952750"/>
          <p14:tracePt t="4252" x="2857500" y="3575050"/>
          <p14:tracePt t="4285" x="3251200" y="3619500"/>
          <p14:tracePt t="4322" x="3562350" y="3422650"/>
          <p14:tracePt t="4341" x="3714750" y="3206750"/>
          <p14:tracePt t="4373" x="3765550" y="2876550"/>
          <p14:tracePt t="4404" x="3676650" y="2552700"/>
          <p14:tracePt t="4439" x="3327400" y="2216150"/>
          <p14:tracePt t="4469" x="3003550" y="2190750"/>
          <p14:tracePt t="4501" x="2673350" y="2349500"/>
          <p14:tracePt t="4534" x="2387600" y="2743200"/>
          <p14:tracePt t="4568" x="2349500" y="3041650"/>
          <p14:tracePt t="4606" x="2451100" y="3130550"/>
          <p14:tracePt t="4626" x="2527300" y="3092450"/>
          <p14:tracePt t="4672" x="2520950" y="3048000"/>
          <p14:tracePt t="5149" x="2520950" y="3003550"/>
          <p14:tracePt t="5185" x="2520950" y="2889250"/>
          <p14:tracePt t="5248" x="2546350" y="2590800"/>
          <p14:tracePt t="5298" x="2559050" y="2317750"/>
          <p14:tracePt t="5331" x="2546350" y="2070100"/>
          <p14:tracePt t="5350" x="2533650" y="2006600"/>
          <p14:tracePt t="5381" x="2508250" y="1835150"/>
          <p14:tracePt t="5414" x="2470150" y="1746250"/>
          <p14:tracePt t="5448" x="2438400" y="1689100"/>
          <p14:tracePt t="5481" x="2425700" y="1657350"/>
          <p14:tracePt t="5517" x="2419350" y="1581150"/>
          <p14:tracePt t="5549" x="2419350" y="1504950"/>
          <p14:tracePt t="5580" x="2419350" y="1454150"/>
          <p14:tracePt t="5614" x="2413000" y="1428750"/>
          <p14:tracePt t="5680" x="2406650" y="1422400"/>
          <p14:tracePt t="5896" x="2425700" y="1403350"/>
          <p14:tracePt t="5929" x="2457450" y="1384300"/>
          <p14:tracePt t="5966" x="2527300" y="1352550"/>
          <p14:tracePt t="6029" x="2597150" y="1339850"/>
          <p14:tracePt t="6079" x="2603500" y="1339850"/>
          <p14:tracePt t="6162" x="2609850" y="1339850"/>
          <p14:tracePt t="6195" x="2622550" y="1339850"/>
          <p14:tracePt t="6228" x="2635250" y="1333500"/>
          <p14:tracePt t="6261" x="2679700" y="1333500"/>
          <p14:tracePt t="6294" x="2743200" y="1333500"/>
          <p14:tracePt t="6328" x="2794000" y="1333500"/>
          <p14:tracePt t="6394" x="2813050" y="1333500"/>
          <p14:tracePt t="6427" x="2819400" y="1339850"/>
          <p14:tracePt t="6477" x="2825750" y="1339850"/>
          <p14:tracePt t="6499" x="2832100" y="1339850"/>
          <p14:tracePt t="6892" x="2787650" y="1339850"/>
          <p14:tracePt t="6926" x="2749550" y="1339850"/>
          <p14:tracePt t="6959" x="2705100" y="1339850"/>
          <p14:tracePt t="6982" x="2647950" y="1339850"/>
          <p14:tracePt t="7015" x="2584450" y="1327150"/>
          <p14:tracePt t="7075" x="2489200" y="1314450"/>
          <p14:tracePt t="7125" x="2470150" y="1314450"/>
          <p14:tracePt t="7241" x="2470150" y="1301750"/>
          <p14:tracePt t="7573" x="2463800" y="1301750"/>
          <p14:tracePt t="7610" x="2444750" y="1295400"/>
          <p14:tracePt t="7673" x="2432050" y="1295400"/>
          <p14:tracePt t="7710" x="2419350" y="1295400"/>
          <p14:tracePt t="7744" x="2406650" y="1295400"/>
          <p14:tracePt t="7822" x="2393950" y="1295400"/>
          <p14:tracePt t="7922" x="2444750" y="1314450"/>
          <p14:tracePt t="7944" x="2501900" y="1320800"/>
          <p14:tracePt t="7977" x="2641600" y="1327150"/>
          <p14:tracePt t="8010" x="2762250" y="1333500"/>
          <p14:tracePt t="8028" x="2825750" y="1333500"/>
          <p14:tracePt t="8061" x="2844800" y="1333500"/>
          <p14:tracePt t="8090" x="2857500" y="1333500"/>
          <p14:tracePt t="8155" x="2863850" y="1333500"/>
          <p14:tracePt t="8374" x="2857500" y="1346200"/>
          <p14:tracePt t="8437" x="2762250" y="1492250"/>
          <p14:tracePt t="8487" x="2514600" y="1898650"/>
          <p14:tracePt t="8520" x="2374900" y="2222500"/>
          <p14:tracePt t="8553" x="2330450" y="2355850"/>
          <p14:tracePt t="8575" x="2286000" y="2495550"/>
          <p14:tracePt t="8608" x="2266950" y="2616200"/>
          <p14:tracePt t="8642" x="2260600" y="2686050"/>
          <p14:tracePt t="8703" x="2343150" y="2762250"/>
          <p14:tracePt t="8736" x="2381250" y="2781300"/>
          <p14:tracePt t="8769" x="2419350" y="2800350"/>
          <p14:tracePt t="8803" x="2457450" y="2813050"/>
          <p14:tracePt t="8824" x="2457450" y="2819400"/>
          <p14:tracePt t="8854" x="2463800" y="2819400"/>
          <p14:tracePt t="8919" x="2470150" y="2825750"/>
          <p14:tracePt t="8985" x="2476500" y="2825750"/>
          <p14:tracePt t="9035" x="2495550" y="2825750"/>
          <p14:tracePt t="9068" x="2520950" y="2825750"/>
          <p14:tracePt t="9091" x="2565400" y="2819400"/>
          <p14:tracePt t="9125" x="2736850" y="2800350"/>
          <p14:tracePt t="9157" x="2863850" y="2800350"/>
          <p14:tracePt t="9186" x="2933700" y="2794000"/>
          <p14:tracePt t="9218" x="2965450" y="2794000"/>
          <p14:tracePt t="9251" x="2971800" y="2787650"/>
          <p14:tracePt t="9284" x="2978150" y="2787650"/>
          <p14:tracePt t="9337" x="2946400" y="2794000"/>
          <p14:tracePt t="9356" x="2901950" y="2794000"/>
          <p14:tracePt t="9400" x="2749550" y="2794000"/>
          <p14:tracePt t="9450" x="2419350" y="2774950"/>
          <p14:tracePt t="9517" x="2305050" y="2768600"/>
          <p14:tracePt t="9550" x="2298700" y="2768600"/>
          <p14:tracePt t="9616" x="2349500" y="2762250"/>
          <p14:tracePt t="9650" x="2457450" y="2762250"/>
          <p14:tracePt t="9686" x="2743200" y="2755900"/>
          <p14:tracePt t="9750" x="3022600" y="2743200"/>
          <p14:tracePt t="9783" x="3041650" y="2743200"/>
          <p14:tracePt t="9884" x="3048000" y="2743200"/>
          <p14:tracePt t="10663" x="3022600" y="2774950"/>
          <p14:tracePt t="10696" x="2971800" y="2806700"/>
          <p14:tracePt t="10729" x="2895600" y="2882900"/>
          <p14:tracePt t="10766" x="2844800" y="2927350"/>
          <p14:tracePt t="10797" x="2819400" y="2946400"/>
          <p14:tracePt t="10829" x="2813050" y="2952750"/>
          <p14:tracePt t="10863" x="2813050" y="2959100"/>
          <p14:tracePt t="10912" x="2813050" y="2978150"/>
          <p14:tracePt t="10945" x="2806700" y="2984500"/>
          <p14:tracePt t="10967" x="2806700" y="2990850"/>
          <p14:tracePt t="11016" x="2806700" y="2997200"/>
          <p14:tracePt t="11046" x="2806700" y="3003550"/>
          <p14:tracePt t="11144" x="2806700" y="29908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 smtClean="0"/>
              <a:t>Function</a:t>
            </a:r>
            <a:r>
              <a:rPr lang="en-US" altLang="en-US" b="1" dirty="0" smtClean="0"/>
              <a:t> </a:t>
            </a:r>
            <a:r>
              <a:rPr lang="en-US" altLang="en-US" b="1" dirty="0"/>
              <a:t>Annotations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28600" y="987552"/>
            <a:ext cx="8763000" cy="5870448"/>
          </a:xfrm>
        </p:spPr>
        <p:txBody>
          <a:bodyPr/>
          <a:lstStyle/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:float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endParaRPr lang="en-US" altLang="en-US" spc="-5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endParaRPr lang="en-US" altLang="en-US" dirty="0" smtClean="0">
              <a:solidFill>
                <a:srgbClr val="FFC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2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1+2j</a:t>
            </a:r>
            <a:r>
              <a:rPr lang="en-US" altLang="en-US" spc="-1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(1+2j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f(x)</a:t>
            </a:r>
            <a:r>
              <a:rPr lang="en-US" altLang="en-US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-&gt;</a:t>
            </a:r>
            <a:r>
              <a:rPr lang="en-US" altLang="en-US" b="1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endParaRPr lang="en-US" altLang="en-US" dirty="0">
              <a:solidFill>
                <a:srgbClr val="C0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endParaRPr lang="en-US" altLang="en-US" dirty="0">
              <a:solidFill>
                <a:srgbClr val="FFC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f(4.1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  <a:latin typeface="Lucida Console" panose="020B0609040504020204" pitchFamily="49" charset="0"/>
              </a:rPr>
              <a:t>4.1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endParaRPr lang="en-US" altLang="en-US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987552"/>
            <a:ext cx="762000" cy="587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b="1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6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01"/>
    </mc:Choice>
    <mc:Fallback>
      <p:transition spd="slow" advTm="81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288" x="2832100" y="2832100"/>
          <p14:tracePt t="2321" x="2870200" y="2514600"/>
          <p14:tracePt t="2354" x="2901950" y="2241550"/>
          <p14:tracePt t="2387" x="2921000" y="1943100"/>
          <p14:tracePt t="2421" x="2940050" y="1739900"/>
          <p14:tracePt t="2459" x="2940050" y="1581150"/>
          <p14:tracePt t="2503" x="2952750" y="1416050"/>
          <p14:tracePt t="2537" x="2978150" y="1270000"/>
          <p14:tracePt t="2570" x="2978150" y="1193800"/>
          <p14:tracePt t="2603" x="2978150" y="1174750"/>
          <p14:tracePt t="2670" x="2978150" y="1168400"/>
          <p14:tracePt t="2853" x="2978150" y="1193800"/>
          <p14:tracePt t="2886" x="2965450" y="1244600"/>
          <p14:tracePt t="2907" x="2952750" y="1314450"/>
          <p14:tracePt t="2941" x="2882900" y="1517650"/>
          <p14:tracePt t="3002" x="2698750" y="2114550"/>
          <p14:tracePt t="3068" x="2552700" y="2508250"/>
          <p14:tracePt t="3101" x="2533650" y="2552700"/>
          <p14:tracePt t="3135" x="2520950" y="2571750"/>
          <p14:tracePt t="3154" x="2514600" y="2578100"/>
          <p14:tracePt t="3238" x="2514600" y="2584450"/>
          <p14:tracePt t="3317" x="2501900" y="2584450"/>
          <p14:tracePt t="3351" x="2463800" y="2559050"/>
          <p14:tracePt t="3384" x="2355850" y="2482850"/>
          <p14:tracePt t="3417" x="2057400" y="2336800"/>
          <p14:tracePt t="3435" x="1962150" y="2305050"/>
          <p14:tracePt t="3455" x="1765300" y="2260600"/>
          <p14:tracePt t="3500" x="1301750" y="2286000"/>
          <p14:tracePt t="3534" x="1174750" y="2336800"/>
          <p14:tracePt t="3567" x="1143000" y="2368550"/>
          <p14:tracePt t="3633" x="1193800" y="2343150"/>
          <p14:tracePt t="3666" x="1314450" y="2266950"/>
          <p14:tracePt t="3716" x="1758950" y="1962150"/>
          <p14:tracePt t="3735" x="2025650" y="1765300"/>
          <p14:tracePt t="3766" x="2374900" y="1530350"/>
          <p14:tracePt t="3832" x="2686050" y="1377950"/>
          <p14:tracePt t="3882" x="2692400" y="1365250"/>
          <p14:tracePt t="3916" x="2616200" y="1435100"/>
          <p14:tracePt t="3934" x="2584450" y="1466850"/>
          <p14:tracePt t="3954" x="2482850" y="1600200"/>
          <p14:tracePt t="3988" x="2197100" y="2000250"/>
          <p14:tracePt t="4048" x="1790700" y="2432050"/>
          <p14:tracePt t="4114" x="1625600" y="2597150"/>
          <p14:tracePt t="4148" x="1651000" y="2597150"/>
          <p14:tracePt t="4181" x="1682750" y="2584450"/>
          <p14:tracePt t="4216" x="1866900" y="2432050"/>
          <p14:tracePt t="4248" x="2165350" y="2146300"/>
          <p14:tracePt t="4281" x="2647950" y="1651000"/>
          <p14:tracePt t="4347" x="2927350" y="1409700"/>
          <p14:tracePt t="4397" x="2940050" y="1390650"/>
          <p14:tracePt t="4430" x="2921000" y="1397000"/>
          <p14:tracePt t="4464" x="2863850" y="1435100"/>
          <p14:tracePt t="4500" x="2781300" y="1524000"/>
          <p14:tracePt t="4537" x="2698750" y="1612900"/>
          <p14:tracePt t="4580" x="2603500" y="1816100"/>
          <p14:tracePt t="4646" x="2552700" y="2432050"/>
          <p14:tracePt t="4712" x="2667000" y="2800350"/>
          <p14:tracePt t="4746" x="2673350" y="2806700"/>
          <p14:tracePt t="4768" x="2679700" y="2800350"/>
          <p14:tracePt t="4801" x="2673350" y="2749550"/>
          <p14:tracePt t="4849" x="2628900" y="2686050"/>
          <p14:tracePt t="4880" x="2603500" y="2673350"/>
          <p14:tracePt t="4912" x="2546350" y="2667000"/>
          <p14:tracePt t="4945" x="2501900" y="2667000"/>
          <p14:tracePt t="4978" x="2444750" y="2673350"/>
          <p14:tracePt t="5012" x="2381250" y="2692400"/>
          <p14:tracePt t="5045" x="2349500" y="2698750"/>
          <p14:tracePt t="5095" x="2343150" y="2705100"/>
          <p14:tracePt t="5128" x="2368550" y="2705100"/>
          <p14:tracePt t="5194" x="2692400" y="2444750"/>
          <p14:tracePt t="5229" x="2927350" y="2133600"/>
          <p14:tracePt t="5264" x="3079750" y="1714500"/>
          <p14:tracePt t="5283" x="3054350" y="1543050"/>
          <p14:tracePt t="5301" x="3035300" y="1479550"/>
          <p14:tracePt t="5333" x="2901950" y="1263650"/>
          <p14:tracePt t="5365" x="2851150" y="1193800"/>
          <p14:tracePt t="5399" x="2838450" y="1181100"/>
          <p14:tracePt t="5693" x="2908300" y="1187450"/>
          <p14:tracePt t="5726" x="2978150" y="1200150"/>
          <p14:tracePt t="5776" x="3022600" y="1212850"/>
          <p14:tracePt t="5825" x="2997200" y="1231900"/>
          <p14:tracePt t="5862" x="2940050" y="1250950"/>
          <p14:tracePt t="5925" x="2711450" y="1301750"/>
          <p14:tracePt t="5958" x="2679700" y="1308100"/>
          <p14:tracePt t="5991" x="2679700" y="1339850"/>
          <p14:tracePt t="6025" x="2717800" y="1441450"/>
          <p14:tracePt t="6058" x="2806700" y="1657350"/>
          <p14:tracePt t="6095" x="2940050" y="2051050"/>
          <p14:tracePt t="6126" x="3022600" y="2374900"/>
          <p14:tracePt t="6161" x="3054350" y="2743200"/>
          <p14:tracePt t="6207" x="3048000" y="2959100"/>
          <p14:tracePt t="6243" x="3028950" y="3022600"/>
          <p14:tracePt t="6277" x="3009900" y="3028950"/>
          <p14:tracePt t="6312" x="3003550" y="2990850"/>
          <p14:tracePt t="6329" x="3003550" y="29718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annotation</a:t>
            </a:r>
            <a:r>
              <a:rPr lang="en-US" altLang="en-US" sz="3000" b="1" kern="0" dirty="0">
                <a:solidFill>
                  <a:srgbClr val="2D2DB9"/>
                </a:solidFill>
              </a:rPr>
              <a:t>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label for: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varia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ble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 class attribute,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paramete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or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return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valu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e. 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B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y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8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120" dirty="0">
                <a:solidFill>
                  <a:srgbClr val="00B050"/>
                </a:solidFill>
              </a:rPr>
              <a:t>nv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ent</a:t>
            </a:r>
            <a:r>
              <a:rPr lang="en-US" altLang="en-US" sz="2800" kern="0" spc="-90" dirty="0">
                <a:solidFill>
                  <a:srgbClr val="00B050"/>
                </a:solidFill>
              </a:rPr>
              <a:t>ion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9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ften used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as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a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type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hint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type </a:t>
            </a:r>
            <a:r>
              <a:rPr lang="en-US" altLang="en-US" sz="3000" b="1" kern="0" dirty="0">
                <a:solidFill>
                  <a:srgbClr val="2D2DB9"/>
                </a:solidFill>
              </a:rPr>
              <a:t>hint: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An annotation specifying the expected type for a variable, a class attribute, or a function parameter or return value. 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b="1" kern="0" dirty="0">
                <a:solidFill>
                  <a:srgbClr val="00B050"/>
                </a:solidFill>
              </a:rPr>
              <a:t>Type hints</a:t>
            </a:r>
            <a:r>
              <a:rPr lang="en-US" altLang="en-US" sz="2800" kern="0" dirty="0">
                <a:solidFill>
                  <a:srgbClr val="00B050"/>
                </a:solidFill>
              </a:rPr>
              <a:t>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optional</a:t>
            </a:r>
            <a:r>
              <a:rPr lang="en-US" altLang="en-US" sz="2800" kern="0" dirty="0">
                <a:solidFill>
                  <a:srgbClr val="00B050"/>
                </a:solidFill>
              </a:rPr>
              <a:t> and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not enforced by </a:t>
            </a:r>
            <a:r>
              <a:rPr lang="en-US" altLang="en-US" sz="2800" b="1" kern="0" dirty="0" smtClean="0">
                <a:solidFill>
                  <a:srgbClr val="00B050"/>
                </a:solidFill>
              </a:rPr>
              <a:t>Python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.</a:t>
            </a:r>
            <a:br>
              <a:rPr lang="en-US" altLang="en-US" sz="2800" kern="0" dirty="0" smtClean="0">
                <a:solidFill>
                  <a:schemeClr val="tx1"/>
                </a:solidFill>
              </a:rPr>
            </a:br>
            <a:r>
              <a:rPr lang="en-US" altLang="en-US" sz="2800" kern="0" dirty="0" smtClean="0">
                <a:solidFill>
                  <a:schemeClr val="tx1"/>
                </a:solidFill>
              </a:rPr>
              <a:t>(But t</a:t>
            </a:r>
            <a:r>
              <a:rPr lang="en-US" altLang="en-US" sz="2800" kern="0" spc="-70" dirty="0" smtClean="0">
                <a:solidFill>
                  <a:schemeClr val="tx1"/>
                </a:solidFill>
              </a:rPr>
              <a:t>he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y</a:t>
            </a:r>
            <a:r>
              <a:rPr lang="en-US" altLang="en-US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can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be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enforced 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b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y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3</a:t>
            </a:r>
            <a:r>
              <a:rPr lang="en-US" altLang="en-US" sz="2800" u="sng" kern="0" baseline="30000" dirty="0" smtClean="0">
                <a:solidFill>
                  <a:schemeClr val="tx1"/>
                </a:solidFill>
              </a:rPr>
              <a:t>rd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-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party</a:t>
            </a:r>
            <a:r>
              <a:rPr lang="en-US" altLang="en-US" sz="2400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ty</a:t>
            </a:r>
            <a:r>
              <a:rPr lang="en-US" altLang="en-US" sz="2800" u="sng" kern="0" spc="-50" dirty="0" smtClean="0">
                <a:solidFill>
                  <a:schemeClr val="tx1"/>
                </a:solidFill>
              </a:rPr>
              <a:t>pe</a:t>
            </a:r>
            <a:r>
              <a:rPr lang="en-US" altLang="en-US" sz="2400" u="sng" kern="0" spc="-5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50" dirty="0" smtClean="0">
                <a:solidFill>
                  <a:schemeClr val="tx1"/>
                </a:solidFill>
              </a:rPr>
              <a:t>c</a:t>
            </a:r>
            <a:r>
              <a:rPr lang="en-US" altLang="en-US" sz="2800" u="sng" kern="0" spc="-80" dirty="0" smtClean="0">
                <a:solidFill>
                  <a:schemeClr val="tx1"/>
                </a:solidFill>
              </a:rPr>
              <a:t>h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ec</a:t>
            </a:r>
            <a:r>
              <a:rPr lang="en-US" altLang="en-US" sz="2800" u="sng" kern="0" spc="-150" dirty="0" smtClean="0">
                <a:solidFill>
                  <a:schemeClr val="tx1"/>
                </a:solidFill>
              </a:rPr>
              <a:t>k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er</a:t>
            </a:r>
            <a:r>
              <a:rPr lang="en-US" altLang="en-US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pr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o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gram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s</a:t>
            </a:r>
            <a:r>
              <a:rPr lang="en-US" altLang="en-US" sz="2800" kern="0" spc="-300" dirty="0" smtClean="0">
                <a:solidFill>
                  <a:schemeClr val="tx1"/>
                </a:solidFill>
              </a:rPr>
              <a:t>.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)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 smtClean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wrapper function: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 smtClean="0">
                <a:solidFill>
                  <a:schemeClr val="tx1"/>
                </a:solidFill>
              </a:rPr>
              <a:t>A function whose main job is to call another function.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boilerplate code: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 smtClean="0">
                <a:solidFill>
                  <a:schemeClr val="tx1"/>
                </a:solidFill>
              </a:rPr>
              <a:t>Sect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ions</a:t>
            </a:r>
            <a:r>
              <a:rPr lang="en-US" altLang="en-US" sz="2400" kern="0" spc="-10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kern="0" dirty="0">
                <a:solidFill>
                  <a:schemeClr val="tx1"/>
                </a:solidFill>
              </a:rPr>
              <a:t>f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code that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repeat</a:t>
            </a:r>
            <a:r>
              <a:rPr lang="en-US" altLang="en-US" sz="2400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in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ma</a:t>
            </a:r>
            <a:r>
              <a:rPr lang="en-US" altLang="en-US" sz="2800" u="sng" kern="0" spc="-80" dirty="0" smtClean="0">
                <a:solidFill>
                  <a:schemeClr val="tx1"/>
                </a:solidFill>
              </a:rPr>
              <a:t>ny</a:t>
            </a:r>
            <a:r>
              <a:rPr lang="en-US" altLang="en-US" sz="2400" u="sng" kern="0" spc="-8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p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u="sng" kern="0" dirty="0">
                <a:solidFill>
                  <a:schemeClr val="tx1"/>
                </a:solidFill>
              </a:rPr>
              <a:t>aces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with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l</a:t>
            </a:r>
            <a:r>
              <a:rPr lang="en-US" altLang="en-US" sz="2800" kern="0" dirty="0">
                <a:solidFill>
                  <a:schemeClr val="tx1"/>
                </a:solidFill>
              </a:rPr>
              <a:t>it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e</a:t>
            </a:r>
            <a:r>
              <a:rPr lang="en-US" altLang="en-US" sz="2400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v</a:t>
            </a:r>
            <a:r>
              <a:rPr lang="en-US" altLang="en-US" sz="2800" kern="0" dirty="0">
                <a:solidFill>
                  <a:schemeClr val="tx1"/>
                </a:solidFill>
              </a:rPr>
              <a:t>ariat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ion.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Boilerplate </a:t>
            </a:r>
            <a:r>
              <a:rPr lang="en-US" altLang="en-US" sz="2800" kern="0" dirty="0">
                <a:solidFill>
                  <a:schemeClr val="tx1"/>
                </a:solidFill>
              </a:rPr>
              <a:t>can be reduced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by: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100" dirty="0" smtClean="0">
                <a:solidFill>
                  <a:schemeClr val="tx1"/>
                </a:solidFill>
              </a:rPr>
              <a:t>ha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vi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g</a:t>
            </a:r>
            <a:r>
              <a:rPr lang="en-US" altLang="en-US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Pyt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ho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n</a:t>
            </a:r>
            <a:r>
              <a:rPr lang="en-US" altLang="en-US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aut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mat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i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al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ly</a:t>
            </a:r>
            <a:r>
              <a:rPr lang="en-US" altLang="en-US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60" dirty="0">
                <a:solidFill>
                  <a:srgbClr val="00B050"/>
                </a:solidFill>
              </a:rPr>
              <a:t>ins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ert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 t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he</a:t>
            </a:r>
            <a:r>
              <a:rPr lang="en-US" altLang="en-US" sz="2400" kern="0" spc="-6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ee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d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ed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b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oil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pl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ate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cod</a:t>
            </a:r>
            <a:r>
              <a:rPr lang="en-US" altLang="en-US" sz="2800" kern="0" spc="-120" dirty="0" smtClean="0">
                <a:solidFill>
                  <a:schemeClr val="tx1"/>
                </a:solidFill>
              </a:rPr>
              <a:t>e,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 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20" dirty="0" smtClean="0">
                <a:solidFill>
                  <a:schemeClr val="tx1"/>
                </a:solidFill>
              </a:rPr>
              <a:t>pr</a:t>
            </a:r>
            <a:r>
              <a:rPr lang="en-US" altLang="en-US" sz="2800" kern="0" spc="-60" dirty="0" smtClean="0">
                <a:solidFill>
                  <a:schemeClr val="tx1"/>
                </a:solidFill>
              </a:rPr>
              <a:t>o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viding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some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mechanism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to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use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reasona</a:t>
            </a:r>
            <a:r>
              <a:rPr lang="en-US" altLang="en-US" sz="2800" kern="0" spc="-70" dirty="0" smtClean="0">
                <a:solidFill>
                  <a:srgbClr val="00B050"/>
                </a:solidFill>
              </a:rPr>
              <a:t>bl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e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default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settings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.</a:t>
            </a:r>
          </a:p>
          <a:p>
            <a:pPr marL="173038">
              <a:lnSpc>
                <a:spcPct val="80000"/>
              </a:lnSpc>
            </a:pPr>
            <a:endParaRPr lang="en-US" altLang="en-US" sz="1800" b="1" kern="0" dirty="0" smtClean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syntactic sugar:</a:t>
            </a:r>
            <a:endParaRPr lang="en-US" altLang="en-US" sz="3000" b="1" kern="0" dirty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Syntax added for convenience, but not affecting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functionality. 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kumimoji="0" lang="en-US" sz="2800" b="0" i="0" u="none" strike="noStrike" cap="none" spc="-20" normalizeH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993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646"/>
    </mc:Choice>
    <mc:Fallback>
      <p:transition spd="slow" advTm="119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99" x="222250" y="596900"/>
          <p14:tracePt t="2405" x="406400" y="450850"/>
          <p14:tracePt t="2420" x="590550" y="323850"/>
          <p14:tracePt t="2433" x="774700" y="196850"/>
          <p14:tracePt t="2450" x="1123950" y="0"/>
          <p14:tracePt t="2466" x="1282700" y="0"/>
          <p14:tracePt t="2483" x="1530350" y="0"/>
          <p14:tracePt t="2499" x="1752600" y="0"/>
          <p14:tracePt t="2516" x="1835150" y="0"/>
          <p14:tracePt t="2533" x="1974850" y="0"/>
          <p14:tracePt t="2549" x="2044700" y="0"/>
          <p14:tracePt t="2567" x="2095500" y="0"/>
          <p14:tracePt t="2583" x="2114550" y="0"/>
          <p14:tracePt t="2599" x="2159000" y="0"/>
          <p14:tracePt t="2616" x="2197100" y="0"/>
          <p14:tracePt t="2632" x="2222500" y="6350"/>
          <p14:tracePt t="2649" x="2235200" y="12700"/>
          <p14:tracePt t="2666" x="2279650" y="31750"/>
          <p14:tracePt t="2682" x="2286000" y="38100"/>
          <p14:tracePt t="2686" x="2298700" y="50800"/>
          <p14:tracePt t="2702" x="2311400" y="57150"/>
          <p14:tracePt t="2715" x="2317750" y="69850"/>
          <p14:tracePt t="2732" x="2330450" y="88900"/>
          <p14:tracePt t="2750" x="2343150" y="107950"/>
          <p14:tracePt t="2781" x="2343150" y="114300"/>
          <p14:tracePt t="2801" x="2343150" y="120650"/>
          <p14:tracePt t="2815" x="2343150" y="127000"/>
          <p14:tracePt t="2832" x="2343150" y="139700"/>
          <p14:tracePt t="2848" x="2336800" y="139700"/>
          <p14:tracePt t="2865" x="2324100" y="146050"/>
          <p14:tracePt t="2882" x="2298700" y="171450"/>
          <p14:tracePt t="2899" x="2247900" y="196850"/>
          <p14:tracePt t="2915" x="2216150" y="215900"/>
          <p14:tracePt t="2932" x="2139950" y="247650"/>
          <p14:tracePt t="2948" x="2063750" y="279400"/>
          <p14:tracePt t="2964" x="2012950" y="285750"/>
          <p14:tracePt t="2982" x="1936750" y="323850"/>
          <p14:tracePt t="2998" x="1898650" y="330200"/>
          <p14:tracePt t="3014" x="1835150" y="342900"/>
          <p14:tracePt t="3030" x="1803400" y="355600"/>
          <p14:tracePt t="3048" x="1797050" y="355600"/>
          <p14:tracePt t="3065" x="1784350" y="355600"/>
          <p14:tracePt t="3142" x="1778000" y="355600"/>
          <p14:tracePt t="3156" x="1778000" y="361950"/>
          <p14:tracePt t="3170" x="1771650" y="361950"/>
          <p14:tracePt t="3177" x="1765300" y="361950"/>
          <p14:tracePt t="3191" x="1758950" y="368300"/>
          <p14:tracePt t="3219" x="1752600" y="368300"/>
          <p14:tracePt t="3268" x="1746250" y="374650"/>
          <p14:tracePt t="3289" x="1746250" y="381000"/>
          <p14:tracePt t="3317" x="1739900" y="387350"/>
          <p14:tracePt t="3352" x="1733550" y="387350"/>
          <p14:tracePt t="3380" x="1727200" y="393700"/>
          <p14:tracePt t="3422" x="1727200" y="400050"/>
          <p14:tracePt t="3430" x="1727200" y="412750"/>
          <p14:tracePt t="3436" x="1727200" y="419100"/>
          <p14:tracePt t="3450" x="1727200" y="431800"/>
          <p14:tracePt t="3462" x="1733550" y="444500"/>
          <p14:tracePt t="3479" x="1739900" y="495300"/>
          <p14:tracePt t="3496" x="1739900" y="514350"/>
          <p14:tracePt t="3513" x="1752600" y="571500"/>
          <p14:tracePt t="3529" x="1765300" y="615950"/>
          <p14:tracePt t="3546" x="1765300" y="622300"/>
          <p14:tracePt t="3563" x="1765300" y="654050"/>
          <p14:tracePt t="3579" x="1765300" y="660400"/>
          <p14:tracePt t="3596" x="1778000" y="666750"/>
          <p14:tracePt t="3612" x="1790700" y="679450"/>
          <p14:tracePt t="3629" x="1803400" y="679450"/>
          <p14:tracePt t="3645" x="1822450" y="692150"/>
          <p14:tracePt t="3662" x="1854200" y="704850"/>
          <p14:tracePt t="3679" x="1873250" y="711200"/>
          <p14:tracePt t="3696" x="1917700" y="730250"/>
          <p14:tracePt t="3712" x="1962150" y="755650"/>
          <p14:tracePt t="3728" x="1981200" y="762000"/>
          <p14:tracePt t="3745" x="2012950" y="768350"/>
          <p14:tracePt t="3762" x="2032000" y="768350"/>
          <p14:tracePt t="3778" x="2038350" y="768350"/>
          <p14:tracePt t="3811" x="2044700" y="768350"/>
          <p14:tracePt t="3829" x="2063750" y="768350"/>
          <p14:tracePt t="3845" x="2070100" y="768350"/>
          <p14:tracePt t="3861" x="2082800" y="768350"/>
          <p14:tracePt t="3878" x="2095500" y="768350"/>
          <p14:tracePt t="3895" x="2108200" y="768350"/>
          <p14:tracePt t="3911" x="2114550" y="768350"/>
          <p14:tracePt t="3928" x="2127250" y="768350"/>
          <p14:tracePt t="4342" x="2171700" y="768350"/>
          <p14:tracePt t="4348" x="2247900" y="774700"/>
          <p14:tracePt t="4363" x="2317750" y="787400"/>
          <p14:tracePt t="4377" x="2406650" y="781050"/>
          <p14:tracePt t="4393" x="2597150" y="774700"/>
          <p14:tracePt t="4409" x="2686050" y="762000"/>
          <p14:tracePt t="4426" x="2863850" y="742950"/>
          <p14:tracePt t="4443" x="3009900" y="723900"/>
          <p14:tracePt t="4459" x="3073400" y="711200"/>
          <p14:tracePt t="4476" x="3181350" y="692150"/>
          <p14:tracePt t="4492" x="3251200" y="679450"/>
          <p14:tracePt t="4510" x="3270250" y="679450"/>
          <p14:tracePt t="4526" x="3314700" y="679450"/>
          <p14:tracePt t="4542" x="3346450" y="679450"/>
          <p14:tracePt t="4560" x="3378200" y="679450"/>
          <p14:tracePt t="4575" x="3397250" y="679450"/>
          <p14:tracePt t="4592" x="3409950" y="679450"/>
          <p14:tracePt t="4609" x="3473450" y="685800"/>
          <p14:tracePt t="4625" x="3486150" y="685800"/>
          <p14:tracePt t="4643" x="3505200" y="685800"/>
          <p14:tracePt t="4659" x="3530600" y="692150"/>
          <p14:tracePt t="4675" x="3562350" y="704850"/>
          <p14:tracePt t="4693" x="3600450" y="704850"/>
          <p14:tracePt t="4708" x="3613150" y="704850"/>
          <p14:tracePt t="4725" x="3644900" y="704850"/>
          <p14:tracePt t="4742" x="3683000" y="704850"/>
          <p14:tracePt t="4758" x="3714750" y="704850"/>
          <p14:tracePt t="4775" x="3752850" y="711200"/>
          <p14:tracePt t="4791" x="3797300" y="723900"/>
          <p14:tracePt t="4808" x="3803650" y="723900"/>
          <p14:tracePt t="4825" x="3829050" y="730250"/>
          <p14:tracePt t="4842" x="3848100" y="730250"/>
          <p14:tracePt t="4858" x="3854450" y="730250"/>
          <p14:tracePt t="4875" x="3873500" y="730250"/>
          <p14:tracePt t="4891" x="3879850" y="730250"/>
          <p14:tracePt t="4908" x="3886200" y="730250"/>
          <p14:tracePt t="4925" x="3898900" y="730250"/>
          <p14:tracePt t="4957" x="3911600" y="730250"/>
          <p14:tracePt t="4991" x="3917950" y="730250"/>
          <p14:tracePt t="5022" x="3924300" y="730250"/>
          <p14:tracePt t="5028" x="3930650" y="730250"/>
          <p14:tracePt t="5044" x="3937000" y="730250"/>
          <p14:tracePt t="5057" x="3943350" y="730250"/>
          <p14:tracePt t="5074" x="3956050" y="723900"/>
          <p14:tracePt t="5090" x="3968750" y="723900"/>
          <p14:tracePt t="5107" x="4013200" y="717550"/>
          <p14:tracePt t="5124" x="4083050" y="717550"/>
          <p14:tracePt t="5140" x="4133850" y="704850"/>
          <p14:tracePt t="5157" x="4235450" y="704850"/>
          <p14:tracePt t="5174" x="4343400" y="698500"/>
          <p14:tracePt t="5191" x="4464050" y="692150"/>
          <p14:tracePt t="5207" x="4502150" y="692150"/>
          <p14:tracePt t="5224" x="4552950" y="692150"/>
          <p14:tracePt t="5227" x="4591050" y="679450"/>
          <p14:tracePt t="5240" x="4660900" y="673100"/>
          <p14:tracePt t="5257" x="4679950" y="673100"/>
          <p14:tracePt t="5273" x="4711700" y="673100"/>
          <p14:tracePt t="5290" x="4743450" y="673100"/>
          <p14:tracePt t="5307" x="4768850" y="666750"/>
          <p14:tracePt t="5324" x="4794250" y="666750"/>
          <p14:tracePt t="5340" x="4800600" y="666750"/>
          <p14:tracePt t="5356" x="4813300" y="666750"/>
          <p14:tracePt t="5373" x="4826000" y="666750"/>
          <p14:tracePt t="5389" x="4832350" y="666750"/>
          <p14:tracePt t="5406" x="4838700" y="666750"/>
          <p14:tracePt t="5423" x="4851400" y="666750"/>
          <p14:tracePt t="5456" x="4864100" y="673100"/>
          <p14:tracePt t="5472" x="4870450" y="673100"/>
          <p14:tracePt t="5520" x="4876800" y="673100"/>
          <p14:tracePt t="5562" x="4883150" y="679450"/>
          <p14:tracePt t="6073" x="4978400" y="685800"/>
          <p14:tracePt t="6088" x="5105400" y="692150"/>
          <p14:tracePt t="6094" x="5264150" y="704850"/>
          <p14:tracePt t="6108" x="5403850" y="704850"/>
          <p14:tracePt t="6120" x="5505450" y="704850"/>
          <p14:tracePt t="6137" x="5670550" y="692150"/>
          <p14:tracePt t="6153" x="5740400" y="685800"/>
          <p14:tracePt t="6170" x="5810250" y="660400"/>
          <p14:tracePt t="6187" x="5842000" y="647700"/>
          <p14:tracePt t="6203" x="5848350" y="641350"/>
          <p14:tracePt t="6220" x="5854700" y="635000"/>
          <p14:tracePt t="6319" x="5854700" y="641350"/>
          <p14:tracePt t="6396" x="5861050" y="647700"/>
          <p14:tracePt t="6409" x="5880100" y="647700"/>
          <p14:tracePt t="6417" x="5905500" y="647700"/>
          <p14:tracePt t="6424" x="5949950" y="660400"/>
          <p14:tracePt t="6439" x="5988050" y="666750"/>
          <p14:tracePt t="6452" x="6045200" y="673100"/>
          <p14:tracePt t="6469" x="6172200" y="673100"/>
          <p14:tracePt t="6486" x="6248400" y="685800"/>
          <p14:tracePt t="6502" x="6426200" y="704850"/>
          <p14:tracePt t="6519" x="6623050" y="723900"/>
          <p14:tracePt t="6536" x="6800850" y="736600"/>
          <p14:tracePt t="6552" x="6877050" y="742950"/>
          <p14:tracePt t="6569" x="6991350" y="755650"/>
          <p14:tracePt t="6586" x="7086600" y="755650"/>
          <p14:tracePt t="6602" x="7112000" y="762000"/>
          <p14:tracePt t="6619" x="7150100" y="768350"/>
          <p14:tracePt t="6635" x="7188200" y="781050"/>
          <p14:tracePt t="6651" x="7200900" y="787400"/>
          <p14:tracePt t="6668" x="7219950" y="793750"/>
          <p14:tracePt t="6685" x="7239000" y="793750"/>
          <p14:tracePt t="6701" x="7245350" y="793750"/>
          <p14:tracePt t="6719" x="7264400" y="793750"/>
          <p14:tracePt t="6735" x="7283450" y="793750"/>
          <p14:tracePt t="6751" x="7296150" y="793750"/>
          <p14:tracePt t="6755" x="7302500" y="793750"/>
          <p14:tracePt t="6769" x="7315200" y="793750"/>
          <p14:tracePt t="6785" x="7327900" y="793750"/>
          <p14:tracePt t="6801" x="7340600" y="793750"/>
          <p14:tracePt t="6818" x="7359650" y="793750"/>
          <p14:tracePt t="6834" x="7372350" y="793750"/>
          <p14:tracePt t="6852" x="7385050" y="793750"/>
          <p14:tracePt t="6868" x="7404100" y="793750"/>
          <p14:tracePt t="6884" x="7416800" y="793750"/>
          <p14:tracePt t="6901" x="7423150" y="787400"/>
          <p14:tracePt t="7271" x="7366000" y="781050"/>
          <p14:tracePt t="7278" x="7277100" y="781050"/>
          <p14:tracePt t="7286" x="7162800" y="774700"/>
          <p14:tracePt t="7302" x="7035800" y="749300"/>
          <p14:tracePt t="7316" x="6921500" y="742950"/>
          <p14:tracePt t="7333" x="6667500" y="730250"/>
          <p14:tracePt t="7349" x="6369050" y="755650"/>
          <p14:tracePt t="7366" x="6197600" y="781050"/>
          <p14:tracePt t="7383" x="5784850" y="838200"/>
          <p14:tracePt t="7399" x="5276850" y="939800"/>
          <p14:tracePt t="7416" x="4953000" y="990600"/>
          <p14:tracePt t="7433" x="4362450" y="1047750"/>
          <p14:tracePt t="7449" x="3835400" y="1143000"/>
          <p14:tracePt t="7466" x="3562350" y="1187450"/>
          <p14:tracePt t="7482" x="3117850" y="1257300"/>
          <p14:tracePt t="7499" x="2749550" y="1308100"/>
          <p14:tracePt t="7515" x="2609850" y="1314450"/>
          <p14:tracePt t="7532" x="2419350" y="1333500"/>
          <p14:tracePt t="7548" x="2355850" y="1346200"/>
          <p14:tracePt t="7566" x="2247900" y="1346200"/>
          <p14:tracePt t="7582" x="2197100" y="1339850"/>
          <p14:tracePt t="7599" x="2184400" y="1333500"/>
          <p14:tracePt t="7615" x="2171700" y="1320800"/>
          <p14:tracePt t="7632" x="2127250" y="1308100"/>
          <p14:tracePt t="7648" x="2095500" y="1301750"/>
          <p14:tracePt t="7665" x="2038350" y="1289050"/>
          <p14:tracePt t="7681" x="1968500" y="1301750"/>
          <p14:tracePt t="7699" x="1905000" y="1308100"/>
          <p14:tracePt t="7715" x="1860550" y="1308100"/>
          <p14:tracePt t="7731" x="1797050" y="1308100"/>
          <p14:tracePt t="7748" x="1739900" y="1308100"/>
          <p14:tracePt t="7765" x="1714500" y="1308100"/>
          <p14:tracePt t="7781" x="1682750" y="1308100"/>
          <p14:tracePt t="7798" x="1651000" y="1301750"/>
          <p14:tracePt t="7814" x="1638300" y="1295400"/>
          <p14:tracePt t="7832" x="1619250" y="1289050"/>
          <p14:tracePt t="7847" x="1600200" y="1276350"/>
          <p14:tracePt t="7881" x="1593850" y="1270000"/>
          <p14:tracePt t="7897" x="1593850" y="1263650"/>
          <p14:tracePt t="7914" x="1593850" y="1244600"/>
          <p14:tracePt t="7931" x="1593850" y="1231900"/>
          <p14:tracePt t="7947" x="1600200" y="1219200"/>
          <p14:tracePt t="7964" x="1638300" y="1200150"/>
          <p14:tracePt t="7980" x="1689100" y="1181100"/>
          <p14:tracePt t="7997" x="1733550" y="1162050"/>
          <p14:tracePt t="8014" x="1828800" y="1136650"/>
          <p14:tracePt t="8030" x="1955800" y="1123950"/>
          <p14:tracePt t="8047" x="2019300" y="1123950"/>
          <p14:tracePt t="8064" x="2165350" y="1130300"/>
          <p14:tracePt t="8080" x="2305050" y="1162050"/>
          <p14:tracePt t="8096" x="2374900" y="1181100"/>
          <p14:tracePt t="8113" x="2520950" y="1206500"/>
          <p14:tracePt t="8130" x="2641600" y="1225550"/>
          <p14:tracePt t="8147" x="2705100" y="1225550"/>
          <p14:tracePt t="8163" x="2819400" y="1225550"/>
          <p14:tracePt t="8180" x="2876550" y="1244600"/>
          <p14:tracePt t="8197" x="3009900" y="1263650"/>
          <p14:tracePt t="8213" x="3035300" y="1263650"/>
          <p14:tracePt t="8230" x="3067050" y="1263650"/>
          <p14:tracePt t="8246" x="3098800" y="1263650"/>
          <p14:tracePt t="8263" x="3117850" y="1250950"/>
          <p14:tracePt t="8280" x="3124200" y="1250950"/>
          <p14:tracePt t="8323" x="3130550" y="1244600"/>
          <p14:tracePt t="8393" x="3136900" y="1244600"/>
          <p14:tracePt t="9843" x="3162300" y="1244600"/>
          <p14:tracePt t="9851" x="3194050" y="1244600"/>
          <p14:tracePt t="9865" x="3232150" y="1244600"/>
          <p14:tracePt t="9874" x="3270250" y="1238250"/>
          <p14:tracePt t="9891" x="3333750" y="1225550"/>
          <p14:tracePt t="9907" x="3517900" y="1162050"/>
          <p14:tracePt t="9924" x="3778250" y="1085850"/>
          <p14:tracePt t="9941" x="3937000" y="1041400"/>
          <p14:tracePt t="9957" x="4368800" y="958850"/>
          <p14:tracePt t="9973" x="4787900" y="889000"/>
          <p14:tracePt t="9991" x="5003800" y="876300"/>
          <p14:tracePt t="10007" x="5384800" y="838200"/>
          <p14:tracePt t="10023" x="5556250" y="812800"/>
          <p14:tracePt t="10041" x="6026150" y="781050"/>
          <p14:tracePt t="10057" x="6140450" y="768350"/>
          <p14:tracePt t="10073" x="6229350" y="768350"/>
          <p14:tracePt t="10091" x="6369050" y="755650"/>
          <p14:tracePt t="10106" x="6489700" y="768350"/>
          <p14:tracePt t="10123" x="6515100" y="768350"/>
          <p14:tracePt t="10140" x="6591300" y="768350"/>
          <p14:tracePt t="10156" x="6642100" y="768350"/>
          <p14:tracePt t="10174" x="6673850" y="768350"/>
          <p14:tracePt t="10189" x="6699250" y="768350"/>
          <p14:tracePt t="10206" x="6731000" y="768350"/>
          <p14:tracePt t="10223" x="6756400" y="768350"/>
          <p14:tracePt t="10239" x="6769100" y="768350"/>
          <p14:tracePt t="10256" x="6788150" y="768350"/>
          <p14:tracePt t="10273" x="6800850" y="768350"/>
          <p14:tracePt t="10289" x="6807200" y="768350"/>
          <p14:tracePt t="10306" x="6813550" y="768350"/>
          <p14:tracePt t="10322" x="6819900" y="768350"/>
          <p14:tracePt t="10357" x="6826250" y="768350"/>
          <p14:tracePt t="10384" x="6832600" y="768350"/>
          <p14:tracePt t="10391" x="6838950" y="768350"/>
          <p14:tracePt t="10406" x="6845300" y="768350"/>
          <p14:tracePt t="10412" x="6851650" y="762000"/>
          <p14:tracePt t="10426" x="6858000" y="762000"/>
          <p14:tracePt t="10438" x="6864350" y="755650"/>
          <p14:tracePt t="10456" x="6864350" y="749300"/>
          <p14:tracePt t="10472" x="6870700" y="749300"/>
          <p14:tracePt t="10517" x="6870700" y="742950"/>
          <p14:tracePt t="10524" x="6870700" y="736600"/>
          <p14:tracePt t="10552" x="6858000" y="736600"/>
          <p14:tracePt t="10566" x="6845300" y="730250"/>
          <p14:tracePt t="10574" x="6832600" y="730250"/>
          <p14:tracePt t="10589" x="6800850" y="723900"/>
          <p14:tracePt t="10605" x="6699250" y="717550"/>
          <p14:tracePt t="10621" x="6629400" y="704850"/>
          <p14:tracePt t="10638" x="6426200" y="698500"/>
          <p14:tracePt t="10654" x="6311900" y="698500"/>
          <p14:tracePt t="10672" x="5822950" y="660400"/>
          <p14:tracePt t="10688" x="5632450" y="647700"/>
          <p14:tracePt t="10704" x="5422900" y="647700"/>
          <p14:tracePt t="10721" x="5022850" y="635000"/>
          <p14:tracePt t="10738" x="4629150" y="641350"/>
          <p14:tracePt t="10754" x="4438650" y="654050"/>
          <p14:tracePt t="10771" x="4089400" y="717550"/>
          <p14:tracePt t="10787" x="3829050" y="762000"/>
          <p14:tracePt t="10805" x="3600450" y="800100"/>
          <p14:tracePt t="10820" x="3505200" y="825500"/>
          <p14:tracePt t="10838" x="3340100" y="850900"/>
          <p14:tracePt t="10854" x="3219450" y="882650"/>
          <p14:tracePt t="10870" x="3168650" y="882650"/>
          <p14:tracePt t="10887" x="3111500" y="889000"/>
          <p14:tracePt t="10904" x="3079750" y="889000"/>
          <p14:tracePt t="10920" x="3067050" y="889000"/>
          <p14:tracePt t="10937" x="3054350" y="889000"/>
          <p14:tracePt t="10953" x="3041650" y="869950"/>
          <p14:tracePt t="10970" x="3035300" y="869950"/>
          <p14:tracePt t="10988" x="3022600" y="863600"/>
          <p14:tracePt t="11003" x="3016250" y="850900"/>
          <p14:tracePt t="11020" x="3009900" y="825500"/>
          <p14:tracePt t="11037" x="2997200" y="812800"/>
          <p14:tracePt t="11054" x="2984500" y="800100"/>
          <p14:tracePt t="11070" x="2965450" y="787400"/>
          <p14:tracePt t="11086" x="2946400" y="781050"/>
          <p14:tracePt t="11120" x="2940050" y="781050"/>
          <p14:tracePt t="11176" x="2940050" y="774700"/>
          <p14:tracePt t="11205" x="2946400" y="774700"/>
          <p14:tracePt t="11219" x="2959100" y="774700"/>
          <p14:tracePt t="11226" x="2971800" y="774700"/>
          <p14:tracePt t="11235" x="2990850" y="774700"/>
          <p14:tracePt t="11253" x="3022600" y="774700"/>
          <p14:tracePt t="11269" x="3105150" y="774700"/>
          <p14:tracePt t="11286" x="3181350" y="774700"/>
          <p14:tracePt t="11303" x="3536950" y="749300"/>
          <p14:tracePt t="11319" x="3714750" y="742950"/>
          <p14:tracePt t="11336" x="3930650" y="723900"/>
          <p14:tracePt t="11352" x="4381500" y="698500"/>
          <p14:tracePt t="11369" x="4908550" y="685800"/>
          <p14:tracePt t="11385" x="5143500" y="685800"/>
          <p14:tracePt t="11402" x="5588000" y="685800"/>
          <p14:tracePt t="11418" x="5930900" y="692150"/>
          <p14:tracePt t="11436" x="6172200" y="723900"/>
          <p14:tracePt t="11452" x="6280150" y="742950"/>
          <p14:tracePt t="11468" x="6445250" y="768350"/>
          <p14:tracePt t="11485" x="6578600" y="787400"/>
          <p14:tracePt t="11502" x="6629400" y="800100"/>
          <p14:tracePt t="11518" x="6737350" y="819150"/>
          <p14:tracePt t="11536" x="6807200" y="819150"/>
          <p14:tracePt t="11551" x="6832600" y="819150"/>
          <p14:tracePt t="11568" x="6864350" y="812800"/>
          <p14:tracePt t="11585" x="6921500" y="819150"/>
          <p14:tracePt t="11601" x="6946900" y="819150"/>
          <p14:tracePt t="11619" x="6985000" y="806450"/>
          <p14:tracePt t="11634" x="7004050" y="800100"/>
          <p14:tracePt t="11651" x="7023100" y="793750"/>
          <p14:tracePt t="11668" x="7035800" y="787400"/>
          <p14:tracePt t="11684" x="7042150" y="787400"/>
          <p14:tracePt t="11701" x="7048500" y="787400"/>
          <p14:tracePt t="11734" x="7054850" y="781050"/>
          <p14:tracePt t="11828" x="7061200" y="781050"/>
          <p14:tracePt t="11885" x="7054850" y="781050"/>
          <p14:tracePt t="11899" x="7042150" y="781050"/>
          <p14:tracePt t="11906" x="7029450" y="781050"/>
          <p14:tracePt t="11920" x="7016750" y="774700"/>
          <p14:tracePt t="11934" x="6959600" y="774700"/>
          <p14:tracePt t="11950" x="6908800" y="762000"/>
          <p14:tracePt t="11966" x="6832600" y="762000"/>
          <p14:tracePt t="11983" x="6642100" y="774700"/>
          <p14:tracePt t="12000" x="6400800" y="800100"/>
          <p14:tracePt t="12016" x="6254750" y="831850"/>
          <p14:tracePt t="12033" x="5924550" y="908050"/>
          <p14:tracePt t="12050" x="5524500" y="984250"/>
          <p14:tracePt t="12067" x="5124450" y="1066800"/>
          <p14:tracePt t="12083" x="4895850" y="1111250"/>
          <p14:tracePt t="12100" x="4425950" y="1181100"/>
          <p14:tracePt t="12117" x="3962400" y="1225550"/>
          <p14:tracePt t="12133" x="3752850" y="1238250"/>
          <p14:tracePt t="12149" x="3295650" y="1263650"/>
          <p14:tracePt t="12166" x="2952750" y="1263650"/>
          <p14:tracePt t="12183" x="2825750" y="1263650"/>
          <p14:tracePt t="12199" x="2698750" y="1263650"/>
          <p14:tracePt t="12216" x="2476500" y="1270000"/>
          <p14:tracePt t="12232" x="2438400" y="1270000"/>
          <p14:tracePt t="12250" x="2406650" y="1270000"/>
          <p14:tracePt t="12266" x="2400300" y="1270000"/>
          <p14:tracePt t="12282" x="2393950" y="1270000"/>
          <p14:tracePt t="12299" x="2406650" y="1270000"/>
          <p14:tracePt t="12315" x="2419350" y="1263650"/>
          <p14:tracePt t="12332" x="2451100" y="1257300"/>
          <p14:tracePt t="12349" x="2482850" y="1244600"/>
          <p14:tracePt t="12365" x="2495550" y="1238250"/>
          <p14:tracePt t="12383" x="2533650" y="1219200"/>
          <p14:tracePt t="12398" x="2578100" y="1187450"/>
          <p14:tracePt t="12415" x="2597150" y="1174750"/>
          <p14:tracePt t="12432" x="2641600" y="1130300"/>
          <p14:tracePt t="12448" x="2705100" y="1079500"/>
          <p14:tracePt t="12465" x="2736850" y="1054100"/>
          <p14:tracePt t="12482" x="2825750" y="1009650"/>
          <p14:tracePt t="12499" x="2940050" y="977900"/>
          <p14:tracePt t="12515" x="3016250" y="965200"/>
          <p14:tracePt t="12531" x="3194050" y="952500"/>
          <p14:tracePt t="12548" x="3295650" y="946150"/>
          <p14:tracePt t="12566" x="3600450" y="914400"/>
          <p14:tracePt t="12581" x="3702050" y="914400"/>
          <p14:tracePt t="12598" x="3803650" y="901700"/>
          <p14:tracePt t="12615" x="3975100" y="882650"/>
          <p14:tracePt t="12631" x="4102100" y="876300"/>
          <p14:tracePt t="12648" x="4159250" y="869950"/>
          <p14:tracePt t="12664" x="4254500" y="831850"/>
          <p14:tracePt t="12681" x="4298950" y="800100"/>
          <p14:tracePt t="12699" x="4337050" y="749300"/>
          <p14:tracePt t="12714" x="4356100" y="685800"/>
          <p14:tracePt t="12731" x="4362450" y="673100"/>
          <p14:tracePt t="12748" x="4368800" y="647700"/>
          <p14:tracePt t="13099" x="4311650" y="647700"/>
          <p14:tracePt t="13106" x="4222750" y="647700"/>
          <p14:tracePt t="13120" x="4108450" y="654050"/>
          <p14:tracePt t="13129" x="4000500" y="666750"/>
          <p14:tracePt t="13145" x="3879850" y="666750"/>
          <p14:tracePt t="13163" x="3638550" y="666750"/>
          <p14:tracePt t="13179" x="3359150" y="660400"/>
          <p14:tracePt t="13196" x="3244850" y="647700"/>
          <p14:tracePt t="13212" x="3016250" y="647700"/>
          <p14:tracePt t="13229" x="2901950" y="628650"/>
          <p14:tracePt t="13247" x="2628900" y="571500"/>
          <p14:tracePt t="13262" x="2578100" y="552450"/>
          <p14:tracePt t="13279" x="2546350" y="533400"/>
          <p14:tracePt t="13296" x="2508250" y="520700"/>
          <p14:tracePt t="13312" x="2501900" y="508000"/>
          <p14:tracePt t="13380" x="2508250" y="508000"/>
          <p14:tracePt t="13387" x="2514600" y="508000"/>
          <p14:tracePt t="13401" x="2527300" y="508000"/>
          <p14:tracePt t="13411" x="2552700" y="508000"/>
          <p14:tracePt t="13429" x="2635250" y="514350"/>
          <p14:tracePt t="13445" x="2711450" y="527050"/>
          <p14:tracePt t="13461" x="2901950" y="533400"/>
          <p14:tracePt t="13479" x="3130550" y="533400"/>
          <p14:tracePt t="13495" x="3289300" y="546100"/>
          <p14:tracePt t="13511" x="3429000" y="546100"/>
          <p14:tracePt t="13528" x="3714750" y="558800"/>
          <p14:tracePt t="13545" x="3956050" y="603250"/>
          <p14:tracePt t="13562" x="4057650" y="609600"/>
          <p14:tracePt t="13578" x="4216400" y="660400"/>
          <p14:tracePt t="13594" x="4311650" y="685800"/>
          <p14:tracePt t="13612" x="4375150" y="723900"/>
          <p14:tracePt t="13627" x="4400550" y="730250"/>
          <p14:tracePt t="13644" x="4419600" y="730250"/>
          <p14:tracePt t="13682" x="4413250" y="723900"/>
          <p14:tracePt t="13694" x="4387850" y="711200"/>
          <p14:tracePt t="13711" x="4318000" y="673100"/>
          <p14:tracePt t="13727" x="4248150" y="654050"/>
          <p14:tracePt t="13745" x="4076700" y="628650"/>
          <p14:tracePt t="13760" x="3848100" y="596900"/>
          <p14:tracePt t="13777" x="3721100" y="596900"/>
          <p14:tracePt t="13794" x="3460750" y="596900"/>
          <p14:tracePt t="13811" x="3232150" y="596900"/>
          <p14:tracePt t="13827" x="3130550" y="596900"/>
          <p14:tracePt t="13844" x="2978150" y="596900"/>
          <p14:tracePt t="13860" x="2914650" y="596900"/>
          <p14:tracePt t="13877" x="2825750" y="596900"/>
          <p14:tracePt t="13893" x="2813050" y="590550"/>
          <p14:tracePt t="13910" x="2806700" y="590550"/>
          <p14:tracePt t="13927" x="2800350" y="590550"/>
          <p14:tracePt t="13948" x="2806700" y="590550"/>
          <p14:tracePt t="13963" x="2825750" y="590550"/>
          <p14:tracePt t="13977" x="2851150" y="590550"/>
          <p14:tracePt t="13993" x="2952750" y="590550"/>
          <p14:tracePt t="14010" x="3016250" y="590550"/>
          <p14:tracePt t="14026" x="3162300" y="603250"/>
          <p14:tracePt t="14043" x="3365500" y="609600"/>
          <p14:tracePt t="14060" x="3543300" y="622300"/>
          <p14:tracePt t="14075" x="3606800" y="622300"/>
          <p14:tracePt t="14093" x="3657600" y="628650"/>
          <p14:tracePt t="14110" x="3657600" y="641350"/>
          <p14:tracePt t="14126" x="3651250" y="647700"/>
          <p14:tracePt t="14143" x="3606800" y="673100"/>
          <p14:tracePt t="14159" x="3409950" y="806450"/>
          <p14:tracePt t="14176" x="3308350" y="857250"/>
          <p14:tracePt t="14193" x="3213100" y="908050"/>
          <p14:tracePt t="14209" x="2990850" y="1016000"/>
          <p14:tracePt t="14225" x="2800350" y="1098550"/>
          <p14:tracePt t="14243" x="2679700" y="1136650"/>
          <p14:tracePt t="14259" x="2654300" y="1143000"/>
          <p14:tracePt t="14276" x="2641600" y="1149350"/>
          <p14:tracePt t="14292" x="2673350" y="1143000"/>
          <p14:tracePt t="14309" x="2730500" y="1130300"/>
          <p14:tracePt t="14325" x="2882900" y="1104900"/>
          <p14:tracePt t="14342" x="3092450" y="1047750"/>
          <p14:tracePt t="14358" x="3219450" y="1028700"/>
          <p14:tracePt t="14375" x="3511550" y="984250"/>
          <p14:tracePt t="14392" x="3683000" y="946150"/>
          <p14:tracePt t="14408" x="4032250" y="882650"/>
          <p14:tracePt t="14411" x="4235450" y="844550"/>
          <p14:tracePt t="14428" x="4413250" y="806450"/>
          <p14:tracePt t="14441" x="4540250" y="787400"/>
          <p14:tracePt t="14458" x="4806950" y="742950"/>
          <p14:tracePt t="14475" x="5054600" y="698500"/>
          <p14:tracePt t="14491" x="5156200" y="692150"/>
          <p14:tracePt t="14508" x="5334000" y="666750"/>
          <p14:tracePt t="14524" x="5505450" y="641350"/>
          <p14:tracePt t="14541" x="5594350" y="615950"/>
          <p14:tracePt t="14558" x="5765800" y="577850"/>
          <p14:tracePt t="14574" x="5899150" y="533400"/>
          <p14:tracePt t="14591" x="5956300" y="514350"/>
          <p14:tracePt t="14608" x="6051550" y="476250"/>
          <p14:tracePt t="14624" x="6134100" y="457200"/>
          <p14:tracePt t="14640" x="6165850" y="457200"/>
          <p14:tracePt t="14657" x="6235700" y="438150"/>
          <p14:tracePt t="14673" x="6292850" y="419100"/>
          <p14:tracePt t="14691" x="6324600" y="419100"/>
          <p14:tracePt t="14707" x="6356350" y="412750"/>
          <p14:tracePt t="14724" x="6381750" y="400050"/>
          <p14:tracePt t="14741" x="6426200" y="387350"/>
          <p14:tracePt t="14758" x="6438900" y="381000"/>
          <p14:tracePt t="14774" x="6445250" y="381000"/>
          <p14:tracePt t="14791" x="6457950" y="374650"/>
          <p14:tracePt t="14860" x="6457950" y="381000"/>
          <p14:tracePt t="14875" x="6457950" y="387350"/>
          <p14:tracePt t="14881" x="6445250" y="393700"/>
          <p14:tracePt t="14895" x="6419850" y="406400"/>
          <p14:tracePt t="14907" x="6400800" y="419100"/>
          <p14:tracePt t="14923" x="6280150" y="463550"/>
          <p14:tracePt t="14940" x="6191250" y="488950"/>
          <p14:tracePt t="14957" x="5943600" y="539750"/>
          <p14:tracePt t="14973" x="5549900" y="603250"/>
          <p14:tracePt t="14989" x="5276850" y="635000"/>
          <p14:tracePt t="15007" x="4724400" y="666750"/>
          <p14:tracePt t="15022" x="4089400" y="698500"/>
          <p14:tracePt t="15039" x="3778250" y="711200"/>
          <p14:tracePt t="15057" x="3219450" y="742950"/>
          <p14:tracePt t="15073" x="2711450" y="787400"/>
          <p14:tracePt t="15090" x="2470150" y="800100"/>
          <p14:tracePt t="15106" x="2139950" y="825500"/>
          <p14:tracePt t="15123" x="2019300" y="825500"/>
          <p14:tracePt t="15140" x="1708150" y="844550"/>
          <p14:tracePt t="15156" x="1644650" y="844550"/>
          <p14:tracePt t="15173" x="1606550" y="850900"/>
          <p14:tracePt t="15190" x="1581150" y="850900"/>
          <p14:tracePt t="15206" x="1568450" y="850900"/>
          <p14:tracePt t="15223" x="1562100" y="850900"/>
          <p14:tracePt t="15266" x="1568450" y="850900"/>
          <p14:tracePt t="15275" x="1574800" y="850900"/>
          <p14:tracePt t="15289" x="1574800" y="844550"/>
          <p14:tracePt t="15306" x="1593850" y="831850"/>
          <p14:tracePt t="15323" x="1606550" y="819150"/>
          <p14:tracePt t="15339" x="1606550" y="812800"/>
          <p14:tracePt t="15374" x="1619250" y="812800"/>
          <p14:tracePt t="15389" x="1619250" y="806450"/>
          <p14:tracePt t="15405" x="1631950" y="806450"/>
          <p14:tracePt t="15422" x="1644650" y="806450"/>
          <p14:tracePt t="16097" x="1682750" y="825500"/>
          <p14:tracePt t="16104" x="1727200" y="863600"/>
          <p14:tracePt t="16118" x="1758950" y="895350"/>
          <p14:tracePt t="16125" x="1809750" y="939800"/>
          <p14:tracePt t="16135" x="1866900" y="977900"/>
          <p14:tracePt t="16153" x="1930400" y="1009650"/>
          <p14:tracePt t="16169" x="2139950" y="1085850"/>
          <p14:tracePt t="16185" x="2292350" y="1117600"/>
          <p14:tracePt t="16204" x="2857500" y="1206500"/>
          <p14:tracePt t="16219" x="3098800" y="1219200"/>
          <p14:tracePt t="16235" x="3282950" y="1231900"/>
          <p14:tracePt t="16252" x="3676650" y="1282700"/>
          <p14:tracePt t="16268" x="3892550" y="1327150"/>
          <p14:tracePt t="16285" x="3987800" y="1339850"/>
          <p14:tracePt t="16302" x="4083050" y="1365250"/>
          <p14:tracePt t="16319" x="4121150" y="1371600"/>
          <p14:tracePt t="16336" x="4133850" y="1371600"/>
          <p14:tracePt t="16352" x="4140200" y="1371600"/>
          <p14:tracePt t="16368" x="4146550" y="1371600"/>
          <p14:tracePt t="16476" x="4152900" y="1371600"/>
          <p14:tracePt t="16517" x="4159250" y="1371600"/>
          <p14:tracePt t="16525" x="4165600" y="1371600"/>
          <p14:tracePt t="16539" x="4178300" y="1365250"/>
          <p14:tracePt t="16550" x="4197350" y="1358900"/>
          <p14:tracePt t="16568" x="4241800" y="1346200"/>
          <p14:tracePt t="16584" x="4273550" y="1339850"/>
          <p14:tracePt t="16601" x="4343400" y="1314450"/>
          <p14:tracePt t="16618" x="4432300" y="1289050"/>
          <p14:tracePt t="16634" x="4470400" y="1276350"/>
          <p14:tracePt t="16651" x="4527550" y="1270000"/>
          <p14:tracePt t="16667" x="4591050" y="1257300"/>
          <p14:tracePt t="16684" x="4610100" y="1250950"/>
          <p14:tracePt t="16700" x="4654550" y="1250950"/>
          <p14:tracePt t="16717" x="4673600" y="1250950"/>
          <p14:tracePt t="16734" x="4679950" y="1250950"/>
          <p14:tracePt t="16750" x="4686300" y="1250950"/>
          <p14:tracePt t="17458" x="4705350" y="1244600"/>
          <p14:tracePt t="17465" x="4743450" y="1238250"/>
          <p14:tracePt t="17479" x="4787900" y="1206500"/>
          <p14:tracePt t="17486" x="4845050" y="1187450"/>
          <p14:tracePt t="17501" x="4895850" y="1181100"/>
          <p14:tracePt t="17514" x="4965700" y="1162050"/>
          <p14:tracePt t="17532" x="5099050" y="1123950"/>
          <p14:tracePt t="17548" x="5149850" y="1117600"/>
          <p14:tracePt t="17564" x="5270500" y="1079500"/>
          <p14:tracePt t="17580" x="5346700" y="1060450"/>
          <p14:tracePt t="17598" x="5378450" y="1054100"/>
          <p14:tracePt t="17614" x="5384800" y="1054100"/>
          <p14:tracePt t="17631" x="5391150" y="1047750"/>
          <p14:tracePt t="17731" x="5391150" y="1041400"/>
          <p14:tracePt t="17766" x="5397500" y="1041400"/>
          <p14:tracePt t="17787" x="5410200" y="1041400"/>
          <p14:tracePt t="17801" x="5416550" y="1041400"/>
          <p14:tracePt t="17808" x="5429250" y="1041400"/>
          <p14:tracePt t="17831" x="5448300" y="1041400"/>
          <p14:tracePt t="17836" x="5480050" y="1041400"/>
          <p14:tracePt t="17850" x="5524500" y="1041400"/>
          <p14:tracePt t="17863" x="5581650" y="1047750"/>
          <p14:tracePt t="17880" x="5740400" y="1085850"/>
          <p14:tracePt t="17896" x="5842000" y="1104900"/>
          <p14:tracePt t="17914" x="6051550" y="1155700"/>
          <p14:tracePt t="17930" x="6248400" y="1231900"/>
          <p14:tracePt t="17946" x="6350000" y="1263650"/>
          <p14:tracePt t="17963" x="6546850" y="1301750"/>
          <p14:tracePt t="17980" x="6705600" y="1339850"/>
          <p14:tracePt t="17996" x="6769100" y="1352550"/>
          <p14:tracePt t="18013" x="6864350" y="1371600"/>
          <p14:tracePt t="18029" x="6915150" y="1384300"/>
          <p14:tracePt t="18046" x="6940550" y="1390650"/>
          <p14:tracePt t="18062" x="6965950" y="1390650"/>
          <p14:tracePt t="18079" x="6978650" y="1390650"/>
          <p14:tracePt t="18096" x="6997700" y="1390650"/>
          <p14:tracePt t="18112" x="7004050" y="1390650"/>
          <p14:tracePt t="18145" x="7004050" y="1371600"/>
          <p14:tracePt t="18162" x="7004050" y="1365250"/>
          <p14:tracePt t="18179" x="6997700" y="1358900"/>
          <p14:tracePt t="18640" x="7016750" y="1346200"/>
          <p14:tracePt t="18647" x="7061200" y="1333500"/>
          <p14:tracePt t="18662" x="7099300" y="1333500"/>
          <p14:tracePt t="18676" x="7118350" y="1327150"/>
          <p14:tracePt t="18693" x="7188200" y="1314450"/>
          <p14:tracePt t="18710" x="7251700" y="1301750"/>
          <p14:tracePt t="18727" x="7277100" y="1301750"/>
          <p14:tracePt t="18743" x="7334250" y="1289050"/>
          <p14:tracePt t="18760" x="7385050" y="1282700"/>
          <p14:tracePt t="18776" x="7410450" y="1276350"/>
          <p14:tracePt t="18794" x="7461250" y="1270000"/>
          <p14:tracePt t="18809" x="7512050" y="1257300"/>
          <p14:tracePt t="18826" x="7531100" y="1250950"/>
          <p14:tracePt t="18843" x="7575550" y="1225550"/>
          <p14:tracePt t="18859" x="7607300" y="1212850"/>
          <p14:tracePt t="18876" x="7626350" y="1206500"/>
          <p14:tracePt t="18893" x="7639050" y="1193800"/>
          <p14:tracePt t="18909" x="7645400" y="1193800"/>
          <p14:tracePt t="18926" x="7651750" y="1187450"/>
          <p14:tracePt t="18942" x="7658100" y="1187450"/>
          <p14:tracePt t="18984" x="7664450" y="1187450"/>
          <p14:tracePt t="19082" x="7658100" y="1187450"/>
          <p14:tracePt t="19088" x="7651750" y="1187450"/>
          <p14:tracePt t="19103" x="7639050" y="1187450"/>
          <p14:tracePt t="19111" x="7626350" y="1193800"/>
          <p14:tracePt t="19125" x="7600950" y="1193800"/>
          <p14:tracePt t="19142" x="7569200" y="1193800"/>
          <p14:tracePt t="19159" x="7391400" y="1193800"/>
          <p14:tracePt t="19175" x="7302500" y="1193800"/>
          <p14:tracePt t="19192" x="7213600" y="1193800"/>
          <p14:tracePt t="19209" x="6908800" y="1149350"/>
          <p14:tracePt t="19225" x="6800850" y="1130300"/>
          <p14:tracePt t="19241" x="6711950" y="1117600"/>
          <p14:tracePt t="19258" x="6553200" y="1092200"/>
          <p14:tracePt t="19275" x="6426200" y="1073150"/>
          <p14:tracePt t="19293" x="6356350" y="1066800"/>
          <p14:tracePt t="19308" x="6324600" y="1054100"/>
          <p14:tracePt t="19324" x="6299200" y="1047750"/>
          <p14:tracePt t="19341" x="6292850" y="1047750"/>
          <p14:tracePt t="19383" x="6286500" y="1047750"/>
          <p14:tracePt t="19392" x="6280150" y="1047750"/>
          <p14:tracePt t="19407" x="6273800" y="1047750"/>
          <p14:tracePt t="19425" x="6248400" y="1041400"/>
          <p14:tracePt t="19440" x="6216650" y="1028700"/>
          <p14:tracePt t="19457" x="6197600" y="1022350"/>
          <p14:tracePt t="19475" x="6146800" y="1009650"/>
          <p14:tracePt t="19491" x="6096000" y="996950"/>
          <p14:tracePt t="19509" x="6064250" y="990600"/>
          <p14:tracePt t="19525" x="6026150" y="971550"/>
          <p14:tracePt t="19540" x="6013450" y="971550"/>
          <p14:tracePt t="19558" x="5988050" y="971550"/>
          <p14:tracePt t="19574" x="5981700" y="971550"/>
          <p14:tracePt t="19629" x="5988050" y="971550"/>
          <p14:tracePt t="19643" x="6000750" y="971550"/>
          <p14:tracePt t="19650" x="6019800" y="971550"/>
          <p14:tracePt t="19664" x="6032500" y="977900"/>
          <p14:tracePt t="19673" x="6057900" y="977900"/>
          <p14:tracePt t="19690" x="6089650" y="984250"/>
          <p14:tracePt t="19707" x="6197600" y="1003300"/>
          <p14:tracePt t="19724" x="6299200" y="1016000"/>
          <p14:tracePt t="19740" x="6337300" y="1016000"/>
          <p14:tracePt t="19757" x="6394450" y="1022350"/>
          <p14:tracePt t="19773" x="6413500" y="1022350"/>
          <p14:tracePt t="19790" x="6426200" y="1022350"/>
          <p14:tracePt t="19806" x="6432550" y="1022350"/>
          <p14:tracePt t="20176" x="6407150" y="1028700"/>
          <p14:tracePt t="20183" x="6350000" y="1047750"/>
          <p14:tracePt t="20191" x="6280150" y="1073150"/>
          <p14:tracePt t="20206" x="6216650" y="1092200"/>
          <p14:tracePt t="20221" x="6134100" y="1104900"/>
          <p14:tracePt t="20239" x="5969000" y="1136650"/>
          <p14:tracePt t="20254" x="5797550" y="1155700"/>
          <p14:tracePt t="20271" x="5721350" y="1162050"/>
          <p14:tracePt t="20288" x="5588000" y="1181100"/>
          <p14:tracePt t="20304" x="5473700" y="1181100"/>
          <p14:tracePt t="20321" x="5422900" y="1181100"/>
          <p14:tracePt t="20338" x="5314950" y="1162050"/>
          <p14:tracePt t="20354" x="5219700" y="1136650"/>
          <p14:tracePt t="20371" x="5162550" y="1117600"/>
          <p14:tracePt t="20387" x="5054600" y="1092200"/>
          <p14:tracePt t="20404" x="4965700" y="1079500"/>
          <p14:tracePt t="20421" x="4895850" y="1085850"/>
          <p14:tracePt t="20437" x="4864100" y="1085850"/>
          <p14:tracePt t="20454" x="4794250" y="1098550"/>
          <p14:tracePt t="20471" x="4756150" y="1111250"/>
          <p14:tracePt t="20487" x="4730750" y="1117600"/>
          <p14:tracePt t="20504" x="4692650" y="1117600"/>
          <p14:tracePt t="20520" x="4673600" y="1123950"/>
          <p14:tracePt t="20538" x="4660900" y="1123950"/>
          <p14:tracePt t="20555" x="4654550" y="1130300"/>
          <p14:tracePt t="20571" x="4648200" y="1130300"/>
          <p14:tracePt t="20632" x="4648200" y="1123950"/>
          <p14:tracePt t="20681" x="4648200" y="1117600"/>
          <p14:tracePt t="20702" x="4648200" y="1111250"/>
          <p14:tracePt t="20758" x="4654550" y="1111250"/>
          <p14:tracePt t="21817" x="4667250" y="1111250"/>
          <p14:tracePt t="21824" x="4686300" y="1111250"/>
          <p14:tracePt t="21838" x="4718050" y="1117600"/>
          <p14:tracePt t="21849" x="4749800" y="1123950"/>
          <p14:tracePt t="21866" x="4826000" y="1136650"/>
          <p14:tracePt t="21882" x="4876800" y="1136650"/>
          <p14:tracePt t="21899" x="4972050" y="1143000"/>
          <p14:tracePt t="21916" x="5073650" y="1143000"/>
          <p14:tracePt t="21932" x="5156200" y="1149350"/>
          <p14:tracePt t="21950" x="5308600" y="1162050"/>
          <p14:tracePt t="21965" x="5486400" y="1168400"/>
          <p14:tracePt t="21982" x="5562600" y="1168400"/>
          <p14:tracePt t="21985" x="5638800" y="1168400"/>
          <p14:tracePt t="22002" x="5708650" y="1187450"/>
          <p14:tracePt t="22015" x="5772150" y="1206500"/>
          <p14:tracePt t="22032" x="5842000" y="1225550"/>
          <p14:tracePt t="22049" x="5873750" y="1231900"/>
          <p14:tracePt t="22082" x="5873750" y="1238250"/>
          <p14:tracePt t="22140" x="5880100" y="1238250"/>
          <p14:tracePt t="22147" x="5886450" y="1238250"/>
          <p14:tracePt t="22153" x="5905500" y="1244600"/>
          <p14:tracePt t="22168" x="5924550" y="1244600"/>
          <p14:tracePt t="22182" x="5956300" y="1244600"/>
          <p14:tracePt t="22198" x="6045200" y="1244600"/>
          <p14:tracePt t="22215" x="6108700" y="1244600"/>
          <p14:tracePt t="22231" x="6273800" y="1244600"/>
          <p14:tracePt t="22248" x="6451600" y="1231900"/>
          <p14:tracePt t="22264" x="6527800" y="1219200"/>
          <p14:tracePt t="22281" x="6661150" y="1212850"/>
          <p14:tracePt t="22297" x="6762750" y="1193800"/>
          <p14:tracePt t="22315" x="6832600" y="1187450"/>
          <p14:tracePt t="22331" x="6851650" y="1187450"/>
          <p14:tracePt t="22347" x="6877050" y="1187450"/>
          <p14:tracePt t="22364" x="6921500" y="1187450"/>
          <p14:tracePt t="22397" x="6934200" y="1187450"/>
          <p14:tracePt t="22414" x="6953250" y="1187450"/>
          <p14:tracePt t="22430" x="6965950" y="1187450"/>
          <p14:tracePt t="22447" x="6972300" y="1187450"/>
          <p14:tracePt t="22463" x="6972300" y="1181100"/>
          <p14:tracePt t="22504" x="6978650" y="1181100"/>
          <p14:tracePt t="23248" x="6991350" y="1181100"/>
          <p14:tracePt t="23262" x="7010400" y="1181100"/>
          <p14:tracePt t="23269" x="7023100" y="1181100"/>
          <p14:tracePt t="23277" x="7035800" y="1181100"/>
          <p14:tracePt t="23294" x="7048500" y="1181100"/>
          <p14:tracePt t="23311" x="7061200" y="1181100"/>
          <p14:tracePt t="23327" x="7086600" y="1174750"/>
          <p14:tracePt t="23344" x="7092950" y="1174750"/>
          <p14:tracePt t="23361" x="7099300" y="1174750"/>
          <p14:tracePt t="23485" x="7105650" y="1174750"/>
          <p14:tracePt t="23696" x="7042150" y="1174750"/>
          <p14:tracePt t="23710" x="6940550" y="1187450"/>
          <p14:tracePt t="23717" x="6813550" y="1200150"/>
          <p14:tracePt t="23731" x="6686550" y="1206500"/>
          <p14:tracePt t="23742" x="6546850" y="1231900"/>
          <p14:tracePt t="23760" x="6381750" y="1238250"/>
          <p14:tracePt t="23777" x="6108700" y="1282700"/>
          <p14:tracePt t="23792" x="5880100" y="1295400"/>
          <p14:tracePt t="23809" x="5791200" y="1308100"/>
          <p14:tracePt t="23826" x="5676900" y="1308100"/>
          <p14:tracePt t="23843" x="5651500" y="1308100"/>
          <p14:tracePt t="23859" x="5613400" y="1308100"/>
          <p14:tracePt t="23876" x="5607050" y="1308100"/>
          <p14:tracePt t="23976" x="5600700" y="1308100"/>
          <p14:tracePt t="23990" x="5594350" y="1308100"/>
          <p14:tracePt t="23997" x="5594350" y="1301750"/>
          <p14:tracePt t="24012" x="5581650" y="1295400"/>
          <p14:tracePt t="24025" x="5575300" y="1295400"/>
          <p14:tracePt t="24042" x="5562600" y="1289050"/>
          <p14:tracePt t="24059" x="5543550" y="1282700"/>
          <p14:tracePt t="24075" x="5524500" y="1276350"/>
          <p14:tracePt t="24091" x="5486400" y="1257300"/>
          <p14:tracePt t="24108" x="5467350" y="1250950"/>
          <p14:tracePt t="24125" x="5416550" y="1244600"/>
          <p14:tracePt t="24141" x="5365750" y="1225550"/>
          <p14:tracePt t="24158" x="5353050" y="1225550"/>
          <p14:tracePt t="24175" x="5314950" y="1219200"/>
          <p14:tracePt t="24191" x="5289550" y="1212850"/>
          <p14:tracePt t="24208" x="5270500" y="1206500"/>
          <p14:tracePt t="24224" x="5264150" y="1206500"/>
          <p14:tracePt t="24241" x="5264150" y="1200150"/>
          <p14:tracePt t="24258" x="5257800" y="1200150"/>
          <p14:tracePt t="24294" x="5251450" y="1200150"/>
          <p14:tracePt t="24349" x="5245100" y="1200150"/>
          <p14:tracePt t="24805" x="5283200" y="1206500"/>
          <p14:tracePt t="24812" x="5346700" y="1225550"/>
          <p14:tracePt t="24822" x="5441950" y="1257300"/>
          <p14:tracePt t="24841" x="5638800" y="1308100"/>
          <p14:tracePt t="24855" x="5753100" y="1327150"/>
          <p14:tracePt t="24872" x="5854700" y="1346200"/>
          <p14:tracePt t="24889" x="6184900" y="1390650"/>
          <p14:tracePt t="24905" x="6280150" y="1409700"/>
          <p14:tracePt t="24922" x="6369050" y="1409700"/>
          <p14:tracePt t="24939" x="6483350" y="1428750"/>
          <p14:tracePt t="24955" x="6553200" y="1435100"/>
          <p14:tracePt t="24972" x="6572250" y="1435100"/>
          <p14:tracePt t="24988" x="6610350" y="1435100"/>
          <p14:tracePt t="25005" x="6623050" y="1435100"/>
          <p14:tracePt t="25022" x="6648450" y="1435100"/>
          <p14:tracePt t="25038" x="6654800" y="1428750"/>
          <p14:tracePt t="25055" x="6673850" y="1422400"/>
          <p14:tracePt t="25072" x="6680200" y="1422400"/>
          <p14:tracePt t="25104" x="6686550" y="1416050"/>
          <p14:tracePt t="25204" x="6686550" y="1409700"/>
          <p14:tracePt t="25211" x="6680200" y="1409700"/>
          <p14:tracePt t="25232" x="6667500" y="1403350"/>
          <p14:tracePt t="25240" x="6635750" y="1403350"/>
          <p14:tracePt t="25255" x="6610350" y="1397000"/>
          <p14:tracePt t="25271" x="6553200" y="1384300"/>
          <p14:tracePt t="25288" x="6388100" y="1384300"/>
          <p14:tracePt t="25304" x="6159500" y="1365250"/>
          <p14:tracePt t="25321" x="6019800" y="1346200"/>
          <p14:tracePt t="25338" x="5734050" y="1314450"/>
          <p14:tracePt t="25354" x="5492750" y="1270000"/>
          <p14:tracePt t="25371" x="5384800" y="1238250"/>
          <p14:tracePt t="25387" x="5232400" y="1206500"/>
          <p14:tracePt t="25404" x="5162550" y="1193800"/>
          <p14:tracePt t="25420" x="5137150" y="1193800"/>
          <p14:tracePt t="25436" x="5124450" y="1187450"/>
          <p14:tracePt t="25453" x="5118100" y="1187450"/>
          <p14:tracePt t="25583" x="5124450" y="1187450"/>
          <p14:tracePt t="25590" x="5130800" y="1187450"/>
          <p14:tracePt t="25606" x="5143500" y="1187450"/>
          <p14:tracePt t="25619" x="5156200" y="1187450"/>
          <p14:tracePt t="25637" x="5207000" y="1193800"/>
          <p14:tracePt t="25653" x="5302250" y="1212850"/>
          <p14:tracePt t="25670" x="5365750" y="1212850"/>
          <p14:tracePt t="25686" x="5505450" y="1231900"/>
          <p14:tracePt t="25703" x="5651500" y="1231900"/>
          <p14:tracePt t="25719" x="5715000" y="1225550"/>
          <p14:tracePt t="25736" x="5829300" y="1219200"/>
          <p14:tracePt t="25752" x="5911850" y="1200150"/>
          <p14:tracePt t="25769" x="5937250" y="1193800"/>
          <p14:tracePt t="25788" x="5969000" y="1187450"/>
          <p14:tracePt t="25803" x="5981700" y="1187450"/>
          <p14:tracePt t="25835" x="5988050" y="1187450"/>
          <p14:tracePt t="25864" x="5994400" y="1187450"/>
          <p14:tracePt t="25871" x="5994400" y="1181100"/>
          <p14:tracePt t="25892" x="5994400" y="1174750"/>
          <p14:tracePt t="25901" x="5994400" y="1168400"/>
          <p14:tracePt t="26684" x="5981700" y="1187450"/>
          <p14:tracePt t="26698" x="5962650" y="1200150"/>
          <p14:tracePt t="26705" x="5930900" y="1225550"/>
          <p14:tracePt t="26715" x="5899150" y="1244600"/>
          <p14:tracePt t="26733" x="5810250" y="1282700"/>
          <p14:tracePt t="26749" x="5753100" y="1308100"/>
          <p14:tracePt t="26765" x="5727700" y="1314450"/>
          <p14:tracePt t="26782" x="5600700" y="1352550"/>
          <p14:tracePt t="26799" x="5575300" y="1352550"/>
          <p14:tracePt t="26815" x="5549900" y="1358900"/>
          <p14:tracePt t="26832" x="5511800" y="1365250"/>
          <p14:tracePt t="26849" x="5486400" y="1371600"/>
          <p14:tracePt t="26866" x="5473700" y="1377950"/>
          <p14:tracePt t="26882" x="5467350" y="1377950"/>
          <p14:tracePt t="26899" x="5461000" y="1377950"/>
          <p14:tracePt t="27119" x="5454650" y="1377950"/>
          <p14:tracePt t="27126" x="5441950" y="1371600"/>
          <p14:tracePt t="27134" x="5429250" y="1365250"/>
          <p14:tracePt t="27148" x="5416550" y="1352550"/>
          <p14:tracePt t="27164" x="5403850" y="1339850"/>
          <p14:tracePt t="27181" x="5365750" y="1314450"/>
          <p14:tracePt t="27197" x="5334000" y="1289050"/>
          <p14:tracePt t="27214" x="5321300" y="1270000"/>
          <p14:tracePt t="27231" x="5308600" y="1250950"/>
          <p14:tracePt t="27619" x="5289550" y="1250950"/>
          <p14:tracePt t="27633" x="5264150" y="1244600"/>
          <p14:tracePt t="27640" x="5232400" y="1238250"/>
          <p14:tracePt t="27649" x="5213350" y="1238250"/>
          <p14:tracePt t="27663" x="5181600" y="1231900"/>
          <p14:tracePt t="27679" x="5149850" y="1225550"/>
          <p14:tracePt t="27696" x="5137150" y="1225550"/>
          <p14:tracePt t="27713" x="5118100" y="1219200"/>
          <p14:tracePt t="27729" x="5105400" y="1219200"/>
          <p14:tracePt t="27746" x="5092700" y="1219200"/>
          <p14:tracePt t="27762" x="5086350" y="1219200"/>
          <p14:tracePt t="27779" x="5060950" y="1219200"/>
          <p14:tracePt t="27796" x="5048250" y="1219200"/>
          <p14:tracePt t="27812" x="5022850" y="1219200"/>
          <p14:tracePt t="27830" x="4991100" y="1219200"/>
          <p14:tracePt t="27845" x="4933950" y="1219200"/>
          <p14:tracePt t="27862" x="4914900" y="1212850"/>
          <p14:tracePt t="27879" x="4845050" y="1193800"/>
          <p14:tracePt t="27896" x="4800600" y="1187450"/>
          <p14:tracePt t="27912" x="4749800" y="1162050"/>
          <p14:tracePt t="27929" x="4699000" y="1149350"/>
          <p14:tracePt t="27945" x="4686300" y="1143000"/>
          <p14:tracePt t="27962" x="4654550" y="1136650"/>
          <p14:tracePt t="27978" x="4635500" y="1136650"/>
          <p14:tracePt t="27994" x="4622800" y="1136650"/>
          <p14:tracePt t="28012" x="4616450" y="1130300"/>
          <p14:tracePt t="28028" x="4597400" y="1130300"/>
          <p14:tracePt t="28044" x="4584700" y="1123950"/>
          <p14:tracePt t="28061" x="4572000" y="1123950"/>
          <p14:tracePt t="28077" x="4565650" y="1123950"/>
          <p14:tracePt t="28094" x="4559300" y="1123950"/>
          <p14:tracePt t="28124" x="4552950" y="1117600"/>
          <p14:tracePt t="28229" x="4559300" y="1117600"/>
          <p14:tracePt t="28236" x="4565650" y="1117600"/>
          <p14:tracePt t="28257" x="4578350" y="1117600"/>
          <p14:tracePt t="28264" x="4597400" y="1117600"/>
          <p14:tracePt t="28280" x="4641850" y="1117600"/>
          <p14:tracePt t="28294" x="4667250" y="1117600"/>
          <p14:tracePt t="28310" x="4781550" y="1136650"/>
          <p14:tracePt t="28327" x="4857750" y="1143000"/>
          <p14:tracePt t="28343" x="5003800" y="1174750"/>
          <p14:tracePt t="28360" x="5086350" y="1193800"/>
          <p14:tracePt t="28377" x="5264150" y="1193800"/>
          <p14:tracePt t="28393" x="5441950" y="1193800"/>
          <p14:tracePt t="28410" x="5543550" y="1187450"/>
          <p14:tracePt t="28426" x="5753100" y="1162050"/>
          <p14:tracePt t="28443" x="5803900" y="1149350"/>
          <p14:tracePt t="28460" x="5842000" y="1149350"/>
          <p14:tracePt t="28476" x="5905500" y="1136650"/>
          <p14:tracePt t="28493" x="5949950" y="1130300"/>
          <p14:tracePt t="28511" x="5994400" y="1123950"/>
          <p14:tracePt t="28526" x="6019800" y="1117600"/>
          <p14:tracePt t="28544" x="6064250" y="1104900"/>
          <p14:tracePt t="28560" x="6121400" y="1098550"/>
          <p14:tracePt t="28576" x="6165850" y="1092200"/>
          <p14:tracePt t="28593" x="6248400" y="1085850"/>
          <p14:tracePt t="28610" x="6337300" y="1085850"/>
          <p14:tracePt t="28626" x="6388100" y="1073150"/>
          <p14:tracePt t="28643" x="6521450" y="1066800"/>
          <p14:tracePt t="28659" x="6686550" y="1035050"/>
          <p14:tracePt t="28675" x="6781800" y="1003300"/>
          <p14:tracePt t="28693" x="6965950" y="965200"/>
          <p14:tracePt t="28709" x="7124700" y="914400"/>
          <p14:tracePt t="28725" x="7200900" y="895350"/>
          <p14:tracePt t="28742" x="7315200" y="850900"/>
          <p14:tracePt t="28758" x="7353300" y="838200"/>
          <p14:tracePt t="28776" x="7385050" y="825500"/>
          <p14:tracePt t="28792" x="7397750" y="825500"/>
          <p14:tracePt t="28819" x="7404100" y="825500"/>
          <p14:tracePt t="28882" x="7410450" y="825500"/>
          <p14:tracePt t="29008" x="7416800" y="825500"/>
          <p14:tracePt t="29028" x="7423150" y="825500"/>
          <p14:tracePt t="29057" x="7435850" y="825500"/>
          <p14:tracePt t="29071" x="7442200" y="825500"/>
          <p14:tracePt t="29078" x="7448550" y="831850"/>
          <p14:tracePt t="29093" x="7454900" y="831850"/>
          <p14:tracePt t="29108" x="7461250" y="831850"/>
          <p14:tracePt t="29123" x="7467600" y="838200"/>
          <p14:tracePt t="29143" x="7473950" y="838200"/>
          <p14:tracePt t="29169" x="7480300" y="844550"/>
          <p14:tracePt t="29197" x="7486650" y="844550"/>
          <p14:tracePt t="29232" x="7493000" y="850900"/>
          <p14:tracePt t="29240" x="7499350" y="850900"/>
          <p14:tracePt t="29309" x="7499350" y="844550"/>
          <p14:tracePt t="29317" x="7493000" y="838200"/>
          <p14:tracePt t="29330" x="7486650" y="838200"/>
          <p14:tracePt t="29352" x="7473950" y="831850"/>
          <p14:tracePt t="29360" x="7467600" y="831850"/>
          <p14:tracePt t="29374" x="7454900" y="825500"/>
          <p14:tracePt t="29390" x="7397750" y="819150"/>
          <p14:tracePt t="29407" x="7346950" y="819150"/>
          <p14:tracePt t="29423" x="7232650" y="819150"/>
          <p14:tracePt t="29439" x="7143750" y="819150"/>
          <p14:tracePt t="29457" x="6902450" y="850900"/>
          <p14:tracePt t="29473" x="6553200" y="914400"/>
          <p14:tracePt t="29489" x="6362700" y="939800"/>
          <p14:tracePt t="29506" x="5892800" y="996950"/>
          <p14:tracePt t="29522" x="5454650" y="996950"/>
          <p14:tracePt t="29539" x="5264150" y="990600"/>
          <p14:tracePt t="29556" x="4933950" y="933450"/>
          <p14:tracePt t="29572" x="4724400" y="869950"/>
          <p14:tracePt t="29590" x="4578350" y="806450"/>
          <p14:tracePt t="29606" x="4533900" y="793750"/>
          <p14:tracePt t="29622" x="4495800" y="787400"/>
          <p14:tracePt t="29639" x="4470400" y="774700"/>
          <p14:tracePt t="29656" x="4464050" y="774700"/>
          <p14:tracePt t="29672" x="4445000" y="781050"/>
          <p14:tracePt t="29689" x="4438650" y="800100"/>
          <p14:tracePt t="29705" x="4438650" y="812800"/>
          <p14:tracePt t="29722" x="4432300" y="825500"/>
          <p14:tracePt t="30252" x="4438650" y="838200"/>
          <p14:tracePt t="30259" x="4445000" y="857250"/>
          <p14:tracePt t="30273" x="4470400" y="882650"/>
          <p14:tracePt t="30287" x="4489450" y="914400"/>
          <p14:tracePt t="30303" x="4540250" y="984250"/>
          <p14:tracePt t="30320" x="4565650" y="1016000"/>
          <p14:tracePt t="30337" x="4616450" y="1066800"/>
          <p14:tracePt t="30353" x="4648200" y="1111250"/>
          <p14:tracePt t="30370" x="4673600" y="1130300"/>
          <p14:tracePt t="30386" x="4699000" y="1155700"/>
          <p14:tracePt t="30403" x="4724400" y="1174750"/>
          <p14:tracePt t="30420" x="4730750" y="1181100"/>
          <p14:tracePt t="30436" x="4743450" y="1193800"/>
          <p14:tracePt t="30453" x="4749800" y="1193800"/>
          <p14:tracePt t="30518" x="4756150" y="1193800"/>
          <p14:tracePt t="30533" x="4762500" y="1193800"/>
          <p14:tracePt t="30547" x="4768850" y="1193800"/>
          <p14:tracePt t="30555" x="4775200" y="1193800"/>
          <p14:tracePt t="30570" x="4787900" y="1193800"/>
          <p14:tracePt t="30585" x="4800600" y="1193800"/>
          <p14:tracePt t="30604" x="4832350" y="1193800"/>
          <p14:tracePt t="30619" x="4864100" y="1193800"/>
          <p14:tracePt t="30636" x="4914900" y="1187450"/>
          <p14:tracePt t="30653" x="4965700" y="1181100"/>
          <p14:tracePt t="30669" x="4984750" y="1181100"/>
          <p14:tracePt t="30685" x="5022850" y="1174750"/>
          <p14:tracePt t="30702" x="5054600" y="1168400"/>
          <p14:tracePt t="30718" x="5067300" y="1168400"/>
          <p14:tracePt t="30735" x="5086350" y="1162050"/>
          <p14:tracePt t="30752" x="5111750" y="1162050"/>
          <p14:tracePt t="30768" x="5118100" y="1162050"/>
          <p14:tracePt t="30785" x="5124450" y="1162050"/>
          <p14:tracePt t="30801" x="5137150" y="1162050"/>
          <p14:tracePt t="30818" x="5143500" y="1162050"/>
          <p14:tracePt t="30835" x="5156200" y="1162050"/>
          <p14:tracePt t="30867" x="5168900" y="1155700"/>
          <p14:tracePt t="30912" x="5181600" y="1155700"/>
          <p14:tracePt t="30926" x="5181600" y="1149350"/>
          <p14:tracePt t="30932" x="5187950" y="1149350"/>
          <p14:tracePt t="30947" x="5200650" y="1149350"/>
          <p14:tracePt t="30954" x="5207000" y="1149350"/>
          <p14:tracePt t="30968" x="5226050" y="1149350"/>
          <p14:tracePt t="30984" x="5257800" y="1149350"/>
          <p14:tracePt t="31001" x="5283200" y="1143000"/>
          <p14:tracePt t="31018" x="5334000" y="1143000"/>
          <p14:tracePt t="31034" x="5384800" y="1136650"/>
          <p14:tracePt t="31051" x="5403850" y="1130300"/>
          <p14:tracePt t="31067" x="5448300" y="1117600"/>
          <p14:tracePt t="31084" x="5480050" y="1104900"/>
          <p14:tracePt t="31101" x="5486400" y="1085850"/>
          <p14:tracePt t="31117" x="5492750" y="1079500"/>
          <p14:tracePt t="31134" x="5499100" y="1060450"/>
          <p14:tracePt t="31151" x="5505450" y="1047750"/>
          <p14:tracePt t="31604" x="5511800" y="1054100"/>
          <p14:tracePt t="31611" x="5524500" y="1066800"/>
          <p14:tracePt t="31625" x="5543550" y="1085850"/>
          <p14:tracePt t="31635" x="5568950" y="1098550"/>
          <p14:tracePt t="31649" x="5600700" y="1123950"/>
          <p14:tracePt t="31665" x="5632450" y="1136650"/>
          <p14:tracePt t="31682" x="5791200" y="1162050"/>
          <p14:tracePt t="31698" x="5867400" y="1174750"/>
          <p14:tracePt t="31716" x="5956300" y="1174750"/>
          <p14:tracePt t="31732" x="6159500" y="1193800"/>
          <p14:tracePt t="31748" x="6388100" y="1193800"/>
          <p14:tracePt t="31765" x="6502400" y="1193800"/>
          <p14:tracePt t="31781" x="6718300" y="1193800"/>
          <p14:tracePt t="31798" x="6921500" y="1181100"/>
          <p14:tracePt t="31815" x="7067550" y="1149350"/>
          <p14:tracePt t="31831" x="7131050" y="1130300"/>
          <p14:tracePt t="31848" x="7200900" y="1117600"/>
          <p14:tracePt t="31864" x="7226300" y="1111250"/>
          <p14:tracePt t="31881" x="7239000" y="1104900"/>
          <p14:tracePt t="31899" x="7245350" y="1104900"/>
          <p14:tracePt t="32101" x="7239000" y="1098550"/>
          <p14:tracePt t="32124" x="7226300" y="1092200"/>
          <p14:tracePt t="32146" x="7245350" y="1104900"/>
          <p14:tracePt t="32438" x="7264400" y="1104900"/>
          <p14:tracePt t="32444" x="7308850" y="1123950"/>
          <p14:tracePt t="32459" x="7353300" y="1136650"/>
          <p14:tracePt t="32466" x="7378700" y="1136650"/>
          <p14:tracePt t="32479" x="7429500" y="1149350"/>
          <p14:tracePt t="32496" x="7499350" y="1149350"/>
          <p14:tracePt t="32512" x="7537450" y="1143000"/>
          <p14:tracePt t="32529" x="7607300" y="1143000"/>
          <p14:tracePt t="32545" x="7645400" y="1130300"/>
          <p14:tracePt t="32562" x="7658100" y="1123950"/>
          <p14:tracePt t="32579" x="7677150" y="1123950"/>
          <p14:tracePt t="32596" x="7683500" y="1117600"/>
          <p14:tracePt t="32612" x="7689850" y="1117600"/>
          <p14:tracePt t="32669" x="7689850" y="1111250"/>
          <p14:tracePt t="32676" x="7677150" y="1111250"/>
          <p14:tracePt t="32683" x="7670800" y="1111250"/>
          <p14:tracePt t="32698" x="7658100" y="1111250"/>
          <p14:tracePt t="32712" x="7639050" y="1111250"/>
          <p14:tracePt t="32728" x="7581900" y="1104900"/>
          <p14:tracePt t="32745" x="7543800" y="1098550"/>
          <p14:tracePt t="32761" x="7435850" y="1079500"/>
          <p14:tracePt t="32778" x="7315200" y="1041400"/>
          <p14:tracePt t="32796" x="7207250" y="1028700"/>
          <p14:tracePt t="32812" x="7175500" y="1016000"/>
          <p14:tracePt t="32828" x="7124700" y="1009650"/>
          <p14:tracePt t="32845" x="7099300" y="1009650"/>
          <p14:tracePt t="32886" x="7105650" y="1009650"/>
          <p14:tracePt t="32894" x="7118350" y="1009650"/>
          <p14:tracePt t="32911" x="7137400" y="1016000"/>
          <p14:tracePt t="32928" x="7162800" y="1022350"/>
          <p14:tracePt t="32944" x="7213600" y="1041400"/>
          <p14:tracePt t="32961" x="7315200" y="1054100"/>
          <p14:tracePt t="32979" x="7435850" y="1073150"/>
          <p14:tracePt t="32994" x="7512050" y="1073150"/>
          <p14:tracePt t="33010" x="7626350" y="1073150"/>
          <p14:tracePt t="33027" x="7740650" y="1073150"/>
          <p14:tracePt t="33044" x="7772400" y="1079500"/>
          <p14:tracePt t="33060" x="7835900" y="1092200"/>
          <p14:tracePt t="33077" x="7861300" y="1098550"/>
          <p14:tracePt t="33094" x="7867650" y="1098550"/>
          <p14:tracePt t="33370" x="7880350" y="1104900"/>
          <p14:tracePt t="33377" x="7905750" y="1104900"/>
          <p14:tracePt t="33384" x="7918450" y="1111250"/>
          <p14:tracePt t="33399" x="7937500" y="1117600"/>
          <p14:tracePt t="33409" x="7956550" y="1117600"/>
          <p14:tracePt t="33427" x="7981950" y="1123950"/>
          <p14:tracePt t="33442" x="7988300" y="1123950"/>
          <p14:tracePt t="33459" x="8007350" y="1130300"/>
          <p14:tracePt t="33496" x="8013700" y="1130300"/>
          <p14:tracePt t="33518" x="8020050" y="1130300"/>
          <p14:tracePt t="33567" x="8013700" y="1130300"/>
          <p14:tracePt t="33588" x="8007350" y="1123950"/>
          <p14:tracePt t="33595" x="7994650" y="1123950"/>
          <p14:tracePt t="33611" x="7975600" y="1117600"/>
          <p14:tracePt t="33625" x="7931150" y="1111250"/>
          <p14:tracePt t="33642" x="7835900" y="1092200"/>
          <p14:tracePt t="33659" x="7708900" y="1073150"/>
          <p14:tracePt t="33675" x="7626350" y="1054100"/>
          <p14:tracePt t="33691" x="7486650" y="1022350"/>
          <p14:tracePt t="33708" x="7378700" y="996950"/>
          <p14:tracePt t="33725" x="7334250" y="990600"/>
          <p14:tracePt t="33742" x="7283450" y="977900"/>
          <p14:tracePt t="33758" x="7258050" y="977900"/>
          <p14:tracePt t="33791" x="7251700" y="977900"/>
          <p14:tracePt t="33808" x="7245350" y="977900"/>
          <p14:tracePt t="33824" x="7251700" y="977900"/>
          <p14:tracePt t="33841" x="7283450" y="990600"/>
          <p14:tracePt t="33858" x="7302500" y="996950"/>
          <p14:tracePt t="33875" x="7378700" y="1016000"/>
          <p14:tracePt t="33891" x="7512050" y="1054100"/>
          <p14:tracePt t="33907" x="7575550" y="1066800"/>
          <p14:tracePt t="33925" x="7740650" y="1085850"/>
          <p14:tracePt t="33941" x="7886700" y="1092200"/>
          <p14:tracePt t="33957" x="7937500" y="1092200"/>
          <p14:tracePt t="33975" x="8013700" y="1092200"/>
          <p14:tracePt t="33990" x="8039100" y="1092200"/>
          <p14:tracePt t="34051" x="8026400" y="1098550"/>
          <p14:tracePt t="34058" x="8001000" y="1104900"/>
          <p14:tracePt t="34072" x="7969250" y="1117600"/>
          <p14:tracePt t="34079" x="7931150" y="1130300"/>
          <p14:tracePt t="34090" x="7874000" y="1149350"/>
          <p14:tracePt t="34107" x="7727950" y="1193800"/>
          <p14:tracePt t="34123" x="7639050" y="1212850"/>
          <p14:tracePt t="34140" x="7556500" y="1238250"/>
          <p14:tracePt t="34157" x="7334250" y="1282700"/>
          <p14:tracePt t="34173" x="7296150" y="1295400"/>
          <p14:tracePt t="34176" x="7251700" y="1301750"/>
          <p14:tracePt t="34193" x="7232650" y="1301750"/>
          <p14:tracePt t="34207" x="7226300" y="1301750"/>
          <p14:tracePt t="34223" x="7213600" y="1301750"/>
          <p14:tracePt t="34242" x="7226300" y="1301750"/>
          <p14:tracePt t="34256" x="7245350" y="1301750"/>
          <p14:tracePt t="34273" x="7296150" y="1301750"/>
          <p14:tracePt t="34290" x="7372350" y="1301750"/>
          <p14:tracePt t="34306" x="7416800" y="1301750"/>
          <p14:tracePt t="34323" x="7486650" y="1289050"/>
          <p14:tracePt t="34340" x="7531100" y="1282700"/>
          <p14:tracePt t="34356" x="7556500" y="1276350"/>
          <p14:tracePt t="34373" x="7569200" y="1276350"/>
          <p14:tracePt t="34389" x="7575550" y="1276350"/>
          <p14:tracePt t="34423" x="7556500" y="1270000"/>
          <p14:tracePt t="34439" x="7518400" y="1270000"/>
          <p14:tracePt t="34455" x="7499350" y="1270000"/>
          <p14:tracePt t="34472" x="7429500" y="1270000"/>
          <p14:tracePt t="34489" x="7391400" y="1270000"/>
          <p14:tracePt t="34506" x="7302500" y="1270000"/>
          <p14:tracePt t="34523" x="7245350" y="1270000"/>
          <p14:tracePt t="34539" x="7232650" y="1263650"/>
          <p14:tracePt t="34556" x="7213600" y="1263650"/>
          <p14:tracePt t="34572" x="7200900" y="1257300"/>
          <p14:tracePt t="34661" x="7207250" y="1257300"/>
          <p14:tracePt t="34669" x="7219950" y="1257300"/>
          <p14:tracePt t="35211" x="7188200" y="1257300"/>
          <p14:tracePt t="35218" x="7150100" y="1257300"/>
          <p14:tracePt t="35232" x="7099300" y="1257300"/>
          <p14:tracePt t="35240" x="7042150" y="1257300"/>
          <p14:tracePt t="35256" x="6991350" y="1257300"/>
          <p14:tracePt t="35269" x="6915150" y="1257300"/>
          <p14:tracePt t="35286" x="6762750" y="1270000"/>
          <p14:tracePt t="35303" x="6559550" y="1282700"/>
          <p14:tracePt t="35319" x="6457950" y="1289050"/>
          <p14:tracePt t="35336" x="6235700" y="1314450"/>
          <p14:tracePt t="35353" x="6045200" y="1320800"/>
          <p14:tracePt t="35369" x="5943600" y="1320800"/>
          <p14:tracePt t="35386" x="5753100" y="1333500"/>
          <p14:tracePt t="35403" x="5549900" y="1352550"/>
          <p14:tracePt t="35419" x="5461000" y="1365250"/>
          <p14:tracePt t="35436" x="5302250" y="1384300"/>
          <p14:tracePt t="35452" x="5219700" y="1409700"/>
          <p14:tracePt t="35469" x="5200650" y="1409700"/>
          <p14:tracePt t="35485" x="5181600" y="1428750"/>
          <p14:tracePt t="35501" x="5200650" y="1447800"/>
          <p14:tracePt t="35975" x="5181600" y="1454150"/>
          <p14:tracePt t="35982" x="5111750" y="1485900"/>
          <p14:tracePt t="35996" x="5041900" y="1524000"/>
          <p14:tracePt t="36004" x="4972050" y="1574800"/>
          <p14:tracePt t="36017" x="4864100" y="1619250"/>
          <p14:tracePt t="36033" x="4641850" y="1720850"/>
          <p14:tracePt t="36050" x="4508500" y="1778000"/>
          <p14:tracePt t="36067" x="4210050" y="1885950"/>
          <p14:tracePt t="36083" x="3937000" y="1943100"/>
          <p14:tracePt t="36100" x="3784600" y="1974850"/>
          <p14:tracePt t="36116" x="3568700" y="2006600"/>
          <p14:tracePt t="36133" x="3479800" y="2019300"/>
          <p14:tracePt t="36150" x="3282950" y="2038350"/>
          <p14:tracePt t="36166" x="3244850" y="2038350"/>
          <p14:tracePt t="36183" x="3225800" y="2038350"/>
          <p14:tracePt t="36199" x="3213100" y="2038350"/>
          <p14:tracePt t="36216" x="3213100" y="2044700"/>
          <p14:tracePt t="36219" x="3219450" y="2051050"/>
          <p14:tracePt t="36233" x="3238500" y="2070100"/>
          <p14:tracePt t="36249" x="3276600" y="2076450"/>
          <p14:tracePt t="36545" x="3194050" y="2070100"/>
          <p14:tracePt t="36559" x="3092450" y="2051050"/>
          <p14:tracePt t="36568" x="2990850" y="2032000"/>
          <p14:tracePt t="36582" x="2870200" y="2019300"/>
          <p14:tracePt t="36599" x="2641600" y="2032000"/>
          <p14:tracePt t="36615" x="2438400" y="2057400"/>
          <p14:tracePt t="36631" x="2349500" y="2076450"/>
          <p14:tracePt t="36649" x="2159000" y="2076450"/>
          <p14:tracePt t="36665" x="1968500" y="2089150"/>
          <p14:tracePt t="36681" x="1879600" y="2095500"/>
          <p14:tracePt t="36698" x="1739900" y="2095500"/>
          <p14:tracePt t="36714" x="1619250" y="2108200"/>
          <p14:tracePt t="36731" x="1581150" y="2101850"/>
          <p14:tracePt t="36734" x="1536700" y="2101850"/>
          <p14:tracePt t="36748" x="1511300" y="2101850"/>
          <p14:tracePt t="36764" x="1485900" y="2095500"/>
          <p14:tracePt t="36781" x="1479550" y="2095500"/>
          <p14:tracePt t="36895" x="1473200" y="2095500"/>
          <p14:tracePt t="36902" x="1466850" y="2095500"/>
          <p14:tracePt t="36917" x="1447800" y="2095500"/>
          <p14:tracePt t="36931" x="1435100" y="2095500"/>
          <p14:tracePt t="36947" x="1403350" y="2095500"/>
          <p14:tracePt t="36964" x="1390650" y="2095500"/>
          <p14:tracePt t="36980" x="1365250" y="2089150"/>
          <p14:tracePt t="37496" x="1352550" y="2101850"/>
          <p14:tracePt t="37503" x="1333500" y="2108200"/>
          <p14:tracePt t="37516" x="1308100" y="2120900"/>
          <p14:tracePt t="37528" x="1295400" y="2127250"/>
          <p14:tracePt t="37545" x="1257300" y="2139950"/>
          <p14:tracePt t="37561" x="1244600" y="2146300"/>
          <p14:tracePt t="37578" x="1219200" y="2159000"/>
          <p14:tracePt t="37595" x="1206500" y="2171700"/>
          <p14:tracePt t="37611" x="1200150" y="2171700"/>
          <p14:tracePt t="37628" x="1200150" y="2178050"/>
          <p14:tracePt t="37644" x="1193800" y="2184400"/>
          <p14:tracePt t="37706" x="1200150" y="2184400"/>
          <p14:tracePt t="37713" x="1206500" y="2184400"/>
          <p14:tracePt t="37728" x="1212850" y="2184400"/>
          <p14:tracePt t="37734" x="1219200" y="2184400"/>
          <p14:tracePt t="37748" x="1225550" y="2184400"/>
          <p14:tracePt t="37761" x="1244600" y="2178050"/>
          <p14:tracePt t="37778" x="1276350" y="2171700"/>
          <p14:tracePt t="37794" x="1301750" y="2171700"/>
          <p14:tracePt t="37811" x="1358900" y="2152650"/>
          <p14:tracePt t="37827" x="1422400" y="2133600"/>
          <p14:tracePt t="37844" x="1447800" y="2127250"/>
          <p14:tracePt t="37861" x="1498600" y="2101850"/>
          <p14:tracePt t="37877" x="1543050" y="2089150"/>
          <p14:tracePt t="37894" x="1555750" y="2089150"/>
          <p14:tracePt t="37910" x="1568450" y="2076450"/>
          <p14:tracePt t="37927" x="1574800" y="2076450"/>
          <p14:tracePt t="37960" x="1587500" y="2070100"/>
          <p14:tracePt t="37977" x="1600200" y="2070100"/>
          <p14:tracePt t="37994" x="1625600" y="2063750"/>
          <p14:tracePt t="38010" x="1638300" y="2063750"/>
          <p14:tracePt t="38027" x="1663700" y="2063750"/>
          <p14:tracePt t="38044" x="1701800" y="2063750"/>
          <p14:tracePt t="38060" x="1739900" y="2063750"/>
          <p14:tracePt t="38077" x="1765300" y="2070100"/>
          <p14:tracePt t="38093" x="1803400" y="2070100"/>
          <p14:tracePt t="38110" x="1847850" y="2076450"/>
          <p14:tracePt t="38127" x="1885950" y="2076450"/>
          <p14:tracePt t="38143" x="1905000" y="2076450"/>
          <p14:tracePt t="38159" x="1943100" y="2063750"/>
          <p14:tracePt t="38177" x="1981200" y="2057400"/>
          <p14:tracePt t="38193" x="2012950" y="2057400"/>
          <p14:tracePt t="38209" x="2063750" y="2057400"/>
          <p14:tracePt t="38226" x="2114550" y="2057400"/>
          <p14:tracePt t="38242" x="2209800" y="2063750"/>
          <p14:tracePt t="38260" x="2362200" y="2063750"/>
          <p14:tracePt t="38276" x="2527300" y="2070100"/>
          <p14:tracePt t="38292" x="2616200" y="2070100"/>
          <p14:tracePt t="38310" x="2806700" y="2070100"/>
          <p14:tracePt t="38326" x="2895600" y="2057400"/>
          <p14:tracePt t="38342" x="3092450" y="2038350"/>
          <p14:tracePt t="38359" x="3257550" y="2019300"/>
          <p14:tracePt t="38376" x="3346450" y="2000250"/>
          <p14:tracePt t="38392" x="3492500" y="1987550"/>
          <p14:tracePt t="38409" x="3600450" y="1968500"/>
          <p14:tracePt t="38426" x="3638550" y="1968500"/>
          <p14:tracePt t="38442" x="3695700" y="1962150"/>
          <p14:tracePt t="38459" x="3727450" y="1955800"/>
          <p14:tracePt t="38475" x="3733800" y="1955800"/>
          <p14:tracePt t="38492" x="3746500" y="1955800"/>
          <p14:tracePt t="38508" x="3752850" y="1955800"/>
          <p14:tracePt t="38548" x="3752850" y="1949450"/>
          <p14:tracePt t="38558" x="3746500" y="1943100"/>
          <p14:tracePt t="38575" x="3733800" y="1936750"/>
          <p14:tracePt t="38591" x="3721100" y="1936750"/>
          <p14:tracePt t="38608" x="3702050" y="1924050"/>
          <p14:tracePt t="38978" x="3759200" y="1936750"/>
          <p14:tracePt t="38985" x="3841750" y="1974850"/>
          <p14:tracePt t="38999" x="3943350" y="2019300"/>
          <p14:tracePt t="39009" x="4070350" y="2051050"/>
          <p14:tracePt t="39023" x="4203700" y="2082800"/>
          <p14:tracePt t="39040" x="4362450" y="2108200"/>
          <p14:tracePt t="39057" x="4800600" y="2114550"/>
          <p14:tracePt t="39073" x="4921250" y="2114550"/>
          <p14:tracePt t="39090" x="5118100" y="2089150"/>
          <p14:tracePt t="39106" x="5181600" y="2089150"/>
          <p14:tracePt t="39123" x="5289550" y="2070100"/>
          <p14:tracePt t="39140" x="5327650" y="2063750"/>
          <p14:tracePt t="39156" x="5340350" y="2057400"/>
          <p14:tracePt t="39173" x="5346700" y="2057400"/>
          <p14:tracePt t="39216" x="5359400" y="2051050"/>
          <p14:tracePt t="39230" x="5365750" y="2044700"/>
          <p14:tracePt t="39239" x="5378450" y="2044700"/>
          <p14:tracePt t="39256" x="5397500" y="2032000"/>
          <p14:tracePt t="39273" x="5441950" y="2019300"/>
          <p14:tracePt t="39289" x="5505450" y="2006600"/>
          <p14:tracePt t="39305" x="5537200" y="2000250"/>
          <p14:tracePt t="39322" x="5581650" y="1987550"/>
          <p14:tracePt t="39339" x="5702300" y="1974850"/>
          <p14:tracePt t="39355" x="5740400" y="1974850"/>
          <p14:tracePt t="39373" x="5816600" y="1974850"/>
          <p14:tracePt t="39389" x="5848350" y="1974850"/>
          <p14:tracePt t="39405" x="5937250" y="1974850"/>
          <p14:tracePt t="39422" x="6000750" y="1974850"/>
          <p14:tracePt t="39439" x="6032500" y="1974850"/>
          <p14:tracePt t="39455" x="6089650" y="1968500"/>
          <p14:tracePt t="39471" x="6140450" y="1943100"/>
          <p14:tracePt t="39488" x="6159500" y="1936750"/>
          <p14:tracePt t="39505" x="6197600" y="1917700"/>
          <p14:tracePt t="39522" x="6216650" y="1905000"/>
          <p14:tracePt t="39539" x="6216650" y="1898650"/>
          <p14:tracePt t="39868" x="6248400" y="1905000"/>
          <p14:tracePt t="39882" x="6305550" y="1936750"/>
          <p14:tracePt t="39889" x="6375400" y="1962150"/>
          <p14:tracePt t="39907" x="6432550" y="1993900"/>
          <p14:tracePt t="39920" x="6591300" y="2032000"/>
          <p14:tracePt t="39937" x="6667500" y="2038350"/>
          <p14:tracePt t="39953" x="6845300" y="2038350"/>
          <p14:tracePt t="39970" x="6921500" y="2051050"/>
          <p14:tracePt t="39988" x="7131050" y="2038350"/>
          <p14:tracePt t="40004" x="7194550" y="2032000"/>
          <p14:tracePt t="40020" x="7232650" y="2019300"/>
          <p14:tracePt t="40037" x="7302500" y="2012950"/>
          <p14:tracePt t="40053" x="7353300" y="2012950"/>
          <p14:tracePt t="40070" x="7366000" y="2012950"/>
          <p14:tracePt t="40086" x="7385050" y="2012950"/>
          <p14:tracePt t="40103" x="7397750" y="2012950"/>
          <p14:tracePt t="40121" x="7410450" y="2012950"/>
          <p14:tracePt t="40281" x="7416800" y="2012950"/>
          <p14:tracePt t="40323" x="7404100" y="2012950"/>
          <p14:tracePt t="40330" x="7385050" y="2012950"/>
          <p14:tracePt t="40338" x="7366000" y="2019300"/>
          <p14:tracePt t="40355" x="7334250" y="2019300"/>
          <p14:tracePt t="40369" x="7277100" y="2025650"/>
          <p14:tracePt t="40385" x="7092950" y="2057400"/>
          <p14:tracePt t="40402" x="6800850" y="2082800"/>
          <p14:tracePt t="40418" x="6565900" y="2082800"/>
          <p14:tracePt t="40435" x="6013450" y="2095500"/>
          <p14:tracePt t="40451" x="5441950" y="2095500"/>
          <p14:tracePt t="40469" x="5130800" y="2095500"/>
          <p14:tracePt t="40486" x="4476750" y="2070100"/>
          <p14:tracePt t="40502" x="3898900" y="2057400"/>
          <p14:tracePt t="40518" x="3663950" y="2038350"/>
          <p14:tracePt t="40535" x="3263900" y="2044700"/>
          <p14:tracePt t="40551" x="3022600" y="2057400"/>
          <p14:tracePt t="40568" x="2933700" y="2070100"/>
          <p14:tracePt t="40585" x="2838450" y="2082800"/>
          <p14:tracePt t="40601" x="2819400" y="2101850"/>
          <p14:tracePt t="40974" x="2787650" y="2108200"/>
          <p14:tracePt t="40981" x="2717800" y="2127250"/>
          <p14:tracePt t="40995" x="2660650" y="2146300"/>
          <p14:tracePt t="41002" x="2609850" y="2165350"/>
          <p14:tracePt t="41017" x="2552700" y="2171700"/>
          <p14:tracePt t="41033" x="2457450" y="2222500"/>
          <p14:tracePt t="41050" x="2387600" y="2247900"/>
          <p14:tracePt t="41066" x="2260600" y="2305050"/>
          <p14:tracePt t="41083" x="2190750" y="2336800"/>
          <p14:tracePt t="41100" x="2165350" y="2343150"/>
          <p14:tracePt t="41116" x="2133600" y="2355850"/>
          <p14:tracePt t="41132" x="2120900" y="2355850"/>
          <p14:tracePt t="41150" x="2108200" y="2349500"/>
          <p14:tracePt t="41282" x="2108200" y="2343150"/>
          <p14:tracePt t="41311" x="2114550" y="2336800"/>
          <p14:tracePt t="41325" x="2127250" y="2330450"/>
          <p14:tracePt t="41334" x="2139950" y="2324100"/>
          <p14:tracePt t="41348" x="2152650" y="2324100"/>
          <p14:tracePt t="41365" x="2184400" y="2311400"/>
          <p14:tracePt t="41382" x="2355850" y="2279650"/>
          <p14:tracePt t="41398" x="2432050" y="2273300"/>
          <p14:tracePt t="41415" x="2533650" y="2273300"/>
          <p14:tracePt t="41432" x="2838450" y="2273300"/>
          <p14:tracePt t="41448" x="2927350" y="2273300"/>
          <p14:tracePt t="41465" x="3117850" y="2273300"/>
          <p14:tracePt t="41481" x="3194050" y="2273300"/>
          <p14:tracePt t="41499" x="3295650" y="2273300"/>
          <p14:tracePt t="41515" x="3346450" y="2279650"/>
          <p14:tracePt t="41531" x="3359150" y="2279650"/>
          <p14:tracePt t="41548" x="3365500" y="2279650"/>
          <p14:tracePt t="41564" x="3371850" y="2279650"/>
          <p14:tracePt t="41606" x="3378200" y="2279650"/>
          <p14:tracePt t="41627" x="3384550" y="2279650"/>
          <p14:tracePt t="41634" x="3390900" y="2279650"/>
          <p14:tracePt t="41648" x="3409950" y="2279650"/>
          <p14:tracePt t="41664" x="3460750" y="2279650"/>
          <p14:tracePt t="41680" x="3486150" y="2279650"/>
          <p14:tracePt t="41698" x="3575050" y="2279650"/>
          <p14:tracePt t="41714" x="3683000" y="2279650"/>
          <p14:tracePt t="41730" x="3733800" y="2279650"/>
          <p14:tracePt t="41748" x="3841750" y="2273300"/>
          <p14:tracePt t="41764" x="3892550" y="2273300"/>
          <p14:tracePt t="41781" x="4000500" y="2254250"/>
          <p14:tracePt t="41797" x="4032250" y="2247900"/>
          <p14:tracePt t="41814" x="4057650" y="2241550"/>
          <p14:tracePt t="41830" x="4114800" y="2235200"/>
          <p14:tracePt t="41847" x="4171950" y="2228850"/>
          <p14:tracePt t="41863" x="4203700" y="2216150"/>
          <p14:tracePt t="41880" x="4273550" y="2209800"/>
          <p14:tracePt t="41897" x="4330700" y="2197100"/>
          <p14:tracePt t="41913" x="4362450" y="2197100"/>
          <p14:tracePt t="41930" x="4400550" y="2190750"/>
          <p14:tracePt t="41946" x="4445000" y="2184400"/>
          <p14:tracePt t="41964" x="4483100" y="2165350"/>
          <p14:tracePt t="41979" x="4502150" y="2152650"/>
          <p14:tracePt t="41996" x="4533900" y="2146300"/>
          <p14:tracePt t="42013" x="4559300" y="2133600"/>
          <p14:tracePt t="42029" x="4572000" y="2127250"/>
          <p14:tracePt t="42046" x="4584700" y="2120900"/>
          <p14:tracePt t="42063" x="4603750" y="2114550"/>
          <p14:tracePt t="42079" x="4603750" y="2108200"/>
          <p14:tracePt t="42153" x="4603750" y="2101850"/>
          <p14:tracePt t="42174" x="4603750" y="2095500"/>
          <p14:tracePt t="42188" x="4597400" y="2095500"/>
          <p14:tracePt t="42201" x="4584700" y="2095500"/>
          <p14:tracePt t="42216" x="4578350" y="2095500"/>
          <p14:tracePt t="42223" x="4559300" y="2095500"/>
          <p14:tracePt t="42237" x="4546600" y="2089150"/>
          <p14:tracePt t="42246" x="4508500" y="2089150"/>
          <p14:tracePt t="42262" x="4470400" y="2089150"/>
          <p14:tracePt t="42279" x="4356100" y="2089150"/>
          <p14:tracePt t="42296" x="4178300" y="2089150"/>
          <p14:tracePt t="42312" x="4064000" y="2089150"/>
          <p14:tracePt t="42329" x="3822700" y="2114550"/>
          <p14:tracePt t="42345" x="3556000" y="2146300"/>
          <p14:tracePt t="42362" x="3390900" y="2178050"/>
          <p14:tracePt t="42378" x="3117850" y="2209800"/>
          <p14:tracePt t="42395" x="2971800" y="2247900"/>
          <p14:tracePt t="42412" x="2622550" y="2317750"/>
          <p14:tracePt t="42428" x="2533650" y="2349500"/>
          <p14:tracePt t="42445" x="2438400" y="2368550"/>
          <p14:tracePt t="42462" x="2311400" y="2387600"/>
          <p14:tracePt t="42477" x="2216150" y="2400300"/>
          <p14:tracePt t="42494" x="2178050" y="2400300"/>
          <p14:tracePt t="42511" x="2108200" y="2413000"/>
          <p14:tracePt t="42528" x="2032000" y="2438400"/>
          <p14:tracePt t="42544" x="1993900" y="2444750"/>
          <p14:tracePt t="42561" x="1898650" y="2463800"/>
          <p14:tracePt t="42578" x="1816100" y="2470150"/>
          <p14:tracePt t="42595" x="1746250" y="2470150"/>
          <p14:tracePt t="42611" x="1720850" y="2470150"/>
          <p14:tracePt t="42627" x="1663700" y="2470150"/>
          <p14:tracePt t="42644" x="1619250" y="2470150"/>
          <p14:tracePt t="42660" x="1600200" y="2470150"/>
          <p14:tracePt t="42677" x="1587500" y="2470150"/>
          <p14:tracePt t="42694" x="1536700" y="2489200"/>
          <p14:tracePt t="42710" x="1511300" y="2495550"/>
          <p14:tracePt t="42728" x="1485900" y="2514600"/>
          <p14:tracePt t="42744" x="1466850" y="2527300"/>
          <p14:tracePt t="42760" x="1422400" y="2546350"/>
          <p14:tracePt t="42777" x="1390650" y="2571750"/>
          <p14:tracePt t="42793" x="1365250" y="2578100"/>
          <p14:tracePt t="42810" x="1333500" y="2590800"/>
          <p14:tracePt t="42827" x="1301750" y="2603500"/>
          <p14:tracePt t="42843" x="1289050" y="2609850"/>
          <p14:tracePt t="42860" x="1263650" y="2622550"/>
          <p14:tracePt t="42877" x="1244600" y="2635250"/>
          <p14:tracePt t="42893" x="1238250" y="2641600"/>
          <p14:tracePt t="42910" x="1219200" y="2647950"/>
          <p14:tracePt t="42927" x="1206500" y="2654300"/>
          <p14:tracePt t="42943" x="1193800" y="2660650"/>
          <p14:tracePt t="42960" x="1181100" y="2667000"/>
          <p14:tracePt t="42976" x="1162050" y="2679700"/>
          <p14:tracePt t="42993" x="1155700" y="2686050"/>
          <p14:tracePt t="43009" x="1155700" y="2692400"/>
          <p14:tracePt t="43026" x="1149350" y="2698750"/>
          <p14:tracePt t="43043" x="1149350" y="2711450"/>
          <p14:tracePt t="43113" x="1149350" y="2717800"/>
          <p14:tracePt t="43135" x="1149350" y="2724150"/>
          <p14:tracePt t="43170" x="1149350" y="2730500"/>
          <p14:tracePt t="43275" x="1155700" y="2730500"/>
          <p14:tracePt t="43289" x="1162050" y="2730500"/>
          <p14:tracePt t="43310" x="1168400" y="2730500"/>
          <p14:tracePt t="43317" x="1174750" y="2730500"/>
          <p14:tracePt t="43338" x="1181100" y="2730500"/>
          <p14:tracePt t="43345" x="1187450" y="2730500"/>
          <p14:tracePt t="43387" x="1193800" y="2736850"/>
          <p14:tracePt t="43394" x="1200150" y="2736850"/>
          <p14:tracePt t="43415" x="1206500" y="2736850"/>
          <p14:tracePt t="43450" x="1212850" y="2736850"/>
          <p14:tracePt t="43485" x="1219200" y="2736850"/>
          <p14:tracePt t="43506" x="1225550" y="2736850"/>
          <p14:tracePt t="43555" x="1219200" y="2736850"/>
          <p14:tracePt t="43569" x="1212850" y="2736850"/>
          <p14:tracePt t="43577" x="1206500" y="2736850"/>
          <p14:tracePt t="43593" x="1200150" y="2730500"/>
          <p14:tracePt t="43607" x="1187450" y="2724150"/>
          <p14:tracePt t="43624" x="1174750" y="2717800"/>
          <p14:tracePt t="43641" x="1136650" y="2711450"/>
          <p14:tracePt t="43657" x="1117600" y="2711450"/>
          <p14:tracePt t="43674" x="1085850" y="2705100"/>
          <p14:tracePt t="43690" x="1060450" y="2692400"/>
          <p14:tracePt t="43707" x="1047750" y="2692400"/>
          <p14:tracePt t="43724" x="1035050" y="2686050"/>
          <p14:tracePt t="43740" x="1028700" y="2686050"/>
          <p14:tracePt t="43773" x="1028700" y="2679700"/>
          <p14:tracePt t="43789" x="1035050" y="2673350"/>
          <p14:tracePt t="43806" x="1041400" y="2673350"/>
          <p14:tracePt t="43823" x="1054100" y="2667000"/>
          <p14:tracePt t="43850" x="1060450" y="2667000"/>
          <p14:tracePt t="43859" x="1073150" y="2667000"/>
          <p14:tracePt t="43873" x="1085850" y="2667000"/>
          <p14:tracePt t="43890" x="1117600" y="2679700"/>
          <p14:tracePt t="43907" x="1162050" y="2692400"/>
          <p14:tracePt t="43923" x="1193800" y="2705100"/>
          <p14:tracePt t="43939" x="1225550" y="2717800"/>
          <p14:tracePt t="43956" x="1301750" y="2755900"/>
          <p14:tracePt t="43973" x="1327150" y="2762250"/>
          <p14:tracePt t="43990" x="1352550" y="2768600"/>
          <p14:tracePt t="44007" x="1403350" y="2781300"/>
          <p14:tracePt t="44022" x="1460500" y="2794000"/>
          <p14:tracePt t="44040" x="1504950" y="2800350"/>
          <p14:tracePt t="44056" x="1524000" y="2800350"/>
          <p14:tracePt t="44073" x="1555750" y="2806700"/>
          <p14:tracePt t="44089" x="1574800" y="2813050"/>
          <p14:tracePt t="44107" x="1587500" y="2819400"/>
          <p14:tracePt t="44123" x="1600200" y="2819400"/>
          <p14:tracePt t="44139" x="1606550" y="2819400"/>
          <p14:tracePt t="44173" x="1619250" y="2825750"/>
          <p14:tracePt t="44188" x="1631950" y="2825750"/>
          <p14:tracePt t="44205" x="1638300" y="2825750"/>
          <p14:tracePt t="44223" x="1651000" y="2825750"/>
          <p14:tracePt t="44238" x="1682750" y="2825750"/>
          <p14:tracePt t="44255" x="1708150" y="2819400"/>
          <p14:tracePt t="44272" x="1765300" y="2813050"/>
          <p14:tracePt t="44288" x="1816100" y="2806700"/>
          <p14:tracePt t="44305" x="1949450" y="2794000"/>
          <p14:tracePt t="44321" x="2076450" y="2774950"/>
          <p14:tracePt t="44338" x="2152650" y="2774950"/>
          <p14:tracePt t="44342" x="2235200" y="2768600"/>
          <p14:tracePt t="44355" x="2298700" y="2768600"/>
          <p14:tracePt t="44371" x="2425700" y="2768600"/>
          <p14:tracePt t="44388" x="2476500" y="2768600"/>
          <p14:tracePt t="44405" x="2578100" y="2768600"/>
          <p14:tracePt t="44422" x="2686050" y="2768600"/>
          <p14:tracePt t="44438" x="2724150" y="2768600"/>
          <p14:tracePt t="44454" x="2794000" y="2768600"/>
          <p14:tracePt t="44471" x="2832100" y="2768600"/>
          <p14:tracePt t="44489" x="2870200" y="2768600"/>
          <p14:tracePt t="44504" x="2882900" y="2768600"/>
          <p14:tracePt t="44522" x="2927350" y="2768600"/>
          <p14:tracePt t="44538" x="2965450" y="2768600"/>
          <p14:tracePt t="44554" x="2997200" y="2762250"/>
          <p14:tracePt t="44572" x="3016250" y="2762250"/>
          <p14:tracePt t="44587" x="3067050" y="2762250"/>
          <p14:tracePt t="44604" x="3111500" y="2762250"/>
          <p14:tracePt t="44621" x="3136900" y="2762250"/>
          <p14:tracePt t="44637" x="3168650" y="2755900"/>
          <p14:tracePt t="44653" x="3187700" y="2749550"/>
          <p14:tracePt t="44671" x="3200400" y="2736850"/>
          <p14:tracePt t="44687" x="3206750" y="2730500"/>
          <p14:tracePt t="44704" x="3206750" y="2724150"/>
          <p14:tracePt t="44720" x="3206750" y="2711450"/>
          <p14:tracePt t="44737" x="3213100" y="2711450"/>
          <p14:tracePt t="45024" x="3270250" y="2711450"/>
          <p14:tracePt t="45031" x="3359150" y="2711450"/>
          <p14:tracePt t="45039" x="3435350" y="2711450"/>
          <p14:tracePt t="45055" x="3517900" y="2717800"/>
          <p14:tracePt t="45069" x="3606800" y="2730500"/>
          <p14:tracePt t="45085" x="3810000" y="2717800"/>
          <p14:tracePt t="45103" x="4064000" y="2692400"/>
          <p14:tracePt t="45119" x="4210050" y="2673350"/>
          <p14:tracePt t="45136" x="4540250" y="2635250"/>
          <p14:tracePt t="45152" x="4927600" y="2597150"/>
          <p14:tracePt t="45169" x="5118100" y="2584450"/>
          <p14:tracePt t="45186" x="5422900" y="2546350"/>
          <p14:tracePt t="45202" x="5645150" y="2527300"/>
          <p14:tracePt t="45218" x="5746750" y="2520950"/>
          <p14:tracePt t="45235" x="5892800" y="2489200"/>
          <p14:tracePt t="45251" x="5988050" y="2463800"/>
          <p14:tracePt t="45268" x="6026150" y="2444750"/>
          <p14:tracePt t="45285" x="6076950" y="2432050"/>
          <p14:tracePt t="45301" x="6115050" y="2413000"/>
          <p14:tracePt t="45320" x="6140450" y="2406650"/>
          <p14:tracePt t="45334" x="6140450" y="2400300"/>
          <p14:tracePt t="45351" x="6146800" y="2400300"/>
          <p14:tracePt t="45370" x="6140450" y="2406650"/>
          <p14:tracePt t="45384" x="6127750" y="2419350"/>
          <p14:tracePt t="45401" x="6096000" y="2432050"/>
          <p14:tracePt t="45418" x="5994400" y="2489200"/>
          <p14:tracePt t="45435" x="5867400" y="2546350"/>
          <p14:tracePt t="45451" x="5803900" y="2565400"/>
          <p14:tracePt t="45467" x="5702300" y="2597150"/>
          <p14:tracePt t="45484" x="5670550" y="2609850"/>
          <p14:tracePt t="45501" x="5683250" y="2622550"/>
          <p14:tracePt t="45517" x="5721350" y="2635250"/>
          <p14:tracePt t="45534" x="5867400" y="2660650"/>
          <p14:tracePt t="45551" x="6121400" y="2705100"/>
          <p14:tracePt t="45567" x="6318250" y="2730500"/>
          <p14:tracePt t="45584" x="6692900" y="2743200"/>
          <p14:tracePt t="45600" x="7029450" y="2711450"/>
          <p14:tracePt t="45617" x="7143750" y="2679700"/>
          <p14:tracePt t="45634" x="7315200" y="2609850"/>
          <p14:tracePt t="45650" x="7372350" y="2571750"/>
          <p14:tracePt t="45667" x="7429500" y="2527300"/>
          <p14:tracePt t="45684" x="7442200" y="2482850"/>
          <p14:tracePt t="45700" x="7442200" y="2457450"/>
          <p14:tracePt t="45717" x="7429500" y="2393950"/>
          <p14:tracePt t="45734" x="7366000" y="2362200"/>
          <p14:tracePt t="45750" x="7308850" y="2343150"/>
          <p14:tracePt t="45767" x="7162800" y="2324100"/>
          <p14:tracePt t="45783" x="6959600" y="2349500"/>
          <p14:tracePt t="45800" x="6832600" y="2381250"/>
          <p14:tracePt t="45817" x="6584950" y="2438400"/>
          <p14:tracePt t="45833" x="6426200" y="2508250"/>
          <p14:tracePt t="45849" x="6381750" y="2533650"/>
          <p14:tracePt t="45866" x="6356350" y="2559050"/>
          <p14:tracePt t="45883" x="6400800" y="2609850"/>
          <p14:tracePt t="45899" x="6470650" y="2635250"/>
          <p14:tracePt t="45916" x="6642100" y="2717800"/>
          <p14:tracePt t="45932" x="6864350" y="2736850"/>
          <p14:tracePt t="45951" x="7054850" y="2743200"/>
          <p14:tracePt t="45966" x="7131050" y="2736850"/>
          <p14:tracePt t="45982" x="7181850" y="2724150"/>
          <p14:tracePt t="46000" x="7277100" y="2660650"/>
          <p14:tracePt t="46016" x="7277100" y="2635250"/>
          <p14:tracePt t="46032" x="7264400" y="2597150"/>
          <p14:tracePt t="46049" x="7188200" y="2457450"/>
          <p14:tracePt t="46065" x="7042150" y="2336800"/>
          <p14:tracePt t="46082" x="6946900" y="2260600"/>
          <p14:tracePt t="46099" x="6705600" y="2178050"/>
          <p14:tracePt t="46115" x="6464300" y="2146300"/>
          <p14:tracePt t="46133" x="6242050" y="2178050"/>
          <p14:tracePt t="46149" x="6153150" y="2197100"/>
          <p14:tracePt t="46165" x="6026150" y="2254250"/>
          <p14:tracePt t="46182" x="5969000" y="2311400"/>
          <p14:tracePt t="46198" x="5943600" y="2349500"/>
          <p14:tracePt t="46215" x="5975350" y="2444750"/>
          <p14:tracePt t="46232" x="6096000" y="2584450"/>
          <p14:tracePt t="46248" x="6178550" y="2660650"/>
          <p14:tracePt t="46266" x="6286500" y="2724150"/>
          <p14:tracePt t="46281" x="6508750" y="2806700"/>
          <p14:tracePt t="46298" x="6737350" y="2825750"/>
          <p14:tracePt t="46315" x="6826250" y="2825750"/>
          <p14:tracePt t="46331" x="6959600" y="2774950"/>
          <p14:tracePt t="46348" x="7029450" y="2717800"/>
          <p14:tracePt t="46364" x="7054850" y="2647950"/>
          <p14:tracePt t="46381" x="7042150" y="2578100"/>
          <p14:tracePt t="46398" x="6959600" y="2438400"/>
          <p14:tracePt t="46414" x="6794500" y="2305050"/>
          <p14:tracePt t="46432" x="6692900" y="2241550"/>
          <p14:tracePt t="46448" x="6457950" y="2190750"/>
          <p14:tracePt t="46464" x="6242050" y="2203450"/>
          <p14:tracePt t="46481" x="6146800" y="2235200"/>
          <p14:tracePt t="46497" x="6007100" y="2330450"/>
          <p14:tracePt t="46514" x="5930900" y="2444750"/>
          <p14:tracePt t="46531" x="5930900" y="2501900"/>
          <p14:tracePt t="46547" x="5994400" y="2622550"/>
          <p14:tracePt t="46564" x="6134100" y="2743200"/>
          <p14:tracePt t="46580" x="6223000" y="2787650"/>
          <p14:tracePt t="46596" x="6445250" y="2870200"/>
          <p14:tracePt t="46614" x="6553200" y="2889250"/>
          <p14:tracePt t="46631" x="6826250" y="2870200"/>
          <p14:tracePt t="46647" x="6902450" y="2851150"/>
          <p14:tracePt t="46663" x="6946900" y="2819400"/>
          <p14:tracePt t="46680" x="6991350" y="2781300"/>
          <p14:tracePt t="46696" x="7016750" y="2749550"/>
          <p14:tracePt t="46713" x="7016750" y="2717800"/>
          <p14:tracePt t="46730" x="7004050" y="2660650"/>
          <p14:tracePt t="46746" x="6953250" y="2597150"/>
          <p14:tracePt t="46765" x="6877050" y="2533650"/>
          <p14:tracePt t="46780" x="6807200" y="2508250"/>
          <p14:tracePt t="46796" x="6661150" y="2463800"/>
          <p14:tracePt t="46813" x="6508750" y="2444750"/>
          <p14:tracePt t="46829" x="6445250" y="2444750"/>
          <p14:tracePt t="46846" x="6356350" y="2463800"/>
          <p14:tracePt t="46863" x="6343650" y="2463800"/>
          <p14:tracePt t="48098" x="6337300" y="2476500"/>
          <p14:tracePt t="48105" x="6311900" y="2489200"/>
          <p14:tracePt t="48119" x="6292850" y="2508250"/>
          <p14:tracePt t="48128" x="6261100" y="2520950"/>
          <p14:tracePt t="48141" x="6216650" y="2540000"/>
          <p14:tracePt t="48158" x="6115050" y="2590800"/>
          <p14:tracePt t="48176" x="5969000" y="2660650"/>
          <p14:tracePt t="48192" x="5873750" y="2705100"/>
          <p14:tracePt t="48208" x="5626100" y="2800350"/>
          <p14:tracePt t="48225" x="5283200" y="2901950"/>
          <p14:tracePt t="48241" x="5086350" y="2946400"/>
          <p14:tracePt t="48258" x="4883150" y="2984500"/>
          <p14:tracePt t="48274" x="4305300" y="3048000"/>
          <p14:tracePt t="48291" x="4108450" y="3073400"/>
          <p14:tracePt t="48309" x="3784600" y="3086100"/>
          <p14:tracePt t="48324" x="3651250" y="3086100"/>
          <p14:tracePt t="48341" x="3371850" y="3073400"/>
          <p14:tracePt t="48358" x="3060700" y="3028950"/>
          <p14:tracePt t="48374" x="2946400" y="3016250"/>
          <p14:tracePt t="48391" x="2717800" y="2965450"/>
          <p14:tracePt t="48407" x="2546350" y="2921000"/>
          <p14:tracePt t="48424" x="2489200" y="2895600"/>
          <p14:tracePt t="48427" x="2457450" y="2870200"/>
          <p14:tracePt t="48441" x="2419350" y="2870200"/>
          <p14:tracePt t="48457" x="2368550" y="2857500"/>
          <p14:tracePt t="48898" x="2343150" y="2857500"/>
          <p14:tracePt t="48906" x="2324100" y="2863850"/>
          <p14:tracePt t="48919" x="2305050" y="2870200"/>
          <p14:tracePt t="48926" x="2286000" y="2876550"/>
          <p14:tracePt t="48941" x="2266950" y="2889250"/>
          <p14:tracePt t="48956" x="2235200" y="2901950"/>
          <p14:tracePt t="48972" x="2222500" y="2908300"/>
          <p14:tracePt t="48990" x="2209800" y="2921000"/>
          <p14:tracePt t="49005" x="2203450" y="2927350"/>
          <p14:tracePt t="49022" x="2197100" y="2927350"/>
          <p14:tracePt t="49067" x="2197100" y="2933700"/>
          <p14:tracePt t="49081" x="2203450" y="2940050"/>
          <p14:tracePt t="49089" x="2209800" y="2940050"/>
          <p14:tracePt t="49105" x="2222500" y="2940050"/>
          <p14:tracePt t="49122" x="2247900" y="2952750"/>
          <p14:tracePt t="49138" x="2298700" y="2965450"/>
          <p14:tracePt t="49155" x="2324100" y="2978150"/>
          <p14:tracePt t="49172" x="2406650" y="2984500"/>
          <p14:tracePt t="49188" x="2527300" y="2990850"/>
          <p14:tracePt t="49204" x="2590800" y="2990850"/>
          <p14:tracePt t="49222" x="2717800" y="2990850"/>
          <p14:tracePt t="49238" x="2857500" y="2990850"/>
          <p14:tracePt t="49254" x="2921000" y="2990850"/>
          <p14:tracePt t="49271" x="3041650" y="2990850"/>
          <p14:tracePt t="49288" x="3105150" y="2990850"/>
          <p14:tracePt t="49305" x="3270250" y="2990850"/>
          <p14:tracePt t="49321" x="3314700" y="2997200"/>
          <p14:tracePt t="49337" x="3352800" y="2997200"/>
          <p14:tracePt t="49354" x="3416300" y="3009900"/>
          <p14:tracePt t="49371" x="3441700" y="3016250"/>
          <p14:tracePt t="49387" x="3454400" y="3016250"/>
          <p14:tracePt t="49404" x="3460750" y="3016250"/>
          <p14:tracePt t="49459" x="3467100" y="3016250"/>
          <p14:tracePt t="49466" x="3479800" y="3016250"/>
          <p14:tracePt t="49480" x="3486150" y="3009900"/>
          <p14:tracePt t="49490" x="3498850" y="3009900"/>
          <p14:tracePt t="49503" x="3517900" y="3009900"/>
          <p14:tracePt t="49520" x="3556000" y="3003550"/>
          <p14:tracePt t="49537" x="3613150" y="3003550"/>
          <p14:tracePt t="49553" x="3644900" y="3003550"/>
          <p14:tracePt t="49570" x="3670300" y="3003550"/>
          <p14:tracePt t="49586" x="3733800" y="3003550"/>
          <p14:tracePt t="49603" x="3752850" y="3003550"/>
          <p14:tracePt t="49620" x="3771900" y="3003550"/>
          <p14:tracePt t="49636" x="3771900" y="3009900"/>
          <p14:tracePt t="49653" x="3778250" y="3009900"/>
          <p14:tracePt t="49670" x="3784600" y="3009900"/>
          <p14:tracePt t="49703" x="3790950" y="3009900"/>
          <p14:tracePt t="50079" x="3854450" y="3016250"/>
          <p14:tracePt t="50086" x="3956050" y="3035300"/>
          <p14:tracePt t="50101" x="4057650" y="3060700"/>
          <p14:tracePt t="50107" x="4171950" y="3060700"/>
          <p14:tracePt t="50122" x="4286250" y="3067050"/>
          <p14:tracePt t="50135" x="4381500" y="3092450"/>
          <p14:tracePt t="50151" x="4546600" y="3092450"/>
          <p14:tracePt t="50168" x="4597400" y="3086100"/>
          <p14:tracePt t="50185" x="4648200" y="3079750"/>
          <p14:tracePt t="50201" x="4667250" y="3079750"/>
          <p14:tracePt t="50218" x="4673600" y="3073400"/>
          <p14:tracePt t="50451" x="4679950" y="3073400"/>
          <p14:tracePt t="50458" x="4692650" y="3073400"/>
          <p14:tracePt t="50472" x="4705350" y="3073400"/>
          <p14:tracePt t="50483" x="4724400" y="3067050"/>
          <p14:tracePt t="50501" x="4794250" y="3067050"/>
          <p14:tracePt t="50517" x="4845050" y="3060700"/>
          <p14:tracePt t="50533" x="4991100" y="3048000"/>
          <p14:tracePt t="50550" x="5181600" y="3028950"/>
          <p14:tracePt t="50566" x="5283200" y="3009900"/>
          <p14:tracePt t="50584" x="5473700" y="2997200"/>
          <p14:tracePt t="50599" x="5626100" y="2997200"/>
          <p14:tracePt t="50616" x="5695950" y="3003550"/>
          <p14:tracePt t="50634" x="5759450" y="3003550"/>
          <p14:tracePt t="50650" x="5784850" y="3003550"/>
          <p14:tracePt t="50666" x="5791200" y="3003550"/>
          <p14:tracePt t="50699" x="5797550" y="3003550"/>
          <p14:tracePt t="50716" x="5797550" y="2997200"/>
          <p14:tracePt t="50733" x="5797550" y="2978150"/>
          <p14:tracePt t="50750" x="5791200" y="2971800"/>
          <p14:tracePt t="50767" x="5778500" y="2946400"/>
          <p14:tracePt t="50783" x="5772150" y="2940050"/>
          <p14:tracePt t="51132" x="5791200" y="2946400"/>
          <p14:tracePt t="51139" x="5829300" y="2971800"/>
          <p14:tracePt t="51153" x="5867400" y="2984500"/>
          <p14:tracePt t="51164" x="5899150" y="3003550"/>
          <p14:tracePt t="51182" x="5975350" y="3035300"/>
          <p14:tracePt t="51198" x="6007100" y="3041650"/>
          <p14:tracePt t="51214" x="6070600" y="3041650"/>
          <p14:tracePt t="51231" x="6134100" y="3041650"/>
          <p14:tracePt t="51247" x="6172200" y="3041650"/>
          <p14:tracePt t="51264" x="6229350" y="3041650"/>
          <p14:tracePt t="51281" x="6261100" y="3041650"/>
          <p14:tracePt t="51298" x="6273800" y="3041650"/>
          <p14:tracePt t="51315" x="6280150" y="3035300"/>
          <p14:tracePt t="51330" x="6286500" y="3035300"/>
          <p14:tracePt t="51413" x="6292850" y="3035300"/>
          <p14:tracePt t="51441" x="6299200" y="3035300"/>
          <p14:tracePt t="51455" x="6305550" y="3041650"/>
          <p14:tracePt t="51461" x="6311900" y="3041650"/>
          <p14:tracePt t="51469" x="6318250" y="3041650"/>
          <p14:tracePt t="51483" x="6324600" y="3041650"/>
          <p14:tracePt t="51497" x="6337300" y="3041650"/>
          <p14:tracePt t="51513" x="6388100" y="3048000"/>
          <p14:tracePt t="51531" x="6426200" y="3054350"/>
          <p14:tracePt t="51547" x="6521450" y="3073400"/>
          <p14:tracePt t="51563" x="6629400" y="3079750"/>
          <p14:tracePt t="51580" x="6680200" y="3092450"/>
          <p14:tracePt t="51596" x="6781800" y="3092450"/>
          <p14:tracePt t="51613" x="6877050" y="3092450"/>
          <p14:tracePt t="51630" x="6978650" y="3086100"/>
          <p14:tracePt t="51647" x="7029450" y="3086100"/>
          <p14:tracePt t="51663" x="7086600" y="3079750"/>
          <p14:tracePt t="51680" x="7264400" y="3067050"/>
          <p14:tracePt t="51697" x="7334250" y="3067050"/>
          <p14:tracePt t="51713" x="7397750" y="3073400"/>
          <p14:tracePt t="51729" x="7512050" y="3073400"/>
          <p14:tracePt t="51746" x="7600950" y="3073400"/>
          <p14:tracePt t="51764" x="7670800" y="3073400"/>
          <p14:tracePt t="51779" x="7689850" y="3073400"/>
          <p14:tracePt t="51796" x="7708900" y="3067050"/>
          <p14:tracePt t="51813" x="7721600" y="3067050"/>
          <p14:tracePt t="51829" x="7734300" y="3067050"/>
          <p14:tracePt t="51846" x="7740650" y="3060700"/>
          <p14:tracePt t="51863" x="7759700" y="3054350"/>
          <p14:tracePt t="51879" x="7766050" y="3054350"/>
          <p14:tracePt t="51895" x="7778750" y="3048000"/>
          <p14:tracePt t="51912" x="7785100" y="3041650"/>
          <p14:tracePt t="51929" x="7797800" y="3041650"/>
          <p14:tracePt t="51947" x="7810500" y="3041650"/>
          <p14:tracePt t="51962" x="7816850" y="3035300"/>
          <p14:tracePt t="51995" x="7829550" y="3035300"/>
          <p14:tracePt t="52030" x="7829550" y="3028950"/>
          <p14:tracePt t="52485" x="7823200" y="3028950"/>
          <p14:tracePt t="52491" x="7804150" y="3028950"/>
          <p14:tracePt t="52506" x="7772400" y="3028950"/>
          <p14:tracePt t="52513" x="7740650" y="3028950"/>
          <p14:tracePt t="52529" x="7702550" y="3035300"/>
          <p14:tracePt t="52543" x="7613650" y="3048000"/>
          <p14:tracePt t="52560" x="7550150" y="3048000"/>
          <p14:tracePt t="52577" x="7404100" y="3048000"/>
          <p14:tracePt t="52593" x="7327900" y="3048000"/>
          <p14:tracePt t="52609" x="7150100" y="3035300"/>
          <p14:tracePt t="52626" x="6972300" y="3022600"/>
          <p14:tracePt t="52643" x="6896100" y="3022600"/>
          <p14:tracePt t="52660" x="6743700" y="3022600"/>
          <p14:tracePt t="52676" x="6623050" y="3035300"/>
          <p14:tracePt t="52692" x="6584950" y="3035300"/>
          <p14:tracePt t="52710" x="6527800" y="3041650"/>
          <p14:tracePt t="52726" x="6502400" y="3048000"/>
          <p14:tracePt t="52742" x="6496050" y="3048000"/>
          <p14:tracePt t="52759" x="6483350" y="3048000"/>
          <p14:tracePt t="52775" x="6470650" y="3048000"/>
          <p14:tracePt t="52809" x="6457950" y="3048000"/>
          <p14:tracePt t="52825" x="6438900" y="3048000"/>
          <p14:tracePt t="52843" x="6426200" y="3054350"/>
          <p14:tracePt t="52859" x="6419850" y="3054350"/>
          <p14:tracePt t="52875" x="6407150" y="3060700"/>
          <p14:tracePt t="52892" x="6400800" y="3060700"/>
          <p14:tracePt t="53298" x="6330950" y="3048000"/>
          <p14:tracePt t="53305" x="6216650" y="3028950"/>
          <p14:tracePt t="53312" x="6083300" y="2997200"/>
          <p14:tracePt t="53327" x="5956300" y="2978150"/>
          <p14:tracePt t="53341" x="5829300" y="2952750"/>
          <p14:tracePt t="53357" x="5588000" y="2914650"/>
          <p14:tracePt t="53374" x="5461000" y="2889250"/>
          <p14:tracePt t="53391" x="5219700" y="2882900"/>
          <p14:tracePt t="53407" x="5029200" y="2895600"/>
          <p14:tracePt t="53425" x="4870450" y="2921000"/>
          <p14:tracePt t="53440" x="4813300" y="2940050"/>
          <p14:tracePt t="53456" x="4730750" y="2978150"/>
          <p14:tracePt t="53474" x="4686300" y="2990850"/>
          <p14:tracePt t="53490" x="4673600" y="2997200"/>
          <p14:tracePt t="53507" x="4667250" y="2997200"/>
          <p14:tracePt t="53524" x="4660900" y="2997200"/>
          <p14:tracePt t="53544" x="4654550" y="2984500"/>
          <p14:tracePt t="54749" x="4654550" y="3003550"/>
          <p14:tracePt t="54770" x="4654550" y="3016250"/>
          <p14:tracePt t="54777" x="4660900" y="3022600"/>
          <p14:tracePt t="54791" x="4660900" y="3028950"/>
          <p14:tracePt t="54802" x="4673600" y="3041650"/>
          <p14:tracePt t="54819" x="4692650" y="3054350"/>
          <p14:tracePt t="54835" x="4711700" y="3060700"/>
          <p14:tracePt t="54852" x="4749800" y="3067050"/>
          <p14:tracePt t="54869" x="4806950" y="3067050"/>
          <p14:tracePt t="54885" x="4832350" y="3073400"/>
          <p14:tracePt t="54901" x="4914900" y="3079750"/>
          <p14:tracePt t="54918" x="5016500" y="3079750"/>
          <p14:tracePt t="54935" x="5060950" y="3079750"/>
          <p14:tracePt t="54952" x="5162550" y="3092450"/>
          <p14:tracePt t="54968" x="5283200" y="3098800"/>
          <p14:tracePt t="54984" x="5321300" y="3098800"/>
          <p14:tracePt t="55002" x="5391150" y="3105150"/>
          <p14:tracePt t="55018" x="5429250" y="3105150"/>
          <p14:tracePt t="55034" x="5448300" y="3105150"/>
          <p14:tracePt t="55051" x="5480050" y="3105150"/>
          <p14:tracePt t="55067" x="5505450" y="3105150"/>
          <p14:tracePt t="55084" x="5524500" y="3105150"/>
          <p14:tracePt t="55101" x="5543550" y="3105150"/>
          <p14:tracePt t="55120" x="5549900" y="3105150"/>
          <p14:tracePt t="55135" x="5556250" y="3105150"/>
          <p14:tracePt t="55198" x="5562600" y="3105150"/>
          <p14:tracePt t="55247" x="5568950" y="3098800"/>
          <p14:tracePt t="55261" x="5575300" y="3098800"/>
          <p14:tracePt t="55289" x="5588000" y="3098800"/>
          <p14:tracePt t="55310" x="5600700" y="3098800"/>
          <p14:tracePt t="55318" x="5613400" y="3098800"/>
          <p14:tracePt t="55331" x="5626100" y="3092450"/>
          <p14:tracePt t="55338" x="5638800" y="3092450"/>
          <p14:tracePt t="55353" x="5657850" y="3079750"/>
          <p14:tracePt t="55367" x="5702300" y="3073400"/>
          <p14:tracePt t="55383" x="5715000" y="3067050"/>
          <p14:tracePt t="55400" x="5734050" y="3060700"/>
          <p14:tracePt t="55416" x="5772150" y="3041650"/>
          <p14:tracePt t="55433" x="5797550" y="3028950"/>
          <p14:tracePt t="55450" x="5816600" y="3022600"/>
          <p14:tracePt t="55482" x="5822950" y="3016250"/>
          <p14:tracePt t="55640" x="5810250" y="3009900"/>
          <p14:tracePt t="55647" x="5803900" y="3009900"/>
          <p14:tracePt t="55661" x="5797550" y="3003550"/>
          <p14:tracePt t="55669" x="5784850" y="3003550"/>
          <p14:tracePt t="55684" x="5765800" y="2997200"/>
          <p14:tracePt t="55699" x="5746750" y="2997200"/>
          <p14:tracePt t="55716" x="5689600" y="2990850"/>
          <p14:tracePt t="55732" x="5626100" y="2978150"/>
          <p14:tracePt t="55749" x="5600700" y="2978150"/>
          <p14:tracePt t="55766" x="5543550" y="2971800"/>
          <p14:tracePt t="55782" x="5492750" y="2971800"/>
          <p14:tracePt t="55799" x="5467350" y="2971800"/>
          <p14:tracePt t="55815" x="5429250" y="2978150"/>
          <p14:tracePt t="55832" x="5397500" y="2990850"/>
          <p14:tracePt t="55848" x="5391150" y="2997200"/>
          <p14:tracePt t="55865" x="5372100" y="3028950"/>
          <p14:tracePt t="56413" x="5378450" y="3028950"/>
          <p14:tracePt t="56490" x="5365750" y="3028950"/>
          <p14:tracePt t="56504" x="5346700" y="3035300"/>
          <p14:tracePt t="56512" x="5314950" y="3041650"/>
          <p14:tracePt t="56518" x="5276850" y="3041650"/>
          <p14:tracePt t="56533" x="5238750" y="3048000"/>
          <p14:tracePt t="56546" x="5181600" y="3060700"/>
          <p14:tracePt t="56562" x="5041900" y="3067050"/>
          <p14:tracePt t="56579" x="4965700" y="3079750"/>
          <p14:tracePt t="56596" x="4781550" y="3086100"/>
          <p14:tracePt t="56612" x="4603750" y="3060700"/>
          <p14:tracePt t="56631" x="4394200" y="3035300"/>
          <p14:tracePt t="56646" x="4292600" y="3022600"/>
          <p14:tracePt t="56662" x="4114800" y="2971800"/>
          <p14:tracePt t="56679" x="3930650" y="2940050"/>
          <p14:tracePt t="56695" x="3854450" y="2921000"/>
          <p14:tracePt t="56712" x="3759200" y="2908300"/>
          <p14:tracePt t="56729" x="3556000" y="2901950"/>
          <p14:tracePt t="56745" x="3505200" y="2901950"/>
          <p14:tracePt t="56762" x="3467100" y="2901950"/>
          <p14:tracePt t="56779" x="3422650" y="2908300"/>
          <p14:tracePt t="56795" x="3403600" y="2914650"/>
          <p14:tracePt t="56812" x="3403600" y="2921000"/>
          <p14:tracePt t="56828" x="3422650" y="2940050"/>
          <p14:tracePt t="56845" x="3429000" y="2946400"/>
          <p14:tracePt t="57253" x="3467100" y="2959100"/>
          <p14:tracePt t="57261" x="3536950" y="2990850"/>
          <p14:tracePt t="57274" x="3606800" y="3009900"/>
          <p14:tracePt t="57280" x="3683000" y="3035300"/>
          <p14:tracePt t="57296" x="3790950" y="3067050"/>
          <p14:tracePt t="57310" x="3892550" y="3098800"/>
          <p14:tracePt t="57327" x="4152900" y="3155950"/>
          <p14:tracePt t="57344" x="4406900" y="3175000"/>
          <p14:tracePt t="57360" x="4533900" y="3187700"/>
          <p14:tracePt t="57376" x="4775200" y="3187700"/>
          <p14:tracePt t="57393" x="4953000" y="3181350"/>
          <p14:tracePt t="57409" x="4991100" y="3175000"/>
          <p14:tracePt t="57426" x="5054600" y="3175000"/>
          <p14:tracePt t="57443" x="5080000" y="3168650"/>
          <p14:tracePt t="57476" x="5080000" y="3162300"/>
          <p14:tracePt t="57512" x="5086350" y="3162300"/>
          <p14:tracePt t="57527" x="5086350" y="3155950"/>
          <p14:tracePt t="57533" x="5099050" y="3149600"/>
          <p14:tracePt t="57542" x="5111750" y="3143250"/>
          <p14:tracePt t="57559" x="5124450" y="3136900"/>
          <p14:tracePt t="57576" x="5156200" y="3136900"/>
          <p14:tracePt t="57592" x="5181600" y="3130550"/>
          <p14:tracePt t="57609" x="5213350" y="3124200"/>
          <p14:tracePt t="57625" x="5251450" y="3124200"/>
          <p14:tracePt t="57642" x="5276850" y="3117850"/>
          <p14:tracePt t="57659" x="5314950" y="3105150"/>
          <p14:tracePt t="57675" x="5378450" y="3079750"/>
          <p14:tracePt t="57691" x="5416550" y="3060700"/>
          <p14:tracePt t="57709" x="5518150" y="3035300"/>
          <p14:tracePt t="57725" x="5613400" y="3016250"/>
          <p14:tracePt t="57742" x="5651500" y="3009900"/>
          <p14:tracePt t="57759" x="5746750" y="3003550"/>
          <p14:tracePt t="57776" x="5803900" y="2997200"/>
          <p14:tracePt t="57792" x="5822950" y="2997200"/>
          <p14:tracePt t="57808" x="5848350" y="2990850"/>
          <p14:tracePt t="57825" x="5861050" y="2984500"/>
          <p14:tracePt t="57842" x="5867400" y="2984500"/>
          <p14:tracePt t="57884" x="5867400" y="2978150"/>
          <p14:tracePt t="57893" x="5867400" y="2971800"/>
          <p14:tracePt t="57907" x="5867400" y="2959100"/>
          <p14:tracePt t="57924" x="5867400" y="2952750"/>
          <p14:tracePt t="57941" x="5861050" y="2921000"/>
          <p14:tracePt t="57958" x="5854700" y="2908300"/>
          <p14:tracePt t="57974" x="5854700" y="2882900"/>
          <p14:tracePt t="58445" x="5886450" y="2914650"/>
          <p14:tracePt t="58452" x="5943600" y="2959100"/>
          <p14:tracePt t="58466" x="6000750" y="3009900"/>
          <p14:tracePt t="58475" x="6083300" y="3060700"/>
          <p14:tracePt t="58489" x="6172200" y="3098800"/>
          <p14:tracePt t="58506" x="6280150" y="3143250"/>
          <p14:tracePt t="58523" x="6616700" y="3238500"/>
          <p14:tracePt t="58539" x="6718300" y="3257550"/>
          <p14:tracePt t="58542" x="6832600" y="3270250"/>
          <p14:tracePt t="58572" x="7048500" y="3270250"/>
          <p14:tracePt t="58589" x="7232650" y="3244850"/>
          <p14:tracePt t="58606" x="7346950" y="3225800"/>
          <p14:tracePt t="58622" x="7404100" y="3206750"/>
          <p14:tracePt t="58639" x="7467600" y="3187700"/>
          <p14:tracePt t="58656" x="7480300" y="3181350"/>
          <p14:tracePt t="58672" x="7505700" y="3175000"/>
          <p14:tracePt t="58689" x="7524750" y="3155950"/>
          <p14:tracePt t="58706" x="7556500" y="3130550"/>
          <p14:tracePt t="58722" x="7569200" y="3124200"/>
          <p14:tracePt t="58738" x="7594600" y="3111500"/>
          <p14:tracePt t="58754" x="7607300" y="3105150"/>
          <p14:tracePt t="58771" x="7613650" y="3105150"/>
          <p14:tracePt t="58823" x="7613650" y="3098800"/>
          <p14:tracePt t="58845" x="7607300" y="3086100"/>
          <p14:tracePt t="58859" x="7594600" y="3079750"/>
          <p14:tracePt t="58866" x="7575550" y="3067050"/>
          <p14:tracePt t="58874" x="7543800" y="3060700"/>
          <p14:tracePt t="58888" x="7505700" y="3048000"/>
          <p14:tracePt t="58904" x="7429500" y="3041650"/>
          <p14:tracePt t="58922" x="7232650" y="3022600"/>
          <p14:tracePt t="58937" x="7010400" y="3022600"/>
          <p14:tracePt t="58954" x="6896100" y="3022600"/>
          <p14:tracePt t="58971" x="6673850" y="3054350"/>
          <p14:tracePt t="58987" x="6496050" y="3092450"/>
          <p14:tracePt t="59004" x="6438900" y="3111500"/>
          <p14:tracePt t="59021" x="6394450" y="3124200"/>
          <p14:tracePt t="59037" x="6381750" y="3136900"/>
          <p14:tracePt t="59056" x="6388100" y="3143250"/>
          <p14:tracePt t="59071" x="6407150" y="3149600"/>
          <p14:tracePt t="59087" x="6470650" y="3175000"/>
          <p14:tracePt t="59104" x="6578600" y="3200400"/>
          <p14:tracePt t="59120" x="6642100" y="3200400"/>
          <p14:tracePt t="59137" x="6705600" y="3200400"/>
          <p14:tracePt t="59154" x="6978650" y="3155950"/>
          <p14:tracePt t="59170" x="7080250" y="3124200"/>
          <p14:tracePt t="59187" x="7188200" y="3092450"/>
          <p14:tracePt t="59203" x="7334250" y="3016250"/>
          <p14:tracePt t="59220" x="7397750" y="2946400"/>
          <p14:tracePt t="59237" x="7410450" y="2908300"/>
          <p14:tracePt t="59253" x="7404100" y="2882900"/>
          <p14:tracePt t="59270" x="7353300" y="2825750"/>
          <p14:tracePt t="59287" x="7289800" y="2787650"/>
          <p14:tracePt t="59304" x="7245350" y="2768600"/>
          <p14:tracePt t="59320" x="7150100" y="2762250"/>
          <p14:tracePt t="59337" x="7048500" y="2774950"/>
          <p14:tracePt t="59353" x="6978650" y="2800350"/>
          <p14:tracePt t="59369" x="6864350" y="2876550"/>
          <p14:tracePt t="59386" x="6794500" y="2946400"/>
          <p14:tracePt t="59403" x="6769100" y="2971800"/>
          <p14:tracePt t="59420" x="6762750" y="2997200"/>
          <p14:tracePt t="59436" x="6781800" y="3060700"/>
          <p14:tracePt t="59452" x="6794500" y="3086100"/>
          <p14:tracePt t="59470" x="6845300" y="3124200"/>
          <p14:tracePt t="59486" x="6889750" y="3136900"/>
          <p14:tracePt t="59502" x="6978650" y="3175000"/>
          <p14:tracePt t="59520" x="7092950" y="3181350"/>
          <p14:tracePt t="59535" x="7156450" y="3181350"/>
          <p14:tracePt t="59553" x="7302500" y="3149600"/>
          <p14:tracePt t="59569" x="7416800" y="3086100"/>
          <p14:tracePt t="59585" x="7454900" y="3048000"/>
          <p14:tracePt t="59602" x="7499350" y="3003550"/>
          <p14:tracePt t="59619" x="7518400" y="2984500"/>
          <p14:tracePt t="59635" x="7524750" y="2978150"/>
          <p14:tracePt t="59652" x="7524750" y="2971800"/>
          <p14:tracePt t="59685" x="7531100" y="2971800"/>
          <p14:tracePt t="59757" x="7518400" y="2971800"/>
          <p14:tracePt t="59770" x="7512050" y="2971800"/>
          <p14:tracePt t="59778" x="7499350" y="2971800"/>
          <p14:tracePt t="59788" x="7486650" y="2971800"/>
          <p14:tracePt t="59801" x="7473950" y="2971800"/>
          <p14:tracePt t="59818" x="7454900" y="2971800"/>
          <p14:tracePt t="59835" x="7397750" y="2978150"/>
          <p14:tracePt t="59851" x="7315200" y="2990850"/>
          <p14:tracePt t="59868" x="7264400" y="2990850"/>
          <p14:tracePt t="59884" x="7188200" y="2990850"/>
          <p14:tracePt t="59901" x="7118350" y="2997200"/>
          <p14:tracePt t="59919" x="7073900" y="3003550"/>
          <p14:tracePt t="59934" x="7067550" y="3003550"/>
          <p14:tracePt t="59951" x="7054850" y="3009900"/>
          <p14:tracePt t="59968" x="7048500" y="3009900"/>
          <p14:tracePt t="60008" x="7042150" y="3009900"/>
          <p14:tracePt t="60079" x="7048500" y="3016250"/>
          <p14:tracePt t="60100" x="7061200" y="3016250"/>
          <p14:tracePt t="60107" x="7067550" y="3022600"/>
          <p14:tracePt t="60121" x="7073900" y="3022600"/>
          <p14:tracePt t="60133" x="7080250" y="3022600"/>
          <p14:tracePt t="60150" x="7112000" y="3022600"/>
          <p14:tracePt t="60166" x="7131050" y="3022600"/>
          <p14:tracePt t="60183" x="7181850" y="3022600"/>
          <p14:tracePt t="60200" x="7213600" y="3016250"/>
          <p14:tracePt t="60217" x="7226300" y="3003550"/>
          <p14:tracePt t="60234" x="7232650" y="2990850"/>
          <p14:tracePt t="60250" x="7219950" y="2965450"/>
          <p14:tracePt t="60266" x="7200900" y="2959100"/>
          <p14:tracePt t="60283" x="7124700" y="2921000"/>
          <p14:tracePt t="60300" x="7004050" y="2908300"/>
          <p14:tracePt t="60317" x="6927850" y="2895600"/>
          <p14:tracePt t="60333" x="6788150" y="2908300"/>
          <p14:tracePt t="60350" x="6629400" y="2946400"/>
          <p14:tracePt t="60367" x="6502400" y="3003550"/>
          <p14:tracePt t="60383" x="6470650" y="3028950"/>
          <p14:tracePt t="60399" x="6438900" y="3048000"/>
          <p14:tracePt t="60416" x="6413500" y="3079750"/>
          <p14:tracePt t="60433" x="6413500" y="3092450"/>
          <p14:tracePt t="60449" x="6426200" y="3098800"/>
          <p14:tracePt t="60466" x="6470650" y="3124200"/>
          <p14:tracePt t="60482" x="6553200" y="3155950"/>
          <p14:tracePt t="60499" x="6597650" y="3175000"/>
          <p14:tracePt t="60515" x="6711950" y="3194050"/>
          <p14:tracePt t="60532" x="6845300" y="3200400"/>
          <p14:tracePt t="60550" x="6972300" y="3200400"/>
          <p14:tracePt t="60565" x="7016750" y="3181350"/>
          <p14:tracePt t="60582" x="7092950" y="3149600"/>
          <p14:tracePt t="60599" x="7118350" y="3130550"/>
          <p14:tracePt t="60615" x="7124700" y="3124200"/>
          <p14:tracePt t="60632" x="7131050" y="3117850"/>
          <p14:tracePt t="60664" x="7137400" y="3105150"/>
          <p14:tracePt t="60682" x="7131050" y="3092450"/>
          <p14:tracePt t="60698" x="7099300" y="3054350"/>
          <p14:tracePt t="60715" x="7080250" y="3035300"/>
          <p14:tracePt t="60732" x="7004050" y="2990850"/>
          <p14:tracePt t="60748" x="6959600" y="2971800"/>
          <p14:tracePt t="60764" x="6826250" y="2914650"/>
          <p14:tracePt t="60781" x="6667500" y="2857500"/>
          <p14:tracePt t="60798" x="6584950" y="2813050"/>
          <p14:tracePt t="60815" x="6445250" y="2736850"/>
          <p14:tracePt t="60831" x="6330950" y="2635250"/>
          <p14:tracePt t="60848" x="6267450" y="2578100"/>
          <p14:tracePt t="60865" x="6184900" y="2463800"/>
          <p14:tracePt t="60881" x="6096000" y="2368550"/>
          <p14:tracePt t="60897" x="6076950" y="2355850"/>
          <p14:tracePt t="60914" x="6013450" y="2317750"/>
          <p14:tracePt t="60931" x="5956300" y="2298700"/>
          <p14:tracePt t="60947" x="5937250" y="2298700"/>
          <p14:tracePt t="60964" x="5899150" y="2286000"/>
          <p14:tracePt t="60980" x="5873750" y="2273300"/>
          <p14:tracePt t="60998" x="5848350" y="2266950"/>
          <p14:tracePt t="61014" x="5829300" y="2260600"/>
          <p14:tracePt t="61030" x="5816600" y="2254250"/>
          <p14:tracePt t="61048" x="5803900" y="2254250"/>
          <p14:tracePt t="61103" x="5803900" y="2260600"/>
          <p14:tracePt t="61110" x="5816600" y="2266950"/>
          <p14:tracePt t="61117" x="5829300" y="2279650"/>
          <p14:tracePt t="61133" x="5848350" y="2292350"/>
          <p14:tracePt t="61146" x="5892800" y="2324100"/>
          <p14:tracePt t="61163" x="5905500" y="2336800"/>
          <p14:tracePt t="61180" x="5943600" y="2343150"/>
          <p14:tracePt t="61484" x="5981700" y="2381250"/>
          <p14:tracePt t="61491" x="6013450" y="2413000"/>
          <p14:tracePt t="61498" x="6070600" y="2451100"/>
          <p14:tracePt t="61515" x="6127750" y="2489200"/>
          <p14:tracePt t="61529" x="6210300" y="2540000"/>
          <p14:tracePt t="61547" x="6375400" y="2635250"/>
          <p14:tracePt t="61562" x="6572250" y="2717800"/>
          <p14:tracePt t="61578" x="6661150" y="2755900"/>
          <p14:tracePt t="61581" x="6731000" y="2800350"/>
          <p14:tracePt t="61597" x="6788150" y="2838450"/>
          <p14:tracePt t="61612" x="6870700" y="2889250"/>
          <p14:tracePt t="61629" x="6883400" y="2901950"/>
          <p14:tracePt t="61645" x="6889750" y="2914650"/>
          <p14:tracePt t="61661" x="6896100" y="2914650"/>
          <p14:tracePt t="61681" x="6902450" y="2914650"/>
          <p14:tracePt t="61701" x="6908800" y="2914650"/>
          <p14:tracePt t="61744" x="6915150" y="2914650"/>
          <p14:tracePt t="61772" x="6908800" y="2914650"/>
          <p14:tracePt t="61779" x="6902450" y="2908300"/>
          <p14:tracePt t="61793" x="6883400" y="2908300"/>
          <p14:tracePt t="61800" x="6877050" y="2908300"/>
          <p14:tracePt t="61814" x="6858000" y="2901950"/>
          <p14:tracePt t="61828" x="6838950" y="2901950"/>
          <p14:tracePt t="61844" x="6800850" y="2889250"/>
          <p14:tracePt t="61861" x="6775450" y="2889250"/>
          <p14:tracePt t="61877" x="6756400" y="2882900"/>
          <p14:tracePt t="61894" x="6737350" y="2876550"/>
          <p14:tracePt t="61912" x="6731000" y="2876550"/>
          <p14:tracePt t="62831" x="6731000" y="2882900"/>
          <p14:tracePt t="63041" x="6724650" y="2882900"/>
          <p14:tracePt t="63062" x="6718300" y="2889250"/>
          <p14:tracePt t="63077" x="6718300" y="2895600"/>
          <p14:tracePt t="63083" x="6718300" y="2901950"/>
          <p14:tracePt t="63104" x="6705600" y="2908300"/>
          <p14:tracePt t="63111" x="6705600" y="2914650"/>
          <p14:tracePt t="63126" x="6705600" y="2921000"/>
          <p14:tracePt t="63146" x="6699250" y="2927350"/>
          <p14:tracePt t="63167" x="6692900" y="2933700"/>
          <p14:tracePt t="63176" x="6692900" y="2940050"/>
          <p14:tracePt t="63203" x="6692900" y="2946400"/>
          <p14:tracePt t="63224" x="6692900" y="2952750"/>
          <p14:tracePt t="63245" x="6692900" y="2959100"/>
          <p14:tracePt t="63273" x="6686550" y="2959100"/>
          <p14:tracePt t="63294" x="6680200" y="2959100"/>
          <p14:tracePt t="63315" x="6680200" y="2965450"/>
          <p14:tracePt t="63322" x="6680200" y="2971800"/>
          <p14:tracePt t="63343" x="6686550" y="2971800"/>
          <p14:tracePt t="63364" x="6692900" y="2971800"/>
          <p14:tracePt t="63378" x="6699250" y="2971800"/>
          <p14:tracePt t="63413" x="6711950" y="2971800"/>
          <p14:tracePt t="63448" x="6718300" y="2971800"/>
          <p14:tracePt t="63456" x="6724650" y="2971800"/>
          <p14:tracePt t="63462" x="6731000" y="2971800"/>
          <p14:tracePt t="63496" x="6737350" y="2971800"/>
          <p14:tracePt t="63503" x="6743700" y="2971800"/>
          <p14:tracePt t="63524" x="6750050" y="2971800"/>
          <p14:tracePt t="63546" x="6756400" y="2971800"/>
          <p14:tracePt t="63574" x="6769100" y="2971800"/>
          <p14:tracePt t="63623" x="6775450" y="2971800"/>
          <p14:tracePt t="63644" x="6781800" y="2971800"/>
          <p14:tracePt t="63666" x="6788150" y="2965450"/>
          <p14:tracePt t="63708" x="6794500" y="2965450"/>
          <p14:tracePt t="63743" x="6800850" y="2965450"/>
          <p14:tracePt t="63764" x="6807200" y="2965450"/>
          <p14:tracePt t="63813" x="6813550" y="2965450"/>
          <p14:tracePt t="63848" x="6819900" y="2965450"/>
          <p14:tracePt t="63883" x="6826250" y="2965450"/>
          <p14:tracePt t="63946" x="6832600" y="2965450"/>
          <p14:tracePt t="64165" x="6813550" y="2959100"/>
          <p14:tracePt t="64173" x="6781800" y="2952750"/>
          <p14:tracePt t="64186" x="6750050" y="2940050"/>
          <p14:tracePt t="64203" x="6654800" y="2901950"/>
          <p14:tracePt t="64219" x="6610350" y="2889250"/>
          <p14:tracePt t="64236" x="6508750" y="2832100"/>
          <p14:tracePt t="64252" x="6413500" y="2787650"/>
          <p14:tracePt t="64269" x="6375400" y="2762250"/>
          <p14:tracePt t="64286" x="6324600" y="2730500"/>
          <p14:tracePt t="64302" x="6318250" y="2717800"/>
          <p14:tracePt t="67540" x="6356350" y="2743200"/>
          <p14:tracePt t="67547" x="6400800" y="2781300"/>
          <p14:tracePt t="67561" x="6457950" y="2813050"/>
          <p14:tracePt t="67575" x="6508750" y="2838450"/>
          <p14:tracePt t="67591" x="6654800" y="2876550"/>
          <p14:tracePt t="67607" x="6724650" y="2889250"/>
          <p14:tracePt t="67624" x="6851650" y="2889250"/>
          <p14:tracePt t="67641" x="6915150" y="2870200"/>
          <p14:tracePt t="67657" x="6927850" y="2863850"/>
          <p14:tracePt t="67661" x="6940550" y="2857500"/>
          <p14:tracePt t="67674" x="6946900" y="2851150"/>
          <p14:tracePt t="67691" x="6959600" y="2844800"/>
          <p14:tracePt t="67724" x="6965950" y="2844800"/>
          <p14:tracePt t="67758" x="6959600" y="2838450"/>
          <p14:tracePt t="67772" x="6934200" y="2832100"/>
          <p14:tracePt t="67778" x="6915150" y="2832100"/>
          <p14:tracePt t="67793" x="6864350" y="2825750"/>
          <p14:tracePt t="67807" x="6762750" y="2813050"/>
          <p14:tracePt t="67823" x="6686550" y="2806700"/>
          <p14:tracePt t="67840" x="6604000" y="2794000"/>
          <p14:tracePt t="67856" x="6426200" y="2774950"/>
          <p14:tracePt t="67873" x="6261100" y="2755900"/>
          <p14:tracePt t="67890" x="6089650" y="2743200"/>
          <p14:tracePt t="67906" x="6026150" y="2743200"/>
          <p14:tracePt t="67923" x="5930900" y="2762250"/>
          <p14:tracePt t="67940" x="5886450" y="2794000"/>
          <p14:tracePt t="67956" x="5880100" y="2813050"/>
          <p14:tracePt t="67973" x="5873750" y="2844800"/>
          <p14:tracePt t="67990" x="5873750" y="2870200"/>
          <p14:tracePt t="68006" x="5880100" y="2882900"/>
          <p14:tracePt t="68023" x="5924550" y="2901950"/>
          <p14:tracePt t="68039" x="5962650" y="2901950"/>
          <p14:tracePt t="68056" x="5994400" y="2901950"/>
          <p14:tracePt t="68073" x="6076950" y="2882900"/>
          <p14:tracePt t="68089" x="6146800" y="2851150"/>
          <p14:tracePt t="68106" x="6178550" y="2844800"/>
          <p14:tracePt t="68123" x="6203950" y="2832100"/>
          <p14:tracePt t="68139" x="6210300" y="2825750"/>
          <p14:tracePt t="68173" x="6203950" y="2825750"/>
          <p14:tracePt t="68189" x="6191250" y="2825750"/>
          <p14:tracePt t="68206" x="6140450" y="2832100"/>
          <p14:tracePt t="68222" x="6064250" y="2844800"/>
          <p14:tracePt t="68239" x="6007100" y="2857500"/>
          <p14:tracePt t="68256" x="5880100" y="2857500"/>
          <p14:tracePt t="68272" x="5753100" y="2857500"/>
          <p14:tracePt t="68289" x="5689600" y="2851150"/>
          <p14:tracePt t="68305" x="5588000" y="2825750"/>
          <p14:tracePt t="68321" x="5537200" y="2794000"/>
          <p14:tracePt t="68355" x="5537200" y="2774950"/>
          <p14:tracePt t="68822" x="5524500" y="2794000"/>
          <p14:tracePt t="68830" x="5505450" y="2825750"/>
          <p14:tracePt t="68844" x="5480050" y="2857500"/>
          <p14:tracePt t="68853" x="5454650" y="2889250"/>
          <p14:tracePt t="68870" x="5429250" y="2921000"/>
          <p14:tracePt t="68887" x="5384800" y="2965450"/>
          <p14:tracePt t="68903" x="5353050" y="2997200"/>
          <p14:tracePt t="68920" x="5327650" y="3009900"/>
          <p14:tracePt t="68937" x="5308600" y="3028950"/>
          <p14:tracePt t="68953" x="5295900" y="3041650"/>
          <p14:tracePt t="68970" x="5289550" y="3048000"/>
          <p14:tracePt t="69003" x="5283200" y="3054350"/>
          <p14:tracePt t="69035" x="5276850" y="3054350"/>
          <p14:tracePt t="69069" x="5270500" y="3054350"/>
          <p14:tracePt t="69152" x="5276850" y="3054350"/>
          <p14:tracePt t="69159" x="5283200" y="3048000"/>
          <p14:tracePt t="69173" x="5283200" y="3041650"/>
          <p14:tracePt t="69185" x="5295900" y="3028950"/>
          <p14:tracePt t="69202" x="5353050" y="2990850"/>
          <p14:tracePt t="69219" x="5397500" y="2965450"/>
          <p14:tracePt t="69236" x="5505450" y="2914650"/>
          <p14:tracePt t="69252" x="5638800" y="2876550"/>
          <p14:tracePt t="69269" x="5734050" y="2857500"/>
          <p14:tracePt t="69286" x="5822950" y="2851150"/>
          <p14:tracePt t="69302" x="6115050" y="2825750"/>
          <p14:tracePt t="69319" x="6216650" y="2819400"/>
          <p14:tracePt t="69335" x="6407150" y="2800350"/>
          <p14:tracePt t="69352" x="6502400" y="2774950"/>
          <p14:tracePt t="69368" x="6635750" y="2730500"/>
          <p14:tracePt t="69385" x="6699250" y="2711450"/>
          <p14:tracePt t="69402" x="6711950" y="2705100"/>
          <p14:tracePt t="69419" x="6724650" y="2705100"/>
          <p14:tracePt t="69482" x="6718300" y="2705100"/>
          <p14:tracePt t="69496" x="6705600" y="2711450"/>
          <p14:tracePt t="69504" x="6699250" y="2711450"/>
          <p14:tracePt t="69519" x="6673850" y="2724150"/>
          <p14:tracePt t="69534" x="6616700" y="2736850"/>
          <p14:tracePt t="69551" x="6572250" y="2743200"/>
          <p14:tracePt t="69567" x="6432550" y="2762250"/>
          <p14:tracePt t="69584" x="6267450" y="2762250"/>
          <p14:tracePt t="69602" x="6076950" y="2762250"/>
          <p14:tracePt t="69617" x="5975350" y="2762250"/>
          <p14:tracePt t="69634" x="5880100" y="2749550"/>
          <p14:tracePt t="69651" x="5638800" y="2736850"/>
          <p14:tracePt t="69667" x="5588000" y="2736850"/>
          <p14:tracePt t="69684" x="5549900" y="2743200"/>
          <p14:tracePt t="69700" x="5499100" y="2755900"/>
          <p14:tracePt t="69717" x="5486400" y="2762250"/>
          <p14:tracePt t="69735" x="5486400" y="2774950"/>
          <p14:tracePt t="69750" x="5492750" y="2781300"/>
          <p14:tracePt t="69767" x="5511800" y="2813050"/>
          <p14:tracePt t="69784" x="5530850" y="2832100"/>
          <p14:tracePt t="69816" x="5543550" y="2838450"/>
          <p14:tracePt t="69834" x="5556250" y="2838450"/>
          <p14:tracePt t="70637" x="5556250" y="2844800"/>
          <p14:tracePt t="70644" x="5543550" y="2857500"/>
          <p14:tracePt t="70651" x="5530850" y="2870200"/>
          <p14:tracePt t="70666" x="5511800" y="2889250"/>
          <p14:tracePt t="70681" x="5499100" y="2901950"/>
          <p14:tracePt t="70697" x="5454650" y="2933700"/>
          <p14:tracePt t="70714" x="5410200" y="2971800"/>
          <p14:tracePt t="70730" x="5397500" y="2978150"/>
          <p14:tracePt t="70747" x="5353050" y="3009900"/>
          <p14:tracePt t="70764" x="5334000" y="3022600"/>
          <p14:tracePt t="70780" x="5295900" y="3048000"/>
          <p14:tracePt t="70797" x="5276850" y="3054350"/>
          <p14:tracePt t="70813" x="5245100" y="3067050"/>
          <p14:tracePt t="70830" x="5238750" y="3067050"/>
          <p14:tracePt t="70847" x="5232400" y="3067050"/>
          <p14:tracePt t="71016" x="5238750" y="3067050"/>
          <p14:tracePt t="71037" x="5245100" y="3067050"/>
          <p14:tracePt t="71044" x="5251450" y="3067050"/>
          <p14:tracePt t="71058" x="5257800" y="3067050"/>
          <p14:tracePt t="71072" x="5264150" y="3067050"/>
          <p14:tracePt t="71093" x="5264150" y="3060700"/>
          <p14:tracePt t="71107" x="5270500" y="3060700"/>
          <p14:tracePt t="71115" x="5276850" y="3060700"/>
          <p14:tracePt t="71131" x="5283200" y="3060700"/>
          <p14:tracePt t="71145" x="5289550" y="3060700"/>
          <p14:tracePt t="71161" x="5295900" y="3060700"/>
          <p14:tracePt t="71179" x="5321300" y="3054350"/>
          <p14:tracePt t="71195" x="5327650" y="3054350"/>
          <p14:tracePt t="71198" x="5353050" y="3054350"/>
          <p14:tracePt t="71212" x="5378450" y="3054350"/>
          <p14:tracePt t="71229" x="5454650" y="3048000"/>
          <p14:tracePt t="71245" x="5499100" y="3048000"/>
          <p14:tracePt t="71262" x="5575300" y="3035300"/>
          <p14:tracePt t="71278" x="5657850" y="3028950"/>
          <p14:tracePt t="71295" x="5689600" y="3028950"/>
          <p14:tracePt t="71311" x="5734050" y="3022600"/>
          <p14:tracePt t="71328" x="5759450" y="3022600"/>
          <p14:tracePt t="71346" x="5772150" y="3022600"/>
          <p14:tracePt t="71361" x="5778500" y="3022600"/>
          <p14:tracePt t="71378" x="5784850" y="3022600"/>
          <p14:tracePt t="71410" x="5784850" y="3016250"/>
          <p14:tracePt t="71428" x="5784850" y="3003550"/>
          <p14:tracePt t="72159" x="5778500" y="3003550"/>
          <p14:tracePt t="72166" x="5772150" y="3003550"/>
          <p14:tracePt t="72180" x="5759450" y="3009900"/>
          <p14:tracePt t="72191" x="5746750" y="3016250"/>
          <p14:tracePt t="72209" x="5708650" y="3022600"/>
          <p14:tracePt t="72224" x="5683250" y="3028950"/>
          <p14:tracePt t="72242" x="5619750" y="3041650"/>
          <p14:tracePt t="72258" x="5537200" y="3054350"/>
          <p14:tracePt t="72275" x="5480050" y="3067050"/>
          <p14:tracePt t="72292" x="5372100" y="3086100"/>
          <p14:tracePt t="72308" x="5245100" y="3086100"/>
          <p14:tracePt t="72324" x="5194300" y="3086100"/>
          <p14:tracePt t="72342" x="5105400" y="3086100"/>
          <p14:tracePt t="72358" x="5041900" y="3086100"/>
          <p14:tracePt t="72374" x="5029200" y="3079750"/>
          <p14:tracePt t="72391" x="5016500" y="3079750"/>
          <p14:tracePt t="72427" x="5022850" y="3079750"/>
          <p14:tracePt t="72441" x="5041900" y="3079750"/>
          <p14:tracePt t="72458" x="5054600" y="3086100"/>
          <p14:tracePt t="72475" x="5130800" y="3105150"/>
          <p14:tracePt t="72491" x="5251450" y="3143250"/>
          <p14:tracePt t="72508" x="5340350" y="3162300"/>
          <p14:tracePt t="72525" x="5543550" y="3168650"/>
          <p14:tracePt t="72541" x="5759450" y="3168650"/>
          <p14:tracePt t="72557" x="5848350" y="3168650"/>
          <p14:tracePt t="72574" x="5988050" y="3168650"/>
          <p14:tracePt t="72590" x="6057900" y="3168650"/>
          <p14:tracePt t="72608" x="6083300" y="3168650"/>
          <p14:tracePt t="72624" x="6089650" y="3168650"/>
          <p14:tracePt t="72640" x="6096000" y="3168650"/>
          <p14:tracePt t="72658" x="6102350" y="3168650"/>
          <p14:tracePt t="72674" x="6121400" y="3168650"/>
          <p14:tracePt t="72690" x="6134100" y="3162300"/>
          <p14:tracePt t="72707" x="6223000" y="3149600"/>
          <p14:tracePt t="72723" x="6267450" y="3143250"/>
          <p14:tracePt t="72740" x="6305550" y="3143250"/>
          <p14:tracePt t="72757" x="6388100" y="3143250"/>
          <p14:tracePt t="72773" x="6432550" y="3155950"/>
          <p14:tracePt t="72791" x="6483350" y="3149600"/>
          <p14:tracePt t="72806" x="6502400" y="3149600"/>
          <p14:tracePt t="72823" x="6553200" y="3149600"/>
          <p14:tracePt t="72840" x="6572250" y="3149600"/>
          <p14:tracePt t="72856" x="6642100" y="3143250"/>
          <p14:tracePt t="72873" x="6737350" y="3130550"/>
          <p14:tracePt t="72889" x="6851650" y="3111500"/>
          <p14:tracePt t="72906" x="6921500" y="3098800"/>
          <p14:tracePt t="72923" x="7048500" y="3073400"/>
          <p14:tracePt t="72939" x="7169150" y="3041650"/>
          <p14:tracePt t="72956" x="7239000" y="3035300"/>
          <p14:tracePt t="72973" x="7334250" y="3016250"/>
          <p14:tracePt t="72989" x="7385050" y="3009900"/>
          <p14:tracePt t="73005" x="7467600" y="2997200"/>
          <p14:tracePt t="73023" x="7524750" y="2997200"/>
          <p14:tracePt t="73039" x="7556500" y="2990850"/>
          <p14:tracePt t="73055" x="7581900" y="2984500"/>
          <p14:tracePt t="73072" x="7600950" y="2978150"/>
          <p14:tracePt t="73106" x="7607300" y="2971800"/>
          <p14:tracePt t="73135" x="7613650" y="2971800"/>
          <p14:tracePt t="73394" x="7569200" y="2971800"/>
          <p14:tracePt t="73401" x="7467600" y="2978150"/>
          <p14:tracePt t="73408" x="7340600" y="2990850"/>
          <p14:tracePt t="73423" x="7200900" y="2997200"/>
          <p14:tracePt t="73438" x="7048500" y="2997200"/>
          <p14:tracePt t="73454" x="6654800" y="2997200"/>
          <p14:tracePt t="73472" x="6229350" y="2978150"/>
          <p14:tracePt t="73487" x="6038850" y="2965450"/>
          <p14:tracePt t="73504" x="5753100" y="2965450"/>
          <p14:tracePt t="73521" x="5530850" y="2965450"/>
          <p14:tracePt t="73537" x="5467350" y="2965450"/>
          <p14:tracePt t="73554" x="5397500" y="2965450"/>
          <p14:tracePt t="73570" x="5372100" y="2965450"/>
          <p14:tracePt t="73606" x="5378450" y="2965450"/>
          <p14:tracePt t="73620" x="5410200" y="2978150"/>
          <p14:tracePt t="73637" x="5422900" y="2990850"/>
          <p14:tracePt t="73654" x="5505450" y="3016250"/>
          <p14:tracePt t="73669" x="5562600" y="3035300"/>
          <p14:tracePt t="73686" x="5708650" y="3060700"/>
          <p14:tracePt t="73703" x="5911850" y="3086100"/>
          <p14:tracePt t="73720" x="6026150" y="3092450"/>
          <p14:tracePt t="73723" x="6140450" y="3092450"/>
          <p14:tracePt t="73737" x="6242050" y="3105150"/>
          <p14:tracePt t="73753" x="6432550" y="3105150"/>
          <p14:tracePt t="73769" x="6508750" y="3105150"/>
          <p14:tracePt t="73787" x="6661150" y="3124200"/>
          <p14:tracePt t="73803" x="6769100" y="3130550"/>
          <p14:tracePt t="73819" x="6807200" y="3130550"/>
          <p14:tracePt t="73836" x="6864350" y="3130550"/>
          <p14:tracePt t="73852" x="6896100" y="3130550"/>
          <p14:tracePt t="73869" x="6915150" y="3130550"/>
          <p14:tracePt t="73886" x="6959600" y="3130550"/>
          <p14:tracePt t="73902" x="6997700" y="3130550"/>
          <p14:tracePt t="73920" x="7067550" y="3130550"/>
          <p14:tracePt t="73935" x="7086600" y="3130550"/>
          <p14:tracePt t="73952" x="7124700" y="3124200"/>
          <p14:tracePt t="73970" x="7213600" y="3124200"/>
          <p14:tracePt t="73986" x="7239000" y="3124200"/>
          <p14:tracePt t="74002" x="7270750" y="3124200"/>
          <p14:tracePt t="74019" x="7327900" y="3117850"/>
          <p14:tracePt t="74035" x="7397750" y="3111500"/>
          <p14:tracePt t="74052" x="7429500" y="3105150"/>
          <p14:tracePt t="74069" x="7486650" y="3079750"/>
          <p14:tracePt t="74085" x="7531100" y="3067050"/>
          <p14:tracePt t="74103" x="7556500" y="3060700"/>
          <p14:tracePt t="74118" x="7562850" y="3054350"/>
          <p14:tracePt t="74152" x="7550150" y="3048000"/>
          <p14:tracePt t="74168" x="7518400" y="3041650"/>
          <p14:tracePt t="74185" x="7480300" y="3041650"/>
          <p14:tracePt t="74201" x="7175500" y="3041650"/>
          <p14:tracePt t="74218" x="7004050" y="3041650"/>
          <p14:tracePt t="74235" x="6508750" y="3041650"/>
          <p14:tracePt t="74251" x="5861050" y="3041650"/>
          <p14:tracePt t="74268" x="5524500" y="3041650"/>
          <p14:tracePt t="74285" x="4794250" y="3067050"/>
          <p14:tracePt t="74301" x="4451350" y="3086100"/>
          <p14:tracePt t="74318" x="3835400" y="3149600"/>
          <p14:tracePt t="74334" x="3333750" y="3175000"/>
          <p14:tracePt t="74351" x="3124200" y="3175000"/>
          <p14:tracePt t="74368" x="2851150" y="3168650"/>
          <p14:tracePt t="74384" x="2673350" y="3168650"/>
          <p14:tracePt t="74401" x="2597150" y="3168650"/>
          <p14:tracePt t="74418" x="2508250" y="3168650"/>
          <p14:tracePt t="74434" x="2489200" y="3168650"/>
          <p14:tracePt t="74451" x="2482850" y="3168650"/>
          <p14:tracePt t="74468" x="2520950" y="3168650"/>
          <p14:tracePt t="74484" x="2552700" y="3149600"/>
          <p14:tracePt t="74896" x="2597150" y="3136900"/>
          <p14:tracePt t="74903" x="2635250" y="3130550"/>
          <p14:tracePt t="74918" x="2692400" y="3124200"/>
          <p14:tracePt t="74932" x="2800350" y="3105150"/>
          <p14:tracePt t="74949" x="2838450" y="3105150"/>
          <p14:tracePt t="74966" x="2933700" y="3086100"/>
          <p14:tracePt t="74982" x="2959100" y="3079750"/>
          <p14:tracePt t="74999" x="3022600" y="3067050"/>
          <p14:tracePt t="75016" x="3048000" y="3060700"/>
          <p14:tracePt t="75032" x="3048000" y="3054350"/>
          <p14:tracePt t="75049" x="3060700" y="3048000"/>
          <p14:tracePt t="75065" x="3067050" y="3041650"/>
          <p14:tracePt t="75082" x="3067050" y="3035300"/>
          <p14:tracePt t="75099" x="3067050" y="3022600"/>
          <p14:tracePt t="75115" x="3067050" y="3009900"/>
          <p14:tracePt t="75149" x="3054350" y="3003550"/>
          <p14:tracePt t="75165" x="3048000" y="2997200"/>
          <p14:tracePt t="75181" x="3041650" y="2997200"/>
          <p14:tracePt t="75198" x="3016250" y="2997200"/>
          <p14:tracePt t="75214" x="2965450" y="2997200"/>
          <p14:tracePt t="75231" x="2927350" y="3009900"/>
          <p14:tracePt t="75248" x="2851150" y="3009900"/>
          <p14:tracePt t="75265" x="2800350" y="3009900"/>
          <p14:tracePt t="75282" x="2673350" y="3016250"/>
          <p14:tracePt t="75298" x="2647950" y="3016250"/>
          <p14:tracePt t="75314" x="2628900" y="3016250"/>
          <p14:tracePt t="75331" x="2609850" y="3016250"/>
          <p14:tracePt t="75364" x="2616200" y="3016250"/>
          <p14:tracePt t="75381" x="2654300" y="3016250"/>
          <p14:tracePt t="75397" x="2717800" y="3016250"/>
          <p14:tracePt t="75415" x="2838450" y="3016250"/>
          <p14:tracePt t="75430" x="2914650" y="3016250"/>
          <p14:tracePt t="75447" x="3054350" y="3016250"/>
          <p14:tracePt t="75464" x="3194050" y="3009900"/>
          <p14:tracePt t="75480" x="3244850" y="3003550"/>
          <p14:tracePt t="75497" x="3340100" y="2984500"/>
          <p14:tracePt t="75514" x="3409950" y="2971800"/>
          <p14:tracePt t="75530" x="3435350" y="2965450"/>
          <p14:tracePt t="75547" x="3448050" y="2959100"/>
          <p14:tracePt t="75563" x="3479800" y="2952750"/>
          <p14:tracePt t="75580" x="3486150" y="2952750"/>
          <p14:tracePt t="75597" x="3505200" y="2952750"/>
          <p14:tracePt t="75629" x="3517900" y="2946400"/>
          <p14:tracePt t="75647" x="3517900" y="2940050"/>
          <p14:tracePt t="75664" x="3530600" y="2933700"/>
          <p14:tracePt t="77496" x="3556000" y="2933700"/>
          <p14:tracePt t="77511" x="3581400" y="2933700"/>
          <p14:tracePt t="77518" x="3600450" y="2940050"/>
          <p14:tracePt t="77531" x="3625850" y="2940050"/>
          <p14:tracePt t="77540" x="3651250" y="2946400"/>
          <p14:tracePt t="77556" x="3683000" y="2946400"/>
          <p14:tracePt t="77574" x="3727450" y="2946400"/>
          <p14:tracePt t="77590" x="3778250" y="2959100"/>
          <p14:tracePt t="77606" x="3797300" y="2959100"/>
          <p14:tracePt t="77623" x="3841750" y="2959100"/>
          <p14:tracePt t="77639" x="3879850" y="2959100"/>
          <p14:tracePt t="77656" x="3898900" y="2952750"/>
          <p14:tracePt t="77673" x="3917950" y="2952750"/>
          <p14:tracePt t="77689" x="3924300" y="2952750"/>
          <p14:tracePt t="77707" x="3937000" y="2952750"/>
          <p14:tracePt t="77749" x="3937000" y="2946400"/>
          <p14:tracePt t="77759" x="3937000" y="2940050"/>
          <p14:tracePt t="77772" x="3930650" y="2940050"/>
          <p14:tracePt t="77789" x="3924300" y="2940050"/>
          <p14:tracePt t="77806" x="3911600" y="2940050"/>
          <p14:tracePt t="77822" x="3905250" y="2940050"/>
          <p14:tracePt t="77855" x="3892550" y="2940050"/>
          <p14:tracePt t="77872" x="3886200" y="2940050"/>
          <p14:tracePt t="77889" x="3873500" y="2940050"/>
          <p14:tracePt t="77905" x="3867150" y="2940050"/>
          <p14:tracePt t="77922" x="3835400" y="2940050"/>
          <p14:tracePt t="77939" x="3784600" y="2946400"/>
          <p14:tracePt t="77955" x="3752850" y="2959100"/>
          <p14:tracePt t="77972" x="3670300" y="2978150"/>
          <p14:tracePt t="77989" x="3575050" y="2997200"/>
          <p14:tracePt t="78005" x="3536950" y="3003550"/>
          <p14:tracePt t="78022" x="3460750" y="3016250"/>
          <p14:tracePt t="78038" x="3397250" y="3016250"/>
          <p14:tracePt t="78054" x="3371850" y="3016250"/>
          <p14:tracePt t="78072" x="3333750" y="3016250"/>
          <p14:tracePt t="78088" x="3314700" y="3016250"/>
          <p14:tracePt t="78105" x="3289300" y="3016250"/>
          <p14:tracePt t="78121" x="3263900" y="3009900"/>
          <p14:tracePt t="78138" x="3251200" y="3003550"/>
          <p14:tracePt t="78154" x="3238500" y="3003550"/>
          <p14:tracePt t="78171" x="3232150" y="3003550"/>
          <p14:tracePt t="78794" x="3232150" y="2990850"/>
          <p14:tracePt t="78891" x="3232150" y="2978150"/>
          <p14:tracePt t="78898" x="3232150" y="2971800"/>
          <p14:tracePt t="78912" x="3232150" y="2965450"/>
          <p14:tracePt t="78921" x="3232150" y="2959100"/>
          <p14:tracePt t="78935" x="3232150" y="2952750"/>
          <p14:tracePt t="78952" x="3232150" y="2946400"/>
          <p14:tracePt t="78969" x="3225800" y="2927350"/>
          <p14:tracePt t="78985" x="3225800" y="2914650"/>
          <p14:tracePt t="79001" x="3219450" y="2901950"/>
          <p14:tracePt t="79019" x="3175000" y="2825750"/>
          <p14:tracePt t="79034" x="3149600" y="2794000"/>
          <p14:tracePt t="79052" x="3086100" y="2717800"/>
          <p14:tracePt t="79068" x="3048000" y="2673350"/>
          <p14:tracePt t="79085" x="2984500" y="2622550"/>
          <p14:tracePt t="79102" x="2921000" y="2571750"/>
          <p14:tracePt t="79118" x="2876550" y="2559050"/>
          <p14:tracePt t="79134" x="2825750" y="2546350"/>
          <p14:tracePt t="79151" x="2787650" y="2546350"/>
          <p14:tracePt t="79168" x="2762250" y="2546350"/>
          <p14:tracePt t="79185" x="2724150" y="2565400"/>
          <p14:tracePt t="79201" x="2692400" y="2571750"/>
          <p14:tracePt t="79217" x="2679700" y="2578100"/>
          <p14:tracePt t="79235" x="2660650" y="2578100"/>
          <p14:tracePt t="79251" x="2641600" y="2578100"/>
          <p14:tracePt t="79267" x="2628900" y="2578100"/>
          <p14:tracePt t="79284" x="2622550" y="2578100"/>
          <p14:tracePt t="79300" x="2603500" y="2578100"/>
          <p14:tracePt t="79317" x="2590800" y="2578100"/>
          <p14:tracePt t="79320" x="2584450" y="2578100"/>
          <p14:tracePt t="79334" x="2571750" y="2578100"/>
          <p14:tracePt t="79350" x="2552700" y="2578100"/>
          <p14:tracePt t="79368" x="2508250" y="2552700"/>
          <p14:tracePt t="79384" x="2432050" y="2501900"/>
          <p14:tracePt t="79400" x="2387600" y="2476500"/>
          <p14:tracePt t="79417" x="2273300" y="2387600"/>
          <p14:tracePt t="79433" x="2171700" y="2305050"/>
          <p14:tracePt t="79450" x="2101850" y="2254250"/>
          <p14:tracePt t="79467" x="1981200" y="2165350"/>
          <p14:tracePt t="79483" x="1866900" y="2070100"/>
          <p14:tracePt t="79500" x="1809750" y="2019300"/>
          <p14:tracePt t="79516" x="1720850" y="1968500"/>
          <p14:tracePt t="79533" x="1644650" y="1936750"/>
          <p14:tracePt t="79551" x="1612900" y="1936750"/>
          <p14:tracePt t="79566" x="1606550" y="1936750"/>
          <p14:tracePt t="80021" x="1593850" y="1936750"/>
          <p14:tracePt t="80042" x="1581150" y="1930400"/>
          <p14:tracePt t="80049" x="1574800" y="1924050"/>
          <p14:tracePt t="80063" x="1562100" y="1911350"/>
          <p14:tracePt t="80070" x="1555750" y="1905000"/>
          <p14:tracePt t="80084" x="1549400" y="1892300"/>
          <p14:tracePt t="80098" x="1530350" y="1879600"/>
          <p14:tracePt t="80115" x="1498600" y="1847850"/>
          <p14:tracePt t="80131" x="1485900" y="1822450"/>
          <p14:tracePt t="80148" x="1435100" y="1771650"/>
          <p14:tracePt t="80164" x="1403350" y="1739900"/>
          <p14:tracePt t="80181" x="1390650" y="1733550"/>
          <p14:tracePt t="80198" x="1371600" y="1714500"/>
          <p14:tracePt t="80214" x="1365250" y="1714500"/>
          <p14:tracePt t="80344" x="1365250" y="1720850"/>
          <p14:tracePt t="80393" x="1365250" y="1727200"/>
          <p14:tracePt t="80463" x="1371600" y="1733550"/>
          <p14:tracePt t="80491" x="1377950" y="1733550"/>
          <p14:tracePt t="80512" x="1384300" y="1739900"/>
          <p14:tracePt t="80532" x="1390650" y="1746250"/>
          <p14:tracePt t="80539" x="1390650" y="1752600"/>
          <p14:tracePt t="80560" x="1397000" y="1758950"/>
          <p14:tracePt t="80575" x="1397000" y="1765300"/>
          <p14:tracePt t="80582" x="1403350" y="1771650"/>
          <p14:tracePt t="80603" x="1403350" y="1778000"/>
          <p14:tracePt t="80617" x="1416050" y="1784350"/>
          <p14:tracePt t="80629" x="1422400" y="1809750"/>
          <p14:tracePt t="80646" x="1441450" y="1841500"/>
          <p14:tracePt t="80662" x="1466850" y="1873250"/>
          <p14:tracePt t="80680" x="1504950" y="1949450"/>
          <p14:tracePt t="80695" x="1574800" y="2063750"/>
          <p14:tracePt t="80712" x="1612900" y="2120900"/>
          <p14:tracePt t="80729" x="1676400" y="2247900"/>
          <p14:tracePt t="80745" x="1746250" y="2349500"/>
          <p14:tracePt t="80762" x="1771650" y="2393950"/>
          <p14:tracePt t="80779" x="1803400" y="2444750"/>
          <p14:tracePt t="80795" x="1816100" y="2470150"/>
          <p14:tracePt t="80812" x="1816100" y="2476500"/>
          <p14:tracePt t="80816" x="1822450" y="2476500"/>
          <p14:tracePt t="80834" x="1822450" y="2482850"/>
          <p14:tracePt t="80905" x="1822450" y="2489200"/>
          <p14:tracePt t="81276" x="1828800" y="2489200"/>
          <p14:tracePt t="81283" x="1835150" y="2495550"/>
          <p14:tracePt t="81297" x="1841500" y="2495550"/>
          <p14:tracePt t="81311" x="1847850" y="2495550"/>
          <p14:tracePt t="81327" x="1879600" y="2508250"/>
          <p14:tracePt t="81344" x="1892300" y="2508250"/>
          <p14:tracePt t="81360" x="1949450" y="2514600"/>
          <p14:tracePt t="81377" x="2025650" y="2520950"/>
          <p14:tracePt t="81393" x="2063750" y="2520950"/>
          <p14:tracePt t="81410" x="2146300" y="2520950"/>
          <p14:tracePt t="81426" x="2235200" y="2520950"/>
          <p14:tracePt t="81443" x="2273300" y="2520950"/>
          <p14:tracePt t="81460" x="2355850" y="2520950"/>
          <p14:tracePt t="81476" x="2425700" y="2508250"/>
          <p14:tracePt t="81494" x="2501900" y="2501900"/>
          <p14:tracePt t="81510" x="2533650" y="2495550"/>
          <p14:tracePt t="81526" x="2578100" y="2489200"/>
          <p14:tracePt t="81543" x="2635250" y="2476500"/>
          <p14:tracePt t="81559" x="2647950" y="2476500"/>
          <p14:tracePt t="81576" x="2660650" y="2476500"/>
          <p14:tracePt t="81593" x="2686050" y="2470150"/>
          <p14:tracePt t="81609" x="2705100" y="2470150"/>
          <p14:tracePt t="81626" x="2717800" y="2470150"/>
          <p14:tracePt t="81642" x="2730500" y="2470150"/>
          <p14:tracePt t="81659" x="2743200" y="2470150"/>
          <p14:tracePt t="81676" x="2749550" y="2470150"/>
          <p14:tracePt t="81692" x="2755900" y="2470150"/>
          <p14:tracePt t="81753" x="2755900" y="2463800"/>
          <p14:tracePt t="82093" x="2768600" y="2463800"/>
          <p14:tracePt t="82107" x="2787650" y="2476500"/>
          <p14:tracePt t="82114" x="2832100" y="2501900"/>
          <p14:tracePt t="82127" x="2876550" y="2527300"/>
          <p14:tracePt t="82141" x="2952750" y="2559050"/>
          <p14:tracePt t="82157" x="3162300" y="2616200"/>
          <p14:tracePt t="82174" x="3346450" y="2641600"/>
          <p14:tracePt t="82191" x="3759200" y="2698750"/>
          <p14:tracePt t="82208" x="4171950" y="2749550"/>
          <p14:tracePt t="82224" x="4368800" y="2774950"/>
          <p14:tracePt t="82240" x="4641850" y="2819400"/>
          <p14:tracePt t="82257" x="4737100" y="2851150"/>
          <p14:tracePt t="82273" x="4813300" y="2870200"/>
          <p14:tracePt t="82290" x="4933950" y="2895600"/>
          <p14:tracePt t="82307" x="4978400" y="2908300"/>
          <p14:tracePt t="82324" x="5048250" y="2908300"/>
          <p14:tracePt t="82340" x="5067300" y="2901950"/>
          <p14:tracePt t="82356" x="5086350" y="2901950"/>
          <p14:tracePt t="82373" x="5137150" y="2889250"/>
          <p14:tracePt t="82390" x="5156200" y="2882900"/>
          <p14:tracePt t="82407" x="5213350" y="2882900"/>
          <p14:tracePt t="82423" x="5270500" y="2882900"/>
          <p14:tracePt t="82440" x="5321300" y="2876550"/>
          <p14:tracePt t="82457" x="5340350" y="2870200"/>
          <p14:tracePt t="82473" x="5384800" y="2863850"/>
          <p14:tracePt t="82489" x="5422900" y="2857500"/>
          <p14:tracePt t="82507" x="5473700" y="2844800"/>
          <p14:tracePt t="82523" x="5492750" y="2844800"/>
          <p14:tracePt t="82539" x="5562600" y="2825750"/>
          <p14:tracePt t="82556" x="5645150" y="2819400"/>
          <p14:tracePt t="82573" x="5695950" y="2819400"/>
          <p14:tracePt t="82589" x="5746750" y="2813050"/>
          <p14:tracePt t="82606" x="5918200" y="2800350"/>
          <p14:tracePt t="82622" x="5969000" y="2800350"/>
          <p14:tracePt t="82640" x="6064250" y="2774950"/>
          <p14:tracePt t="82656" x="6134100" y="2768600"/>
          <p14:tracePt t="82672" x="6191250" y="2755900"/>
          <p14:tracePt t="82689" x="6248400" y="2755900"/>
          <p14:tracePt t="82705" x="6280150" y="2749550"/>
          <p14:tracePt t="82722" x="6318250" y="2749550"/>
          <p14:tracePt t="82739" x="6350000" y="2749550"/>
          <p14:tracePt t="82755" x="6362700" y="2755900"/>
          <p14:tracePt t="82772" x="6388100" y="2755900"/>
          <p14:tracePt t="82788" x="6407150" y="2762250"/>
          <p14:tracePt t="82805" x="6419850" y="2762250"/>
          <p14:tracePt t="82822" x="6457950" y="2768600"/>
          <p14:tracePt t="82838" x="6464300" y="2768600"/>
          <p14:tracePt t="83317" x="6457950" y="2774950"/>
          <p14:tracePt t="83331" x="6432550" y="2781300"/>
          <p14:tracePt t="83339" x="6413500" y="2794000"/>
          <p14:tracePt t="83354" x="6381750" y="2800350"/>
          <p14:tracePt t="83370" x="6311900" y="2806700"/>
          <p14:tracePt t="83387" x="6223000" y="2813050"/>
          <p14:tracePt t="83403" x="6172200" y="2813050"/>
          <p14:tracePt t="83420" x="6102350" y="2813050"/>
          <p14:tracePt t="83436" x="5911850" y="2813050"/>
          <p14:tracePt t="83453" x="5848350" y="2813050"/>
          <p14:tracePt t="83470" x="5772150" y="2813050"/>
          <p14:tracePt t="83486" x="5645150" y="2825750"/>
          <p14:tracePt t="83503" x="5511800" y="2832100"/>
          <p14:tracePt t="83520" x="5384800" y="2832100"/>
          <p14:tracePt t="83536" x="5327650" y="2844800"/>
          <p14:tracePt t="83552" x="5257800" y="2851150"/>
          <p14:tracePt t="83570" x="5238750" y="2863850"/>
          <p14:tracePt t="83586" x="5226050" y="2870200"/>
          <p14:tracePt t="83602" x="5251450" y="2863850"/>
          <p14:tracePt t="83952" x="5168900" y="2844800"/>
          <p14:tracePt t="83959" x="5041900" y="2825750"/>
          <p14:tracePt t="83968" x="4927600" y="2800350"/>
          <p14:tracePt t="83985" x="4800600" y="2794000"/>
          <p14:tracePt t="84002" x="4559300" y="2762250"/>
          <p14:tracePt t="84018" x="4337050" y="2730500"/>
          <p14:tracePt t="84034" x="4235450" y="2730500"/>
          <p14:tracePt t="84053" x="4095750" y="2711450"/>
          <p14:tracePt t="84068" x="4019550" y="2711450"/>
          <p14:tracePt t="84085" x="3867150" y="2698750"/>
          <p14:tracePt t="84101" x="3721100" y="2698750"/>
          <p14:tracePt t="84118" x="3657600" y="2698750"/>
          <p14:tracePt t="84134" x="3575050" y="2686050"/>
          <p14:tracePt t="84151" x="3498850" y="2673350"/>
          <p14:tracePt t="84167" x="3454400" y="2647950"/>
          <p14:tracePt t="84184" x="3365500" y="2622550"/>
          <p14:tracePt t="84200" x="3308350" y="2609850"/>
          <p14:tracePt t="84217" x="3276600" y="2603500"/>
          <p14:tracePt t="84234" x="3232150" y="2590800"/>
          <p14:tracePt t="84250" x="3200400" y="2584450"/>
          <p14:tracePt t="84267" x="3187700" y="2584450"/>
          <p14:tracePt t="84788" x="3181350" y="2609850"/>
          <p14:tracePt t="84802" x="3168650" y="2628900"/>
          <p14:tracePt t="84809" x="3155950" y="2660650"/>
          <p14:tracePt t="84823" x="3143250" y="2692400"/>
          <p14:tracePt t="84831" x="3130550" y="2717800"/>
          <p14:tracePt t="84848" x="3124200" y="2743200"/>
          <p14:tracePt t="84865" x="3098800" y="2794000"/>
          <p14:tracePt t="84882" x="3086100" y="2825750"/>
          <p14:tracePt t="84898" x="3086100" y="2838450"/>
          <p14:tracePt t="84915" x="3086100" y="2851150"/>
          <p14:tracePt t="84931" x="3086100" y="2857500"/>
          <p14:tracePt t="84984" x="3079750" y="2857500"/>
          <p14:tracePt t="85342" x="3086100" y="2857500"/>
          <p14:tracePt t="85370" x="3092450" y="2857500"/>
          <p14:tracePt t="85391" x="3105150" y="2857500"/>
          <p14:tracePt t="85426" x="3111500" y="2857500"/>
          <p14:tracePt t="85433" x="3117850" y="2857500"/>
          <p14:tracePt t="85461" x="3124200" y="2857500"/>
          <p14:tracePt t="85475" x="3130550" y="2857500"/>
          <p14:tracePt t="85482" x="3136900" y="2857500"/>
          <p14:tracePt t="85498" x="3143250" y="2857500"/>
          <p14:tracePt t="85512" x="3149600" y="2857500"/>
          <p14:tracePt t="85532" x="3155950" y="2857500"/>
          <p14:tracePt t="85552" x="3162300" y="2857500"/>
          <p14:tracePt t="85572" x="3168650" y="2863850"/>
          <p14:tracePt t="85581" x="3175000" y="2863850"/>
          <p14:tracePt t="85601" x="3181350" y="2863850"/>
          <p14:tracePt t="85615" x="3187700" y="2863850"/>
          <p14:tracePt t="85643" x="3194050" y="2863850"/>
          <p14:tracePt t="85664" x="3194050" y="2870200"/>
          <p14:tracePt t="85671" x="3200400" y="2870200"/>
          <p14:tracePt t="85713" x="3206750" y="2870200"/>
          <p14:tracePt t="85742" x="3213100" y="2870200"/>
          <p14:tracePt t="85769" x="3219450" y="2870200"/>
          <p14:tracePt t="85777" x="3219450" y="2863850"/>
          <p14:tracePt t="88987" x="3219450" y="2870200"/>
          <p14:tracePt t="89001" x="3219450" y="2889250"/>
          <p14:tracePt t="89008" x="3225800" y="2914650"/>
          <p14:tracePt t="89021" x="3232150" y="2927350"/>
          <p14:tracePt t="89033" x="3238500" y="2940050"/>
          <p14:tracePt t="89051" x="3257550" y="2952750"/>
          <p14:tracePt t="89067" x="3270250" y="2965450"/>
          <p14:tracePt t="89084" x="3295650" y="2971800"/>
          <p14:tracePt t="89100" x="3340100" y="2984500"/>
          <p14:tracePt t="89117" x="3352800" y="2990850"/>
          <p14:tracePt t="89134" x="3397250" y="2990850"/>
          <p14:tracePt t="89150" x="3448050" y="2997200"/>
          <p14:tracePt t="89166" x="3479800" y="3009900"/>
          <p14:tracePt t="89184" x="3536950" y="3009900"/>
          <p14:tracePt t="89199" x="3594100" y="3009900"/>
          <p14:tracePt t="89217" x="3619500" y="3009900"/>
          <p14:tracePt t="89233" x="3689350" y="3009900"/>
          <p14:tracePt t="89249" x="3727450" y="3009900"/>
          <p14:tracePt t="89267" x="3803650" y="3009900"/>
          <p14:tracePt t="89283" x="3867150" y="3003550"/>
          <p14:tracePt t="89299" x="3892550" y="2997200"/>
          <p14:tracePt t="89317" x="3943350" y="2990850"/>
          <p14:tracePt t="89333" x="3981450" y="2978150"/>
          <p14:tracePt t="89349" x="3987800" y="2971800"/>
          <p14:tracePt t="89366" x="4006850" y="2965450"/>
          <p14:tracePt t="89382" x="4019550" y="2965450"/>
          <p14:tracePt t="89400" x="4019550" y="2959100"/>
          <p14:tracePt t="89432" x="4025900" y="2959100"/>
          <p14:tracePt t="89499" x="4032250" y="2952750"/>
          <p14:tracePt t="89527" x="4032250" y="2946400"/>
          <p14:tracePt t="89863" x="4070350" y="2946400"/>
          <p14:tracePt t="89870" x="4114800" y="2946400"/>
          <p14:tracePt t="89880" x="4152900" y="2952750"/>
          <p14:tracePt t="89898" x="4210050" y="2965450"/>
          <p14:tracePt t="89913" x="4305300" y="3009900"/>
          <p14:tracePt t="89930" x="4375150" y="3048000"/>
          <p14:tracePt t="89948" x="4559300" y="3111500"/>
          <p14:tracePt t="89964" x="4756150" y="3149600"/>
          <p14:tracePt t="89981" x="4857750" y="3162300"/>
          <p14:tracePt t="89997" x="5060950" y="3162300"/>
          <p14:tracePt t="90014" x="5289550" y="3136900"/>
          <p14:tracePt t="90030" x="5384800" y="3105150"/>
          <p14:tracePt t="90047" x="5511800" y="3079750"/>
          <p14:tracePt t="90063" x="5607050" y="3060700"/>
          <p14:tracePt t="90081" x="5651500" y="3054350"/>
          <p14:tracePt t="90096" x="5657850" y="3054350"/>
          <p14:tracePt t="90113" x="5664200" y="3048000"/>
          <p14:tracePt t="90130" x="5676900" y="3041650"/>
          <p14:tracePt t="90249" x="5683250" y="3041650"/>
          <p14:tracePt t="90291" x="5689600" y="3041650"/>
          <p14:tracePt t="90305" x="5695950" y="3048000"/>
          <p14:tracePt t="90319" x="5715000" y="3048000"/>
          <p14:tracePt t="90333" x="5740400" y="3054350"/>
          <p14:tracePt t="90340" x="5765800" y="3054350"/>
          <p14:tracePt t="90354" x="5797550" y="3060700"/>
          <p14:tracePt t="90363" x="5848350" y="3067050"/>
          <p14:tracePt t="90379" x="5911850" y="3079750"/>
          <p14:tracePt t="90396" x="6070600" y="3111500"/>
          <p14:tracePt t="90412" x="6261100" y="3117850"/>
          <p14:tracePt t="90429" x="6343650" y="3130550"/>
          <p14:tracePt t="90446" x="6483350" y="3130550"/>
          <p14:tracePt t="90462" x="6559550" y="3130550"/>
          <p14:tracePt t="90479" x="6648450" y="3130550"/>
          <p14:tracePt t="90496" x="6731000" y="3124200"/>
          <p14:tracePt t="90512" x="6750050" y="3124200"/>
          <p14:tracePt t="90529" x="6775450" y="3117850"/>
          <p14:tracePt t="90544" x="6781800" y="3117850"/>
          <p14:tracePt t="90579" x="6781800" y="3111500"/>
          <p14:tracePt t="90595" x="6781800" y="3098800"/>
          <p14:tracePt t="90628" x="6769100" y="3092450"/>
          <p14:tracePt t="90645" x="6756400" y="3086100"/>
          <p14:tracePt t="90661" x="6743700" y="3086100"/>
          <p14:tracePt t="90678" x="6731000" y="3079750"/>
          <p14:tracePt t="90694" x="6711950" y="3079750"/>
          <p14:tracePt t="90712" x="6686550" y="3079750"/>
          <p14:tracePt t="90728" x="6673850" y="3079750"/>
          <p14:tracePt t="90744" x="6629400" y="3079750"/>
          <p14:tracePt t="90761" x="6559550" y="3079750"/>
          <p14:tracePt t="90777" x="6508750" y="3079750"/>
          <p14:tracePt t="90794" x="6457950" y="3079750"/>
          <p14:tracePt t="90811" x="6223000" y="3060700"/>
          <p14:tracePt t="90827" x="6121400" y="3054350"/>
          <p14:tracePt t="90845" x="6019800" y="3041650"/>
          <p14:tracePt t="90860" x="5803900" y="3022600"/>
          <p14:tracePt t="90877" x="5549900" y="3009900"/>
          <p14:tracePt t="90894" x="5308600" y="2997200"/>
          <p14:tracePt t="90910" x="5194300" y="2997200"/>
          <p14:tracePt t="90927" x="4978400" y="3022600"/>
          <p14:tracePt t="90944" x="4806950" y="3067050"/>
          <p14:tracePt t="90960" x="4756150" y="3073400"/>
          <p14:tracePt t="90963" x="4711700" y="3098800"/>
          <p14:tracePt t="90978" x="4667250" y="3105150"/>
          <p14:tracePt t="90993" x="4616450" y="3130550"/>
          <p14:tracePt t="91010" x="4603750" y="3136900"/>
          <p14:tracePt t="91027" x="4578350" y="3149600"/>
          <p14:tracePt t="91043" x="4559300" y="3155950"/>
          <p14:tracePt t="91060" x="4552950" y="3155950"/>
          <p14:tracePt t="91077" x="4546600" y="3155950"/>
          <p14:tracePt t="91523" x="4521200" y="3155950"/>
          <p14:tracePt t="91537" x="4489450" y="3162300"/>
          <p14:tracePt t="91545" x="4464050" y="3162300"/>
          <p14:tracePt t="91558" x="4419600" y="3168650"/>
          <p14:tracePt t="91575" x="4343400" y="3181350"/>
          <p14:tracePt t="91591" x="4292600" y="3181350"/>
          <p14:tracePt t="91608" x="4184650" y="3181350"/>
          <p14:tracePt t="91624" x="4083050" y="3181350"/>
          <p14:tracePt t="91642" x="4032250" y="3175000"/>
          <p14:tracePt t="91658" x="3949700" y="3168650"/>
          <p14:tracePt t="91674" x="3898900" y="3162300"/>
          <p14:tracePt t="91692" x="3867150" y="3149600"/>
          <p14:tracePt t="91708" x="3860800" y="3143250"/>
          <p14:tracePt t="91724" x="3848100" y="3136900"/>
          <p14:tracePt t="91741" x="3841750" y="3124200"/>
          <p14:tracePt t="92626" x="3822700" y="3149600"/>
          <p14:tracePt t="92633" x="3784600" y="3194050"/>
          <p14:tracePt t="92648" x="3740150" y="3238500"/>
          <p14:tracePt t="92657" x="3689350" y="3289300"/>
          <p14:tracePt t="92670" x="3644900" y="3333750"/>
          <p14:tracePt t="92687" x="3524250" y="3441700"/>
          <p14:tracePt t="92704" x="3422650" y="3524250"/>
          <p14:tracePt t="92721" x="3378200" y="3556000"/>
          <p14:tracePt t="92738" x="3333750" y="3581400"/>
          <p14:tracePt t="92754" x="3244850" y="3632200"/>
          <p14:tracePt t="92770" x="3181350" y="3676650"/>
          <p14:tracePt t="92788" x="3155950" y="3683000"/>
          <p14:tracePt t="92804" x="3117850" y="3708400"/>
          <p14:tracePt t="92820" x="3079750" y="3727450"/>
          <p14:tracePt t="92837" x="3054350" y="3740150"/>
          <p14:tracePt t="92854" x="3041650" y="3752850"/>
          <p14:tracePt t="92871" x="3016250" y="3771900"/>
          <p14:tracePt t="92887" x="2990850" y="3790950"/>
          <p14:tracePt t="92903" x="2978150" y="3803650"/>
          <p14:tracePt t="92920" x="2959100" y="3822700"/>
          <p14:tracePt t="92937" x="2952750" y="3829050"/>
          <p14:tracePt t="92953" x="2940050" y="3835400"/>
          <p14:tracePt t="92970" x="2933700" y="3835400"/>
          <p14:tracePt t="92986" x="2927350" y="3835400"/>
          <p14:tracePt t="93459" x="2889250" y="3854450"/>
          <p14:tracePt t="93466" x="2832100" y="3905250"/>
          <p14:tracePt t="93480" x="2768600" y="3975100"/>
          <p14:tracePt t="93488" x="2717800" y="4032250"/>
          <p14:tracePt t="93504" x="2667000" y="4114800"/>
          <p14:tracePt t="93518" x="2584450" y="4292600"/>
          <p14:tracePt t="93535" x="2559050" y="4394200"/>
          <p14:tracePt t="93551" x="2527300" y="4635500"/>
          <p14:tracePt t="93568" x="2514600" y="4749800"/>
          <p14:tracePt t="93585" x="2495550" y="5067300"/>
          <p14:tracePt t="93601" x="2495550" y="5181600"/>
          <p14:tracePt t="93618" x="2495550" y="5283200"/>
          <p14:tracePt t="93634" x="2495550" y="5461000"/>
          <p14:tracePt t="93651" x="2514600" y="5568950"/>
          <p14:tracePt t="93667" x="2533650" y="5613400"/>
          <p14:tracePt t="93684" x="2565400" y="5689600"/>
          <p14:tracePt t="93701" x="2647950" y="5746750"/>
          <p14:tracePt t="93718" x="2686050" y="5765800"/>
          <p14:tracePt t="93734" x="2794000" y="5753100"/>
          <p14:tracePt t="93750" x="2933700" y="5695950"/>
          <p14:tracePt t="93768" x="3136900" y="5543550"/>
          <p14:tracePt t="93784" x="3232150" y="5461000"/>
          <p14:tracePt t="93800" x="3403600" y="5207000"/>
          <p14:tracePt t="93817" x="3486150" y="4921250"/>
          <p14:tracePt t="93834" x="3486150" y="4794250"/>
          <p14:tracePt t="93850" x="3473450" y="4667250"/>
          <p14:tracePt t="93867" x="3289300" y="4375150"/>
          <p14:tracePt t="93883" x="3206750" y="4298950"/>
          <p14:tracePt t="93901" x="3028950" y="4171950"/>
          <p14:tracePt t="93917" x="2940050" y="4152900"/>
          <p14:tracePt t="93933" x="2762250" y="4133850"/>
          <p14:tracePt t="93950" x="2628900" y="4159250"/>
          <p14:tracePt t="93966" x="2559050" y="4184650"/>
          <p14:tracePt t="93983" x="2419350" y="4305300"/>
          <p14:tracePt t="94000" x="2292350" y="4470400"/>
          <p14:tracePt t="94016" x="2254250" y="4565650"/>
          <p14:tracePt t="94019" x="2209800" y="4660900"/>
          <p14:tracePt t="94033" x="2159000" y="4762500"/>
          <p14:tracePt t="94049" x="2089150" y="5060950"/>
          <p14:tracePt t="94066" x="2070100" y="5187950"/>
          <p14:tracePt t="94083" x="2025650" y="5448300"/>
          <p14:tracePt t="94099" x="2025650" y="5721350"/>
          <p14:tracePt t="94116" x="2032000" y="5861050"/>
          <p14:tracePt t="94132" x="2082800" y="6057900"/>
          <p14:tracePt t="94149" x="2190750" y="6197600"/>
          <p14:tracePt t="94166" x="2273300" y="6248400"/>
          <p14:tracePt t="94183" x="2470150" y="6299200"/>
          <p14:tracePt t="94199" x="2584450" y="6324600"/>
          <p14:tracePt t="94217" x="2933700" y="6267450"/>
          <p14:tracePt t="94233" x="3086100" y="6191250"/>
          <p14:tracePt t="94249" x="3244850" y="6089650"/>
          <p14:tracePt t="94266" x="3670300" y="5657850"/>
          <p14:tracePt t="94282" x="3987800" y="5099050"/>
          <p14:tracePt t="94299" x="4064000" y="4838700"/>
          <p14:tracePt t="94315" x="4095750" y="4324350"/>
          <p14:tracePt t="94332" x="4013200" y="3848100"/>
          <p14:tracePt t="94350" x="3917950" y="3606800"/>
          <p14:tracePt t="94365" x="3689350" y="3270250"/>
          <p14:tracePt t="94382" x="3587750" y="3149600"/>
          <p14:tracePt t="94399" x="3384550" y="3016250"/>
          <p14:tracePt t="94415" x="3168650" y="2984500"/>
          <p14:tracePt t="94432" x="3079750" y="2984500"/>
          <p14:tracePt t="94449" x="2743200" y="3060700"/>
          <p14:tracePt t="94465" x="2635250" y="3124200"/>
          <p14:tracePt t="94481" x="2540000" y="3187700"/>
          <p14:tracePt t="94498" x="2254250" y="3536950"/>
          <p14:tracePt t="94514" x="2190750" y="3702050"/>
          <p14:tracePt t="94532" x="2076450" y="4044950"/>
          <p14:tracePt t="94548" x="2044700" y="4318000"/>
          <p14:tracePt t="94564" x="2032000" y="4762500"/>
          <p14:tracePt t="94581" x="2095500" y="5187950"/>
          <p14:tracePt t="94598" x="2152650" y="5416550"/>
          <p14:tracePt t="94614" x="2273300" y="5651500"/>
          <p14:tracePt t="94632" x="2444750" y="5810250"/>
          <p14:tracePt t="94647" x="2520950" y="5842000"/>
          <p14:tracePt t="94664" x="2654300" y="5880100"/>
          <p14:tracePt t="94680" x="2755900" y="5880100"/>
          <p14:tracePt t="94697" x="2781300" y="5867400"/>
          <p14:tracePt t="94714" x="2800350" y="5829300"/>
          <p14:tracePt t="94731" x="2800350" y="5759450"/>
          <p14:tracePt t="94748" x="2800350" y="5734050"/>
          <p14:tracePt t="94764" x="2800350" y="5721350"/>
          <p14:tracePt t="95159" x="2781300" y="5670550"/>
          <p14:tracePt t="95173" x="2762250" y="5588000"/>
          <p14:tracePt t="95181" x="2736850" y="5511800"/>
          <p14:tracePt t="95195" x="2705100" y="5391150"/>
          <p14:tracePt t="95212" x="2603500" y="5156200"/>
          <p14:tracePt t="95229" x="2565400" y="5041900"/>
          <p14:tracePt t="95245" x="2457450" y="4819650"/>
          <p14:tracePt t="95262" x="2406650" y="4711700"/>
          <p14:tracePt t="95279" x="2190750" y="4413250"/>
          <p14:tracePt t="95295" x="2120900" y="4343400"/>
          <p14:tracePt t="95312" x="2051050" y="4292600"/>
          <p14:tracePt t="95328" x="1924050" y="4222750"/>
          <p14:tracePt t="95345" x="1822450" y="4178300"/>
          <p14:tracePt t="95363" x="1765300" y="4165600"/>
          <p14:tracePt t="95378" x="1739900" y="4159250"/>
          <p14:tracePt t="95395" x="1676400" y="4121150"/>
          <p14:tracePt t="95412" x="1625600" y="4108450"/>
          <p14:tracePt t="95428" x="1600200" y="4095750"/>
          <p14:tracePt t="95445" x="1562100" y="4076700"/>
          <p14:tracePt t="95461" x="1524000" y="4057650"/>
          <p14:tracePt t="95478" x="1511300" y="4051300"/>
          <p14:tracePt t="95495" x="1485900" y="4038600"/>
          <p14:tracePt t="95511" x="1454150" y="4006850"/>
          <p14:tracePt t="95528" x="1441450" y="3981450"/>
          <p14:tracePt t="95545" x="1397000" y="3956050"/>
          <p14:tracePt t="95561" x="1352550" y="3943350"/>
          <p14:tracePt t="95577" x="1333500" y="3930650"/>
          <p14:tracePt t="95595" x="1289050" y="3917950"/>
          <p14:tracePt t="95611" x="1276350" y="3911600"/>
          <p14:tracePt t="95627" x="1250950" y="3911600"/>
          <p14:tracePt t="95644" x="1244600" y="3905250"/>
          <p14:tracePt t="95720" x="1244600" y="3898900"/>
          <p14:tracePt t="96311" x="1257300" y="3905250"/>
          <p14:tracePt t="96326" x="1282700" y="3924300"/>
          <p14:tracePt t="96332" x="1295400" y="3930650"/>
          <p14:tracePt t="96346" x="1314450" y="3937000"/>
          <p14:tracePt t="96358" x="1339850" y="3949700"/>
          <p14:tracePt t="96377" x="1358900" y="3956050"/>
          <p14:tracePt t="96391" x="1371600" y="3962400"/>
          <p14:tracePt t="96408" x="1416050" y="3968750"/>
          <p14:tracePt t="96425" x="1473200" y="3968750"/>
          <p14:tracePt t="96441" x="1504950" y="3975100"/>
          <p14:tracePt t="96458" x="1619250" y="3987800"/>
          <p14:tracePt t="96474" x="1746250" y="3987800"/>
          <p14:tracePt t="96492" x="1835150" y="3987800"/>
          <p14:tracePt t="96508" x="1987550" y="3987800"/>
          <p14:tracePt t="96525" x="2120900" y="3987800"/>
          <p14:tracePt t="96541" x="2171700" y="3987800"/>
          <p14:tracePt t="96558" x="2216150" y="3987800"/>
          <p14:tracePt t="96575" x="2241550" y="3987800"/>
          <p14:tracePt t="96591" x="2247900" y="3987800"/>
          <p14:tracePt t="96676" x="2254250" y="3994150"/>
          <p14:tracePt t="96697" x="2260600" y="3994150"/>
          <p14:tracePt t="96704" x="2266950" y="4000500"/>
          <p14:tracePt t="96711" x="2273300" y="4006850"/>
          <p14:tracePt t="96727" x="2279650" y="4019550"/>
          <p14:tracePt t="96741" x="2279650" y="4025900"/>
          <p14:tracePt t="96757" x="2298700" y="4044950"/>
          <p14:tracePt t="96774" x="2311400" y="4057650"/>
          <p14:tracePt t="96790" x="2330450" y="4070350"/>
          <p14:tracePt t="96807" x="2349500" y="4083050"/>
          <p14:tracePt t="96824" x="2355850" y="4095750"/>
          <p14:tracePt t="96840" x="2362200" y="4102100"/>
          <p14:tracePt t="96856" x="2374900" y="4108450"/>
          <p14:tracePt t="96874" x="2387600" y="4108450"/>
          <p14:tracePt t="96890" x="2393950" y="4114800"/>
          <p14:tracePt t="96907" x="2400300" y="4114800"/>
          <p14:tracePt t="96923" x="2457450" y="4121150"/>
          <p14:tracePt t="96940" x="2482850" y="4121150"/>
          <p14:tracePt t="96957" x="2540000" y="4133850"/>
          <p14:tracePt t="96973" x="2571750" y="4133850"/>
          <p14:tracePt t="96989" x="2647950" y="4133850"/>
          <p14:tracePt t="97006" x="2698750" y="4133850"/>
          <p14:tracePt t="97023" x="2724150" y="4133850"/>
          <p14:tracePt t="97039" x="2749550" y="4133850"/>
          <p14:tracePt t="97055" x="2762250" y="4133850"/>
          <p14:tracePt t="97073" x="2768600" y="4133850"/>
          <p14:tracePt t="97077" x="2774950" y="4133850"/>
          <p14:tracePt t="97104" x="2781300" y="4127500"/>
          <p14:tracePt t="97118" x="2781300" y="4114800"/>
          <p14:tracePt t="97125" x="2787650" y="4108450"/>
          <p14:tracePt t="97139" x="2794000" y="4102100"/>
          <p14:tracePt t="97616" x="2806700" y="4102100"/>
          <p14:tracePt t="97623" x="2825750" y="4102100"/>
          <p14:tracePt t="97638" x="2844800" y="4108450"/>
          <p14:tracePt t="97644" x="2876550" y="4108450"/>
          <p14:tracePt t="97658" x="2901950" y="4114800"/>
          <p14:tracePt t="97671" x="2946400" y="4114800"/>
          <p14:tracePt t="97687" x="3041650" y="4133850"/>
          <p14:tracePt t="97703" x="3092450" y="4133850"/>
          <p14:tracePt t="97721" x="3219450" y="4133850"/>
          <p14:tracePt t="97737" x="3371850" y="4133850"/>
          <p14:tracePt t="97753" x="3448050" y="4121150"/>
          <p14:tracePt t="97770" x="3632200" y="4114800"/>
          <p14:tracePt t="97787" x="3784600" y="4102100"/>
          <p14:tracePt t="97803" x="3848100" y="4102100"/>
          <p14:tracePt t="97820" x="3943350" y="4102100"/>
          <p14:tracePt t="97836" x="4006850" y="4102100"/>
          <p14:tracePt t="97853" x="4025900" y="4102100"/>
          <p14:tracePt t="97870" x="4044950" y="4102100"/>
          <p14:tracePt t="97886" x="4051300" y="4102100"/>
          <p14:tracePt t="97904" x="4057650" y="4102100"/>
          <p14:tracePt t="97925" x="4064000" y="4102100"/>
          <p14:tracePt t="97960" x="4070350" y="4102100"/>
          <p14:tracePt t="97995" x="4057650" y="4102100"/>
          <p14:tracePt t="98009" x="4051300" y="4095750"/>
          <p14:tracePt t="98398" x="4057650" y="4095750"/>
          <p14:tracePt t="98406" x="4089400" y="4114800"/>
          <p14:tracePt t="98421" x="4127500" y="4121150"/>
          <p14:tracePt t="98434" x="4171950" y="4146550"/>
          <p14:tracePt t="98451" x="4298950" y="4197350"/>
          <p14:tracePt t="98469" x="4432300" y="4235450"/>
          <p14:tracePt t="98484" x="4521200" y="4235450"/>
          <p14:tracePt t="98501" x="4711700" y="4267200"/>
          <p14:tracePt t="98518" x="4940300" y="4273550"/>
          <p14:tracePt t="98534" x="5054600" y="4273550"/>
          <p14:tracePt t="98551" x="5257800" y="4260850"/>
          <p14:tracePt t="98567" x="5410200" y="4260850"/>
          <p14:tracePt t="98584" x="5467350" y="4260850"/>
          <p14:tracePt t="98601" x="5524500" y="4273550"/>
          <p14:tracePt t="98617" x="5568950" y="4279900"/>
          <p14:tracePt t="98634" x="5575300" y="4279900"/>
          <p14:tracePt t="98651" x="5588000" y="4279900"/>
          <p14:tracePt t="98667" x="5594350" y="4279900"/>
          <p14:tracePt t="98683" x="5607050" y="4279900"/>
          <p14:tracePt t="98701" x="5626100" y="4279900"/>
          <p14:tracePt t="98717" x="5632450" y="4279900"/>
          <p14:tracePt t="98733" x="5651500" y="4279900"/>
          <p14:tracePt t="98750" x="5676900" y="4273550"/>
          <p14:tracePt t="98766" x="5702300" y="4273550"/>
          <p14:tracePt t="98784" x="5740400" y="4273550"/>
          <p14:tracePt t="98800" x="5778500" y="4273550"/>
          <p14:tracePt t="98816" x="5810250" y="4273550"/>
          <p14:tracePt t="98833" x="5861050" y="4267200"/>
          <p14:tracePt t="98849" x="5943600" y="4248150"/>
          <p14:tracePt t="98866" x="5981700" y="4241800"/>
          <p14:tracePt t="98883" x="6064250" y="4216400"/>
          <p14:tracePt t="98899" x="6146800" y="4197350"/>
          <p14:tracePt t="98916" x="6178550" y="4184650"/>
          <p14:tracePt t="98933" x="6242050" y="4165600"/>
          <p14:tracePt t="98949" x="6292850" y="4152900"/>
          <p14:tracePt t="98967" x="6324600" y="4146550"/>
          <p14:tracePt t="98983" x="6330950" y="4146550"/>
          <p14:tracePt t="98999" x="6343650" y="4146550"/>
          <p14:tracePt t="99016" x="6343650" y="4140200"/>
          <p14:tracePt t="99032" x="6350000" y="4140200"/>
          <p14:tracePt t="99100" x="6356350" y="4133850"/>
          <p14:tracePt t="99212" x="6362700" y="4133850"/>
          <p14:tracePt t="99331" x="6350000" y="4133850"/>
          <p14:tracePt t="99338" x="6343650" y="4133850"/>
          <p14:tracePt t="99352" x="6337300" y="4133850"/>
          <p14:tracePt t="99364" x="6324600" y="4133850"/>
          <p14:tracePt t="99381" x="6273800" y="4133850"/>
          <p14:tracePt t="99398" x="6235700" y="4133850"/>
          <p14:tracePt t="99415" x="6096000" y="4133850"/>
          <p14:tracePt t="99431" x="5892800" y="4133850"/>
          <p14:tracePt t="99447" x="5765800" y="4133850"/>
          <p14:tracePt t="99465" x="5505450" y="4133850"/>
          <p14:tracePt t="99481" x="5194300" y="4133850"/>
          <p14:tracePt t="99497" x="5003800" y="4140200"/>
          <p14:tracePt t="99514" x="4724400" y="4146550"/>
          <p14:tracePt t="99531" x="4451350" y="4159250"/>
          <p14:tracePt t="99547" x="4337050" y="4171950"/>
          <p14:tracePt t="99564" x="4146550" y="4191000"/>
          <p14:tracePt t="99580" x="4006850" y="4191000"/>
          <p14:tracePt t="99598" x="3892550" y="4191000"/>
          <p14:tracePt t="99614" x="3848100" y="4191000"/>
          <p14:tracePt t="99630" x="3810000" y="4191000"/>
          <p14:tracePt t="99648" x="3803650" y="4191000"/>
          <p14:tracePt t="100001" x="3765550" y="4203700"/>
          <p14:tracePt t="100008" x="3683000" y="4241800"/>
          <p14:tracePt t="100022" x="3606800" y="4260850"/>
          <p14:tracePt t="100031" x="3524250" y="4292600"/>
          <p14:tracePt t="100046" x="3448050" y="4324350"/>
          <p14:tracePt t="100062" x="3352800" y="4343400"/>
          <p14:tracePt t="100079" x="3092450" y="4413250"/>
          <p14:tracePt t="100095" x="3003550" y="4432300"/>
          <p14:tracePt t="100113" x="2838450" y="4508500"/>
          <p14:tracePt t="100129" x="2781300" y="4552950"/>
          <p14:tracePt t="100145" x="2641600" y="4667250"/>
          <p14:tracePt t="100163" x="2501900" y="4775200"/>
          <p14:tracePt t="100178" x="2432050" y="4838700"/>
          <p14:tracePt t="100195" x="2286000" y="4965700"/>
          <p14:tracePt t="100211" x="2184400" y="5105400"/>
          <p14:tracePt t="100228" x="2146300" y="5162550"/>
          <p14:tracePt t="100245" x="2095500" y="5276850"/>
          <p14:tracePt t="100261" x="2057400" y="5353050"/>
          <p14:tracePt t="100278" x="2044700" y="5372100"/>
          <p14:tracePt t="100295" x="2044700" y="5397500"/>
          <p14:tracePt t="100311" x="2044700" y="5410200"/>
          <p14:tracePt t="100345" x="2038350" y="5410200"/>
          <p14:tracePt t="100361" x="2032000" y="5422900"/>
          <p14:tracePt t="100394" x="2012950" y="5422900"/>
          <p14:tracePt t="100411" x="1993900" y="5410200"/>
          <p14:tracePt t="100428" x="1981200" y="5397500"/>
          <p14:tracePt t="100444" x="1974850" y="5378450"/>
          <p14:tracePt t="100461" x="1974850" y="5365750"/>
          <p14:tracePt t="100478" x="1962150" y="5334000"/>
          <p14:tracePt t="100494" x="1962150" y="5302250"/>
          <p14:tracePt t="100510" x="1962150" y="5276850"/>
          <p14:tracePt t="100527" x="1962150" y="5238750"/>
          <p14:tracePt t="100544" x="1974850" y="5187950"/>
          <p14:tracePt t="100560" x="1987550" y="5143500"/>
          <p14:tracePt t="100577" x="2025650" y="5067300"/>
          <p14:tracePt t="100594" x="2070100" y="5003800"/>
          <p14:tracePt t="100611" x="2089150" y="4959350"/>
          <p14:tracePt t="100627" x="2101850" y="4946650"/>
          <p14:tracePt t="100643" x="2114550" y="4933950"/>
          <p14:tracePt t="100660" x="2127250" y="4933950"/>
          <p14:tracePt t="100676" x="2139950" y="4933950"/>
          <p14:tracePt t="100693" x="2152650" y="4940300"/>
          <p14:tracePt t="100709" x="2190750" y="4997450"/>
          <p14:tracePt t="100726" x="2216150" y="5048250"/>
          <p14:tracePt t="100743" x="2247900" y="5118100"/>
          <p14:tracePt t="100759" x="2305050" y="5302250"/>
          <p14:tracePt t="100776" x="2362200" y="5524500"/>
          <p14:tracePt t="100793" x="2381250" y="5613400"/>
          <p14:tracePt t="100809" x="2393950" y="5829300"/>
          <p14:tracePt t="100826" x="2393950" y="5969000"/>
          <p14:tracePt t="100843" x="2374900" y="6038850"/>
          <p14:tracePt t="100859" x="2368550" y="6051550"/>
          <p14:tracePt t="100876" x="2343150" y="6045200"/>
          <p14:tracePt t="100893" x="2311400" y="5988050"/>
          <p14:tracePt t="100909" x="2292350" y="5943600"/>
          <p14:tracePt t="100927" x="2241550" y="5810250"/>
          <p14:tracePt t="100942" x="2203450" y="5651500"/>
          <p14:tracePt t="100959" x="2184400" y="5556250"/>
          <p14:tracePt t="100976" x="2152650" y="5378450"/>
          <p14:tracePt t="100992" x="2127250" y="5232400"/>
          <p14:tracePt t="101009" x="2127250" y="5181600"/>
          <p14:tracePt t="101026" x="2120900" y="5143500"/>
          <p14:tracePt t="101042" x="2114550" y="5130800"/>
          <p14:tracePt t="101075" x="2114550" y="5149850"/>
          <p14:tracePt t="101092" x="2120900" y="5187950"/>
          <p14:tracePt t="101109" x="2146300" y="5308600"/>
          <p14:tracePt t="101125" x="2184400" y="5441950"/>
          <p14:tracePt t="101142" x="2203450" y="5511800"/>
          <p14:tracePt t="101159" x="2254250" y="5657850"/>
          <p14:tracePt t="101175" x="2305050" y="5791200"/>
          <p14:tracePt t="101191" x="2317750" y="5835650"/>
          <p14:tracePt t="101208" x="2330450" y="5861050"/>
          <p14:tracePt t="101225" x="2336800" y="5867400"/>
          <p14:tracePt t="101242" x="2336800" y="5822950"/>
          <p14:tracePt t="101258" x="2336800" y="5772150"/>
          <p14:tracePt t="101275" x="2324100" y="5619750"/>
          <p14:tracePt t="101292" x="2292350" y="5416550"/>
          <p14:tracePt t="101308" x="2273300" y="5308600"/>
          <p14:tracePt t="101324" x="2241550" y="5194300"/>
          <p14:tracePt t="101341" x="2165350" y="4965700"/>
          <p14:tracePt t="101358" x="2146300" y="4933950"/>
          <p14:tracePt t="101374" x="2133600" y="4914900"/>
          <p14:tracePt t="101391" x="2120900" y="4902200"/>
          <p14:tracePt t="101407" x="2114550" y="4895850"/>
          <p14:tracePt t="101425" x="2114550" y="4927600"/>
          <p14:tracePt t="101440" x="2114550" y="4965700"/>
          <p14:tracePt t="101457" x="2139950" y="5086350"/>
          <p14:tracePt t="101474" x="2190750" y="5257800"/>
          <p14:tracePt t="101490" x="2216150" y="5346700"/>
          <p14:tracePt t="101507" x="2260600" y="5505450"/>
          <p14:tracePt t="101524" x="2311400" y="5657850"/>
          <p14:tracePt t="101540" x="2330450" y="5708650"/>
          <p14:tracePt t="101558" x="2343150" y="5772150"/>
          <p14:tracePt t="101573" x="2343150" y="5791200"/>
          <p14:tracePt t="101590" x="2336800" y="5797550"/>
          <p14:tracePt t="101607" x="2317750" y="5797550"/>
          <p14:tracePt t="101623" x="2292350" y="5753100"/>
          <p14:tracePt t="101640" x="2292350" y="5734050"/>
          <p14:tracePt t="101657" x="2279650" y="5683250"/>
          <p14:tracePt t="101673" x="2292350" y="5651500"/>
          <p14:tracePt t="102017" x="2279650" y="5689600"/>
          <p14:tracePt t="102024" x="2260600" y="5734050"/>
          <p14:tracePt t="102038" x="2247900" y="5778500"/>
          <p14:tracePt t="102044" x="2228850" y="5842000"/>
          <p14:tracePt t="102055" x="2197100" y="5924550"/>
          <p14:tracePt t="102072" x="2165350" y="5994400"/>
          <p14:tracePt t="102088" x="2101850" y="6115050"/>
          <p14:tracePt t="102104" x="2070100" y="6172200"/>
          <p14:tracePt t="102123" x="2006600" y="6337300"/>
          <p14:tracePt t="102138" x="1993900" y="6369050"/>
          <p14:tracePt t="102155" x="1981200" y="6413500"/>
          <p14:tracePt t="102172" x="1974850" y="6470650"/>
          <p14:tracePt t="102188" x="1974850" y="6502400"/>
          <p14:tracePt t="102754" x="1943100" y="6457950"/>
          <p14:tracePt t="102767" x="1962150" y="6438900"/>
          <p14:tracePt t="102774" x="1981200" y="6407150"/>
          <p14:tracePt t="102789" x="2006600" y="6381750"/>
          <p14:tracePt t="102802" x="2025650" y="6362700"/>
          <p14:tracePt t="102819" x="2095500" y="6311900"/>
          <p14:tracePt t="102836" x="2114550" y="6299200"/>
          <p14:tracePt t="102853" x="2159000" y="6273800"/>
          <p14:tracePt t="102869" x="2197100" y="6261100"/>
          <p14:tracePt t="102887" x="2228850" y="6261100"/>
          <p14:tracePt t="102902" x="2235200" y="6261100"/>
          <p14:tracePt t="102919" x="2260600" y="6261100"/>
          <p14:tracePt t="102936" x="2279650" y="6273800"/>
          <p14:tracePt t="102952" x="2292350" y="6280150"/>
          <p14:tracePt t="102969" x="2330450" y="6286500"/>
          <p14:tracePt t="102985" x="2400300" y="6299200"/>
          <p14:tracePt t="103002" x="2444750" y="6311900"/>
          <p14:tracePt t="103019" x="2495550" y="6318250"/>
          <p14:tracePt t="103035" x="2628900" y="6330950"/>
          <p14:tracePt t="103051" x="2660650" y="6330950"/>
          <p14:tracePt t="103069" x="2686050" y="6337300"/>
          <p14:tracePt t="103085" x="2705100" y="6337300"/>
          <p14:tracePt t="103101" x="2717800" y="6343650"/>
          <p14:tracePt t="103118" x="2724150" y="6343650"/>
          <p14:tracePt t="103146" x="2730500" y="6343650"/>
          <p14:tracePt t="103237" x="2736850" y="6343650"/>
          <p14:tracePt t="103497" x="2717800" y="6343650"/>
          <p14:tracePt t="103504" x="2686050" y="6337300"/>
          <p14:tracePt t="103519" x="2641600" y="6330950"/>
          <p14:tracePt t="103535" x="2590800" y="6324600"/>
          <p14:tracePt t="103550" x="2508250" y="6305550"/>
          <p14:tracePt t="103567" x="2457450" y="6299200"/>
          <p14:tracePt t="103583" x="2438400" y="6292850"/>
          <p14:tracePt t="103600" x="2419350" y="6286500"/>
          <p14:tracePt t="103617" x="2413000" y="6280150"/>
          <p14:tracePt t="103633" x="2413000" y="6273800"/>
          <p14:tracePt t="103651" x="2425700" y="6273800"/>
          <p14:tracePt t="103654" x="2432050" y="6273800"/>
          <p14:tracePt t="103666" x="2457450" y="6273800"/>
          <p14:tracePt t="103683" x="2470150" y="6273800"/>
          <p14:tracePt t="103700" x="2514600" y="6273800"/>
          <p14:tracePt t="103716" x="2540000" y="6273800"/>
          <p14:tracePt t="103733" x="2609850" y="6292850"/>
          <p14:tracePt t="103750" x="2686050" y="6311900"/>
          <p14:tracePt t="103766" x="2717800" y="6330950"/>
          <p14:tracePt t="103782" x="2787650" y="6356350"/>
          <p14:tracePt t="103799" x="2863850" y="6388100"/>
          <p14:tracePt t="103816" x="2889250" y="6394450"/>
          <p14:tracePt t="103833" x="2940050" y="6413500"/>
          <p14:tracePt t="103849" x="2971800" y="6438900"/>
          <p14:tracePt t="103865" x="2984500" y="6445250"/>
          <p14:tracePt t="103883" x="2997200" y="6451600"/>
          <p14:tracePt t="103899" x="3003550" y="6457950"/>
          <p14:tracePt t="103945" x="3009900" y="6457950"/>
          <p14:tracePt t="104184" x="3016250" y="6457950"/>
          <p14:tracePt t="104197" x="3009900" y="6457950"/>
          <p14:tracePt t="104611" x="3003550" y="6451600"/>
          <p14:tracePt t="104617" x="2984500" y="6445250"/>
          <p14:tracePt t="104639" x="2971800" y="6438900"/>
          <p14:tracePt t="104647" x="2959100" y="6438900"/>
          <p14:tracePt t="104662" x="2952750" y="6432550"/>
          <p14:tracePt t="104681" x="2933700" y="6426200"/>
          <p14:tracePt t="104696" x="2921000" y="6419850"/>
          <p14:tracePt t="104712" x="2908300" y="6413500"/>
          <p14:tracePt t="104730" x="2889250" y="6413500"/>
          <p14:tracePt t="104746" x="2882900" y="6407150"/>
          <p14:tracePt t="104762" x="2870200" y="6407150"/>
          <p14:tracePt t="104780" x="2863850" y="6400800"/>
          <p14:tracePt t="104821" x="2863850" y="6394450"/>
          <p14:tracePt t="104829" x="2863850" y="6388100"/>
          <p14:tracePt t="104849" x="2863850" y="6381750"/>
          <p14:tracePt t="104862" x="2870200" y="6375400"/>
          <p14:tracePt t="104879" x="2876550" y="6375400"/>
          <p14:tracePt t="104895" x="2882900" y="6369050"/>
          <p14:tracePt t="104914" x="2889250" y="6369050"/>
          <p14:tracePt t="104928" x="2895600" y="6369050"/>
          <p14:tracePt t="104945" x="2914650" y="6369050"/>
          <p14:tracePt t="104962" x="2952750" y="6350000"/>
          <p14:tracePt t="104979" x="2971800" y="6350000"/>
          <p14:tracePt t="104995" x="3022600" y="6343650"/>
          <p14:tracePt t="105012" x="3067050" y="6343650"/>
          <p14:tracePt t="105028" x="3105150" y="6343650"/>
          <p14:tracePt t="105045" x="3162300" y="6343650"/>
          <p14:tracePt t="105061" x="3232150" y="6343650"/>
          <p14:tracePt t="105078" x="3257550" y="6350000"/>
          <p14:tracePt t="105095" x="3321050" y="6362700"/>
          <p14:tracePt t="105111" x="3365500" y="6375400"/>
          <p14:tracePt t="105128" x="3397250" y="6381750"/>
          <p14:tracePt t="105145" x="3441700" y="6407150"/>
          <p14:tracePt t="105161" x="3473450" y="6419850"/>
          <p14:tracePt t="105178" x="3492500" y="6426200"/>
          <p14:tracePt t="105181" x="3505200" y="6438900"/>
          <p14:tracePt t="105195" x="3517900" y="6438900"/>
          <p14:tracePt t="105211" x="3536950" y="6451600"/>
          <p14:tracePt t="105229" x="3562350" y="6470650"/>
          <p14:tracePt t="105244" x="3568700" y="6470650"/>
          <p14:tracePt t="105261" x="3575050" y="6470650"/>
          <p14:tracePt t="105278" x="3587750" y="6477000"/>
          <p14:tracePt t="105294" x="3594100" y="6483350"/>
          <p14:tracePt t="105328" x="3600450" y="6483350"/>
          <p14:tracePt t="105347" x="3606800" y="6483350"/>
          <p14:tracePt t="105368" x="3613150" y="6483350"/>
          <p14:tracePt t="105431" x="3619500" y="6483350"/>
          <p14:tracePt t="105502" x="3625850" y="6483350"/>
          <p14:tracePt t="105558" x="3625850" y="6477000"/>
          <p14:tracePt t="105933" x="3651250" y="6477000"/>
          <p14:tracePt t="105940" x="3689350" y="6477000"/>
          <p14:tracePt t="105954" x="3714750" y="6477000"/>
          <p14:tracePt t="105962" x="3765550" y="6477000"/>
          <p14:tracePt t="105975" x="3803650" y="6477000"/>
          <p14:tracePt t="105991" x="3924300" y="6477000"/>
          <p14:tracePt t="106008" x="3987800" y="6477000"/>
          <p14:tracePt t="106025" x="4140200" y="6477000"/>
          <p14:tracePt t="106041" x="4241800" y="6477000"/>
          <p14:tracePt t="106058" x="4445000" y="6477000"/>
          <p14:tracePt t="106075" x="4648200" y="6464300"/>
          <p14:tracePt t="106091" x="4737100" y="6464300"/>
          <p14:tracePt t="106108" x="4914900" y="6445250"/>
          <p14:tracePt t="106124" x="5080000" y="6426200"/>
          <p14:tracePt t="106141" x="5149850" y="6426200"/>
          <p14:tracePt t="106158" x="5276850" y="6426200"/>
          <p14:tracePt t="106174" x="5365750" y="6426200"/>
          <p14:tracePt t="106191" x="5410200" y="6438900"/>
          <p14:tracePt t="106194" x="5435600" y="6438900"/>
          <p14:tracePt t="106208" x="5467350" y="6445250"/>
          <p14:tracePt t="106224" x="5499100" y="6457950"/>
          <p14:tracePt t="106241" x="5511800" y="6457950"/>
          <p14:tracePt t="106257" x="5556250" y="6464300"/>
          <p14:tracePt t="106274" x="5588000" y="6470650"/>
          <p14:tracePt t="106291" x="5632450" y="6489700"/>
          <p14:tracePt t="106307" x="5657850" y="6508750"/>
          <p14:tracePt t="106324" x="5689600" y="6515100"/>
          <p14:tracePt t="106340" x="5740400" y="6527800"/>
          <p14:tracePt t="106357" x="5791200" y="6540500"/>
          <p14:tracePt t="106374" x="5810250" y="6540500"/>
          <p14:tracePt t="106390" x="5842000" y="6546850"/>
          <p14:tracePt t="106407" x="5867400" y="6553200"/>
          <p14:tracePt t="106424" x="5892800" y="6553200"/>
          <p14:tracePt t="106439" x="5899150" y="6553200"/>
          <p14:tracePt t="106456" x="5918200" y="6553200"/>
          <p14:tracePt t="106474" x="5930900" y="6553200"/>
          <p14:tracePt t="106490" x="5943600" y="6553200"/>
          <p14:tracePt t="106507" x="5956300" y="6553200"/>
          <p14:tracePt t="106523" x="5969000" y="6553200"/>
          <p14:tracePt t="106540" x="5975350" y="6553200"/>
          <p14:tracePt t="106573" x="5981700" y="6553200"/>
          <p14:tracePt t="106621" x="5988050" y="6553200"/>
          <p14:tracePt t="106641" x="5994400" y="6553200"/>
          <p14:tracePt t="106705" x="5981700" y="6553200"/>
          <p14:tracePt t="106712" x="5975350" y="6553200"/>
          <p14:tracePt t="106726" x="5962650" y="6553200"/>
          <p14:tracePt t="106739" x="5930900" y="6553200"/>
          <p14:tracePt t="106755" x="5816600" y="6553200"/>
          <p14:tracePt t="106772" x="5715000" y="6553200"/>
          <p14:tracePt t="106789" x="5461000" y="6534150"/>
          <p14:tracePt t="106805" x="5118100" y="6508750"/>
          <p14:tracePt t="106822" x="4927600" y="6496050"/>
          <p14:tracePt t="106839" x="4552950" y="6483350"/>
          <p14:tracePt t="106855" x="4273550" y="6470650"/>
          <p14:tracePt t="106873" x="4159250" y="6464300"/>
          <p14:tracePt t="106888" x="3956050" y="6451600"/>
          <p14:tracePt t="106905" x="3816350" y="6445250"/>
          <p14:tracePt t="106922" x="3765550" y="6432550"/>
          <p14:tracePt t="106939" x="3683000" y="6426200"/>
          <p14:tracePt t="106955" x="3613150" y="6413500"/>
          <p14:tracePt t="106972" x="3568700" y="6413500"/>
          <p14:tracePt t="106988" x="3549650" y="6413500"/>
          <p14:tracePt t="107005" x="3536950" y="6407150"/>
          <p14:tracePt t="107021" x="3511550" y="6407150"/>
          <p14:tracePt t="107039" x="3479800" y="6413500"/>
          <p14:tracePt t="107055" x="3448050" y="6419850"/>
          <p14:tracePt t="107071" x="3429000" y="6426200"/>
          <p14:tracePt t="107088" x="3378200" y="6432550"/>
          <p14:tracePt t="107105" x="3327400" y="6438900"/>
          <p14:tracePt t="107121" x="3295650" y="6445250"/>
          <p14:tracePt t="107138" x="3263900" y="6445250"/>
          <p14:tracePt t="107154" x="3219450" y="6451600"/>
          <p14:tracePt t="107171" x="3194050" y="6451600"/>
          <p14:tracePt t="107187" x="3136900" y="6457950"/>
          <p14:tracePt t="107204" x="3073400" y="6470650"/>
          <p14:tracePt t="107220" x="3041650" y="6470650"/>
          <p14:tracePt t="107238" x="3022600" y="6457950"/>
          <p14:tracePt t="107254" x="2959100" y="6426200"/>
          <p14:tracePt t="107270" x="2946400" y="6419850"/>
          <p14:tracePt t="107287" x="2921000" y="6413500"/>
          <p14:tracePt t="107304" x="2908300" y="6407150"/>
          <p14:tracePt t="107320" x="2895600" y="6407150"/>
          <p14:tracePt t="107337" x="2882900" y="6407150"/>
          <p14:tracePt t="107357" x="2876550" y="6407150"/>
          <p14:tracePt t="107371" x="2870200" y="6407150"/>
          <p14:tracePt t="107923" x="2876550" y="6394450"/>
          <p14:tracePt t="107937" x="2882900" y="6394450"/>
          <p14:tracePt t="107943" x="2889250" y="6381750"/>
          <p14:tracePt t="107958" x="2895600" y="6381750"/>
          <p14:tracePt t="107968" x="2901950" y="6375400"/>
          <p14:tracePt t="108224" x="2908300" y="6362700"/>
          <p14:tracePt t="108238" x="2927350" y="6350000"/>
          <p14:tracePt t="108245" x="2940050" y="6330950"/>
          <p14:tracePt t="108259" x="2965450" y="6305550"/>
          <p14:tracePt t="108268" x="2984500" y="6286500"/>
          <p14:tracePt t="108283" x="3009900" y="6261100"/>
          <p14:tracePt t="108300" x="3022600" y="6191250"/>
          <p14:tracePt t="108317" x="3028950" y="6096000"/>
          <p14:tracePt t="108333" x="3022600" y="6032500"/>
          <p14:tracePt t="108351" x="2940050" y="5880100"/>
          <p14:tracePt t="108367" x="2806700" y="5715000"/>
          <p14:tracePt t="108384" x="2730500" y="5632450"/>
          <p14:tracePt t="108400" x="2565400" y="5518150"/>
          <p14:tracePt t="108416" x="2368550" y="5422900"/>
          <p14:tracePt t="108433" x="2266950" y="5384800"/>
          <p14:tracePt t="108450" x="2082800" y="5321300"/>
          <p14:tracePt t="108466" x="2012950" y="5302250"/>
          <p14:tracePt t="108484" x="1841500" y="5276850"/>
          <p14:tracePt t="108499" x="1790700" y="5276850"/>
          <p14:tracePt t="108516" x="1752600" y="5276850"/>
          <p14:tracePt t="108533" x="1676400" y="5270500"/>
          <p14:tracePt t="108550" x="1644650" y="5276850"/>
          <p14:tracePt t="108566" x="1631950" y="5283200"/>
          <p14:tracePt t="108583" x="1619250" y="5302250"/>
          <p14:tracePt t="108599" x="1612900" y="5314950"/>
          <p14:tracePt t="108616" x="1612900" y="5334000"/>
          <p14:tracePt t="108633" x="1612900" y="5365750"/>
          <p14:tracePt t="108649" x="1631950" y="5422900"/>
          <p14:tracePt t="108667" x="1676400" y="5454650"/>
          <p14:tracePt t="108682" x="1695450" y="5480050"/>
          <p14:tracePt t="108699" x="1758950" y="5511800"/>
          <p14:tracePt t="108716" x="1841500" y="5524500"/>
          <p14:tracePt t="108732" x="1866900" y="5524500"/>
          <p14:tracePt t="108735" x="1898650" y="5524500"/>
          <p14:tracePt t="108751" x="1930400" y="5524500"/>
          <p14:tracePt t="108766" x="1968500" y="5518150"/>
          <p14:tracePt t="108782" x="1981200" y="5511800"/>
          <p14:tracePt t="108800" x="2000250" y="5499100"/>
          <p14:tracePt t="108815" x="2006600" y="5486400"/>
          <p14:tracePt t="108832" x="2012950" y="5454650"/>
          <p14:tracePt t="108849" x="2012950" y="5397500"/>
          <p14:tracePt t="108865" x="2012950" y="5359400"/>
          <p14:tracePt t="108881" x="1993900" y="5264150"/>
          <p14:tracePt t="108898" x="1955800" y="5175250"/>
          <p14:tracePt t="108914" x="1930400" y="5118100"/>
          <p14:tracePt t="108931" x="1866900" y="5029200"/>
          <p14:tracePt t="108948" x="1790700" y="4972050"/>
          <p14:tracePt t="108964" x="1746250" y="4953000"/>
          <p14:tracePt t="108982" x="1676400" y="4946650"/>
          <p14:tracePt t="108998" x="1612900" y="4984750"/>
          <p14:tracePt t="109014" x="1574800" y="5010150"/>
          <p14:tracePt t="109032" x="1536700" y="5073650"/>
          <p14:tracePt t="109048" x="1511300" y="5162550"/>
          <p14:tracePt t="109064" x="1504950" y="5200650"/>
          <p14:tracePt t="109082" x="1492250" y="5283200"/>
          <p14:tracePt t="109098" x="1498600" y="5308600"/>
          <p14:tracePt t="109115" x="1530350" y="5384800"/>
          <p14:tracePt t="109131" x="1587500" y="5454650"/>
          <p14:tracePt t="109148" x="1625600" y="5486400"/>
          <p14:tracePt t="109164" x="1708150" y="5530850"/>
          <p14:tracePt t="109181" x="1822450" y="5568950"/>
          <p14:tracePt t="109197" x="1860550" y="5568950"/>
          <p14:tracePt t="109214" x="1924050" y="5549900"/>
          <p14:tracePt t="109230" x="1962150" y="5505450"/>
          <p14:tracePt t="109247" x="1968500" y="5486400"/>
          <p14:tracePt t="109250" x="1974850" y="5454650"/>
          <p14:tracePt t="109264" x="1974850" y="5429250"/>
          <p14:tracePt t="109280" x="1974850" y="5372100"/>
          <p14:tracePt t="109298" x="1943100" y="5295900"/>
          <p14:tracePt t="109313" x="1911350" y="5251450"/>
          <p14:tracePt t="109330" x="1841500" y="5162550"/>
          <p14:tracePt t="109347" x="1733550" y="5029200"/>
          <p14:tracePt t="109363" x="1670050" y="4972050"/>
          <p14:tracePt t="109380" x="1612900" y="4921250"/>
          <p14:tracePt t="109396" x="1435100" y="4845050"/>
          <p14:tracePt t="109412" x="1384300" y="4845050"/>
          <p14:tracePt t="109431" x="1289050" y="4864100"/>
          <p14:tracePt t="109446" x="1257300" y="4883150"/>
          <p14:tracePt t="109463" x="1187450" y="4953000"/>
          <p14:tracePt t="109480" x="1162050" y="5022850"/>
          <p14:tracePt t="109496" x="1143000" y="5067300"/>
          <p14:tracePt t="109513" x="1143000" y="5162550"/>
          <p14:tracePt t="109529" x="1162050" y="5270500"/>
          <p14:tracePt t="109546" x="1200150" y="5327650"/>
          <p14:tracePt t="109563" x="1289050" y="5429250"/>
          <p14:tracePt t="109579" x="1403350" y="5537200"/>
          <p14:tracePt t="109596" x="1473200" y="5575300"/>
          <p14:tracePt t="109613" x="1625600" y="5657850"/>
          <p14:tracePt t="109630" x="1778000" y="5664200"/>
          <p14:tracePt t="109646" x="1860550" y="5645150"/>
          <p14:tracePt t="109662" x="1974850" y="5568950"/>
          <p14:tracePt t="109679" x="2044700" y="5429250"/>
          <p14:tracePt t="109696" x="2057400" y="5372100"/>
          <p14:tracePt t="109711" x="2057400" y="5257800"/>
          <p14:tracePt t="109728" x="2038350" y="5200650"/>
          <p14:tracePt t="109746" x="1911350" y="4984750"/>
          <p14:tracePt t="109762" x="1854200" y="4889500"/>
          <p14:tracePt t="109778" x="1797050" y="4832350"/>
          <p14:tracePt t="109795" x="1695450" y="4743450"/>
          <p14:tracePt t="109812" x="1593850" y="4711700"/>
          <p14:tracePt t="109828" x="1549400" y="4692650"/>
          <p14:tracePt t="109845" x="1504950" y="4686300"/>
          <p14:tracePt t="109861" x="1460500" y="4686300"/>
          <p14:tracePt t="109878" x="1447800" y="4699000"/>
          <p14:tracePt t="109895" x="1416050" y="4730750"/>
          <p14:tracePt t="109911" x="1397000" y="4775200"/>
          <p14:tracePt t="109929" x="1365250" y="4800600"/>
          <p14:tracePt t="109944" x="1358900" y="4819650"/>
          <p14:tracePt t="109961" x="1339850" y="4857750"/>
          <p14:tracePt t="109978" x="1339850" y="4902200"/>
          <p14:tracePt t="109994" x="1339850" y="4921250"/>
          <p14:tracePt t="110011" x="1346200" y="4946650"/>
          <p14:tracePt t="110028" x="1371600" y="5029200"/>
          <p14:tracePt t="110044" x="1377950" y="5060950"/>
          <p14:tracePt t="110061" x="1390650" y="5105400"/>
          <p14:tracePt t="110077" x="1409700" y="5137150"/>
          <p14:tracePt t="110094" x="1435100" y="5200650"/>
          <p14:tracePt t="110111" x="1454150" y="5270500"/>
          <p14:tracePt t="110128" x="1466850" y="5314950"/>
          <p14:tracePt t="110144" x="1492250" y="5397500"/>
          <p14:tracePt t="110161" x="1504950" y="5480050"/>
          <p14:tracePt t="110177" x="1517650" y="5524500"/>
          <p14:tracePt t="110194" x="1530350" y="5588000"/>
          <p14:tracePt t="110210" x="1543050" y="5626100"/>
          <p14:tracePt t="110227" x="1549400" y="5632450"/>
          <p14:tracePt t="110244" x="1562100" y="5645150"/>
          <p14:tracePt t="110277" x="1568450" y="5645150"/>
          <p14:tracePt t="110377" x="1574800" y="5645150"/>
          <p14:tracePt t="110419" x="1581150" y="5645150"/>
          <p14:tracePt t="110433" x="1587500" y="5645150"/>
          <p14:tracePt t="110440" x="1593850" y="5645150"/>
          <p14:tracePt t="110447" x="1606550" y="5645150"/>
          <p14:tracePt t="110462" x="1612900" y="5645150"/>
          <p14:tracePt t="110476" x="1619250" y="5645150"/>
          <p14:tracePt t="110493" x="1638300" y="5645150"/>
          <p14:tracePt t="110510" x="1663700" y="5645150"/>
          <p14:tracePt t="110526" x="1695450" y="5632450"/>
          <p14:tracePt t="110543" x="1733550" y="5619750"/>
          <p14:tracePt t="110560" x="1771650" y="5588000"/>
          <p14:tracePt t="110576" x="1790700" y="5575300"/>
          <p14:tracePt t="110592" x="1816100" y="5549900"/>
          <p14:tracePt t="110610" x="1828800" y="5511800"/>
          <p14:tracePt t="110625" x="1828800" y="5505450"/>
          <p14:tracePt t="110642" x="1828800" y="5499100"/>
          <p14:tracePt t="110659" x="1803400" y="5454650"/>
          <p14:tracePt t="110675" x="1790700" y="5448300"/>
          <p14:tracePt t="110693" x="1765300" y="5441950"/>
          <p14:tracePt t="110709" x="1758950" y="5441950"/>
          <p14:tracePt t="110725" x="1733550" y="5441950"/>
          <p14:tracePt t="110742" x="1695450" y="5441950"/>
          <p14:tracePt t="110758" x="1676400" y="5448300"/>
          <p14:tracePt t="110775" x="1644650" y="5467350"/>
          <p14:tracePt t="110792" x="1619250" y="5486400"/>
          <p14:tracePt t="110808" x="1612900" y="5492750"/>
          <p14:tracePt t="110825" x="1600200" y="5492750"/>
          <p14:tracePt t="110841" x="1587500" y="5505450"/>
          <p14:tracePt t="110858" x="1581150" y="5511800"/>
          <p14:tracePt t="110875" x="1581150" y="5518150"/>
          <p14:tracePt t="110891" x="1574800" y="5530850"/>
          <p14:tracePt t="110925" x="1568450" y="5537200"/>
          <p14:tracePt t="111312" x="1568450" y="5543550"/>
          <p14:tracePt t="111319" x="1568450" y="5549900"/>
          <p14:tracePt t="111333" x="1568450" y="5562600"/>
          <p14:tracePt t="111342" x="1568450" y="5568950"/>
          <p14:tracePt t="111356" x="1568450" y="5588000"/>
          <p14:tracePt t="111373" x="1568450" y="5594350"/>
          <p14:tracePt t="111389" x="1574800" y="5626100"/>
          <p14:tracePt t="111406" x="1581150" y="5638800"/>
          <p14:tracePt t="111423" x="1587500" y="5657850"/>
          <p14:tracePt t="111439" x="1606550" y="5683250"/>
          <p14:tracePt t="111456" x="1625600" y="5702300"/>
          <p14:tracePt t="111474" x="1651000" y="5721350"/>
          <p14:tracePt t="111489" x="1663700" y="5721350"/>
          <p14:tracePt t="111506" x="1695450" y="5740400"/>
          <p14:tracePt t="111523" x="1746250" y="5746750"/>
          <p14:tracePt t="111539" x="1765300" y="5746750"/>
          <p14:tracePt t="111555" x="1835150" y="5734050"/>
          <p14:tracePt t="111572" x="1885950" y="5715000"/>
          <p14:tracePt t="111588" x="1917700" y="5695950"/>
          <p14:tracePt t="111606" x="1955800" y="5676900"/>
          <p14:tracePt t="111622" x="1981200" y="5657850"/>
          <p14:tracePt t="111639" x="1987550" y="5651500"/>
          <p14:tracePt t="111656" x="1987550" y="5645150"/>
          <p14:tracePt t="111672" x="1993900" y="5626100"/>
          <p14:tracePt t="111689" x="1993900" y="5619750"/>
          <p14:tracePt t="111706" x="1993900" y="5607050"/>
          <p14:tracePt t="111722" x="1981200" y="5600700"/>
          <p14:tracePt t="111739" x="1949450" y="5581650"/>
          <p14:tracePt t="111755" x="1898650" y="5568950"/>
          <p14:tracePt t="111772" x="1860550" y="5562600"/>
          <p14:tracePt t="111789" x="1790700" y="5543550"/>
          <p14:tracePt t="111805" x="1708150" y="5543550"/>
          <p14:tracePt t="111822" x="1682750" y="5543550"/>
          <p14:tracePt t="111838" x="1638300" y="5549900"/>
          <p14:tracePt t="111855" x="1625600" y="5549900"/>
          <p14:tracePt t="111871" x="1612900" y="5556250"/>
          <p14:tracePt t="111888" x="1612900" y="5568950"/>
          <p14:tracePt t="111904" x="1612900" y="5594350"/>
          <p14:tracePt t="111922" x="1619250" y="5607050"/>
          <p14:tracePt t="111937" x="1638300" y="5632450"/>
          <p14:tracePt t="111954" x="1676400" y="5676900"/>
          <p14:tracePt t="111972" x="1727200" y="5708650"/>
          <p14:tracePt t="111987" x="1752600" y="5721350"/>
          <p14:tracePt t="112004" x="1797050" y="5734050"/>
          <p14:tracePt t="112021" x="1905000" y="5727700"/>
          <p14:tracePt t="112037" x="1930400" y="5721350"/>
          <p14:tracePt t="112054" x="1962150" y="5708650"/>
          <p14:tracePt t="112070" x="2019300" y="5676900"/>
          <p14:tracePt t="112087" x="2038350" y="5664200"/>
          <p14:tracePt t="112104" x="2044700" y="5645150"/>
          <p14:tracePt t="112136" x="2044700" y="5626100"/>
          <p14:tracePt t="112154" x="2032000" y="5607050"/>
          <p14:tracePt t="112170" x="2019300" y="5594350"/>
          <p14:tracePt t="112187" x="1993900" y="5575300"/>
          <p14:tracePt t="112203" x="1943100" y="5556250"/>
          <p14:tracePt t="112220" x="1911350" y="5543550"/>
          <p14:tracePt t="112238" x="1841500" y="5537200"/>
          <p14:tracePt t="112253" x="1784350" y="5537200"/>
          <p14:tracePt t="112270" x="1752600" y="5543550"/>
          <p14:tracePt t="112287" x="1714500" y="5549900"/>
          <p14:tracePt t="112303" x="1676400" y="5568950"/>
          <p14:tracePt t="112320" x="1663700" y="5575300"/>
          <p14:tracePt t="112337" x="1644650" y="5594350"/>
          <p14:tracePt t="112353" x="1631950" y="5607050"/>
          <p14:tracePt t="112369" x="1619250" y="5632450"/>
          <p14:tracePt t="112386" x="1612900" y="5664200"/>
          <p14:tracePt t="112402" x="1606550" y="5683250"/>
          <p14:tracePt t="112420" x="1606550" y="5727700"/>
          <p14:tracePt t="112436" x="1619250" y="5753100"/>
          <p14:tracePt t="112453" x="1625600" y="5759450"/>
          <p14:tracePt t="112469" x="1644650" y="5765800"/>
          <p14:tracePt t="112486" x="1676400" y="5778500"/>
          <p14:tracePt t="112502" x="1689100" y="5778500"/>
          <p14:tracePt t="112520" x="1733550" y="5797550"/>
          <p14:tracePt t="112535" x="1765300" y="5797550"/>
          <p14:tracePt t="112554" x="1778000" y="5803900"/>
          <p14:tracePt t="112569" x="1803400" y="5803900"/>
          <p14:tracePt t="112585" x="1809750" y="5797550"/>
          <p14:tracePt t="112603" x="1828800" y="5784850"/>
          <p14:tracePt t="112619" x="1835150" y="5778500"/>
          <p14:tracePt t="112635" x="1847850" y="5772150"/>
          <p14:tracePt t="112652" x="1879600" y="5727700"/>
          <p14:tracePt t="112668" x="1892300" y="5702300"/>
          <p14:tracePt t="112685" x="1905000" y="5683250"/>
          <p14:tracePt t="112702" x="1917700" y="5632450"/>
          <p14:tracePt t="112718" x="1924050" y="5581650"/>
          <p14:tracePt t="112736" x="1892300" y="5537200"/>
          <p14:tracePt t="112751" x="1866900" y="5524500"/>
          <p14:tracePt t="112768" x="1809750" y="5492750"/>
          <p14:tracePt t="112785" x="1739900" y="5480050"/>
          <p14:tracePt t="112802" x="1714500" y="5480050"/>
          <p14:tracePt t="112818" x="1663700" y="5480050"/>
          <p14:tracePt t="112835" x="1612900" y="5505450"/>
          <p14:tracePt t="112851" x="1593850" y="5511800"/>
          <p14:tracePt t="112868" x="1555750" y="5530850"/>
          <p14:tracePt t="112884" x="1543050" y="5543550"/>
          <p14:tracePt t="112901" x="1543050" y="5549900"/>
          <p14:tracePt t="112919" x="1543050" y="5562600"/>
          <p14:tracePt t="112934" x="1543050" y="5581650"/>
          <p14:tracePt t="112951" x="1543050" y="5594350"/>
          <p14:tracePt t="112968" x="1543050" y="5600700"/>
          <p14:tracePt t="112984" x="1549400" y="5607050"/>
          <p14:tracePt t="113000" x="1568450" y="5632450"/>
          <p14:tracePt t="113017" x="1606550" y="5664200"/>
          <p14:tracePt t="113034" x="1625600" y="5676900"/>
          <p14:tracePt t="113051" x="1676400" y="5695950"/>
          <p14:tracePt t="113067" x="1727200" y="5715000"/>
          <p14:tracePt t="113084" x="1765300" y="5715000"/>
          <p14:tracePt t="113101" x="1816100" y="5715000"/>
          <p14:tracePt t="113117" x="1854200" y="5695950"/>
          <p14:tracePt t="113133" x="1866900" y="5683250"/>
          <p14:tracePt t="113150" x="1898650" y="5651500"/>
          <p14:tracePt t="113167" x="1905000" y="5613400"/>
          <p14:tracePt t="113184" x="1905000" y="5588000"/>
          <p14:tracePt t="113200" x="1905000" y="5543550"/>
          <p14:tracePt t="113217" x="1866900" y="5505450"/>
          <p14:tracePt t="113234" x="1803400" y="5480050"/>
          <p14:tracePt t="113250" x="1771650" y="5461000"/>
          <p14:tracePt t="113266" x="1733550" y="5461000"/>
          <p14:tracePt t="113283" x="1651000" y="5467350"/>
          <p14:tracePt t="113300" x="1619250" y="5473700"/>
          <p14:tracePt t="113316" x="1600200" y="5486400"/>
          <p14:tracePt t="113319" x="1587500" y="5492750"/>
          <p14:tracePt t="113333" x="1574800" y="5499100"/>
          <p14:tracePt t="113349" x="1562100" y="5505450"/>
          <p14:tracePt t="113367" x="1562100" y="5518150"/>
          <p14:tracePt t="113382" x="1568450" y="5518150"/>
          <p14:tracePt t="113399" x="1593850" y="5530850"/>
          <p14:tracePt t="113417" x="1619250" y="5537200"/>
          <p14:tracePt t="113432" x="1638300" y="5556250"/>
          <p14:tracePt t="113449" x="1689100" y="5575300"/>
          <p14:tracePt t="113466" x="1765300" y="5619750"/>
          <p14:tracePt t="113482" x="1809750" y="5638800"/>
          <p14:tracePt t="113500" x="1905000" y="5670550"/>
          <p14:tracePt t="113515" x="2006600" y="5708650"/>
          <p14:tracePt t="113532" x="2070100" y="5727700"/>
          <p14:tracePt t="113550" x="2165350" y="5753100"/>
          <p14:tracePt t="113565" x="2260600" y="5778500"/>
          <p14:tracePt t="113582" x="2317750" y="5778500"/>
          <p14:tracePt t="113599" x="2393950" y="5778500"/>
          <p14:tracePt t="113615" x="2425700" y="5759450"/>
          <p14:tracePt t="113632" x="2489200" y="5740400"/>
          <p14:tracePt t="113648" x="2533650" y="5708650"/>
          <p14:tracePt t="113665" x="2552700" y="5695950"/>
          <p14:tracePt t="113682" x="2578100" y="5676900"/>
          <p14:tracePt t="113698" x="2590800" y="5664200"/>
          <p14:tracePt t="113715" x="2590800" y="5657850"/>
          <p14:tracePt t="113732" x="2584450" y="5632450"/>
          <p14:tracePt t="113748" x="2540000" y="5613400"/>
          <p14:tracePt t="113765" x="2508250" y="5594350"/>
          <p14:tracePt t="113781" x="2387600" y="5556250"/>
          <p14:tracePt t="113798" x="2241550" y="5537200"/>
          <p14:tracePt t="113815" x="2165350" y="5537200"/>
          <p14:tracePt t="113818" x="2089150" y="5537200"/>
          <p14:tracePt t="113832" x="2012950" y="5537200"/>
          <p14:tracePt t="113848" x="1873250" y="5562600"/>
          <p14:tracePt t="113865" x="1784350" y="5588000"/>
          <p14:tracePt t="113881" x="1765300" y="5600700"/>
          <p14:tracePt t="113898" x="1752600" y="5607050"/>
          <p14:tracePt t="113915" x="1752600" y="5670550"/>
          <p14:tracePt t="113931" x="1765300" y="5689600"/>
          <p14:tracePt t="113947" x="1778000" y="5702300"/>
          <p14:tracePt t="113964" x="1822450" y="5740400"/>
          <p14:tracePt t="113981" x="1898650" y="5784850"/>
          <p14:tracePt t="113998" x="1936750" y="5797550"/>
          <p14:tracePt t="114014" x="2025650" y="5835650"/>
          <p14:tracePt t="114030" x="2120900" y="5854700"/>
          <p14:tracePt t="114048" x="2209800" y="5861050"/>
          <p14:tracePt t="114064" x="2254250" y="5861050"/>
          <p14:tracePt t="114080" x="2305050" y="5842000"/>
          <p14:tracePt t="114097" x="2324100" y="5810250"/>
          <p14:tracePt t="114113" x="2324100" y="5797550"/>
          <p14:tracePt t="114130" x="2324100" y="5746750"/>
          <p14:tracePt t="114147" x="2286000" y="5708650"/>
          <p14:tracePt t="114163" x="2260600" y="5670550"/>
          <p14:tracePt t="114180" x="2197100" y="5613400"/>
          <p14:tracePt t="114196" x="2152650" y="5575300"/>
          <p14:tracePt t="114213" x="2139950" y="5568950"/>
          <p14:tracePt t="114230" x="2120900" y="5562600"/>
          <p14:tracePt t="114968" x="2114550" y="5562600"/>
          <p14:tracePt t="114981" x="2101850" y="5556250"/>
          <p14:tracePt t="114989" x="2089150" y="5543550"/>
          <p14:tracePt t="115003" x="2063750" y="5537200"/>
          <p14:tracePt t="115010" x="2044700" y="5530850"/>
          <p14:tracePt t="115027" x="2025650" y="5530850"/>
          <p14:tracePt t="115043" x="1955800" y="5524500"/>
          <p14:tracePt t="115060" x="1866900" y="5518150"/>
          <p14:tracePt t="115077" x="1816100" y="5518150"/>
          <p14:tracePt t="115094" x="1739900" y="5543550"/>
          <p14:tracePt t="115110" x="1701800" y="5562600"/>
          <p14:tracePt t="115127" x="1695450" y="5568950"/>
          <p14:tracePt t="115143" x="1682750" y="5600700"/>
          <p14:tracePt t="115160" x="1682750" y="5645150"/>
          <p14:tracePt t="115176" x="1695450" y="5664200"/>
          <p14:tracePt t="115193" x="1727200" y="5695950"/>
          <p14:tracePt t="115209" x="1752600" y="5715000"/>
          <p14:tracePt t="115227" x="1873250" y="5759450"/>
          <p14:tracePt t="115243" x="1911350" y="5772150"/>
          <p14:tracePt t="115259" x="1962150" y="5772150"/>
          <p14:tracePt t="115276" x="2082800" y="5746750"/>
          <p14:tracePt t="115293" x="2203450" y="5664200"/>
          <p14:tracePt t="115310" x="2260600" y="5600700"/>
          <p14:tracePt t="115313" x="2298700" y="5543550"/>
          <p14:tracePt t="115326" x="2336800" y="5499100"/>
          <p14:tracePt t="115343" x="2368550" y="5391150"/>
          <p14:tracePt t="115360" x="2368550" y="5340350"/>
          <p14:tracePt t="115376" x="2362200" y="5232400"/>
          <p14:tracePt t="115392" x="2311400" y="5124450"/>
          <p14:tracePt t="115410" x="2241550" y="4984750"/>
          <p14:tracePt t="115426" x="2216150" y="4914900"/>
          <p14:tracePt t="115442" x="2152650" y="4756150"/>
          <p14:tracePt t="115459" x="2101850" y="4597400"/>
          <p14:tracePt t="115476" x="2089150" y="4540250"/>
          <p14:tracePt t="115493" x="2070100" y="4502150"/>
          <p14:tracePt t="115509" x="2032000" y="4394200"/>
          <p14:tracePt t="115525" x="2019300" y="4368800"/>
          <p14:tracePt t="115543" x="2012950" y="4362450"/>
          <p14:tracePt t="115613" x="2006600" y="4356100"/>
          <p14:tracePt t="115620" x="2000250" y="4356100"/>
          <p14:tracePt t="115634" x="1993900" y="4356100"/>
          <p14:tracePt t="115642" x="1981200" y="4356100"/>
          <p14:tracePt t="115658" x="1962150" y="4356100"/>
          <p14:tracePt t="115675" x="1943100" y="4356100"/>
          <p14:tracePt t="115691" x="1917700" y="4356100"/>
          <p14:tracePt t="115708" x="1905000" y="4356100"/>
          <p14:tracePt t="115725" x="1898650" y="4356100"/>
          <p14:tracePt t="115741" x="1879600" y="4356100"/>
          <p14:tracePt t="115758" x="1873250" y="4356100"/>
          <p14:tracePt t="115775" x="1854200" y="4362450"/>
          <p14:tracePt t="115791" x="1847850" y="4368800"/>
          <p14:tracePt t="115824" x="1841500" y="4375150"/>
          <p14:tracePt t="115841" x="1835150" y="4375150"/>
          <p14:tracePt t="115879" x="1828800" y="4375150"/>
          <p14:tracePt t="115950" x="1828800" y="4381500"/>
          <p14:tracePt t="115999" x="1828800" y="4387850"/>
          <p14:tracePt t="116090" x="1828800" y="4394200"/>
          <p14:tracePt t="116104" x="1835150" y="4400550"/>
          <p14:tracePt t="116114" x="1841500" y="4400550"/>
          <p14:tracePt t="116126" x="1841500" y="4406900"/>
          <p14:tracePt t="116140" x="1847850" y="4406900"/>
          <p14:tracePt t="116156" x="1847850" y="4413250"/>
          <p14:tracePt t="116176" x="1854200" y="4419600"/>
          <p14:tracePt t="116195" x="1854200" y="4432300"/>
          <p14:tracePt t="116206" x="1860550" y="4451350"/>
          <p14:tracePt t="116223" x="1879600" y="4514850"/>
          <p14:tracePt t="116239" x="1885950" y="4565650"/>
          <p14:tracePt t="116256" x="1905000" y="4737100"/>
          <p14:tracePt t="116273" x="1949450" y="4978400"/>
          <p14:tracePt t="116290" x="1968500" y="5118100"/>
          <p14:tracePt t="116306" x="2044700" y="5448300"/>
          <p14:tracePt t="116323" x="2108200" y="5683250"/>
          <p14:tracePt t="116339" x="2146300" y="5778500"/>
          <p14:tracePt t="116356" x="2197100" y="5899150"/>
          <p14:tracePt t="116372" x="2222500" y="5962650"/>
          <p14:tracePt t="116389" x="2235200" y="5975350"/>
          <p14:tracePt t="116406" x="2235200" y="5988050"/>
          <p14:tracePt t="116422" x="2241550" y="5994400"/>
          <p14:tracePt t="116469" x="2241550" y="6000750"/>
          <p14:tracePt t="116553" x="2241550" y="5994400"/>
          <p14:tracePt t="116573" x="2241550" y="5981700"/>
          <p14:tracePt t="116580" x="2241550" y="5975350"/>
          <p14:tracePt t="116595" x="2247900" y="5969000"/>
          <p14:tracePt t="116605" x="2247900" y="5956300"/>
          <p14:tracePt t="116622" x="2247900" y="5943600"/>
          <p14:tracePt t="116639" x="2247900" y="5911850"/>
          <p14:tracePt t="116655" x="2247900" y="5861050"/>
          <p14:tracePt t="116672" x="2241550" y="5816600"/>
          <p14:tracePt t="116688" x="2235200" y="5784850"/>
          <p14:tracePt t="116704" x="2228850" y="5727700"/>
          <p14:tracePt t="116722" x="2209800" y="5676900"/>
          <p14:tracePt t="116737" x="2203450" y="5645150"/>
          <p14:tracePt t="116754" x="2197100" y="5632450"/>
          <p14:tracePt t="116771" x="2178050" y="5600700"/>
          <p14:tracePt t="116807" x="2171700" y="5600700"/>
          <p14:tracePt t="116826" x="2165350" y="5600700"/>
          <p14:tracePt t="116837" x="2159000" y="5613400"/>
          <p14:tracePt t="116855" x="2159000" y="5638800"/>
          <p14:tracePt t="116871" x="2159000" y="5651500"/>
          <p14:tracePt t="116887" x="2165350" y="5676900"/>
          <p14:tracePt t="116904" x="2184400" y="5708650"/>
          <p14:tracePt t="116921" x="2216150" y="5734050"/>
          <p14:tracePt t="116937" x="2279650" y="5772150"/>
          <p14:tracePt t="116954" x="2374900" y="5791200"/>
          <p14:tracePt t="116970" x="2444750" y="5784850"/>
          <p14:tracePt t="116987" x="2578100" y="5721350"/>
          <p14:tracePt t="117004" x="2711450" y="5619750"/>
          <p14:tracePt t="117020" x="2743200" y="5575300"/>
          <p14:tracePt t="117037" x="2794000" y="5461000"/>
          <p14:tracePt t="117053" x="2781300" y="5391150"/>
          <p14:tracePt t="117070" x="2755900" y="5346700"/>
          <p14:tracePt t="117087" x="2679700" y="5314950"/>
          <p14:tracePt t="117103" x="2654300" y="5308600"/>
          <p14:tracePt t="117120" x="2559050" y="5308600"/>
          <p14:tracePt t="117136" x="2463800" y="5327650"/>
          <p14:tracePt t="117153" x="2419350" y="5353050"/>
          <p14:tracePt t="117170" x="2362200" y="5403850"/>
          <p14:tracePt t="117186" x="2349500" y="5454650"/>
          <p14:tracePt t="117203" x="2349500" y="5473700"/>
          <p14:tracePt t="117220" x="2362200" y="5530850"/>
          <p14:tracePt t="117236" x="2419350" y="5600700"/>
          <p14:tracePt t="117253" x="2463800" y="5626100"/>
          <p14:tracePt t="117270" x="2590800" y="5715000"/>
          <p14:tracePt t="117286" x="2743200" y="5791200"/>
          <p14:tracePt t="117303" x="2863850" y="5842000"/>
          <p14:tracePt t="117319" x="2901950" y="5848350"/>
          <p14:tracePt t="117336" x="2971800" y="5848350"/>
          <p14:tracePt t="117353" x="2997200" y="5848350"/>
          <p14:tracePt t="117369" x="3003550" y="5848350"/>
          <p14:tracePt t="117386" x="3003550" y="5842000"/>
          <p14:tracePt t="117436" x="3003550" y="5848350"/>
          <p14:tracePt t="117443" x="2997200" y="5861050"/>
          <p14:tracePt t="117457" x="2984500" y="5873750"/>
          <p14:tracePt t="117468" x="2978150" y="5886450"/>
          <p14:tracePt t="117486" x="2952750" y="5930900"/>
          <p14:tracePt t="117502" x="2933700" y="5949950"/>
          <p14:tracePt t="117518" x="2901950" y="6019800"/>
          <p14:tracePt t="117535" x="2876550" y="6108700"/>
          <p14:tracePt t="117552" x="2870200" y="6146800"/>
          <p14:tracePt t="117568" x="2863850" y="6229350"/>
          <p14:tracePt t="117585" x="2863850" y="6299200"/>
          <p14:tracePt t="117601" x="2863850" y="6324600"/>
          <p14:tracePt t="117619" x="2863850" y="6375400"/>
          <p14:tracePt t="117634" x="2863850" y="6400800"/>
          <p14:tracePt t="117651" x="2863850" y="6413500"/>
          <p14:tracePt t="117668" x="2863850" y="6426200"/>
          <p14:tracePt t="117704" x="2857500" y="6426200"/>
          <p14:tracePt t="117724" x="2857500" y="6432550"/>
          <p14:tracePt t="117734" x="2851150" y="6432550"/>
          <p14:tracePt t="117857" x="2857500" y="6432550"/>
          <p14:tracePt t="117885" x="2863850" y="6426200"/>
          <p14:tracePt t="117892" x="2863850" y="6419850"/>
          <p14:tracePt t="117914" x="2870200" y="6413500"/>
          <p14:tracePt t="117935" x="2876550" y="6413500"/>
          <p14:tracePt t="117956" x="2882900" y="6407150"/>
          <p14:tracePt t="117984" x="2882900" y="6400800"/>
          <p14:tracePt t="118019" x="2889250" y="6394450"/>
          <p14:tracePt t="118046" x="2895600" y="6394450"/>
          <p14:tracePt t="118075" x="2895600" y="6388100"/>
          <p14:tracePt t="118096" x="2901950" y="6381750"/>
          <p14:tracePt t="118103" x="2908300" y="6381750"/>
          <p14:tracePt t="118124" x="2914650" y="6375400"/>
          <p14:tracePt t="118173" x="2921000" y="6369050"/>
          <p14:tracePt t="118257" x="2921000" y="6362700"/>
          <p14:tracePt t="118348" x="2927350" y="6362700"/>
          <p14:tracePt t="118355" x="2927350" y="6356350"/>
          <p14:tracePt t="118376" x="2933700" y="6356350"/>
          <p14:tracePt t="118385" x="2940050" y="6343650"/>
          <p14:tracePt t="118399" x="2952750" y="6337300"/>
          <p14:tracePt t="118415" x="2965450" y="6324600"/>
          <p14:tracePt t="118433" x="3016250" y="6267450"/>
          <p14:tracePt t="118449" x="3105150" y="6184900"/>
          <p14:tracePt t="118465" x="3155950" y="6127750"/>
          <p14:tracePt t="118482" x="3289300" y="5994400"/>
          <p14:tracePt t="118498" x="3409950" y="5854700"/>
          <p14:tracePt t="118515" x="3467100" y="5791200"/>
          <p14:tracePt t="118531" x="3556000" y="5676900"/>
          <p14:tracePt t="118548" x="3613150" y="5613400"/>
          <p14:tracePt t="118567" x="3632200" y="5581650"/>
          <p14:tracePt t="118581" x="3644900" y="5575300"/>
          <p14:tracePt t="118598" x="3651250" y="5575300"/>
          <p14:tracePt t="118615" x="3657600" y="5575300"/>
          <p14:tracePt t="118631" x="3663950" y="55753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0"/>
            <a:ext cx="9144000" cy="35814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39725" indent="-52388"/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语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法糖</a:t>
            </a:r>
            <a:r>
              <a:rPr lang="zh-CN" altLang="en-US" sz="2800" spc="-200" dirty="0">
                <a:solidFill>
                  <a:schemeClr val="tx1"/>
                </a:solidFill>
                <a:latin typeface="Times New Roman" charset="0"/>
              </a:rPr>
              <a:t>（</a:t>
            </a:r>
            <a:r>
              <a:rPr lang="en-US" altLang="zh-CN" sz="2800" spc="-100" dirty="0">
                <a:solidFill>
                  <a:schemeClr val="tx1"/>
                </a:solidFill>
                <a:latin typeface="Times New Roman" charset="0"/>
              </a:rPr>
              <a:t>Sy</a:t>
            </a:r>
            <a:r>
              <a:rPr lang="en-US" altLang="zh-CN" sz="2800" spc="-40" dirty="0">
                <a:solidFill>
                  <a:schemeClr val="tx1"/>
                </a:solidFill>
                <a:latin typeface="Times New Roman" charset="0"/>
              </a:rPr>
              <a:t>ntactic suga</a:t>
            </a:r>
            <a:r>
              <a:rPr lang="en-US" altLang="zh-CN" sz="2800" spc="-300" dirty="0">
                <a:solidFill>
                  <a:schemeClr val="tx1"/>
                </a:solidFill>
                <a:latin typeface="Times New Roman" charset="0"/>
              </a:rPr>
              <a:t>r</a:t>
            </a:r>
            <a:r>
              <a:rPr lang="zh-CN" altLang="en-US" sz="2800" spc="-450" dirty="0">
                <a:solidFill>
                  <a:schemeClr val="tx1"/>
                </a:solidFill>
                <a:latin typeface="Times New Roman" charset="0"/>
              </a:rPr>
              <a:t>）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也译为糖衣语法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100" dirty="0">
                <a:solidFill>
                  <a:schemeClr val="tx1"/>
                </a:solidFill>
                <a:latin typeface="Times New Roman" charset="0"/>
              </a:rPr>
              <a:t>是一个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术语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100" dirty="0">
                <a:solidFill>
                  <a:schemeClr val="tx1"/>
                </a:solidFill>
                <a:latin typeface="Times New Roman" charset="0"/>
              </a:rPr>
              <a:t>指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计算机语言中添加的某种语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法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这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种语法对语言的功能并没有影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响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但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是更方便程序员使用。 通常来说使用语法糖能够增加程序的可读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性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从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而减少程序代码出错的机会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。</a:t>
            </a:r>
            <a:endParaRPr lang="en-US" altLang="zh-CN" sz="2800" spc="-40" dirty="0" smtClean="0">
              <a:solidFill>
                <a:schemeClr val="tx1"/>
              </a:solidFill>
              <a:latin typeface="Times New Roman" charset="0"/>
            </a:endParaRPr>
          </a:p>
          <a:p>
            <a:pPr marL="339725" indent="-52388"/>
            <a:r>
              <a:rPr lang="en-US" sz="2800" b="1" i="1" dirty="0">
                <a:solidFill>
                  <a:srgbClr val="00B0F0"/>
                </a:solidFill>
                <a:latin typeface="Times New Roman" charset="0"/>
              </a:rPr>
              <a:t>Syntactic </a:t>
            </a:r>
            <a:r>
              <a:rPr lang="en-US" sz="2800" b="1" i="1" dirty="0" smtClean="0">
                <a:solidFill>
                  <a:srgbClr val="00B0F0"/>
                </a:solidFill>
                <a:latin typeface="Times New Roman" charset="0"/>
              </a:rPr>
              <a:t>sugar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is a term that refers to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grammatical feature of a programming language that:</a:t>
            </a:r>
          </a:p>
          <a:p>
            <a:pPr marL="693738" indent="-406400">
              <a:buFont typeface="+mj-lt"/>
              <a:buAutoNum type="arabicPeriod"/>
            </a:pP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Has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no effect on the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functionality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of the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language. </a:t>
            </a:r>
          </a:p>
          <a:p>
            <a:pPr marL="693738" indent="-406400">
              <a:buFont typeface="+mj-lt"/>
              <a:buAutoNum type="arabicPeriod"/>
            </a:pP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But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is more convenient for programmers to use. </a:t>
            </a:r>
            <a:endParaRPr lang="en-US" sz="2800" dirty="0" smtClean="0">
              <a:solidFill>
                <a:srgbClr val="00B050"/>
              </a:solidFill>
              <a:latin typeface="Times New Roman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0"/>
          <a:stretch/>
        </p:blipFill>
        <p:spPr>
          <a:xfrm>
            <a:off x="4572000" y="3393620"/>
            <a:ext cx="4572000" cy="34643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609600" y="4191000"/>
            <a:ext cx="4191000" cy="2667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7800"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If you sprinkle sugar </a:t>
            </a:r>
            <a:br>
              <a:rPr lang="en-US" sz="2800" dirty="0" smtClean="0">
                <a:solidFill>
                  <a:schemeClr val="tx1"/>
                </a:solidFill>
                <a:latin typeface="Times New Roman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on a bowl of berries, </a:t>
            </a:r>
            <a:br>
              <a:rPr lang="en-US" sz="2800" dirty="0" smtClean="0">
                <a:solidFill>
                  <a:schemeClr val="tx1"/>
                </a:solidFill>
                <a:latin typeface="Times New Roman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they are still berries. </a:t>
            </a:r>
            <a:br>
              <a:rPr lang="en-US" sz="2800" dirty="0" smtClean="0">
                <a:solidFill>
                  <a:schemeClr val="tx1"/>
                </a:solidFill>
                <a:latin typeface="Times New Roman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The only change is that they taste sweeter. </a:t>
            </a:r>
            <a:br>
              <a:rPr lang="en-US" sz="2800" dirty="0" smtClean="0">
                <a:solidFill>
                  <a:schemeClr val="tx1"/>
                </a:solidFill>
                <a:latin typeface="Times New Roman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(I think this analogy is where the term originates.)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9249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758"/>
    </mc:Choice>
    <mc:Fallback>
      <p:transition spd="slow" advTm="73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5" grpId="0"/>
      <p:bldP spid="5" grpId="1"/>
    </p:bldLst>
  </p:timing>
  <p:extLst>
    <p:ext uri="{3A86A75C-4F4B-4683-9AE1-C65F6400EC91}">
      <p14:laserTraceLst xmlns:p14="http://schemas.microsoft.com/office/powerpoint/2010/main">
        <p14:tracePtLst>
          <p14:tracePt t="777" x="1758950" y="1898650"/>
          <p14:tracePt t="810" x="1746250" y="1898650"/>
          <p14:tracePt t="847" x="1739900" y="1885950"/>
          <p14:tracePt t="882" x="1720850" y="1809750"/>
          <p14:tracePt t="915" x="1689100" y="1638300"/>
          <p14:tracePt t="948" x="1631950" y="1403350"/>
          <p14:tracePt t="981" x="1600200" y="1187450"/>
          <p14:tracePt t="998" x="1587500" y="1111250"/>
          <p14:tracePt t="1031" x="1587500" y="984250"/>
          <p14:tracePt t="1061" x="1600200" y="939800"/>
          <p14:tracePt t="1095" x="1625600" y="908050"/>
          <p14:tracePt t="1127" x="1631950" y="901700"/>
          <p14:tracePt t="1159" x="1631950" y="895350"/>
          <p14:tracePt t="1341" x="1631950" y="901700"/>
          <p14:tracePt t="1474" x="1670050" y="933450"/>
          <p14:tracePt t="1508" x="1714500" y="977900"/>
          <p14:tracePt t="1526" x="1733550" y="1003300"/>
          <p14:tracePt t="1546" x="1778000" y="1035050"/>
          <p14:tracePt t="1607" x="1974850" y="1111250"/>
          <p14:tracePt t="1674" x="2171700" y="1155700"/>
          <p14:tracePt t="1707" x="2273300" y="1174750"/>
          <p14:tracePt t="1740" x="2393950" y="1181100"/>
          <p14:tracePt t="1773" x="2495550" y="1206500"/>
          <p14:tracePt t="1793" x="2546350" y="1219200"/>
          <p14:tracePt t="1823" x="2609850" y="1231900"/>
          <p14:tracePt t="1841" x="2622550" y="1238250"/>
          <p14:tracePt t="1877" x="2635250" y="1244600"/>
          <p14:tracePt t="2304" x="2641600" y="1244600"/>
          <p14:tracePt t="2340" x="2673350" y="1244600"/>
          <p14:tracePt t="2360" x="2705100" y="1244600"/>
          <p14:tracePt t="2421" x="2870200" y="1231900"/>
          <p14:tracePt t="2454" x="2990850" y="1187450"/>
          <p14:tracePt t="2473" x="3022600" y="1174750"/>
          <p14:tracePt t="2504" x="3048000" y="1155700"/>
          <p14:tracePt t="2537" x="3048000" y="1130300"/>
          <p14:tracePt t="2570" x="2997200" y="1104900"/>
          <p14:tracePt t="3019" x="2997200" y="1181100"/>
          <p14:tracePt t="3052" x="2984500" y="1219200"/>
          <p14:tracePt t="3085" x="2914650" y="1276350"/>
          <p14:tracePt t="3119" x="2768600" y="1384300"/>
          <p14:tracePt t="3152" x="2590800" y="1555750"/>
          <p14:tracePt t="3218" x="2343150" y="1765300"/>
          <p14:tracePt t="3268" x="2286000" y="1866900"/>
          <p14:tracePt t="3301" x="2292350" y="1892300"/>
          <p14:tracePt t="3335" x="2330450" y="1898650"/>
          <p14:tracePt t="3370" x="2463800" y="1860550"/>
          <p14:tracePt t="3405" x="2654300" y="1784350"/>
          <p14:tracePt t="3468" x="3136900" y="1638300"/>
          <p14:tracePt t="3501" x="3384550" y="1536700"/>
          <p14:tracePt t="3567" x="3562350" y="1473200"/>
          <p14:tracePt t="3667" x="3543300" y="1479550"/>
          <p14:tracePt t="3689" x="3530600" y="1504950"/>
          <p14:tracePt t="3733" x="3473450" y="1574800"/>
          <p14:tracePt t="3800" x="3346450" y="1809750"/>
          <p14:tracePt t="3866" x="3346450" y="1943100"/>
          <p14:tracePt t="3888" x="3378200" y="1968500"/>
          <p14:tracePt t="3921" x="3416300" y="1987550"/>
          <p14:tracePt t="3955" x="3479800" y="1993900"/>
          <p14:tracePt t="3984" x="3511550" y="1993900"/>
          <p14:tracePt t="4015" x="3524250" y="1993900"/>
          <p14:tracePt t="4069" x="3536950" y="1993900"/>
          <p14:tracePt t="4165" x="3543300" y="1993900"/>
          <p14:tracePt t="4331" x="3606800" y="2019300"/>
          <p14:tracePt t="4365" x="3702050" y="2032000"/>
          <p14:tracePt t="4399" x="3797300" y="2044700"/>
          <p14:tracePt t="4431" x="3911600" y="2063750"/>
          <p14:tracePt t="4467" x="3975100" y="2076450"/>
          <p14:tracePt t="4514" x="3994150" y="2076450"/>
          <p14:tracePt t="4613" x="3994150" y="2082800"/>
          <p14:tracePt t="4879" x="4184650" y="2127250"/>
          <p14:tracePt t="4929" x="4603750" y="2152650"/>
          <p14:tracePt t="4962" x="4889500" y="2184400"/>
          <p14:tracePt t="4984" x="4959350" y="2184400"/>
          <p14:tracePt t="5045" x="5010150" y="2178050"/>
          <p14:tracePt t="5460" x="5111750" y="2178050"/>
          <p14:tracePt t="5494" x="5372100" y="2209800"/>
          <p14:tracePt t="5544" x="5702300" y="2222500"/>
          <p14:tracePt t="5577" x="5975350" y="2184400"/>
          <p14:tracePt t="5643" x="6140450" y="2203450"/>
          <p14:tracePt t="5662" x="6146800" y="2209800"/>
          <p14:tracePt t="5693" x="6165850" y="2209800"/>
          <p14:tracePt t="5726" x="6191250" y="2209800"/>
          <p14:tracePt t="5760" x="6223000" y="2222500"/>
          <p14:tracePt t="5781" x="6254750" y="2228850"/>
          <p14:tracePt t="5826" x="6369050" y="2254250"/>
          <p14:tracePt t="5876" x="6477000" y="2273300"/>
          <p14:tracePt t="5911" x="6521450" y="2279650"/>
          <p14:tracePt t="5942" x="6527800" y="2279650"/>
          <p14:tracePt t="5975" x="6534150" y="2279650"/>
          <p14:tracePt t="6113" x="6527800" y="2279650"/>
          <p14:tracePt t="6557" x="6616700" y="2292350"/>
          <p14:tracePt t="6606" x="6934200" y="2336800"/>
          <p14:tracePt t="6673" x="7556500" y="2400300"/>
          <p14:tracePt t="6706" x="7956550" y="2451100"/>
          <p14:tracePt t="6740" x="8197850" y="2482850"/>
          <p14:tracePt t="6773" x="8413750" y="2489200"/>
          <p14:tracePt t="6806" x="8451850" y="2489200"/>
          <p14:tracePt t="6839" x="8464550" y="2489200"/>
          <p14:tracePt t="6876" x="8451850" y="2489200"/>
          <p14:tracePt t="6908" x="8305800" y="2476500"/>
          <p14:tracePt t="6939" x="8045450" y="2457450"/>
          <p14:tracePt t="6972" x="7651750" y="2419350"/>
          <p14:tracePt t="7005" x="6985000" y="2343150"/>
          <p14:tracePt t="7038" x="6629400" y="2324100"/>
          <p14:tracePt t="7072" x="6032500" y="2286000"/>
          <p14:tracePt t="7094" x="5778500" y="2305050"/>
          <p14:tracePt t="7155" x="5232400" y="2413000"/>
          <p14:tracePt t="7188" x="4997450" y="2495550"/>
          <p14:tracePt t="7222" x="4933950" y="2514600"/>
          <p14:tracePt t="7255" x="4908550" y="2520950"/>
          <p14:tracePt t="7288" x="4883150" y="2520950"/>
          <p14:tracePt t="7686" x="4673600" y="2552700"/>
          <p14:tracePt t="7723" x="4572000" y="2552700"/>
          <p14:tracePt t="7758" x="4470400" y="2559050"/>
          <p14:tracePt t="7803" x="4387850" y="2559050"/>
          <p14:tracePt t="7836" x="4356100" y="2559050"/>
          <p14:tracePt t="7869" x="4343400" y="2565400"/>
          <p14:tracePt t="7903" x="4330700" y="2565400"/>
          <p14:tracePt t="8085" x="4343400" y="2565400"/>
          <p14:tracePt t="8189" x="4362450" y="2565400"/>
          <p14:tracePt t="8234" x="4425950" y="2565400"/>
          <p14:tracePt t="8268" x="4540250" y="2565400"/>
          <p14:tracePt t="8301" x="4616450" y="2559050"/>
          <p14:tracePt t="8334" x="4654550" y="2559050"/>
          <p14:tracePt t="8401" x="4597400" y="2565400"/>
          <p14:tracePt t="8420" x="4476750" y="2578100"/>
          <p14:tracePt t="8467" x="4083050" y="2584450"/>
          <p14:tracePt t="8500" x="3581400" y="2571750"/>
          <p14:tracePt t="8533" x="3232150" y="2527300"/>
          <p14:tracePt t="8600" x="2959100" y="2527300"/>
          <p14:tracePt t="8968" x="2781300" y="2578100"/>
          <p14:tracePt t="9000" x="2457450" y="2679700"/>
          <p14:tracePt t="9032" x="2247900" y="2743200"/>
          <p14:tracePt t="9098" x="1879600" y="2895600"/>
          <p14:tracePt t="9131" x="1854200" y="2908300"/>
          <p14:tracePt t="9164" x="1847850" y="2914650"/>
          <p14:tracePt t="9318" x="1860550" y="2908300"/>
          <p14:tracePt t="9352" x="1873250" y="2895600"/>
          <p14:tracePt t="9386" x="1905000" y="2895600"/>
          <p14:tracePt t="9407" x="1936750" y="2889250"/>
          <p14:tracePt t="9422" x="1943100" y="2889250"/>
          <p14:tracePt t="9464" x="2063750" y="2863850"/>
          <p14:tracePt t="9500" x="2324100" y="2844800"/>
          <p14:tracePt t="9563" x="2711450" y="2851150"/>
          <p14:tracePt t="9597" x="2806700" y="2863850"/>
          <p14:tracePt t="9630" x="2844800" y="2876550"/>
          <p14:tracePt t="9663" x="2882900" y="2889250"/>
          <p14:tracePt t="9699" x="2933700" y="2895600"/>
          <p14:tracePt t="9719" x="2978150" y="2908300"/>
          <p14:tracePt t="9748" x="3060700" y="2940050"/>
          <p14:tracePt t="9779" x="3187700" y="2978150"/>
          <p14:tracePt t="9829" x="3416300" y="2984500"/>
          <p14:tracePt t="9862" x="3511550" y="2984500"/>
          <p14:tracePt t="9880" x="3536950" y="2984500"/>
          <p14:tracePt t="9912" x="3619500" y="2990850"/>
          <p14:tracePt t="9945" x="3689350" y="2990850"/>
          <p14:tracePt t="9967" x="3740150" y="2997200"/>
          <p14:tracePt t="9983" x="3797300" y="2997200"/>
          <p14:tracePt t="10013" x="3867150" y="3009900"/>
          <p14:tracePt t="10048" x="3924300" y="3009900"/>
          <p14:tracePt t="10080" x="3975100" y="3016250"/>
          <p14:tracePt t="10111" x="3994150" y="3016250"/>
          <p14:tracePt t="10178" x="4000500" y="3016250"/>
          <p14:tracePt t="10227" x="4006850" y="3016250"/>
          <p14:tracePt t="10377" x="4025900" y="3016250"/>
          <p14:tracePt t="10427" x="4089400" y="3016250"/>
          <p14:tracePt t="10460" x="4216400" y="3016250"/>
          <p14:tracePt t="10495" x="4438650" y="3009900"/>
          <p14:tracePt t="10515" x="4552950" y="3003550"/>
          <p14:tracePt t="10548" x="4711700" y="2990850"/>
          <p14:tracePt t="10609" x="4984750" y="2984500"/>
          <p14:tracePt t="10643" x="5099050" y="2984500"/>
          <p14:tracePt t="10676" x="5187950" y="2984500"/>
          <p14:tracePt t="10713" x="5270500" y="2978150"/>
          <p14:tracePt t="10732" x="5302250" y="2978150"/>
          <p14:tracePt t="10749" x="5314950" y="2978150"/>
          <p14:tracePt t="10781" x="5340350" y="2971800"/>
          <p14:tracePt t="10811" x="5353050" y="2971800"/>
          <p14:tracePt t="10842" x="5365750" y="2971800"/>
          <p14:tracePt t="10875" x="5372100" y="2971800"/>
          <p14:tracePt t="10909" x="5384800" y="2971800"/>
          <p14:tracePt t="10942" x="5391150" y="2971800"/>
          <p14:tracePt t="10961" x="5397500" y="2971800"/>
          <p14:tracePt t="10992" x="5403850" y="2971800"/>
          <p14:tracePt t="11025" x="5410200" y="2971800"/>
          <p14:tracePt t="11108" x="5416550" y="2971800"/>
          <p14:tracePt t="11178" x="5391150" y="2952750"/>
          <p14:tracePt t="11213" x="5340350" y="2940050"/>
          <p14:tracePt t="11246" x="5175250" y="2933700"/>
          <p14:tracePt t="11264" x="5099050" y="2946400"/>
          <p14:tracePt t="11296" x="4648200" y="3009900"/>
          <p14:tracePt t="11329" x="4121150" y="3098800"/>
          <p14:tracePt t="11359" x="3429000" y="3194050"/>
          <p14:tracePt t="11395" x="2667000" y="3314700"/>
          <p14:tracePt t="11429" x="2298700" y="3378200"/>
          <p14:tracePt t="11462" x="1993900" y="3454400"/>
          <p14:tracePt t="11506" x="1898650" y="3498850"/>
          <p14:tracePt t="11556" x="1892300" y="3505200"/>
          <p14:tracePt t="11689" x="1860550" y="3486150"/>
          <p14:tracePt t="11756" x="1733550" y="3448050"/>
          <p14:tracePt t="11774" x="1708150" y="3435350"/>
          <p14:tracePt t="11805" x="1695450" y="3422650"/>
          <p14:tracePt t="11827" x="1689100" y="3422650"/>
          <p14:tracePt t="11892" x="1682750" y="3416300"/>
          <p14:tracePt t="12038" x="1727200" y="3409950"/>
          <p14:tracePt t="12071" x="1860550" y="3384550"/>
          <p14:tracePt t="12089" x="1898650" y="3371850"/>
          <p14:tracePt t="12110" x="2019300" y="3333750"/>
          <p14:tracePt t="12171" x="2432050" y="3257550"/>
          <p14:tracePt t="12237" x="2984500" y="3282950"/>
          <p14:tracePt t="12270" x="3168650" y="3308350"/>
          <p14:tracePt t="12304" x="3365500" y="3327400"/>
          <p14:tracePt t="12337" x="3435350" y="3327400"/>
          <p14:tracePt t="12359" x="3486150" y="3321050"/>
          <p14:tracePt t="12389" x="3511550" y="3314700"/>
          <p14:tracePt t="12423" x="3473450" y="3302000"/>
          <p14:tracePt t="12459" x="3467100" y="3302000"/>
          <p14:tracePt t="12868" x="3505200" y="3333750"/>
          <p14:tracePt t="12887" x="3651250" y="3359150"/>
          <p14:tracePt t="12907" x="3771900" y="3378200"/>
          <p14:tracePt t="12937" x="3911600" y="3378200"/>
          <p14:tracePt t="13001" x="4483100" y="3397250"/>
          <p14:tracePt t="13034" x="4641850" y="3416300"/>
          <p14:tracePt t="13067" x="4749800" y="3429000"/>
          <p14:tracePt t="13101" x="4813300" y="3429000"/>
          <p14:tracePt t="13134" x="4864100" y="3429000"/>
          <p14:tracePt t="13167" x="4927600" y="3429000"/>
          <p14:tracePt t="13234" x="5099050" y="3448050"/>
          <p14:tracePt t="13268" x="5181600" y="3460750"/>
          <p14:tracePt t="13300" x="5314950" y="3454400"/>
          <p14:tracePt t="13333" x="5397500" y="3448050"/>
          <p14:tracePt t="13367" x="5505450" y="3435350"/>
          <p14:tracePt t="13385" x="5530850" y="3435350"/>
          <p14:tracePt t="13407" x="5562600" y="3435350"/>
          <p14:tracePt t="13453" x="5626100" y="3422650"/>
          <p14:tracePt t="13485" x="5651500" y="3416300"/>
          <p14:tracePt t="13501" x="5670550" y="3416300"/>
          <p14:tracePt t="13549" x="5702300" y="3416300"/>
          <p14:tracePt t="13599" x="5721350" y="3416300"/>
          <p14:tracePt t="13632" x="5740400" y="3416300"/>
          <p14:tracePt t="13666" x="5759450" y="3422650"/>
          <p14:tracePt t="13699" x="5842000" y="3435350"/>
          <p14:tracePt t="13765" x="6102350" y="3486150"/>
          <p14:tracePt t="13815" x="6305550" y="3511550"/>
          <p14:tracePt t="13833" x="6356350" y="3511550"/>
          <p14:tracePt t="13865" x="6400800" y="3517900"/>
          <p14:tracePt t="13898" x="6407150" y="3524250"/>
          <p14:tracePt t="13968" x="6400800" y="3517900"/>
          <p14:tracePt t="14380" x="6515100" y="3517900"/>
          <p14:tracePt t="14413" x="6661150" y="3511550"/>
          <p14:tracePt t="14446" x="6775450" y="3492500"/>
          <p14:tracePt t="14479" x="6889750" y="3473450"/>
          <p14:tracePt t="14529" x="6985000" y="3448050"/>
          <p14:tracePt t="14563" x="7016750" y="3435350"/>
          <p14:tracePt t="14596" x="7042150" y="3435350"/>
          <p14:tracePt t="14629" x="7048500" y="3435350"/>
          <p14:tracePt t="14699" x="7054850" y="3435350"/>
          <p14:tracePt t="14928" x="7054850" y="3429000"/>
          <p14:tracePt t="14961" x="7061200" y="3409950"/>
          <p14:tracePt t="14983" x="7061200" y="3384550"/>
          <p14:tracePt t="15013" x="7054850" y="3289300"/>
          <p14:tracePt t="15047" x="6985000" y="3086100"/>
          <p14:tracePt t="15111" x="6375400" y="2368550"/>
          <p14:tracePt t="15177" x="5461000" y="1936750"/>
          <p14:tracePt t="15210" x="4972050" y="1854200"/>
          <p14:tracePt t="15243" x="4419600" y="1841500"/>
          <p14:tracePt t="15277" x="4184650" y="1892300"/>
          <p14:tracePt t="15343" x="4057650" y="1917700"/>
          <p14:tracePt t="15746" x="3784600" y="1733550"/>
          <p14:tracePt t="15777" x="3213100" y="1435100"/>
          <p14:tracePt t="15812" x="2673350" y="1289050"/>
          <p14:tracePt t="15847" x="2165350" y="1225550"/>
          <p14:tracePt t="15924" x="1524000" y="1250950"/>
          <p14:tracePt t="15991" x="1060450" y="1257300"/>
          <p14:tracePt t="16024" x="920750" y="1257300"/>
          <p14:tracePt t="16043" x="876300" y="1257300"/>
          <p14:tracePt t="16078" x="844550" y="1238250"/>
          <p14:tracePt t="16097" x="844550" y="1225550"/>
          <p14:tracePt t="16140" x="844550" y="1193800"/>
          <p14:tracePt t="16173" x="844550" y="1187450"/>
          <p14:tracePt t="16207" x="844550" y="1181100"/>
          <p14:tracePt t="16240" x="857250" y="1168400"/>
          <p14:tracePt t="16273" x="863600" y="1149350"/>
          <p14:tracePt t="16297" x="882650" y="1136650"/>
          <p14:tracePt t="16329" x="895350" y="1117600"/>
          <p14:tracePt t="16362" x="914400" y="1098550"/>
          <p14:tracePt t="16391" x="914400" y="1085850"/>
          <p14:tracePt t="16439" x="920750" y="1073150"/>
          <p14:tracePt t="16473" x="927100" y="1060450"/>
          <p14:tracePt t="16522" x="927100" y="1047750"/>
          <p14:tracePt t="16545" x="927100" y="1022350"/>
          <p14:tracePt t="16578" x="920750" y="965200"/>
          <p14:tracePt t="16611" x="908050" y="927100"/>
          <p14:tracePt t="16641" x="914400" y="889000"/>
          <p14:tracePt t="16672" x="946150" y="863600"/>
          <p14:tracePt t="16706" x="1028700" y="850900"/>
          <p14:tracePt t="16739" x="1282700" y="850900"/>
          <p14:tracePt t="16772" x="1473200" y="838200"/>
          <p14:tracePt t="16805" x="1866900" y="800100"/>
          <p14:tracePt t="16838" x="2139950" y="768350"/>
          <p14:tracePt t="16860" x="2349500" y="736600"/>
          <p14:tracePt t="16893" x="2527300" y="730250"/>
          <p14:tracePt t="16927" x="2825750" y="711200"/>
          <p14:tracePt t="16971" x="3111500" y="730250"/>
          <p14:tracePt t="17004" x="3346450" y="762000"/>
          <p14:tracePt t="17054" x="3683000" y="812800"/>
          <p14:tracePt t="17073" x="3822700" y="869950"/>
          <p14:tracePt t="17104" x="4006850" y="984250"/>
          <p14:tracePt t="17137" x="4191000" y="1143000"/>
          <p14:tracePt t="17187" x="4254500" y="1219200"/>
          <p14:tracePt t="17220" x="4260850" y="1238250"/>
          <p14:tracePt t="17270" x="4248150" y="1282700"/>
          <p14:tracePt t="17289" x="4235450" y="1295400"/>
          <p14:tracePt t="17323" x="4114800" y="1409700"/>
          <p14:tracePt t="17358" x="3975100" y="1466850"/>
          <p14:tracePt t="17392" x="3752850" y="1492250"/>
          <p14:tracePt t="17425" x="3594100" y="1492250"/>
          <p14:tracePt t="17458" x="3511550" y="1473200"/>
          <p14:tracePt t="17491" x="3492500" y="1466850"/>
          <p14:tracePt t="17801" x="3644900" y="1498600"/>
          <p14:tracePt t="17835" x="3943350" y="1517650"/>
          <p14:tracePt t="17868" x="4121150" y="1517650"/>
          <p14:tracePt t="17901" x="4337050" y="1485900"/>
          <p14:tracePt t="17938" x="4445000" y="1460500"/>
          <p14:tracePt t="18001" x="4597400" y="1397000"/>
          <p14:tracePt t="18035" x="4635500" y="1365250"/>
          <p14:tracePt t="18052" x="4667250" y="1333500"/>
          <p14:tracePt t="18070" x="4686300" y="1282700"/>
          <p14:tracePt t="18101" x="4692650" y="1193800"/>
          <p14:tracePt t="18137" x="4692650" y="1022350"/>
          <p14:tracePt t="18156" x="4673600" y="939800"/>
          <p14:tracePt t="18217" x="4591050" y="762000"/>
          <p14:tracePt t="18251" x="4552950" y="704850"/>
          <p14:tracePt t="18283" x="4495800" y="673100"/>
          <p14:tracePt t="18317" x="4419600" y="673100"/>
          <p14:tracePt t="18349" x="4305300" y="711200"/>
          <p14:tracePt t="18383" x="4178300" y="793750"/>
          <p14:tracePt t="18419" x="4025900" y="977900"/>
          <p14:tracePt t="18439" x="3981450" y="1054100"/>
          <p14:tracePt t="18467" x="3949700" y="1155700"/>
          <p14:tracePt t="18502" x="3956050" y="1231900"/>
          <p14:tracePt t="18534" x="4019550" y="1346200"/>
          <p14:tracePt t="18565" x="4152900" y="1485900"/>
          <p14:tracePt t="18599" x="4349750" y="1612900"/>
          <p14:tracePt t="18633" x="4610100" y="1682750"/>
          <p14:tracePt t="18665" x="4667250" y="1682750"/>
          <p14:tracePt t="18698" x="4699000" y="1676400"/>
          <p14:tracePt t="18731" x="4705350" y="1644650"/>
          <p14:tracePt t="18765" x="4705350" y="1593850"/>
          <p14:tracePt t="18814" x="4699000" y="1587500"/>
          <p14:tracePt t="19429" x="4686300" y="1689100"/>
          <p14:tracePt t="19463" x="4686300" y="1771650"/>
          <p14:tracePt t="19500" x="4692650" y="1898650"/>
          <p14:tracePt t="19562" x="4724400" y="2095500"/>
          <p14:tracePt t="19581" x="4749800" y="2159000"/>
          <p14:tracePt t="19613" x="4781550" y="2241550"/>
          <p14:tracePt t="19645" x="4813300" y="2317750"/>
          <p14:tracePt t="19678" x="4832350" y="2355850"/>
          <p14:tracePt t="19697" x="4838700" y="2374900"/>
          <p14:tracePt t="19732" x="4838700" y="2381250"/>
          <p14:tracePt t="19766" x="4845050" y="2381250"/>
          <p14:tracePt t="19850" x="4864100" y="2387600"/>
          <p14:tracePt t="19895" x="4889500" y="2387600"/>
          <p14:tracePt t="19928" x="4997450" y="2400300"/>
          <p14:tracePt t="19961" x="5105400" y="2413000"/>
          <p14:tracePt t="19998" x="5238750" y="2425700"/>
          <p14:tracePt t="20032" x="5289550" y="2438400"/>
          <p14:tracePt t="20066" x="5327650" y="2444750"/>
          <p14:tracePt t="20143" x="5346700" y="2451100"/>
          <p14:tracePt t="20177" x="5353050" y="2451100"/>
          <p14:tracePt t="20210" x="5359400" y="2451100"/>
          <p14:tracePt t="20260" x="5365750" y="2457450"/>
          <p14:tracePt t="22402" x="5232400" y="2457450"/>
          <p14:tracePt t="22425" x="5016500" y="2457450"/>
          <p14:tracePt t="22437" x="4876800" y="2457450"/>
          <p14:tracePt t="22470" x="4146550" y="2470150"/>
          <p14:tracePt t="22502" x="3486150" y="2495550"/>
          <p14:tracePt t="22535" x="2959100" y="2495550"/>
          <p14:tracePt t="22569" x="2527300" y="2508250"/>
          <p14:tracePt t="22622" x="2387600" y="2508250"/>
          <p14:tracePt t="22657" x="2387600" y="2489200"/>
          <p14:tracePt t="22690" x="2413000" y="2476500"/>
          <p14:tracePt t="22724" x="2425700" y="2451100"/>
          <p14:tracePt t="22757" x="2432050" y="2432050"/>
          <p14:tracePt t="22834" x="2432050" y="2387600"/>
          <p14:tracePt t="22867" x="2400300" y="2311400"/>
          <p14:tracePt t="22900" x="2349500" y="2254250"/>
          <p14:tracePt t="22938" x="2292350" y="2203450"/>
          <p14:tracePt t="22983" x="2286000" y="2190750"/>
          <p14:tracePt t="23017" x="2286000" y="2178050"/>
          <p14:tracePt t="23050" x="2298700" y="2178050"/>
          <p14:tracePt t="23100" x="2336800" y="2184400"/>
          <p14:tracePt t="23119" x="2362200" y="2184400"/>
          <p14:tracePt t="23166" x="2438400" y="2178050"/>
          <p14:tracePt t="23188" x="2457450" y="2171700"/>
          <p14:tracePt t="23221" x="2463800" y="2159000"/>
          <p14:tracePt t="23255" x="2438400" y="2152650"/>
          <p14:tracePt t="23288" x="2355850" y="2152650"/>
          <p14:tracePt t="23321" x="2241550" y="2152650"/>
          <p14:tracePt t="23355" x="2101850" y="2152650"/>
          <p14:tracePt t="23388" x="2006600" y="2152650"/>
          <p14:tracePt t="23421" x="2000250" y="2152650"/>
          <p14:tracePt t="23454" x="2032000" y="2139950"/>
          <p14:tracePt t="23847" x="2146300" y="2184400"/>
          <p14:tracePt t="23880" x="2235200" y="2222500"/>
          <p14:tracePt t="23913" x="2400300" y="2254250"/>
          <p14:tracePt t="23936" x="2482850" y="2260600"/>
          <p14:tracePt t="23969" x="2571750" y="2260600"/>
          <p14:tracePt t="24031" x="2571750" y="2247900"/>
          <p14:tracePt t="24064" x="2520950" y="2235200"/>
          <p14:tracePt t="24096" x="2425700" y="2247900"/>
          <p14:tracePt t="24130" x="2203450" y="2254250"/>
          <p14:tracePt t="24163" x="2076450" y="2273300"/>
          <p14:tracePt t="24196" x="2032000" y="2273300"/>
          <p14:tracePt t="24233" x="2012950" y="2273300"/>
          <p14:tracePt t="24312" x="2051050" y="2273300"/>
          <p14:tracePt t="24345" x="2171700" y="2260600"/>
          <p14:tracePt t="24379" x="2324100" y="2203450"/>
          <p14:tracePt t="24429" x="2444750" y="2139950"/>
          <p14:tracePt t="24451" x="2432050" y="2133600"/>
          <p14:tracePt t="24484" x="2336800" y="2133600"/>
          <p14:tracePt t="24517" x="2127250" y="2152650"/>
          <p14:tracePt t="24562" x="1860550" y="2197100"/>
          <p14:tracePt t="24580" x="1841500" y="2203450"/>
          <p14:tracePt t="24648" x="1885950" y="2197100"/>
          <p14:tracePt t="24683" x="1993900" y="2203450"/>
          <p14:tracePt t="24700" x="2032000" y="2203450"/>
          <p14:tracePt t="24732" x="2235200" y="2203450"/>
          <p14:tracePt t="24766" x="2368550" y="2197100"/>
          <p14:tracePt t="24827" x="2438400" y="2171700"/>
          <p14:tracePt t="24877" x="2374900" y="2165350"/>
          <p14:tracePt t="24943" x="2184400" y="2184400"/>
          <p14:tracePt t="24977" x="2152650" y="2197100"/>
          <p14:tracePt t="25944" x="2159000" y="2222500"/>
          <p14:tracePt t="25975" x="2178050" y="2241550"/>
          <p14:tracePt t="26006" x="2235200" y="2279650"/>
          <p14:tracePt t="26043" x="2317750" y="2317750"/>
          <p14:tracePt t="26062" x="2419350" y="2343150"/>
          <p14:tracePt t="26091" x="2457450" y="2349500"/>
          <p14:tracePt t="26126" x="2482850" y="2355850"/>
          <p14:tracePt t="26173" x="2470150" y="2362200"/>
          <p14:tracePt t="26207" x="2432050" y="2368550"/>
          <p14:tracePt t="26239" x="2387600" y="2368550"/>
          <p14:tracePt t="26273" x="2317750" y="2362200"/>
          <p14:tracePt t="26305" x="2286000" y="2355850"/>
          <p14:tracePt t="26324" x="2279650" y="2355850"/>
          <p14:tracePt t="26355" x="2273300" y="2349500"/>
          <p14:tracePt t="26393" x="2266950" y="2349500"/>
          <p14:tracePt t="26438" x="2260600" y="2349500"/>
          <p14:tracePt t="26554" x="2260600" y="2336800"/>
          <p14:tracePt t="26577" x="2273300" y="2324100"/>
          <p14:tracePt t="26610" x="2286000" y="2317750"/>
          <p14:tracePt t="26671" x="2305050" y="2286000"/>
          <p14:tracePt t="26737" x="2286000" y="2266950"/>
          <p14:tracePt t="26771" x="2228850" y="2254250"/>
          <p14:tracePt t="26804" x="2152650" y="2241550"/>
          <p14:tracePt t="26854" x="2120900" y="2235200"/>
          <p14:tracePt t="26907" x="2146300" y="2228850"/>
          <p14:tracePt t="26938" x="2178050" y="2222500"/>
          <p14:tracePt t="26970" x="2235200" y="2209800"/>
          <p14:tracePt t="27020" x="2355850" y="2178050"/>
          <p14:tracePt t="27053" x="2406650" y="2165350"/>
          <p14:tracePt t="27086" x="2432050" y="2165350"/>
          <p14:tracePt t="27108" x="2438400" y="2165350"/>
          <p14:tracePt t="27173" x="2444750" y="2165350"/>
          <p14:tracePt t="27269" x="2451100" y="2165350"/>
          <p14:tracePt t="27302" x="2463800" y="2178050"/>
          <p14:tracePt t="27335" x="2476500" y="2184400"/>
          <p14:tracePt t="27405" x="2476500" y="2190750"/>
          <p14:tracePt t="27468" x="2362200" y="2222500"/>
          <p14:tracePt t="27534" x="2146300" y="2254250"/>
          <p14:tracePt t="27568" x="2120900" y="2260600"/>
          <p14:tracePt t="27618" x="2108200" y="2260600"/>
          <p14:tracePt t="27850" x="2235200" y="2260600"/>
          <p14:tracePt t="27883" x="2324100" y="2254250"/>
          <p14:tracePt t="27902" x="2336800" y="2254250"/>
          <p14:tracePt t="27922" x="2355850" y="2254250"/>
          <p14:tracePt t="27983" x="2362200" y="2254250"/>
          <p14:tracePt t="28049" x="2368550" y="2254250"/>
          <p14:tracePt t="28083" x="2374900" y="2254250"/>
          <p14:tracePt t="28132" x="2368550" y="2260600"/>
          <p14:tracePt t="28154" x="2355850" y="2260600"/>
          <p14:tracePt t="28188" x="2317750" y="2273300"/>
          <p14:tracePt t="28218" x="2286000" y="2279650"/>
          <p14:tracePt t="28265" x="2222500" y="2298700"/>
          <p14:tracePt t="28299" x="2222500" y="2305050"/>
          <p14:tracePt t="28332" x="2235200" y="2311400"/>
          <p14:tracePt t="28365" x="2247900" y="2305050"/>
          <p14:tracePt t="28399" x="2254250" y="2305050"/>
          <p14:tracePt t="29317" x="2260600" y="2355850"/>
          <p14:tracePt t="29328" x="2266950" y="2368550"/>
          <p14:tracePt t="29362" x="2298700" y="2413000"/>
          <p14:tracePt t="29395" x="2349500" y="2463800"/>
          <p14:tracePt t="29428" x="2444750" y="2508250"/>
          <p14:tracePt t="29461" x="2647950" y="2546350"/>
          <p14:tracePt t="29511" x="2800350" y="2552700"/>
          <p14:tracePt t="29560" x="2825750" y="2552700"/>
          <p14:tracePt t="29677" x="2844800" y="2584450"/>
          <p14:tracePt t="29710" x="2927350" y="2749550"/>
          <p14:tracePt t="29729" x="2965450" y="2806700"/>
          <p14:tracePt t="29760" x="3257550" y="3136900"/>
          <p14:tracePt t="29797" x="3473450" y="3352800"/>
          <p14:tracePt t="29860" x="3632200" y="3524250"/>
          <p14:tracePt t="29943" x="3619500" y="3505200"/>
          <p14:tracePt t="30408" x="3619500" y="3524250"/>
          <p14:tracePt t="30442" x="3619500" y="3543300"/>
          <p14:tracePt t="30491" x="3619500" y="3568700"/>
          <p14:tracePt t="30524" x="3619500" y="3581400"/>
          <p14:tracePt t="30558" x="3619500" y="3600450"/>
          <p14:tracePt t="30594" x="3625850" y="3632200"/>
          <p14:tracePt t="30657" x="3708400" y="3714750"/>
          <p14:tracePt t="30723" x="3822700" y="3746500"/>
          <p14:tracePt t="30742" x="3835400" y="3746500"/>
          <p14:tracePt t="30873" x="3848100" y="3746500"/>
          <p14:tracePt t="33231" x="3848100" y="3771900"/>
          <p14:tracePt t="33266" x="3848100" y="3816350"/>
          <p14:tracePt t="33315" x="3886200" y="3886200"/>
          <p14:tracePt t="33348" x="3937000" y="3917950"/>
          <p14:tracePt t="33364" x="3949700" y="3924300"/>
          <p14:tracePt t="33415" x="4057650" y="3968750"/>
          <p14:tracePt t="33421" x="4076700" y="3968750"/>
          <p14:tracePt t="33464" x="4203700" y="3987800"/>
          <p14:tracePt t="33513" x="4318000" y="4000500"/>
          <p14:tracePt t="33517" x="4343400" y="4000500"/>
          <p14:tracePt t="33563" x="4425950" y="4013200"/>
          <p14:tracePt t="33584" x="4464050" y="4019550"/>
          <p14:tracePt t="33616" x="4559300" y="4044950"/>
          <p14:tracePt t="33646" x="4616450" y="4051300"/>
          <p14:tracePt t="33680" x="4705350" y="4083050"/>
          <p14:tracePt t="33733" x="4857750" y="4146550"/>
          <p14:tracePt t="33768" x="4940300" y="4191000"/>
          <p14:tracePt t="33801" x="5022850" y="4235450"/>
          <p14:tracePt t="33835" x="5130800" y="4273550"/>
          <p14:tracePt t="33868" x="5270500" y="4368800"/>
          <p14:tracePt t="33901" x="5372100" y="4432300"/>
          <p14:tracePt t="33934" x="5454650" y="4476750"/>
          <p14:tracePt t="33995" x="5619750" y="4584700"/>
          <p14:tracePt t="34014" x="5689600" y="4641850"/>
          <p14:tracePt t="34045" x="5715000" y="4667250"/>
          <p14:tracePt t="34095" x="5746750" y="4737100"/>
          <p14:tracePt t="34129" x="5746750" y="4756150"/>
          <p14:tracePt t="34162" x="5740400" y="4768850"/>
          <p14:tracePt t="34184" x="5727700" y="4775200"/>
          <p14:tracePt t="34228" x="5715000" y="4775200"/>
          <p14:tracePt t="34265" x="5708650" y="4775200"/>
          <p14:tracePt t="34410" x="5702300" y="4775200"/>
          <p14:tracePt t="34444" x="5689600" y="4775200"/>
          <p14:tracePt t="34477" x="5683250" y="4768850"/>
          <p14:tracePt t="34527" x="5657850" y="4749800"/>
          <p14:tracePt t="34593" x="5556250" y="4692650"/>
          <p14:tracePt t="34627" x="5473700" y="4654550"/>
          <p14:tracePt t="34660" x="5397500" y="4622800"/>
          <p14:tracePt t="34694" x="5378450" y="4616450"/>
          <p14:tracePt t="34727" x="5372100" y="4610100"/>
          <p14:tracePt t="34843" x="5429250" y="4591050"/>
          <p14:tracePt t="34876" x="5543550" y="4552950"/>
          <p14:tracePt t="34909" x="5600700" y="4540250"/>
          <p14:tracePt t="34942" x="5664200" y="4514850"/>
          <p14:tracePt t="34976" x="5670550" y="4489450"/>
          <p14:tracePt t="35009" x="5638800" y="4451350"/>
          <p14:tracePt t="35027" x="5619750" y="4438650"/>
          <p14:tracePt t="35047" x="5568950" y="4419600"/>
          <p14:tracePt t="35077" x="5467350" y="4387850"/>
          <p14:tracePt t="35109" x="5334000" y="4349750"/>
          <p14:tracePt t="35142" x="5213350" y="4324350"/>
          <p14:tracePt t="35175" x="5111750" y="4324350"/>
          <p14:tracePt t="35208" x="4889500" y="4337050"/>
          <p14:tracePt t="35241" x="4616450" y="4375150"/>
          <p14:tracePt t="35279" x="4159250" y="4419600"/>
          <p14:tracePt t="35297" x="3943350" y="4425950"/>
          <p14:tracePt t="35326" x="3765550" y="4425950"/>
          <p14:tracePt t="35361" x="3517900" y="4438650"/>
          <p14:tracePt t="35393" x="3409950" y="4438650"/>
          <p14:tracePt t="35424" x="3340100" y="4445000"/>
          <p14:tracePt t="35490" x="3276600" y="4457700"/>
          <p14:tracePt t="35560" x="3276600" y="4464050"/>
          <p14:tracePt t="35623" x="3270250" y="4483100"/>
          <p14:tracePt t="35690" x="3276600" y="4502150"/>
          <p14:tracePt t="35723" x="3289300" y="4508500"/>
          <p14:tracePt t="35756" x="3302000" y="4508500"/>
          <p14:tracePt t="35789" x="3321050" y="4514850"/>
          <p14:tracePt t="35808" x="3346450" y="4521200"/>
          <p14:tracePt t="35828" x="3359150" y="4521200"/>
          <p14:tracePt t="35889" x="3416300" y="4533900"/>
          <p14:tracePt t="35922" x="3429000" y="4540250"/>
          <p14:tracePt t="36005" x="3435350" y="4546600"/>
          <p14:tracePt t="36188" x="3486150" y="4572000"/>
          <p14:tracePt t="36238" x="3632200" y="4629150"/>
          <p14:tracePt t="36271" x="3962400" y="4711700"/>
          <p14:tracePt t="36289" x="4064000" y="4730750"/>
          <p14:tracePt t="36321" x="4495800" y="4762500"/>
          <p14:tracePt t="36356" x="4800600" y="4762500"/>
          <p14:tracePt t="36391" x="5143500" y="4762500"/>
          <p14:tracePt t="36438" x="5397500" y="4762500"/>
          <p14:tracePt t="36470" x="5600700" y="4762500"/>
          <p14:tracePt t="36504" x="5702300" y="4743450"/>
          <p14:tracePt t="36537" x="5778500" y="4730750"/>
          <p14:tracePt t="36570" x="5816600" y="4724400"/>
          <p14:tracePt t="36603" x="5835650" y="4724400"/>
          <p14:tracePt t="36803" x="5842000" y="4724400"/>
          <p14:tracePt t="36885" x="5848350" y="4724400"/>
          <p14:tracePt t="37188" x="5842000" y="4711700"/>
          <p14:tracePt t="37284" x="5810250" y="4692650"/>
          <p14:tracePt t="37317" x="5784850" y="4673600"/>
          <p14:tracePt t="37352" x="5645150" y="4635500"/>
          <p14:tracePt t="37385" x="5448300" y="4597400"/>
          <p14:tracePt t="37421" x="5187950" y="4559300"/>
          <p14:tracePt t="37483" x="4622800" y="4464050"/>
          <p14:tracePt t="37533" x="4102100" y="4445000"/>
          <p14:tracePt t="37552" x="4032250" y="4457700"/>
          <p14:tracePt t="37583" x="3841750" y="4489450"/>
          <p14:tracePt t="37616" x="3752850" y="4521200"/>
          <p14:tracePt t="37649" x="3695700" y="4559300"/>
          <p14:tracePt t="37683" x="3670300" y="4565650"/>
          <p14:tracePt t="37720" x="3657600" y="4559300"/>
          <p14:tracePt t="37766" x="3632200" y="4502150"/>
          <p14:tracePt t="37799" x="3613150" y="4457700"/>
          <p14:tracePt t="38297" x="3625850" y="4495800"/>
          <p14:tracePt t="38347" x="3644900" y="4527550"/>
          <p14:tracePt t="38366" x="3657600" y="4540250"/>
          <p14:tracePt t="38399" x="3670300" y="4565650"/>
          <p14:tracePt t="38447" x="3683000" y="4572000"/>
          <p14:tracePt t="38469" x="3689350" y="4578350"/>
          <p14:tracePt t="38502" x="3695700" y="4584700"/>
          <p14:tracePt t="38563" x="3708400" y="4591050"/>
          <p14:tracePt t="38613" x="3714750" y="4597400"/>
          <p14:tracePt t="38663" x="3721100" y="4603750"/>
          <p14:tracePt t="38696" x="3746500" y="4622800"/>
          <p14:tracePt t="38729" x="3816350" y="4660900"/>
          <p14:tracePt t="38779" x="4241800" y="4819650"/>
          <p14:tracePt t="38813" x="4775200" y="4940300"/>
          <p14:tracePt t="38845" x="5029200" y="5003800"/>
          <p14:tracePt t="38869" x="5353050" y="5067300"/>
          <p14:tracePt t="38898" x="5600700" y="5105400"/>
          <p14:tracePt t="38929" x="5734050" y="5111750"/>
          <p14:tracePt t="38962" x="5791200" y="5118100"/>
          <p14:tracePt t="38984" x="5810250" y="5118100"/>
          <p14:tracePt t="39111" x="5816600" y="5118100"/>
          <p14:tracePt t="39148" x="5822950" y="5111750"/>
          <p14:tracePt t="39444" x="5829300" y="5105400"/>
          <p14:tracePt t="39563" x="5829300" y="5099050"/>
          <p14:tracePt t="40722" x="5822950" y="5124450"/>
          <p14:tracePt t="40755" x="5791200" y="5175250"/>
          <p14:tracePt t="40789" x="5734050" y="5283200"/>
          <p14:tracePt t="40822" x="5689600" y="5346700"/>
          <p14:tracePt t="40855" x="5683250" y="5384800"/>
          <p14:tracePt t="40888" x="5708650" y="5429250"/>
          <p14:tracePt t="40921" x="5829300" y="5518150"/>
          <p14:tracePt t="40988" x="6089650" y="5632450"/>
          <p14:tracePt t="41022" x="6299200" y="5676900"/>
          <p14:tracePt t="41055" x="6432550" y="5670550"/>
          <p14:tracePt t="41076" x="6521450" y="5645150"/>
          <p14:tracePt t="41110" x="6648450" y="5575300"/>
          <p14:tracePt t="41143" x="6731000" y="5505450"/>
          <p14:tracePt t="41176" x="6788150" y="5448300"/>
          <p14:tracePt t="41209" x="6845300" y="5384800"/>
          <p14:tracePt t="41254" x="6877050" y="5340350"/>
          <p14:tracePt t="41287" x="6889750" y="5302250"/>
          <p14:tracePt t="41320" x="6902450" y="5207000"/>
          <p14:tracePt t="41353" x="6902450" y="5130800"/>
          <p14:tracePt t="41390" x="6896100" y="5048250"/>
          <p14:tracePt t="41453" x="6851650" y="4870450"/>
          <p14:tracePt t="41503" x="6648450" y="4743450"/>
          <p14:tracePt t="41536" x="6286500" y="4692650"/>
          <p14:tracePt t="41554" x="6184900" y="4692650"/>
          <p14:tracePt t="41586" x="5930900" y="4718050"/>
          <p14:tracePt t="41608" x="5816600" y="4756150"/>
          <p14:tracePt t="41641" x="5791200" y="4775200"/>
          <p14:tracePt t="41671" x="5810250" y="4832350"/>
          <p14:tracePt t="41719" x="5969000" y="5010150"/>
          <p14:tracePt t="41752" x="6115050" y="5124450"/>
          <p14:tracePt t="41785" x="6330950" y="5219700"/>
          <p14:tracePt t="41818" x="6654800" y="5251450"/>
          <p14:tracePt t="41852" x="6858000" y="5207000"/>
          <p14:tracePt t="41870" x="6908800" y="5187950"/>
          <p14:tracePt t="41902" x="7061200" y="5124450"/>
          <p14:tracePt t="41938" x="7092950" y="5054600"/>
          <p14:tracePt t="42001" x="7061200" y="4857750"/>
          <p14:tracePt t="42034" x="6959600" y="4775200"/>
          <p14:tracePt t="42068" x="6769100" y="4679950"/>
          <p14:tracePt t="42101" x="6419850" y="4654550"/>
          <p14:tracePt t="42124" x="6235700" y="4724400"/>
          <p14:tracePt t="42156" x="6045200" y="4908550"/>
          <p14:tracePt t="42186" x="5988050" y="5048250"/>
          <p14:tracePt t="42217" x="6007100" y="5118100"/>
          <p14:tracePt t="42254" x="6064250" y="5194300"/>
          <p14:tracePt t="42289" x="6102350" y="5226050"/>
          <p14:tracePt t="42322" x="6121400" y="5232400"/>
          <p14:tracePt t="43645" x="6356350" y="5219700"/>
          <p14:tracePt t="43679" x="6565900" y="5219700"/>
          <p14:tracePt t="43712" x="6915150" y="5168900"/>
          <p14:tracePt t="43734" x="7073900" y="5137150"/>
          <p14:tracePt t="43767" x="7251700" y="5060950"/>
          <p14:tracePt t="43797" x="7353300" y="4965700"/>
          <p14:tracePt t="43828" x="7429500" y="4819650"/>
          <p14:tracePt t="43895" x="7385050" y="4540250"/>
          <p14:tracePt t="43944" x="7188200" y="4489450"/>
          <p14:tracePt t="43963" x="7048500" y="4514850"/>
          <p14:tracePt t="43998" x="6807200" y="4616450"/>
          <p14:tracePt t="44033" x="6546850" y="4832350"/>
          <p14:tracePt t="44062" x="6508750" y="5035550"/>
          <p14:tracePt t="44111" x="6743700" y="5499100"/>
          <p14:tracePt t="44144" x="6908800" y="5657850"/>
          <p14:tracePt t="44177" x="7302500" y="5791200"/>
          <p14:tracePt t="44210" x="7467600" y="5734050"/>
          <p14:tracePt t="44233" x="7524750" y="5645150"/>
          <p14:tracePt t="44266" x="7524750" y="5372100"/>
          <p14:tracePt t="44310" x="7416800" y="5029200"/>
          <p14:tracePt t="44359" x="7080250" y="4718050"/>
          <p14:tracePt t="44393" x="6737350" y="4597400"/>
          <p14:tracePt t="44426" x="6502400" y="4641850"/>
          <p14:tracePt t="44459" x="6318250" y="4762500"/>
          <p14:tracePt t="44478" x="6261100" y="4889500"/>
          <p14:tracePt t="44498" x="6229350" y="5010150"/>
          <p14:tracePt t="44531" x="6305550" y="5238750"/>
          <p14:tracePt t="44561" x="6426200" y="5372100"/>
          <p14:tracePt t="44596" x="6794500" y="5556250"/>
          <p14:tracePt t="44627" x="7067550" y="5549900"/>
          <p14:tracePt t="44659" x="7277100" y="5422900"/>
          <p14:tracePt t="44709" x="7359650" y="4953000"/>
          <p14:tracePt t="44742" x="7207250" y="4597400"/>
          <p14:tracePt t="44764" x="7099300" y="4464050"/>
          <p14:tracePt t="44797" x="6972300" y="4356100"/>
          <p14:tracePt t="44858" x="6515100" y="4152900"/>
          <p14:tracePt t="44907" x="6502400" y="4133850"/>
          <p14:tracePt t="45759" x="6451600" y="4146550"/>
          <p14:tracePt t="45790" x="6426200" y="4178300"/>
          <p14:tracePt t="45821" x="6388100" y="4216400"/>
          <p14:tracePt t="45843" x="6369050" y="4241800"/>
          <p14:tracePt t="45877" x="6305550" y="4324350"/>
          <p14:tracePt t="45937" x="6242050" y="4375150"/>
          <p14:tracePt t="45988" x="6235700" y="4381500"/>
          <p14:tracePt t="46141" x="6242050" y="4381500"/>
          <p14:tracePt t="46172" x="6248400" y="4375150"/>
          <p14:tracePt t="46220" x="6254750" y="4356100"/>
          <p14:tracePt t="46253" x="6254750" y="4343400"/>
          <p14:tracePt t="47718" x="6242050" y="4368800"/>
          <p14:tracePt t="47781" x="6210300" y="4432300"/>
          <p14:tracePt t="47847" x="6184900" y="4508500"/>
          <p14:tracePt t="47897" x="6165850" y="4559300"/>
          <p14:tracePt t="47931" x="6153150" y="4584700"/>
          <p14:tracePt t="47980" x="6153150" y="4616450"/>
          <p14:tracePt t="47999" x="6159500" y="4648200"/>
          <p14:tracePt t="48034" x="6191250" y="4705350"/>
          <p14:tracePt t="48065" x="6223000" y="4743450"/>
          <p14:tracePt t="48100" x="6248400" y="4762500"/>
          <p14:tracePt t="48136" x="6273800" y="4762500"/>
          <p14:tracePt t="48168" x="6305550" y="4762500"/>
          <p14:tracePt t="48186" x="6324600" y="4756150"/>
          <p14:tracePt t="48218" x="6388100" y="4749800"/>
          <p14:tracePt t="48251" x="6534150" y="4737100"/>
          <p14:tracePt t="48313" x="6724650" y="4705350"/>
          <p14:tracePt t="48363" x="6832600" y="4648200"/>
          <p14:tracePt t="48381" x="6838950" y="4641850"/>
          <p14:tracePt t="48413" x="6845300" y="4635500"/>
          <p14:tracePt t="48462" x="6819900" y="4629150"/>
          <p14:tracePt t="48484" x="6794500" y="4629150"/>
          <p14:tracePt t="48514" x="6750050" y="4635500"/>
          <p14:tracePt t="48550" x="6680200" y="4654550"/>
          <p14:tracePt t="48584" x="6591300" y="4654550"/>
          <p14:tracePt t="48618" x="6559550" y="4616450"/>
          <p14:tracePt t="48661" x="6559550" y="4603750"/>
          <p14:tracePt t="50625" x="6597650" y="4660900"/>
          <p14:tracePt t="50671" x="6654800" y="4737100"/>
          <p14:tracePt t="50704" x="6724650" y="4800600"/>
          <p14:tracePt t="50738" x="6769100" y="4819650"/>
          <p14:tracePt t="50771" x="6813550" y="4819650"/>
          <p14:tracePt t="50804" x="6851650" y="4819650"/>
          <p14:tracePt t="50837" x="6889750" y="4819650"/>
          <p14:tracePt t="50887" x="6908800" y="4819650"/>
          <p14:tracePt t="50937" x="6915150" y="4819650"/>
          <p14:tracePt t="51003" x="6921500" y="4838700"/>
          <p14:tracePt t="51053" x="6864350" y="4921250"/>
          <p14:tracePt t="51072" x="6851650" y="4953000"/>
          <p14:tracePt t="51092" x="6800850" y="5016500"/>
          <p14:tracePt t="51137" x="6718300" y="5137150"/>
          <p14:tracePt t="51173" x="6705600" y="5162550"/>
          <p14:tracePt t="51204" x="6699250" y="5168900"/>
          <p14:tracePt t="51252" x="6686550" y="5162550"/>
          <p14:tracePt t="51286" x="6673850" y="5156200"/>
          <p14:tracePt t="51339" x="6667500" y="5149850"/>
          <p14:tracePt t="51374" x="6654800" y="5143500"/>
          <p14:tracePt t="51422" x="6642100" y="5143500"/>
          <p14:tracePt t="51454" x="6623050" y="5143500"/>
          <p14:tracePt t="51485" x="6623050" y="5137150"/>
          <p14:tracePt t="51518" x="6610350" y="5130800"/>
          <p14:tracePt t="51555" x="6597650" y="5124450"/>
          <p14:tracePt t="51569" x="6591300" y="5118100"/>
          <p14:tracePt t="51603" x="6565900" y="5086350"/>
          <p14:tracePt t="51625" x="6546850" y="5041900"/>
          <p14:tracePt t="51658" x="6464300" y="4933950"/>
          <p14:tracePt t="51689" x="6375400" y="4832350"/>
          <p14:tracePt t="51722" x="6311900" y="4768850"/>
          <p14:tracePt t="51756" x="6223000" y="4679950"/>
          <p14:tracePt t="51800" x="6146800" y="4597400"/>
          <p14:tracePt t="51850" x="6070600" y="4508500"/>
          <p14:tracePt t="51872" x="6045200" y="4464050"/>
          <p14:tracePt t="51906" x="6007100" y="4413250"/>
          <p14:tracePt t="51939" x="5981700" y="4381500"/>
          <p14:tracePt t="52000" x="5975350" y="4375150"/>
          <p14:tracePt t="52050" x="6007100" y="4419600"/>
          <p14:tracePt t="52083" x="6057900" y="4502150"/>
          <p14:tracePt t="52116" x="6159500" y="4629150"/>
          <p14:tracePt t="52149" x="6324600" y="4870450"/>
          <p14:tracePt t="52183" x="6438900" y="5029200"/>
          <p14:tracePt t="52219" x="6521450" y="5143500"/>
          <p14:tracePt t="52282" x="6546850" y="5162550"/>
          <p14:tracePt t="52349" x="6578600" y="5130800"/>
          <p14:tracePt t="52382" x="6680200" y="5054600"/>
          <p14:tracePt t="52415" x="6877050" y="4940300"/>
          <p14:tracePt t="52448" x="7188200" y="4724400"/>
          <p14:tracePt t="52485" x="7372350" y="4616450"/>
          <p14:tracePt t="52548" x="7518400" y="4540250"/>
          <p14:tracePt t="52581" x="7556500" y="4514850"/>
          <p14:tracePt t="52617" x="7594600" y="4483100"/>
          <p14:tracePt t="52648" x="7600950" y="4470400"/>
          <p14:tracePt t="52672" x="7613650" y="4464050"/>
          <p14:tracePt t="52704" x="7620000" y="4457700"/>
          <p14:tracePt t="52750" x="7632700" y="4445000"/>
          <p14:tracePt t="52782" x="7639050" y="4438650"/>
          <p14:tracePt t="52814" x="7651750" y="4425950"/>
          <p14:tracePt t="52863" x="7664450" y="4413250"/>
          <p14:tracePt t="52897" x="7689850" y="4381500"/>
          <p14:tracePt t="52930" x="7715250" y="4356100"/>
          <p14:tracePt t="52952" x="7766050" y="4298950"/>
          <p14:tracePt t="52985" x="7804150" y="4248150"/>
          <p14:tracePt t="53046" x="7867650" y="4210050"/>
          <p14:tracePt t="53096" x="7880350" y="4203700"/>
          <p14:tracePt t="53146" x="7886700" y="4203700"/>
          <p14:tracePt t="53245" x="7886700" y="4191000"/>
          <p14:tracePt t="53661" x="7835900" y="4178300"/>
          <p14:tracePt t="53680" x="7791450" y="4165600"/>
          <p14:tracePt t="53711" x="7581900" y="4089400"/>
          <p14:tracePt t="53749" x="7391400" y="4013200"/>
          <p14:tracePt t="53794" x="7156450" y="3924300"/>
          <p14:tracePt t="53831" x="7112000" y="3905250"/>
          <p14:tracePt t="53880" x="7105650" y="3905250"/>
          <p14:tracePt t="54192" x="7054850" y="3886200"/>
          <p14:tracePt t="54226" x="7010400" y="3867150"/>
          <p14:tracePt t="54259" x="6991350" y="3854450"/>
          <p14:tracePt t="54312" x="6997700" y="3867150"/>
          <p14:tracePt t="54344" x="7054850" y="3905250"/>
          <p14:tracePt t="54375" x="7194550" y="3987800"/>
          <p14:tracePt t="54408" x="7410450" y="4083050"/>
          <p14:tracePt t="54441" x="7708900" y="4184650"/>
          <p14:tracePt t="54508" x="7893050" y="4222750"/>
          <p14:tracePt t="54541" x="7905750" y="4222750"/>
          <p14:tracePt t="54578" x="7912100" y="4222750"/>
          <p14:tracePt t="54707" x="7848600" y="4197350"/>
          <p14:tracePt t="54757" x="7562850" y="4114800"/>
          <p14:tracePt t="54780" x="7404100" y="4070350"/>
          <p14:tracePt t="54813" x="7105650" y="3994150"/>
          <p14:tracePt t="54842" x="6991350" y="3968750"/>
          <p14:tracePt t="54873" x="6965950" y="3962400"/>
          <p14:tracePt t="54940" x="6953250" y="4044950"/>
          <p14:tracePt t="54973" x="6985000" y="4267200"/>
          <p14:tracePt t="55006" x="7004050" y="4540250"/>
          <p14:tracePt t="55039" x="6978650" y="4883150"/>
          <p14:tracePt t="55072" x="6902450" y="5219700"/>
          <p14:tracePt t="55109" x="6858000" y="5327650"/>
          <p14:tracePt t="55141" x="6832600" y="5353050"/>
          <p14:tracePt t="55188" x="6832600" y="5359400"/>
          <p14:tracePt t="55222" x="6826250" y="5359400"/>
          <p14:tracePt t="55571" x="6858000" y="5359400"/>
          <p14:tracePt t="55604" x="6889750" y="5365750"/>
          <p14:tracePt t="55641" x="6953250" y="5372100"/>
          <p14:tracePt t="55704" x="7067550" y="5378450"/>
          <p14:tracePt t="55753" x="7080250" y="5384800"/>
          <p14:tracePt t="55787" x="7086600" y="5384800"/>
          <p14:tracePt t="55842" x="7092950" y="5384800"/>
          <p14:tracePt t="55890" x="7099300" y="5384800"/>
          <p14:tracePt t="55953" x="7105650" y="5384800"/>
          <p14:tracePt t="56003" x="7137400" y="5391150"/>
          <p14:tracePt t="56053" x="7169150" y="5403850"/>
          <p14:tracePt t="56086" x="7207250" y="5410200"/>
          <p14:tracePt t="56109" x="7308850" y="5422900"/>
          <p14:tracePt t="56141" x="7404100" y="5435600"/>
          <p14:tracePt t="56171" x="7550150" y="5403850"/>
          <p14:tracePt t="56235" x="7651750" y="5365750"/>
          <p14:tracePt t="56268" x="7658100" y="5359400"/>
          <p14:tracePt t="56319" x="7658100" y="5327650"/>
          <p14:tracePt t="56351" x="7626350" y="5283200"/>
          <p14:tracePt t="56374" x="7575550" y="5219700"/>
          <p14:tracePt t="56409" x="7397750" y="5073650"/>
          <p14:tracePt t="56440" x="7226300" y="4984750"/>
          <p14:tracePt t="56473" x="7010400" y="4940300"/>
          <p14:tracePt t="56517" x="6883400" y="4997450"/>
          <p14:tracePt t="56551" x="6826250" y="5073650"/>
          <p14:tracePt t="56600" x="6731000" y="5181600"/>
          <p14:tracePt t="56634" x="6699250" y="5219700"/>
          <p14:tracePt t="56652" x="6699250" y="5226050"/>
          <p14:tracePt t="56657" x="6692900" y="5226050"/>
          <p14:tracePt t="56687" x="6692900" y="5213350"/>
          <p14:tracePt t="56750" x="6648450" y="5137150"/>
          <p14:tracePt t="56817" x="6432550" y="4940300"/>
          <p14:tracePt t="56835" x="6388100" y="4902200"/>
          <p14:tracePt t="56866" x="6280150" y="4787900"/>
          <p14:tracePt t="56900" x="6223000" y="4743450"/>
          <p14:tracePt t="56950" x="6165850" y="4737100"/>
          <p14:tracePt t="56983" x="6140450" y="4737100"/>
          <p14:tracePt t="57016" x="6121400" y="4737100"/>
          <p14:tracePt t="57148" x="6121400" y="4743450"/>
          <p14:tracePt t="57204" x="6146800" y="4756150"/>
          <p14:tracePt t="57265" x="6413500" y="4857750"/>
          <p14:tracePt t="57315" x="7156450" y="4959350"/>
          <p14:tracePt t="57348" x="7435850" y="4933950"/>
          <p14:tracePt t="57381" x="7893050" y="4800600"/>
          <p14:tracePt t="57415" x="8058150" y="4718050"/>
          <p14:tracePt t="57464" x="8147050" y="4610100"/>
          <p14:tracePt t="57514" x="8191500" y="4559300"/>
          <p14:tracePt t="57548" x="8204200" y="4552950"/>
          <p14:tracePt t="57614" x="8210550" y="4546600"/>
          <p14:tracePt t="57863" x="7683500" y="4616450"/>
          <p14:tracePt t="57896" x="7327900" y="4667250"/>
          <p14:tracePt t="57929" x="7023100" y="4730750"/>
          <p14:tracePt t="57963" x="6953250" y="4768850"/>
          <p14:tracePt t="57996" x="6915150" y="4800600"/>
          <p14:tracePt t="58029" x="6902450" y="4819650"/>
          <p14:tracePt t="58066" x="6864350" y="4851400"/>
          <p14:tracePt t="58101" x="6851650" y="4857750"/>
          <p14:tracePt t="58693" x="6635750" y="4870450"/>
          <p14:tracePt t="58727" x="6470650" y="4857750"/>
          <p14:tracePt t="58760" x="6286500" y="4851400"/>
          <p14:tracePt t="58793" x="6127750" y="4800600"/>
          <p14:tracePt t="58843" x="5981700" y="4737100"/>
          <p14:tracePt t="58876" x="5924550" y="4699000"/>
          <p14:tracePt t="58943" x="5854700" y="4635500"/>
          <p14:tracePt t="58976" x="5842000" y="4622800"/>
          <p14:tracePt t="59009" x="5842000" y="4616450"/>
          <p14:tracePt t="59345" x="5645150" y="4622800"/>
          <p14:tracePt t="59391" x="5264150" y="4648200"/>
          <p14:tracePt t="59424" x="4914900" y="4699000"/>
          <p14:tracePt t="59457" x="4667250" y="4737100"/>
          <p14:tracePt t="59491" x="4578350" y="4762500"/>
          <p14:tracePt t="59524" x="4489450" y="4806950"/>
          <p14:tracePt t="59547" x="4451350" y="4826000"/>
          <p14:tracePt t="59579" x="4413250" y="4851400"/>
          <p14:tracePt t="59623" x="4318000" y="4902200"/>
          <p14:tracePt t="59657" x="4260850" y="4914900"/>
          <p14:tracePt t="59690" x="4254500" y="4940300"/>
          <p14:tracePt t="60078" x="4241800" y="5048250"/>
          <p14:tracePt t="60112" x="4235450" y="5295900"/>
          <p14:tracePt t="60155" x="4235450" y="5467350"/>
          <p14:tracePt t="60188" x="4191000" y="5568950"/>
          <p14:tracePt t="60222" x="4146550" y="5702300"/>
          <p14:tracePt t="60256" x="4133850" y="5753100"/>
          <p14:tracePt t="60288" x="4114800" y="5791200"/>
          <p14:tracePt t="60325" x="4102100" y="5842000"/>
          <p14:tracePt t="60359" x="4095750" y="5861050"/>
          <p14:tracePt t="60389" x="4095750" y="5873750"/>
          <p14:tracePt t="60421" x="4089400" y="5880100"/>
          <p14:tracePt t="60487" x="4089400" y="5899150"/>
          <p14:tracePt t="60537" x="4083050" y="5918200"/>
          <p14:tracePt t="60570" x="4076700" y="5930900"/>
          <p14:tracePt t="60592" x="4076700" y="5943600"/>
          <p14:tracePt t="60626" x="4064000" y="5975350"/>
          <p14:tracePt t="60655" x="4057650" y="6007100"/>
          <p14:tracePt t="60736" x="4064000" y="6013450"/>
          <p14:tracePt t="60769" x="4070350" y="6013450"/>
          <p14:tracePt t="60803" x="4083050" y="6007100"/>
          <p14:tracePt t="60836" x="4089400" y="5994400"/>
          <p14:tracePt t="60858" x="4089400" y="5988050"/>
          <p14:tracePt t="60922" x="4089400" y="5981700"/>
          <p14:tracePt t="60985" x="4064000" y="6000750"/>
          <p14:tracePt t="61035" x="4025900" y="6032500"/>
          <p14:tracePt t="61054" x="4019550" y="6045200"/>
          <p14:tracePt t="61085" x="4000500" y="6070600"/>
          <p14:tracePt t="61152" x="4006850" y="6064250"/>
          <p14:tracePt t="61185" x="4038600" y="6032500"/>
          <p14:tracePt t="61251" x="4089400" y="5975350"/>
          <p14:tracePt t="61286" x="4089400" y="5969000"/>
          <p14:tracePt t="61318" x="4083050" y="5975350"/>
          <p14:tracePt t="61351" x="4064000" y="5988050"/>
          <p14:tracePt t="61401" x="4064000" y="6000750"/>
          <p14:tracePt t="61450" x="4057650" y="6000750"/>
          <p14:tracePt t="61616" x="4057650" y="6007100"/>
          <p14:tracePt t="61651" x="4057650" y="6019800"/>
          <p14:tracePt t="61683" x="4057650" y="6026150"/>
          <p14:tracePt t="61733" x="4057650" y="6032500"/>
          <p14:tracePt t="61767" x="4083050" y="6038850"/>
          <p14:tracePt t="61800" x="4165600" y="6032500"/>
          <p14:tracePt t="61832" x="4349750" y="6007100"/>
          <p14:tracePt t="61866" x="4794250" y="5880100"/>
          <p14:tracePt t="61899" x="5130800" y="5740400"/>
          <p14:tracePt t="61921" x="5372100" y="5619750"/>
          <p14:tracePt t="61951" x="5670550" y="5435600"/>
          <p14:tracePt t="61982" x="5873750" y="5289550"/>
          <p14:tracePt t="62015" x="5905500" y="5270500"/>
          <p14:tracePt t="62048" x="5911850" y="5270500"/>
          <p14:tracePt t="62082" x="5880100" y="5283200"/>
          <p14:tracePt t="62115" x="5670550" y="5384800"/>
          <p14:tracePt t="62133" x="5575300" y="5416550"/>
          <p14:tracePt t="62155" x="5365750" y="5499100"/>
          <p14:tracePt t="62189" x="4946650" y="5664200"/>
          <p14:tracePt t="62217" x="4692650" y="5791200"/>
          <p14:tracePt t="62234" x="4565650" y="5867400"/>
          <p14:tracePt t="62266" x="4445000" y="5930900"/>
          <p14:tracePt t="62298" x="4368800" y="5994400"/>
          <p14:tracePt t="62331" x="4324350" y="6032500"/>
          <p14:tracePt t="62364" x="4273550" y="6070600"/>
          <p14:tracePt t="62397" x="4229100" y="6096000"/>
          <p14:tracePt t="62430" x="4197350" y="6115050"/>
          <p14:tracePt t="62464" x="4171950" y="6134100"/>
          <p14:tracePt t="62497" x="4140200" y="6140450"/>
          <p14:tracePt t="62534" x="4133850" y="6146800"/>
          <p14:tracePt t="62679" x="4133850" y="6140450"/>
          <p14:tracePt t="62746" x="4152900" y="6127750"/>
          <p14:tracePt t="62779" x="4159250" y="6121400"/>
          <p14:tracePt t="62813" x="4165600" y="6115050"/>
          <p14:tracePt t="62912" x="4165600" y="6121400"/>
          <p14:tracePt t="62934" x="4165600" y="6127750"/>
          <p14:tracePt t="62995" x="4152900" y="6140450"/>
          <p14:tracePt t="63045" x="4140200" y="6153150"/>
          <p14:tracePt t="63111" x="4140200" y="6165850"/>
          <p14:tracePt t="63178" x="4152900" y="6178550"/>
          <p14:tracePt t="63211" x="4152900" y="6191250"/>
          <p14:tracePt t="63245" x="4152900" y="6210300"/>
          <p14:tracePt t="63327" x="4159250" y="6229350"/>
          <p14:tracePt t="64125" x="4159250" y="6203950"/>
          <p14:tracePt t="64262" x="4152900" y="6216650"/>
          <p14:tracePt t="64280" x="4140200" y="6223000"/>
          <p14:tracePt t="64313" x="4127500" y="6229350"/>
          <p14:tracePt t="64377" x="4127500" y="6235700"/>
          <p14:tracePt t="64477" x="4140200" y="6216650"/>
          <p14:tracePt t="64512" x="4165600" y="6184900"/>
          <p14:tracePt t="64529" x="4178300" y="6165850"/>
          <p14:tracePt t="64562" x="4267200" y="6076950"/>
          <p14:tracePt t="64592" x="4305300" y="6026150"/>
          <p14:tracePt t="64626" x="4318000" y="6026150"/>
          <p14:tracePt t="64658" x="4267200" y="6064250"/>
          <p14:tracePt t="64689" x="4210050" y="6115050"/>
          <p14:tracePt t="64722" x="4083050" y="6216650"/>
          <p14:tracePt t="64772" x="3981450" y="6292850"/>
          <p14:tracePt t="64806" x="3968750" y="6305550"/>
          <p14:tracePt t="64922" x="3975100" y="6292850"/>
          <p14:tracePt t="65486" x="4006850" y="6286500"/>
          <p14:tracePt t="65520" x="4083050" y="6235700"/>
          <p14:tracePt t="65553" x="4140200" y="6178550"/>
          <p14:tracePt t="65587" x="4216400" y="6121400"/>
          <p14:tracePt t="65619" x="4324350" y="6045200"/>
          <p14:tracePt t="65656" x="4464050" y="5981700"/>
          <p14:tracePt t="65691" x="4546600" y="5943600"/>
          <p14:tracePt t="65725" x="4648200" y="5892800"/>
          <p14:tracePt t="65758" x="4718050" y="5842000"/>
          <p14:tracePt t="65802" x="4845050" y="5765800"/>
          <p14:tracePt t="65835" x="4908550" y="5715000"/>
          <p14:tracePt t="65854" x="4965700" y="5670550"/>
          <p14:tracePt t="65874" x="5003800" y="5619750"/>
          <p14:tracePt t="65907" x="5067300" y="5543550"/>
          <p14:tracePt t="65968" x="5099050" y="5416550"/>
          <p14:tracePt t="66002" x="5099050" y="5378450"/>
          <p14:tracePt t="66035" x="5086350" y="5365750"/>
          <p14:tracePt t="66068" x="5086350" y="5372100"/>
          <p14:tracePt t="66500" x="5086350" y="5353050"/>
          <p14:tracePt t="66533" x="5168900" y="5308600"/>
          <p14:tracePt t="66566" x="5384800" y="5181600"/>
          <p14:tracePt t="66599" x="5626100" y="5060950"/>
          <p14:tracePt t="66633" x="5937250" y="4953000"/>
          <p14:tracePt t="66655" x="6203950" y="4864100"/>
          <p14:tracePt t="66671" x="6280150" y="4819650"/>
          <p14:tracePt t="66701" x="6438900" y="4730750"/>
          <p14:tracePt t="66735" x="6527800" y="4667250"/>
          <p14:tracePt t="66767" x="6534150" y="4673600"/>
          <p14:tracePt t="66798" x="6508750" y="4673600"/>
          <p14:tracePt t="66832" x="6489700" y="4660900"/>
          <p14:tracePt t="67297" x="6743700" y="4749800"/>
          <p14:tracePt t="67331" x="7073900" y="4870450"/>
          <p14:tracePt t="67365" x="7315200" y="4959350"/>
          <p14:tracePt t="67397" x="7600950" y="5016500"/>
          <p14:tracePt t="67430" x="7753350" y="4978400"/>
          <p14:tracePt t="67480" x="7893050" y="4857750"/>
          <p14:tracePt t="67517" x="7937500" y="4724400"/>
          <p14:tracePt t="67548" x="7918450" y="4648200"/>
          <p14:tracePt t="67579" x="7791450" y="4533900"/>
          <p14:tracePt t="67612" x="7569200" y="4400550"/>
          <p14:tracePt t="67646" x="7277100" y="4279900"/>
          <p14:tracePt t="67679" x="6883400" y="4260850"/>
          <p14:tracePt t="67701" x="6705600" y="4356100"/>
          <p14:tracePt t="67734" x="6445250" y="4616450"/>
          <p14:tracePt t="67795" x="6369050" y="4870450"/>
          <p14:tracePt t="67829" x="6604000" y="5118100"/>
          <p14:tracePt t="67862" x="6953250" y="5302250"/>
          <p14:tracePt t="67899" x="7404100" y="5353050"/>
          <p14:tracePt t="67933" x="7658100" y="5200650"/>
          <p14:tracePt t="67967" x="7816850" y="4813300"/>
          <p14:tracePt t="68011" x="7702550" y="4508500"/>
          <p14:tracePt t="68033" x="7581900" y="4368800"/>
          <p14:tracePt t="68063" x="7397750" y="4260850"/>
          <p14:tracePt t="68094" x="7162800" y="4222750"/>
          <p14:tracePt t="68128" x="6838950" y="4292600"/>
          <p14:tracePt t="68161" x="6604000" y="4457700"/>
          <p14:tracePt t="68194" x="6451600" y="4679950"/>
          <p14:tracePt t="68227" x="6394450" y="4908550"/>
          <p14:tracePt t="68277" x="6629400" y="5194300"/>
          <p14:tracePt t="68295" x="6807200" y="5314950"/>
          <p14:tracePt t="68330" x="7188200" y="5448300"/>
          <p14:tracePt t="68350" x="7486650" y="5461000"/>
          <p14:tracePt t="68382" x="7893050" y="5391150"/>
          <p14:tracePt t="68416" x="8058150" y="5245100"/>
          <p14:tracePt t="68449" x="8102600" y="4933950"/>
          <p14:tracePt t="68481" x="8026400" y="4610100"/>
          <p14:tracePt t="68499" x="7943850" y="4400550"/>
          <p14:tracePt t="68531" x="7772400" y="4222750"/>
          <p14:tracePt t="68562" x="7588250" y="4191000"/>
          <p14:tracePt t="68609" x="7391400" y="4286250"/>
          <p14:tracePt t="68659" x="7207250" y="4432300"/>
          <p14:tracePt t="68692" x="7181850" y="4438650"/>
          <p14:tracePt t="68725" x="7175500" y="4445000"/>
          <p14:tracePt t="68747" x="7169150" y="4457700"/>
          <p14:tracePt t="68781" x="7143750" y="4476750"/>
          <p14:tracePt t="68814" x="7131050" y="4489450"/>
          <p14:tracePt t="68875" x="7086600" y="4521200"/>
          <p14:tracePt t="68925" x="7054850" y="4533900"/>
          <p14:tracePt t="68958" x="7023100" y="4540250"/>
          <p14:tracePt t="68991" x="6896100" y="4521200"/>
          <p14:tracePt t="69013" x="6794500" y="4495800"/>
          <p14:tracePt t="69046" x="6642100" y="4413250"/>
          <p14:tracePt t="69094" x="6515100" y="4178300"/>
          <p14:tracePt t="69140" x="6515100" y="3949700"/>
          <p14:tracePt t="69174" x="6521450" y="3917950"/>
          <p14:tracePt t="69207" x="6540500" y="3898900"/>
          <p14:tracePt t="69240" x="6572250" y="3879850"/>
          <p14:tracePt t="69273" x="6680200" y="3860800"/>
          <p14:tracePt t="69307" x="6877050" y="3892550"/>
          <p14:tracePt t="69340" x="7232650" y="3981450"/>
          <p14:tracePt t="69390" x="7607300" y="4114800"/>
          <p14:tracePt t="69424" x="7658100" y="4127500"/>
          <p14:tracePt t="69456" x="7664450" y="4133850"/>
          <p14:tracePt t="69506" x="7645400" y="4165600"/>
          <p14:tracePt t="69528" x="7556500" y="4235450"/>
          <p14:tracePt t="69561" x="7385050" y="4343400"/>
          <p14:tracePt t="69594" x="7156450" y="4451350"/>
          <p14:tracePt t="69624" x="6902450" y="4584700"/>
          <p14:tracePt t="69656" x="6718300" y="4692650"/>
          <p14:tracePt t="69692" x="6661150" y="4768850"/>
          <p14:tracePt t="69727" x="6718300" y="4845050"/>
          <p14:tracePt t="69761" x="6921500" y="4984750"/>
          <p14:tracePt t="69778" x="7004050" y="5022850"/>
          <p14:tracePt t="69811" x="7378700" y="5118100"/>
          <p14:tracePt t="69844" x="7677150" y="5073650"/>
          <p14:tracePt t="69877" x="7886700" y="4921250"/>
          <p14:tracePt t="69888" x="7924800" y="4876800"/>
          <p14:tracePt t="69921" x="7899400" y="4660900"/>
          <p14:tracePt t="69987" x="7518400" y="4349750"/>
          <p14:tracePt t="70037" x="7105650" y="4292600"/>
          <p14:tracePt t="70060" x="6972300" y="4324350"/>
          <p14:tracePt t="70093" x="6832600" y="4432300"/>
          <p14:tracePt t="70141" x="6794500" y="4603750"/>
          <p14:tracePt t="70187" x="6826250" y="4705350"/>
          <p14:tracePt t="70221" x="6908800" y="4762500"/>
          <p14:tracePt t="70254" x="6997700" y="4794250"/>
          <p14:tracePt t="70287" x="7029450" y="4794250"/>
          <p14:tracePt t="70320" x="7035800" y="4794250"/>
          <p14:tracePt t="70353" x="7042150" y="4794250"/>
          <p14:tracePt t="70438" x="7029450" y="4794250"/>
          <p14:tracePt t="70469" x="7010400" y="4794250"/>
          <p14:tracePt t="70502" x="7010400" y="4800600"/>
          <p14:tracePt t="70536" x="6997700" y="4806950"/>
          <p14:tracePt t="70569" x="6985000" y="4806950"/>
          <p14:tracePt t="70602" x="6953250" y="4832350"/>
          <p14:tracePt t="70635" x="6883400" y="4857750"/>
          <p14:tracePt t="70672" x="6762750" y="4832350"/>
          <p14:tracePt t="70704" x="6680200" y="4730750"/>
          <p14:tracePt t="70768" x="6654800" y="4406900"/>
          <p14:tracePt t="70801" x="6775450" y="4260850"/>
          <p14:tracePt t="70835" x="7086600" y="4121150"/>
          <p14:tracePt t="70868" x="7366000" y="4140200"/>
          <p14:tracePt t="70901" x="7600950" y="4241800"/>
          <p14:tracePt t="70905" x="7658100" y="4279900"/>
          <p14:tracePt t="70938" x="7747000" y="4413250"/>
          <p14:tracePt t="71001" x="7531100" y="4806950"/>
          <p14:tracePt t="71019" x="7461250" y="4870450"/>
          <p14:tracePt t="71051" x="7112000" y="5022850"/>
          <p14:tracePt t="71084" x="6965950" y="5048250"/>
          <p14:tracePt t="71117" x="6756400" y="5048250"/>
          <p14:tracePt t="71139" x="6692900" y="5022850"/>
          <p14:tracePt t="71172" x="6642100" y="4953000"/>
          <p14:tracePt t="71206" x="6642100" y="4921250"/>
          <p14:tracePt t="71236" x="6648450" y="4895850"/>
          <p14:tracePt t="71267" x="6661150" y="4895850"/>
          <p14:tracePt t="71300" x="6661150" y="4908550"/>
          <p14:tracePt t="71333" x="6673850" y="4914900"/>
          <p14:tracePt t="72300" x="6648450" y="4946650"/>
          <p14:tracePt t="72346" x="6553200" y="4997450"/>
          <p14:tracePt t="72379" x="6407150" y="5022850"/>
          <p14:tracePt t="72413" x="6070600" y="5054600"/>
          <p14:tracePt t="72446" x="5842000" y="5054600"/>
          <p14:tracePt t="72480" x="5308600" y="4927600"/>
          <p14:tracePt t="72512" x="4946650" y="4806950"/>
          <p14:tracePt t="72562" x="4540250" y="4616450"/>
          <p14:tracePt t="72595" x="4457700" y="4565650"/>
          <p14:tracePt t="72628" x="4445000" y="4559300"/>
          <p14:tracePt t="72662" x="4451350" y="4552950"/>
          <p14:tracePt t="72695" x="4533900" y="4514850"/>
          <p14:tracePt t="72961" x="4324350" y="4641850"/>
          <p14:tracePt t="72983" x="4159250" y="4756150"/>
          <p14:tracePt t="73016" x="3892550" y="5003800"/>
          <p14:tracePt t="73049" x="3790950" y="5162550"/>
          <p14:tracePt t="73083" x="3765550" y="5257800"/>
          <p14:tracePt t="73115" x="3771900" y="5308600"/>
          <p14:tracePt t="73160" x="3803650" y="5353050"/>
          <p14:tracePt t="73210" x="3810000" y="5359400"/>
          <p14:tracePt t="73259" x="3816350" y="5359400"/>
          <p14:tracePt t="73310" x="3822700" y="5353050"/>
          <p14:tracePt t="73346" x="3848100" y="5314950"/>
          <p14:tracePt t="73378" x="3854450" y="53149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0"/>
          <a:stretch/>
        </p:blipFill>
        <p:spPr>
          <a:xfrm>
            <a:off x="3169920" y="1752600"/>
            <a:ext cx="5974080" cy="5105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39725" indent="-52388"/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语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法糖</a:t>
            </a:r>
            <a:r>
              <a:rPr lang="zh-CN" altLang="en-US" sz="2800" spc="-200" dirty="0">
                <a:solidFill>
                  <a:schemeClr val="tx1"/>
                </a:solidFill>
                <a:latin typeface="Times New Roman" charset="0"/>
              </a:rPr>
              <a:t>（</a:t>
            </a:r>
            <a:r>
              <a:rPr lang="en-US" altLang="zh-CN" sz="2800" spc="-100" dirty="0">
                <a:solidFill>
                  <a:schemeClr val="tx1"/>
                </a:solidFill>
                <a:latin typeface="Times New Roman" charset="0"/>
              </a:rPr>
              <a:t>Sy</a:t>
            </a:r>
            <a:r>
              <a:rPr lang="en-US" altLang="zh-CN" sz="2800" spc="-40" dirty="0">
                <a:solidFill>
                  <a:schemeClr val="tx1"/>
                </a:solidFill>
                <a:latin typeface="Times New Roman" charset="0"/>
              </a:rPr>
              <a:t>ntactic suga</a:t>
            </a:r>
            <a:r>
              <a:rPr lang="en-US" altLang="zh-CN" sz="2800" spc="-300" dirty="0">
                <a:solidFill>
                  <a:schemeClr val="tx1"/>
                </a:solidFill>
                <a:latin typeface="Times New Roman" charset="0"/>
              </a:rPr>
              <a:t>r</a:t>
            </a:r>
            <a:r>
              <a:rPr lang="zh-CN" altLang="en-US" sz="2800" spc="-450" dirty="0">
                <a:solidFill>
                  <a:schemeClr val="tx1"/>
                </a:solidFill>
                <a:latin typeface="Times New Roman" charset="0"/>
              </a:rPr>
              <a:t>）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也译为糖衣语法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100" dirty="0">
                <a:solidFill>
                  <a:schemeClr val="tx1"/>
                </a:solidFill>
                <a:latin typeface="Times New Roman" charset="0"/>
              </a:rPr>
              <a:t>是一个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术语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100" dirty="0">
                <a:solidFill>
                  <a:schemeClr val="tx1"/>
                </a:solidFill>
                <a:latin typeface="Times New Roman" charset="0"/>
              </a:rPr>
              <a:t>指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计算机语言中添加的某种语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法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这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种语法对语言的功能并没有影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响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但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是更方便程序员使用。 通常来说使用语法糖能够增加程序的可读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性</a:t>
            </a:r>
            <a:r>
              <a:rPr lang="zh-CN" altLang="en-US" sz="2800" spc="-800" dirty="0">
                <a:solidFill>
                  <a:schemeClr val="tx1"/>
                </a:solidFill>
                <a:latin typeface="Times New Roman" charset="0"/>
              </a:rPr>
              <a:t>，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从</a:t>
            </a:r>
            <a:r>
              <a:rPr lang="zh-CN" altLang="en-US" sz="2800" spc="-40" dirty="0">
                <a:solidFill>
                  <a:schemeClr val="tx1"/>
                </a:solidFill>
                <a:latin typeface="Times New Roman" charset="0"/>
              </a:rPr>
              <a:t>而减少程序代码出错的机会</a:t>
            </a:r>
            <a:r>
              <a:rPr lang="zh-CN" altLang="en-US" sz="2800" spc="-40" dirty="0" smtClean="0">
                <a:solidFill>
                  <a:schemeClr val="tx1"/>
                </a:solidFill>
                <a:latin typeface="Times New Roman" charset="0"/>
              </a:rPr>
              <a:t>。</a:t>
            </a:r>
            <a:endParaRPr lang="en-US" altLang="zh-CN" sz="2800" spc="-40" dirty="0" smtClean="0">
              <a:solidFill>
                <a:schemeClr val="tx1"/>
              </a:solidFill>
              <a:latin typeface="Times New Roman" charset="0"/>
            </a:endParaRPr>
          </a:p>
          <a:p>
            <a:pPr marL="339725" indent="-52388"/>
            <a:r>
              <a:rPr lang="en-US" sz="2800" b="1" i="1" dirty="0">
                <a:solidFill>
                  <a:srgbClr val="00B0F0"/>
                </a:solidFill>
                <a:latin typeface="Times New Roman" charset="0"/>
              </a:rPr>
              <a:t>Syntactic </a:t>
            </a:r>
            <a:r>
              <a:rPr lang="en-US" sz="2800" b="1" i="1" dirty="0" smtClean="0">
                <a:solidFill>
                  <a:srgbClr val="00B0F0"/>
                </a:solidFill>
                <a:latin typeface="Times New Roman" charset="0"/>
              </a:rPr>
              <a:t>sugar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is a term that refers to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grammatical feature of a programming language that:</a:t>
            </a:r>
          </a:p>
          <a:p>
            <a:pPr marL="693738" indent="-406400">
              <a:buFont typeface="+mj-lt"/>
              <a:buAutoNum type="arabicPeriod"/>
            </a:pP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Has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no effect on the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functionality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of the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language. </a:t>
            </a:r>
          </a:p>
          <a:p>
            <a:pPr marL="693738" indent="-406400">
              <a:buFont typeface="+mj-lt"/>
              <a:buAutoNum type="arabicPeriod"/>
            </a:pP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But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is more convenient for programmers to use. </a:t>
            </a:r>
            <a:endParaRPr lang="en-US" sz="2800" dirty="0" smtClean="0">
              <a:solidFill>
                <a:srgbClr val="00B050"/>
              </a:solidFill>
              <a:latin typeface="Times New Roman" charset="0"/>
            </a:endParaRPr>
          </a:p>
          <a:p>
            <a:pPr marL="339725" indent="-52388"/>
            <a:endParaRPr lang="en-US" altLang="en-US" sz="2800" dirty="0" smtClean="0">
              <a:solidFill>
                <a:schemeClr val="tx1"/>
              </a:solidFill>
              <a:ea typeface="source sans pro"/>
            </a:endParaRPr>
          </a:p>
          <a:p>
            <a:pPr marL="339725" indent="-52388"/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A </a:t>
            </a:r>
            <a:r>
              <a:rPr lang="en-US" altLang="en-US" sz="2800" dirty="0">
                <a:solidFill>
                  <a:schemeClr val="tx1"/>
                </a:solidFill>
                <a:ea typeface="source sans pro"/>
              </a:rPr>
              <a:t>simple example of </a:t>
            </a:r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syntactic sugar </a:t>
            </a:r>
            <a:r>
              <a:rPr lang="en-US" altLang="en-US" sz="2800" dirty="0">
                <a:solidFill>
                  <a:schemeClr val="tx1"/>
                </a:solidFill>
                <a:ea typeface="source sans pro"/>
              </a:rPr>
              <a:t>is </a:t>
            </a:r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"</a:t>
            </a:r>
            <a:r>
              <a:rPr lang="en-US" altLang="en-US" sz="2600" b="1" dirty="0" smtClean="0">
                <a:solidFill>
                  <a:srgbClr val="00B0F0"/>
                </a:solidFill>
                <a:latin typeface="Lucida Console" panose="020B0609040504020204" pitchFamily="49" charset="0"/>
                <a:ea typeface="source sans pro"/>
              </a:rPr>
              <a:t>+=</a:t>
            </a:r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". Compare:</a:t>
            </a:r>
          </a:p>
          <a:p>
            <a:pPr marL="339725" indent="-52388"/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  <a:ea typeface="source sans pro"/>
              </a:rPr>
              <a:t> 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  <a:ea typeface="source sans pro"/>
              </a:rPr>
              <a:t>  total </a:t>
            </a:r>
            <a:r>
              <a:rPr lang="en-US" altLang="en-US" sz="2600" b="1" dirty="0" smtClean="0">
                <a:solidFill>
                  <a:srgbClr val="00B0F0"/>
                </a:solidFill>
                <a:latin typeface="Lucida Console" panose="020B0609040504020204" pitchFamily="49" charset="0"/>
                <a:ea typeface="source sans pro"/>
              </a:rPr>
              <a:t>+=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  <a:ea typeface="source sans pro"/>
              </a:rPr>
              <a:t> 1</a:t>
            </a:r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   versus   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  <a:ea typeface="source sans pro"/>
              </a:rPr>
              <a:t>total </a:t>
            </a:r>
            <a:r>
              <a:rPr lang="en-US" altLang="en-US" sz="2600" b="1" dirty="0" smtClean="0">
                <a:solidFill>
                  <a:srgbClr val="00B0F0"/>
                </a:solidFill>
                <a:latin typeface="Lucida Console" panose="020B0609040504020204" pitchFamily="49" charset="0"/>
                <a:ea typeface="source sans pro"/>
              </a:rPr>
              <a:t>=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  <a:ea typeface="source sans pro"/>
              </a:rPr>
              <a:t> total </a:t>
            </a:r>
            <a:r>
              <a:rPr lang="en-US" altLang="en-US" sz="2600" b="1" dirty="0" smtClean="0">
                <a:solidFill>
                  <a:srgbClr val="00B0F0"/>
                </a:solidFill>
                <a:latin typeface="Lucida Console" panose="020B0609040504020204" pitchFamily="49" charset="0"/>
                <a:ea typeface="source sans pro"/>
              </a:rPr>
              <a:t>+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  <a:ea typeface="source sans pro"/>
              </a:rPr>
              <a:t> 1</a:t>
            </a:r>
          </a:p>
          <a:p>
            <a:pPr marL="339725" indent="-52388"/>
            <a:endParaRPr lang="en-US" altLang="en-US" sz="1800" dirty="0" smtClean="0">
              <a:solidFill>
                <a:schemeClr val="tx1"/>
              </a:solidFill>
              <a:ea typeface="source sans pro"/>
            </a:endParaRPr>
          </a:p>
          <a:p>
            <a:pPr marL="339725" indent="-52388"/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Notice that the </a:t>
            </a:r>
            <a:r>
              <a:rPr lang="en-US" altLang="en-US" sz="2600" b="1" dirty="0">
                <a:solidFill>
                  <a:srgbClr val="00B0F0"/>
                </a:solidFill>
                <a:latin typeface="Lucida Console" panose="020B0609040504020204" pitchFamily="49" charset="0"/>
                <a:ea typeface="source sans pro"/>
              </a:rPr>
              <a:t>+=</a:t>
            </a:r>
            <a:r>
              <a:rPr lang="en-US" altLang="en-US" sz="2800" dirty="0" smtClean="0">
                <a:solidFill>
                  <a:schemeClr val="tx1"/>
                </a:solidFill>
                <a:ea typeface="source sans pro"/>
              </a:rPr>
              <a:t> form is:</a:t>
            </a:r>
          </a:p>
          <a:p>
            <a:pPr marL="693738" indent="-406400">
              <a:buFont typeface="+mj-lt"/>
              <a:buAutoNum type="arabicPeriod"/>
            </a:pPr>
            <a:r>
              <a:rPr lang="en-US" altLang="en-US" sz="2800" spc="-30" dirty="0" smtClean="0">
                <a:solidFill>
                  <a:srgbClr val="00B050"/>
                </a:solidFill>
                <a:ea typeface="source sans pro"/>
              </a:rPr>
              <a:t>Shorter (so 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  <a:ea typeface="source sans pro"/>
              </a:rPr>
              <a:t>+=</a:t>
            </a:r>
            <a:r>
              <a:rPr lang="en-US" altLang="en-US" sz="2800" spc="-30" dirty="0" smtClean="0">
                <a:solidFill>
                  <a:srgbClr val="00B050"/>
                </a:solidFill>
                <a:ea typeface="source sans pro"/>
              </a:rPr>
              <a:t> is more </a:t>
            </a:r>
            <a:r>
              <a:rPr lang="en-US" sz="2800" spc="-30" dirty="0">
                <a:solidFill>
                  <a:srgbClr val="00B050"/>
                </a:solidFill>
                <a:latin typeface="Times New Roman" charset="0"/>
              </a:rPr>
              <a:t>convenient for programmers to </a:t>
            </a:r>
            <a:r>
              <a:rPr lang="en-US" sz="2800" spc="-30" dirty="0" smtClean="0">
                <a:solidFill>
                  <a:srgbClr val="00B050"/>
                </a:solidFill>
                <a:latin typeface="Times New Roman" charset="0"/>
              </a:rPr>
              <a:t>use).</a:t>
            </a:r>
          </a:p>
          <a:p>
            <a:pPr marL="693738" indent="-406400">
              <a:buFont typeface="+mj-lt"/>
              <a:buAutoNum type="arabicPeriod"/>
            </a:pPr>
            <a:r>
              <a:rPr lang="en-US" altLang="en-US" sz="2800" dirty="0" smtClean="0">
                <a:solidFill>
                  <a:srgbClr val="00B050"/>
                </a:solidFill>
                <a:latin typeface="Times New Roman" charset="0"/>
                <a:ea typeface="source sans pro"/>
              </a:rPr>
              <a:t>Functionally equivalent to the longer </a:t>
            </a:r>
            <a:r>
              <a:rPr lang="en-US" altLang="en-US" sz="2800" dirty="0">
                <a:solidFill>
                  <a:srgbClr val="00B050"/>
                </a:solidFill>
                <a:latin typeface="Times New Roman" charset="0"/>
                <a:ea typeface="source sans pro"/>
              </a:rPr>
              <a:t>form </a:t>
            </a:r>
            <a:r>
              <a:rPr lang="en-US" altLang="en-US" sz="2800" dirty="0" smtClean="0">
                <a:solidFill>
                  <a:srgbClr val="00B050"/>
                </a:solidFill>
                <a:latin typeface="Times New Roman" charset="0"/>
                <a:ea typeface="source sans pro"/>
              </a:rPr>
              <a:t>(so 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  <a:ea typeface="source sans pro"/>
              </a:rPr>
              <a:t>+=</a:t>
            </a:r>
            <a:r>
              <a:rPr lang="en-US" altLang="en-US" sz="2800" dirty="0" smtClean="0">
                <a:solidFill>
                  <a:srgbClr val="00B050"/>
                </a:solidFill>
                <a:latin typeface="Times New Roman" charset="0"/>
                <a:ea typeface="source sans pro"/>
              </a:rPr>
              <a:t> has </a:t>
            </a:r>
            <a:r>
              <a:rPr lang="en-US" altLang="en-US" sz="2800" dirty="0">
                <a:solidFill>
                  <a:srgbClr val="00B050"/>
                </a:solidFill>
                <a:latin typeface="Times New Roman" charset="0"/>
                <a:ea typeface="source sans pro"/>
              </a:rPr>
              <a:t>no effect on the </a:t>
            </a:r>
            <a:r>
              <a:rPr lang="en-US" altLang="en-US" sz="2800" dirty="0" smtClean="0">
                <a:solidFill>
                  <a:srgbClr val="00B050"/>
                </a:solidFill>
                <a:latin typeface="Times New Roman" charset="0"/>
                <a:ea typeface="source sans pro"/>
              </a:rPr>
              <a:t>functionality </a:t>
            </a:r>
            <a:r>
              <a:rPr lang="en-US" altLang="en-US" sz="2800" dirty="0">
                <a:solidFill>
                  <a:srgbClr val="00B050"/>
                </a:solidFill>
                <a:latin typeface="Times New Roman" charset="0"/>
                <a:ea typeface="source sans pro"/>
              </a:rPr>
              <a:t>of the </a:t>
            </a:r>
            <a:r>
              <a:rPr lang="en-US" altLang="en-US" sz="2800" dirty="0" smtClean="0">
                <a:solidFill>
                  <a:srgbClr val="00B050"/>
                </a:solidFill>
                <a:latin typeface="Times New Roman" charset="0"/>
                <a:ea typeface="source sans pro"/>
              </a:rPr>
              <a:t>language).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9172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523"/>
    </mc:Choice>
    <mc:Fallback>
      <p:transition spd="slow" advTm="685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31" x="203200" y="3898900"/>
          <p14:tracePt t="3546" x="203200" y="3917950"/>
          <p14:tracePt t="3552" x="203200" y="3937000"/>
          <p14:tracePt t="3566" x="203200" y="3968750"/>
          <p14:tracePt t="3580" x="203200" y="4025900"/>
          <p14:tracePt t="3596" x="203200" y="4051300"/>
          <p14:tracePt t="3612" x="209550" y="4089400"/>
          <p14:tracePt t="3629" x="234950" y="4152900"/>
          <p14:tracePt t="3646" x="273050" y="4229100"/>
          <p14:tracePt t="3662" x="298450" y="4260850"/>
          <p14:tracePt t="3679" x="349250" y="4337050"/>
          <p14:tracePt t="3695" x="387350" y="4394200"/>
          <p14:tracePt t="3712" x="406400" y="4413250"/>
          <p14:tracePt t="3728" x="431800" y="4457700"/>
          <p14:tracePt t="3746" x="444500" y="4508500"/>
          <p14:tracePt t="3763" x="463550" y="4546600"/>
          <p14:tracePt t="3778" x="469900" y="4559300"/>
          <p14:tracePt t="3795" x="476250" y="4578350"/>
          <p14:tracePt t="3812" x="482600" y="4591050"/>
          <p14:tracePt t="3828" x="482600" y="4597400"/>
          <p14:tracePt t="3848" x="482600" y="4603750"/>
          <p14:tracePt t="3903" x="482600" y="4610100"/>
          <p14:tracePt t="3945" x="482600" y="4616450"/>
          <p14:tracePt t="3951" x="488950" y="4616450"/>
          <p14:tracePt t="4015" x="501650" y="4616450"/>
          <p14:tracePt t="4042" x="514350" y="4616450"/>
          <p14:tracePt t="4064" x="520700" y="4616450"/>
          <p14:tracePt t="4085" x="527050" y="4616450"/>
          <p14:tracePt t="4092" x="533400" y="4616450"/>
          <p14:tracePt t="4106" x="539750" y="4616450"/>
          <p14:tracePt t="4114" x="539750" y="4610100"/>
          <p14:tracePt t="4130" x="546100" y="4610100"/>
          <p14:tracePt t="4144" x="552450" y="4610100"/>
          <p14:tracePt t="4161" x="558800" y="4603750"/>
          <p14:tracePt t="4177" x="571500" y="4597400"/>
          <p14:tracePt t="4194" x="590550" y="4578350"/>
          <p14:tracePt t="4211" x="609600" y="4572000"/>
          <p14:tracePt t="4839" x="615950" y="4572000"/>
          <p14:tracePt t="4846" x="622300" y="4572000"/>
          <p14:tracePt t="4858" x="622300" y="4578350"/>
          <p14:tracePt t="4876" x="635000" y="4584700"/>
          <p14:tracePt t="4908" x="641350" y="4584700"/>
          <p14:tracePt t="4925" x="647700" y="4584700"/>
          <p14:tracePt t="5007" x="654050" y="4584700"/>
          <p14:tracePt t="5049" x="654050" y="4578350"/>
          <p14:tracePt t="5063" x="660400" y="4572000"/>
          <p14:tracePt t="5119" x="660400" y="4565650"/>
          <p14:tracePt t="5154" x="666750" y="4565650"/>
          <p14:tracePt t="6499" x="666750" y="4572000"/>
          <p14:tracePt t="6507" x="666750" y="4578350"/>
          <p14:tracePt t="6522" x="673100" y="4578350"/>
          <p14:tracePt t="6536" x="673100" y="4584700"/>
          <p14:tracePt t="6552" x="679450" y="4597400"/>
          <p14:tracePt t="6632" x="679450" y="4603750"/>
          <p14:tracePt t="6668" x="685800" y="4610100"/>
          <p14:tracePt t="6738" x="685800" y="4616450"/>
          <p14:tracePt t="6759" x="692150" y="4622800"/>
          <p14:tracePt t="6773" x="698500" y="4622800"/>
          <p14:tracePt t="6780" x="698500" y="4629150"/>
          <p14:tracePt t="6788" x="704850" y="4641850"/>
          <p14:tracePt t="6802" x="711200" y="4641850"/>
          <p14:tracePt t="6818" x="723900" y="4648200"/>
          <p14:tracePt t="6834" x="793750" y="4699000"/>
          <p14:tracePt t="6851" x="927100" y="4756150"/>
          <p14:tracePt t="6868" x="1060450" y="4800600"/>
          <p14:tracePt t="6885" x="1365250" y="4857750"/>
          <p14:tracePt t="6901" x="1866900" y="4870450"/>
          <p14:tracePt t="6917" x="2184400" y="4864100"/>
          <p14:tracePt t="6935" x="2844800" y="4794250"/>
          <p14:tracePt t="6951" x="3486150" y="4730750"/>
          <p14:tracePt t="6967" x="3784600" y="4699000"/>
          <p14:tracePt t="6984" x="4298950" y="4641850"/>
          <p14:tracePt t="7001" x="4616450" y="4597400"/>
          <p14:tracePt t="7017" x="4730750" y="4572000"/>
          <p14:tracePt t="7034" x="4902200" y="4527550"/>
          <p14:tracePt t="7051" x="4984750" y="4495800"/>
          <p14:tracePt t="7068" x="5080000" y="4438650"/>
          <p14:tracePt t="7084" x="5156200" y="4406900"/>
          <p14:tracePt t="7100" x="5187950" y="4394200"/>
          <p14:tracePt t="7117" x="5251450" y="4349750"/>
          <p14:tracePt t="7133" x="5321300" y="4337050"/>
          <p14:tracePt t="7150" x="5359400" y="4311650"/>
          <p14:tracePt t="7167" x="5441950" y="4267200"/>
          <p14:tracePt t="7184" x="5530850" y="4222750"/>
          <p14:tracePt t="7201" x="5645150" y="4178300"/>
          <p14:tracePt t="7217" x="5695950" y="4159250"/>
          <p14:tracePt t="7233" x="5803900" y="4127500"/>
          <p14:tracePt t="7250" x="5899150" y="4121150"/>
          <p14:tracePt t="7266" x="5930900" y="4114800"/>
          <p14:tracePt t="7283" x="5988050" y="4108450"/>
          <p14:tracePt t="7300" x="6019800" y="4108450"/>
          <p14:tracePt t="7316" x="6038850" y="4108450"/>
          <p14:tracePt t="7333" x="6051550" y="4108450"/>
          <p14:tracePt t="7349" x="6076950" y="4121150"/>
          <p14:tracePt t="7366" x="6083300" y="4121150"/>
          <p14:tracePt t="7383" x="6089650" y="4127500"/>
          <p14:tracePt t="7399" x="6096000" y="4133850"/>
          <p14:tracePt t="7415" x="6108700" y="4152900"/>
          <p14:tracePt t="7433" x="6127750" y="4178300"/>
          <p14:tracePt t="7449" x="6140450" y="4191000"/>
          <p14:tracePt t="7466" x="6172200" y="4235450"/>
          <p14:tracePt t="7482" x="6191250" y="4279900"/>
          <p14:tracePt t="7499" x="6197600" y="4292600"/>
          <p14:tracePt t="7516" x="6203950" y="4311650"/>
          <p14:tracePt t="7532" x="6210300" y="4318000"/>
          <p14:tracePt t="7549" x="6216650" y="4318000"/>
          <p14:tracePt t="7582" x="6223000" y="4318000"/>
          <p14:tracePt t="7599" x="6229350" y="4324350"/>
          <p14:tracePt t="7615" x="6235700" y="4324350"/>
          <p14:tracePt t="7631" x="6242050" y="4324350"/>
          <p14:tracePt t="7651" x="6248400" y="4324350"/>
          <p14:tracePt t="8580" x="6229350" y="4324350"/>
          <p14:tracePt t="8594" x="6191250" y="4337050"/>
          <p14:tracePt t="8601" x="6134100" y="4343400"/>
          <p14:tracePt t="8615" x="6083300" y="4362450"/>
          <p14:tracePt t="8629" x="6013450" y="4368800"/>
          <p14:tracePt t="8645" x="5848350" y="4394200"/>
          <p14:tracePt t="8662" x="5734050" y="4413250"/>
          <p14:tracePt t="8679" x="5480050" y="4419600"/>
          <p14:tracePt t="8695" x="5213350" y="4419600"/>
          <p14:tracePt t="8711" x="5060950" y="4419600"/>
          <p14:tracePt t="8728" x="4711700" y="4406900"/>
          <p14:tracePt t="8745" x="4400550" y="4406900"/>
          <p14:tracePt t="8761" x="4241800" y="4406900"/>
          <p14:tracePt t="8778" x="3956050" y="4432300"/>
          <p14:tracePt t="8795" x="3670300" y="4464050"/>
          <p14:tracePt t="8812" x="3473450" y="4508500"/>
          <p14:tracePt t="8828" x="3397250" y="4527550"/>
          <p14:tracePt t="8844" x="3270250" y="4527550"/>
          <p14:tracePt t="9190" x="3219450" y="4527550"/>
          <p14:tracePt t="9196" x="3143250" y="4527550"/>
          <p14:tracePt t="9210" x="3054350" y="4540250"/>
          <p14:tracePt t="9227" x="2857500" y="4572000"/>
          <p14:tracePt t="9243" x="2768600" y="4578350"/>
          <p14:tracePt t="9260" x="2603500" y="4610100"/>
          <p14:tracePt t="9276" x="2482850" y="4629150"/>
          <p14:tracePt t="9293" x="2438400" y="4635500"/>
          <p14:tracePt t="9296" x="2400300" y="4648200"/>
          <p14:tracePt t="9309" x="2368550" y="4648200"/>
          <p14:tracePt t="9326" x="2324100" y="4641850"/>
          <p14:tracePt t="9343" x="2311400" y="4641850"/>
          <p14:tracePt t="9359" x="2279650" y="4641850"/>
          <p14:tracePt t="9376" x="2254250" y="4641850"/>
          <p14:tracePt t="9393" x="2228850" y="4654550"/>
          <p14:tracePt t="9409" x="2197100" y="4660900"/>
          <p14:tracePt t="9425" x="2171700" y="4667250"/>
          <p14:tracePt t="9443" x="2108200" y="4679950"/>
          <p14:tracePt t="9459" x="2082800" y="4686300"/>
          <p14:tracePt t="9475" x="2063750" y="4686300"/>
          <p14:tracePt t="9492" x="2025650" y="4686300"/>
          <p14:tracePt t="9508" x="1981200" y="4686300"/>
          <p14:tracePt t="9526" x="1936750" y="4686300"/>
          <p14:tracePt t="9542" x="1911350" y="4679950"/>
          <p14:tracePt t="9558" x="1885950" y="4673600"/>
          <p14:tracePt t="9576" x="1873250" y="4667250"/>
          <p14:tracePt t="9592" x="1860550" y="4667250"/>
          <p14:tracePt t="9608" x="1847850" y="4660900"/>
          <p14:tracePt t="9625" x="1841500" y="4654550"/>
          <p14:tracePt t="9694" x="1835150" y="4654550"/>
          <p14:tracePt t="9722" x="1828800" y="4654550"/>
          <p14:tracePt t="9736" x="1822450" y="4654550"/>
          <p14:tracePt t="9744" x="1816100" y="4654550"/>
          <p14:tracePt t="9760" x="1809750" y="4654550"/>
          <p14:tracePt t="9774" x="1797050" y="4654550"/>
          <p14:tracePt t="9792" x="1784350" y="4660900"/>
          <p14:tracePt t="9794" x="1771650" y="4660900"/>
          <p14:tracePt t="9808" x="1746250" y="4660900"/>
          <p14:tracePt t="9825" x="1727200" y="4667250"/>
          <p14:tracePt t="9841" x="1701800" y="4667250"/>
          <p14:tracePt t="9858" x="1676400" y="4667250"/>
          <p14:tracePt t="9874" x="1670050" y="4667250"/>
          <p14:tracePt t="9891" x="1657350" y="4667250"/>
          <p14:tracePt t="9907" x="1651000" y="4667250"/>
          <p14:tracePt t="9946" x="1644650" y="4667250"/>
          <p14:tracePt t="9975" x="1638300" y="4673600"/>
          <p14:tracePt t="9989" x="1638300" y="4679950"/>
          <p14:tracePt t="9996" x="1631950" y="4679950"/>
          <p14:tracePt t="10007" x="1631950" y="4686300"/>
          <p14:tracePt t="10026" x="1631950" y="4692650"/>
          <p14:tracePt t="10045" x="1625600" y="4699000"/>
          <p14:tracePt t="10066" x="1619250" y="4699000"/>
          <p14:tracePt t="10094" x="1612900" y="4705350"/>
          <p14:tracePt t="10108" x="1606550" y="4705350"/>
          <p14:tracePt t="10115" x="1600200" y="4711700"/>
          <p14:tracePt t="10143" x="1593850" y="4718050"/>
          <p14:tracePt t="10164" x="1593850" y="4724400"/>
          <p14:tracePt t="10185" x="1587500" y="4724400"/>
          <p14:tracePt t="10207" x="1587500" y="4730750"/>
          <p14:tracePt t="10227" x="1581150" y="4730750"/>
          <p14:tracePt t="10276" x="1574800" y="4743450"/>
          <p14:tracePt t="10305" x="1568450" y="4749800"/>
          <p14:tracePt t="10326" x="1568450" y="4756150"/>
          <p14:tracePt t="10445" x="1574800" y="4756150"/>
          <p14:tracePt t="10480" x="1581150" y="4756150"/>
          <p14:tracePt t="10529" x="1581150" y="4749800"/>
          <p14:tracePt t="10585" x="1587500" y="4749800"/>
          <p14:tracePt t="10620" x="1593850" y="4749800"/>
          <p14:tracePt t="10648" x="1600200" y="4749800"/>
          <p14:tracePt t="10676" x="1606550" y="4749800"/>
          <p14:tracePt t="10704" x="1612900" y="4749800"/>
          <p14:tracePt t="10746" x="1625600" y="4749800"/>
          <p14:tracePt t="10768" x="1625600" y="4756150"/>
          <p14:tracePt t="10774" x="1631950" y="4756150"/>
          <p14:tracePt t="10795" x="1638300" y="4756150"/>
          <p14:tracePt t="10809" x="1644650" y="4756150"/>
          <p14:tracePt t="10821" x="1651000" y="4756150"/>
          <p14:tracePt t="10838" x="1663700" y="4762500"/>
          <p14:tracePt t="10854" x="1689100" y="4768850"/>
          <p14:tracePt t="10871" x="1727200" y="4781550"/>
          <p14:tracePt t="10888" x="1771650" y="4787900"/>
          <p14:tracePt t="10904" x="1797050" y="4794250"/>
          <p14:tracePt t="10922" x="1847850" y="4806950"/>
          <p14:tracePt t="10937" x="1892300" y="4819650"/>
          <p14:tracePt t="10954" x="1911350" y="4819650"/>
          <p14:tracePt t="10971" x="1943100" y="4819650"/>
          <p14:tracePt t="10987" x="1955800" y="4819650"/>
          <p14:tracePt t="11003" x="1962150" y="4819650"/>
          <p14:tracePt t="11020" x="1968500" y="4819650"/>
          <p14:tracePt t="11125" x="1974850" y="4819650"/>
          <p14:tracePt t="11188" x="1981200" y="4819650"/>
          <p14:tracePt t="11237" x="1987550" y="4813300"/>
          <p14:tracePt t="11265" x="1993900" y="4813300"/>
          <p14:tracePt t="11308" x="2000250" y="4813300"/>
          <p14:tracePt t="11328" x="2000250" y="4806950"/>
          <p14:tracePt t="11336" x="2006600" y="4806950"/>
          <p14:tracePt t="11377" x="2019300" y="4806950"/>
          <p14:tracePt t="11392" x="2019300" y="4800600"/>
          <p14:tracePt t="11398" x="2025650" y="4800600"/>
          <p14:tracePt t="11406" x="2032000" y="4800600"/>
          <p14:tracePt t="11422" x="2044700" y="4800600"/>
          <p14:tracePt t="11436" x="2051050" y="4794250"/>
          <p14:tracePt t="11452" x="2082800" y="4781550"/>
          <p14:tracePt t="11469" x="2108200" y="4775200"/>
          <p14:tracePt t="11485" x="2159000" y="4756150"/>
          <p14:tracePt t="11502" x="2209800" y="4737100"/>
          <p14:tracePt t="11518" x="2260600" y="4724400"/>
          <p14:tracePt t="11535" x="2273300" y="4718050"/>
          <p14:tracePt t="11552" x="2298700" y="4711700"/>
          <p14:tracePt t="11568" x="2311400" y="4705350"/>
          <p14:tracePt t="11602" x="2317750" y="4705350"/>
          <p14:tracePt t="11618" x="2324100" y="4705350"/>
          <p14:tracePt t="11652" x="2330450" y="4705350"/>
          <p14:tracePt t="11658" x="2336800" y="4705350"/>
          <p14:tracePt t="11672" x="2343150" y="4705350"/>
          <p14:tracePt t="11684" x="2349500" y="4705350"/>
          <p14:tracePt t="11702" x="2362200" y="4711700"/>
          <p14:tracePt t="11718" x="2374900" y="4718050"/>
          <p14:tracePt t="11735" x="2413000" y="4724400"/>
          <p14:tracePt t="11751" x="2444750" y="4737100"/>
          <p14:tracePt t="11767" x="2463800" y="4743450"/>
          <p14:tracePt t="11785" x="2489200" y="4749800"/>
          <p14:tracePt t="11801" x="2501900" y="4749800"/>
          <p14:tracePt t="11818" x="2508250" y="4749800"/>
          <p14:tracePt t="11821" x="2514600" y="4749800"/>
          <p14:tracePt t="11834" x="2520950" y="4749800"/>
          <p14:tracePt t="11869" x="2527300" y="4749800"/>
          <p14:tracePt t="11883" x="2533650" y="4749800"/>
          <p14:tracePt t="11911" x="2540000" y="4749800"/>
          <p14:tracePt t="11918" x="2546350" y="4749800"/>
          <p14:tracePt t="11939" x="2552700" y="4749800"/>
          <p14:tracePt t="11960" x="2565400" y="4749800"/>
          <p14:tracePt t="11968" x="2578100" y="4749800"/>
          <p14:tracePt t="11981" x="2590800" y="4749800"/>
          <p14:tracePt t="11988" x="2609850" y="4743450"/>
          <p14:tracePt t="12003" x="2635250" y="4743450"/>
          <p14:tracePt t="12016" x="2654300" y="4743450"/>
          <p14:tracePt t="12033" x="2692400" y="4737100"/>
          <p14:tracePt t="12051" x="2717800" y="4737100"/>
          <p14:tracePt t="12067" x="2749550" y="4730750"/>
          <p14:tracePt t="12083" x="2774950" y="4730750"/>
          <p14:tracePt t="12100" x="2781300" y="4724400"/>
          <p14:tracePt t="12133" x="2787650" y="4724400"/>
          <p14:tracePt t="12152" x="2794000" y="4724400"/>
          <p14:tracePt t="12170" x="2800350" y="4724400"/>
          <p14:tracePt t="12182" x="2806700" y="4724400"/>
          <p14:tracePt t="12199" x="2813050" y="4724400"/>
          <p14:tracePt t="12219" x="2819400" y="4724400"/>
          <p14:tracePt t="12240" x="2825750" y="4724400"/>
          <p14:tracePt t="12249" x="2838450" y="4724400"/>
          <p14:tracePt t="12265" x="2844800" y="4724400"/>
          <p14:tracePt t="12283" x="2876550" y="4724400"/>
          <p14:tracePt t="12299" x="2889250" y="4724400"/>
          <p14:tracePt t="12315" x="2927350" y="4724400"/>
          <p14:tracePt t="12332" x="2959100" y="4724400"/>
          <p14:tracePt t="12349" x="2965450" y="4724400"/>
          <p14:tracePt t="12366" x="2984500" y="4724400"/>
          <p14:tracePt t="12381" x="2997200" y="4718050"/>
          <p14:tracePt t="12444" x="3003550" y="4718050"/>
          <p14:tracePt t="12472" x="3009900" y="4711700"/>
          <p14:tracePt t="12486" x="3016250" y="4711700"/>
          <p14:tracePt t="12500" x="3016250" y="4705350"/>
          <p14:tracePt t="12507" x="3022600" y="4699000"/>
          <p14:tracePt t="12521" x="3028950" y="4692650"/>
          <p14:tracePt t="13012" x="3041650" y="4692650"/>
          <p14:tracePt t="13019" x="3079750" y="4718050"/>
          <p14:tracePt t="13034" x="3111500" y="4730750"/>
          <p14:tracePt t="13046" x="3155950" y="4749800"/>
          <p14:tracePt t="13063" x="3225800" y="4775200"/>
          <p14:tracePt t="13081" x="3282950" y="4781550"/>
          <p14:tracePt t="13097" x="3409950" y="4781550"/>
          <p14:tracePt t="13114" x="3600450" y="4781550"/>
          <p14:tracePt t="13129" x="3702050" y="4781550"/>
          <p14:tracePt t="13146" x="3854450" y="4768850"/>
          <p14:tracePt t="13163" x="3962400" y="4762500"/>
          <p14:tracePt t="13180" x="3987800" y="4762500"/>
          <p14:tracePt t="13196" x="4013200" y="4756150"/>
          <p14:tracePt t="13213" x="4025900" y="4756150"/>
          <p14:tracePt t="13265" x="4032250" y="4756150"/>
          <p14:tracePt t="13280" x="4038600" y="4756150"/>
          <p14:tracePt t="13293" x="4051300" y="4749800"/>
          <p14:tracePt t="13314" x="4064000" y="4743450"/>
          <p14:tracePt t="13321" x="4076700" y="4743450"/>
          <p14:tracePt t="13335" x="4089400" y="4737100"/>
          <p14:tracePt t="13345" x="4102100" y="4737100"/>
          <p14:tracePt t="13362" x="4114800" y="4730750"/>
          <p14:tracePt t="13379" x="4146550" y="4724400"/>
          <p14:tracePt t="13395" x="4191000" y="4718050"/>
          <p14:tracePt t="13413" x="4229100" y="4711700"/>
          <p14:tracePt t="13428" x="4254500" y="4705350"/>
          <p14:tracePt t="13445" x="4311650" y="4705350"/>
          <p14:tracePt t="13462" x="4368800" y="4692650"/>
          <p14:tracePt t="13478" x="4394200" y="4692650"/>
          <p14:tracePt t="13495" x="4451350" y="4699000"/>
          <p14:tracePt t="13511" x="4508500" y="4699000"/>
          <p14:tracePt t="13528" x="4540250" y="4711700"/>
          <p14:tracePt t="13545" x="4584700" y="4718050"/>
          <p14:tracePt t="13562" x="4673600" y="4749800"/>
          <p14:tracePt t="13578" x="4711700" y="4756150"/>
          <p14:tracePt t="13595" x="4787900" y="4781550"/>
          <p14:tracePt t="13611" x="4832350" y="4800600"/>
          <p14:tracePt t="13628" x="4927600" y="4819650"/>
          <p14:tracePt t="13645" x="4991100" y="4826000"/>
          <p14:tracePt t="13661" x="5022850" y="4826000"/>
          <p14:tracePt t="13677" x="5080000" y="4832350"/>
          <p14:tracePt t="13694" x="5130800" y="4832350"/>
          <p14:tracePt t="13711" x="5149850" y="4838700"/>
          <p14:tracePt t="13728" x="5181600" y="4838700"/>
          <p14:tracePt t="13744" x="5207000" y="4845050"/>
          <p14:tracePt t="13760" x="5219700" y="4845050"/>
          <p14:tracePt t="13778" x="5245100" y="4845050"/>
          <p14:tracePt t="13794" x="5270500" y="4845050"/>
          <p14:tracePt t="13827" x="5289550" y="4838700"/>
          <p14:tracePt t="13844" x="5295900" y="4838700"/>
          <p14:tracePt t="13862" x="5308600" y="4838700"/>
          <p14:tracePt t="13893" x="5314950" y="4832350"/>
          <p14:tracePt t="13945" x="5321300" y="4832350"/>
          <p14:tracePt t="13973" x="5327650" y="4832350"/>
          <p14:tracePt t="14316" x="5353050" y="4832350"/>
          <p14:tracePt t="14323" x="5403850" y="4832350"/>
          <p14:tracePt t="14337" x="5448300" y="4832350"/>
          <p14:tracePt t="14345" x="5486400" y="4832350"/>
          <p14:tracePt t="14359" x="5537200" y="4832350"/>
          <p14:tracePt t="14376" x="5657850" y="4838700"/>
          <p14:tracePt t="14392" x="5721350" y="4832350"/>
          <p14:tracePt t="14408" x="5873750" y="4832350"/>
          <p14:tracePt t="14425" x="6013450" y="4819650"/>
          <p14:tracePt t="14442" x="6089650" y="4819650"/>
          <p14:tracePt t="14458" x="6210300" y="4813300"/>
          <p14:tracePt t="14475" x="6261100" y="4800600"/>
          <p14:tracePt t="14492" x="6330950" y="4794250"/>
          <p14:tracePt t="14508" x="6337300" y="4794250"/>
          <p14:tracePt t="14524" x="6350000" y="4794250"/>
          <p14:tracePt t="14542" x="6356350" y="4794250"/>
          <p14:tracePt t="14577" x="6356350" y="4787900"/>
          <p14:tracePt t="14604" x="6362700" y="4787900"/>
          <p14:tracePt t="14618" x="6369050" y="4787900"/>
          <p14:tracePt t="14627" x="6381750" y="4787900"/>
          <p14:tracePt t="14641" x="6407150" y="4787900"/>
          <p14:tracePt t="14657" x="6464300" y="4787900"/>
          <p14:tracePt t="14675" x="6540500" y="4787900"/>
          <p14:tracePt t="14691" x="6604000" y="4787900"/>
          <p14:tracePt t="14708" x="6718300" y="4794250"/>
          <p14:tracePt t="14724" x="6838950" y="4794250"/>
          <p14:tracePt t="14740" x="6902450" y="4794250"/>
          <p14:tracePt t="14757" x="6953250" y="4794250"/>
          <p14:tracePt t="14774" x="7124700" y="4775200"/>
          <p14:tracePt t="14790" x="7162800" y="4762500"/>
          <p14:tracePt t="14808" x="7232650" y="4756150"/>
          <p14:tracePt t="14823" x="7251700" y="4756150"/>
          <p14:tracePt t="14840" x="7302500" y="4749800"/>
          <p14:tracePt t="14857" x="7353300" y="4737100"/>
          <p14:tracePt t="14873" x="7372350" y="4737100"/>
          <p14:tracePt t="14890" x="7423150" y="4718050"/>
          <p14:tracePt t="14907" x="7480300" y="4711700"/>
          <p14:tracePt t="14923" x="7512050" y="4705350"/>
          <p14:tracePt t="14940" x="7562850" y="4692650"/>
          <p14:tracePt t="14956" x="7600950" y="4679950"/>
          <p14:tracePt t="14973" x="7613650" y="4679950"/>
          <p14:tracePt t="14990" x="7632700" y="4673600"/>
          <p14:tracePt t="15006" x="7639050" y="4673600"/>
          <p14:tracePt t="15088" x="7645400" y="4667250"/>
          <p14:tracePt t="15137" x="7639050" y="4667250"/>
          <p14:tracePt t="15158" x="7626350" y="4667250"/>
          <p14:tracePt t="15179" x="7613650" y="4667250"/>
          <p14:tracePt t="15185" x="7607300" y="4667250"/>
          <p14:tracePt t="15193" x="7588250" y="4667250"/>
          <p14:tracePt t="15208" x="7575550" y="4667250"/>
          <p14:tracePt t="15222" x="7550150" y="4667250"/>
          <p14:tracePt t="15238" x="7448550" y="4673600"/>
          <p14:tracePt t="15256" x="7264400" y="4686300"/>
          <p14:tracePt t="15272" x="7162800" y="4692650"/>
          <p14:tracePt t="15289" x="6883400" y="4718050"/>
          <p14:tracePt t="15306" x="6591300" y="4737100"/>
          <p14:tracePt t="15322" x="6451600" y="4737100"/>
          <p14:tracePt t="15338" x="6223000" y="4749800"/>
          <p14:tracePt t="15355" x="6070600" y="4756150"/>
          <p14:tracePt t="15372" x="6026150" y="4768850"/>
          <p14:tracePt t="15389" x="6000750" y="4768850"/>
          <p14:tracePt t="15392" x="5988050" y="4768850"/>
          <p14:tracePt t="15405" x="5975350" y="4768850"/>
          <p14:tracePt t="15439" x="5981700" y="4775200"/>
          <p14:tracePt t="15455" x="5994400" y="4775200"/>
          <p14:tracePt t="15471" x="6026150" y="4781550"/>
          <p14:tracePt t="15488" x="6064250" y="4781550"/>
          <p14:tracePt t="15505" x="6096000" y="4781550"/>
          <p14:tracePt t="15521" x="6165850" y="4768850"/>
          <p14:tracePt t="15538" x="6261100" y="4737100"/>
          <p14:tracePt t="15554" x="6318250" y="4705350"/>
          <p14:tracePt t="15572" x="6419850" y="4641850"/>
          <p14:tracePt t="15587" x="6534150" y="4565650"/>
          <p14:tracePt t="15604" x="6604000" y="4514850"/>
          <p14:tracePt t="15621" x="6743700" y="4425950"/>
          <p14:tracePt t="15638" x="6858000" y="4368800"/>
          <p14:tracePt t="15654" x="6896100" y="4356100"/>
          <p14:tracePt t="15671" x="6985000" y="4311650"/>
          <p14:tracePt t="15687" x="7029450" y="4273550"/>
          <p14:tracePt t="15706" x="7048500" y="4241800"/>
          <p14:tracePt t="15720" x="7054850" y="4229100"/>
          <p14:tracePt t="15737" x="7061200" y="4216400"/>
          <p14:tracePt t="15754" x="7073900" y="4184650"/>
          <p14:tracePt t="15771" x="7080250" y="4178300"/>
          <p14:tracePt t="15787" x="7086600" y="4171950"/>
          <p14:tracePt t="15804" x="7092950" y="4159250"/>
          <p14:tracePt t="15820" x="7112000" y="4140200"/>
          <p14:tracePt t="15837" x="7124700" y="4133850"/>
          <p14:tracePt t="15853" x="7150100" y="4127500"/>
          <p14:tracePt t="15870" x="7200900" y="4121150"/>
          <p14:tracePt t="15887" x="7264400" y="4121150"/>
          <p14:tracePt t="15903" x="7302500" y="4121150"/>
          <p14:tracePt t="15920" x="7366000" y="4121150"/>
          <p14:tracePt t="15937" x="7435850" y="4114800"/>
          <p14:tracePt t="15953" x="7473950" y="4114800"/>
          <p14:tracePt t="15969" x="7543800" y="4108450"/>
          <p14:tracePt t="15987" x="7607300" y="4095750"/>
          <p14:tracePt t="16003" x="7632700" y="4089400"/>
          <p14:tracePt t="16020" x="7658100" y="4089400"/>
          <p14:tracePt t="16036" x="7683500" y="4089400"/>
          <p14:tracePt t="16053" x="7689850" y="4089400"/>
          <p14:tracePt t="16070" x="7696200" y="4089400"/>
          <p14:tracePt t="16120" x="7696200" y="4095750"/>
          <p14:tracePt t="16126" x="7689850" y="4095750"/>
          <p14:tracePt t="16140" x="7683500" y="4102100"/>
          <p14:tracePt t="16152" x="7683500" y="4108450"/>
          <p14:tracePt t="16169" x="7677150" y="4114800"/>
          <p14:tracePt t="16186" x="7670800" y="4121150"/>
          <p14:tracePt t="16203" x="7658100" y="4127500"/>
          <p14:tracePt t="16219" x="7645400" y="4133850"/>
          <p14:tracePt t="18134" x="7607300" y="4171950"/>
          <p14:tracePt t="18141" x="7537450" y="4222750"/>
          <p14:tracePt t="18155" x="7454900" y="4279900"/>
          <p14:tracePt t="18163" x="7359650" y="4343400"/>
          <p14:tracePt t="18179" x="7264400" y="4419600"/>
          <p14:tracePt t="18195" x="7035800" y="4546600"/>
          <p14:tracePt t="18212" x="6769100" y="4673600"/>
          <p14:tracePt t="18228" x="6616700" y="4724400"/>
          <p14:tracePt t="18246" x="6299200" y="4819650"/>
          <p14:tracePt t="18262" x="5943600" y="4895850"/>
          <p14:tracePt t="18278" x="5791200" y="4933950"/>
          <p14:tracePt t="18295" x="5581650" y="4984750"/>
          <p14:tracePt t="18311" x="5080000" y="5099050"/>
          <p14:tracePt t="18328" x="4927600" y="5130800"/>
          <p14:tracePt t="18345" x="4641850" y="5213350"/>
          <p14:tracePt t="18362" x="4521200" y="5245100"/>
          <p14:tracePt t="18378" x="4305300" y="5308600"/>
          <p14:tracePt t="18394" x="4152900" y="5359400"/>
          <p14:tracePt t="18411" x="4083050" y="5391150"/>
          <p14:tracePt t="18429" x="4044950" y="5403850"/>
          <p14:tracePt t="18444" x="4032250" y="5403850"/>
          <p14:tracePt t="18461" x="4025900" y="5397500"/>
          <p14:tracePt t="18478" x="4019550" y="5384800"/>
          <p14:tracePt t="18494" x="4000500" y="5372100"/>
          <p14:tracePt t="18511" x="3994150" y="5365750"/>
          <p14:tracePt t="18527" x="3981450" y="5353050"/>
          <p14:tracePt t="18544" x="3981450" y="5346700"/>
          <p14:tracePt t="18910" x="3937000" y="5346700"/>
          <p14:tracePt t="18924" x="3854450" y="5365750"/>
          <p14:tracePt t="18931" x="3778250" y="5384800"/>
          <p14:tracePt t="18946" x="3689350" y="5410200"/>
          <p14:tracePt t="18960" x="3517900" y="5435600"/>
          <p14:tracePt t="18976" x="3441700" y="5448300"/>
          <p14:tracePt t="18992" x="3384550" y="5467350"/>
          <p14:tracePt t="19009" x="3251200" y="5492750"/>
          <p14:tracePt t="19026" x="3219450" y="5499100"/>
          <p14:tracePt t="19043" x="3194050" y="5499100"/>
          <p14:tracePt t="19059" x="3155950" y="5505450"/>
          <p14:tracePt t="19075" x="3136900" y="5511800"/>
          <p14:tracePt t="19400" x="3143250" y="5511800"/>
          <p14:tracePt t="19422" x="3149600" y="5511800"/>
          <p14:tracePt t="19450" x="3155950" y="5511800"/>
          <p14:tracePt t="19485" x="3162300" y="5511800"/>
          <p14:tracePt t="19520" x="3168650" y="5511800"/>
          <p14:tracePt t="20062" x="3111500" y="5543550"/>
          <p14:tracePt t="20076" x="3028950" y="5581650"/>
          <p14:tracePt t="20083" x="2933700" y="5638800"/>
          <p14:tracePt t="20097" x="2844800" y="5689600"/>
          <p14:tracePt t="20106" x="2749550" y="5727700"/>
          <p14:tracePt t="20122" x="2667000" y="5772150"/>
          <p14:tracePt t="20139" x="2495550" y="5829300"/>
          <p14:tracePt t="20155" x="2336800" y="5867400"/>
          <p14:tracePt t="20172" x="2273300" y="5880100"/>
          <p14:tracePt t="20189" x="2152650" y="5886450"/>
          <p14:tracePt t="20205" x="2082800" y="5905500"/>
          <p14:tracePt t="20221" x="2057400" y="5905500"/>
          <p14:tracePt t="20238" x="2006600" y="5911850"/>
          <p14:tracePt t="20255" x="1987550" y="5911850"/>
          <p14:tracePt t="20272" x="1943100" y="5918200"/>
          <p14:tracePt t="20288" x="1905000" y="5930900"/>
          <p14:tracePt t="20305" x="1892300" y="5937250"/>
          <p14:tracePt t="20322" x="1854200" y="5943600"/>
          <p14:tracePt t="20338" x="1822450" y="5949950"/>
          <p14:tracePt t="20354" x="1816100" y="5949950"/>
          <p14:tracePt t="20371" x="1809750" y="5943600"/>
          <p14:tracePt t="20388" x="1809750" y="5924550"/>
          <p14:tracePt t="20404" x="1816100" y="5918200"/>
          <p14:tracePt t="20421" x="1816100" y="5911850"/>
          <p14:tracePt t="20455" x="1816100" y="5905500"/>
          <p14:tracePt t="20483" x="1822450" y="5899150"/>
          <p14:tracePt t="20518" x="1828800" y="5899150"/>
          <p14:tracePt t="20623" x="1835150" y="5899150"/>
          <p14:tracePt t="21666" x="1866900" y="5899150"/>
          <p14:tracePt t="21680" x="1879600" y="5899150"/>
          <p14:tracePt t="21686" x="1898650" y="5899150"/>
          <p14:tracePt t="21703" x="1911350" y="5905500"/>
          <p14:tracePt t="21716" x="1930400" y="5905500"/>
          <p14:tracePt t="21733" x="1968500" y="5918200"/>
          <p14:tracePt t="21750" x="1993900" y="5937250"/>
          <p14:tracePt t="21767" x="2012950" y="5943600"/>
          <p14:tracePt t="21783" x="2038350" y="5949950"/>
          <p14:tracePt t="21800" x="2063750" y="5962650"/>
          <p14:tracePt t="21816" x="2082800" y="5962650"/>
          <p14:tracePt t="21833" x="2101850" y="5975350"/>
          <p14:tracePt t="21849" x="2133600" y="5981700"/>
          <p14:tracePt t="21866" x="2146300" y="5988050"/>
          <p14:tracePt t="21883" x="2171700" y="5994400"/>
          <p14:tracePt t="21899" x="2197100" y="6000750"/>
          <p14:tracePt t="21916" x="2209800" y="6000750"/>
          <p14:tracePt t="21933" x="2235200" y="6007100"/>
          <p14:tracePt t="21949" x="2260600" y="6007100"/>
          <p14:tracePt t="21966" x="2273300" y="6007100"/>
          <p14:tracePt t="21969" x="2286000" y="6007100"/>
          <p14:tracePt t="21983" x="2298700" y="6007100"/>
          <p14:tracePt t="21999" x="2311400" y="6007100"/>
          <p14:tracePt t="22017" x="2330450" y="6000750"/>
          <p14:tracePt t="22032" x="2343150" y="6000750"/>
          <p14:tracePt t="22049" x="2355850" y="6000750"/>
          <p14:tracePt t="22066" x="2374900" y="6000750"/>
          <p14:tracePt t="22082" x="2400300" y="5994400"/>
          <p14:tracePt t="22098" x="2406650" y="5994400"/>
          <p14:tracePt t="22115" x="2413000" y="5988050"/>
          <p14:tracePt t="22131" x="2419350" y="5988050"/>
          <p14:tracePt t="22192" x="2425700" y="5988050"/>
          <p14:tracePt t="22219" x="2432050" y="5988050"/>
          <p14:tracePt t="22226" x="2438400" y="5988050"/>
          <p14:tracePt t="22249" x="2438400" y="5981700"/>
          <p14:tracePt t="22721" x="2451100" y="5981700"/>
          <p14:tracePt t="22728" x="2457450" y="5981700"/>
          <p14:tracePt t="22743" x="2470150" y="5981700"/>
          <p14:tracePt t="22750" x="2482850" y="5981700"/>
          <p14:tracePt t="22766" x="2495550" y="5981700"/>
          <p14:tracePt t="22779" x="2527300" y="5981700"/>
          <p14:tracePt t="22796" x="2540000" y="5981700"/>
          <p14:tracePt t="22813" x="2584450" y="5981700"/>
          <p14:tracePt t="22829" x="2609850" y="5975350"/>
          <p14:tracePt t="22846" x="2692400" y="5962650"/>
          <p14:tracePt t="22863" x="2787650" y="5956300"/>
          <p14:tracePt t="22879" x="2838450" y="5949950"/>
          <p14:tracePt t="22896" x="2946400" y="5937250"/>
          <p14:tracePt t="22912" x="3048000" y="5930900"/>
          <p14:tracePt t="22929" x="3111500" y="5918200"/>
          <p14:tracePt t="22946" x="3206750" y="5911850"/>
          <p14:tracePt t="22962" x="3289300" y="5911850"/>
          <p14:tracePt t="22978" x="3314700" y="5911850"/>
          <p14:tracePt t="22995" x="3371850" y="5911850"/>
          <p14:tracePt t="23012" x="3416300" y="5911850"/>
          <p14:tracePt t="23028" x="3435350" y="5911850"/>
          <p14:tracePt t="23045" x="3467100" y="5911850"/>
          <p14:tracePt t="23062" x="3505200" y="5911850"/>
          <p14:tracePt t="23079" x="3556000" y="5905500"/>
          <p14:tracePt t="23095" x="3587750" y="5899150"/>
          <p14:tracePt t="23112" x="3625850" y="5886450"/>
          <p14:tracePt t="23129" x="3790950" y="5861050"/>
          <p14:tracePt t="23145" x="3854450" y="5848350"/>
          <p14:tracePt t="23161" x="3905250" y="5848350"/>
          <p14:tracePt t="23178" x="4019550" y="5848350"/>
          <p14:tracePt t="23194" x="4152900" y="5854700"/>
          <p14:tracePt t="23212" x="4216400" y="5861050"/>
          <p14:tracePt t="23228" x="4337050" y="5873750"/>
          <p14:tracePt t="23244" x="4425950" y="5873750"/>
          <p14:tracePt t="23262" x="4476750" y="5873750"/>
          <p14:tracePt t="23278" x="4489450" y="5867400"/>
          <p14:tracePt t="23294" x="4502150" y="5867400"/>
          <p14:tracePt t="23311" x="4508500" y="5867400"/>
          <p14:tracePt t="23711" x="4540250" y="5867400"/>
          <p14:tracePt t="23725" x="4591050" y="5867400"/>
          <p14:tracePt t="23732" x="4660900" y="5867400"/>
          <p14:tracePt t="23743" x="4724400" y="5867400"/>
          <p14:tracePt t="23759" x="4813300" y="5886450"/>
          <p14:tracePt t="23775" x="4991100" y="5886450"/>
          <p14:tracePt t="23792" x="5067300" y="5886450"/>
          <p14:tracePt t="23810" x="5378450" y="5918200"/>
          <p14:tracePt t="23826" x="5473700" y="5918200"/>
          <p14:tracePt t="23842" x="5581650" y="5930900"/>
          <p14:tracePt t="23859" x="5772150" y="5930900"/>
          <p14:tracePt t="23876" x="5949950" y="5937250"/>
          <p14:tracePt t="23892" x="6038850" y="5937250"/>
          <p14:tracePt t="23909" x="6165850" y="5937250"/>
          <p14:tracePt t="23925" x="6261100" y="5924550"/>
          <p14:tracePt t="23943" x="6305550" y="5924550"/>
          <p14:tracePt t="23958" x="6330950" y="5924550"/>
          <p14:tracePt t="23975" x="6343650" y="5924550"/>
          <p14:tracePt t="23992" x="6356350" y="5924550"/>
          <p14:tracePt t="24009" x="6362700" y="5924550"/>
          <p14:tracePt t="24043" x="6369050" y="5924550"/>
          <p14:tracePt t="24062" x="6381750" y="5918200"/>
          <p14:tracePt t="24078" x="6407150" y="5905500"/>
          <p14:tracePt t="24091" x="6419850" y="5905500"/>
          <p14:tracePt t="24108" x="6477000" y="5886450"/>
          <p14:tracePt t="24125" x="6534150" y="5886450"/>
          <p14:tracePt t="24141" x="6565900" y="5886450"/>
          <p14:tracePt t="24158" x="6623050" y="5880100"/>
          <p14:tracePt t="24175" x="6667500" y="5873750"/>
          <p14:tracePt t="24191" x="6692900" y="5873750"/>
          <p14:tracePt t="24208" x="6737350" y="5873750"/>
          <p14:tracePt t="24224" x="6781800" y="5861050"/>
          <p14:tracePt t="24241" x="6807200" y="5861050"/>
          <p14:tracePt t="24258" x="6851650" y="5854700"/>
          <p14:tracePt t="24274" x="6889750" y="5854700"/>
          <p14:tracePt t="24291" x="6908800" y="5854700"/>
          <p14:tracePt t="24308" x="6946900" y="5854700"/>
          <p14:tracePt t="24324" x="6965950" y="5854700"/>
          <p14:tracePt t="24340" x="6991350" y="5854700"/>
          <p14:tracePt t="24357" x="6997700" y="5854700"/>
          <p14:tracePt t="24374" x="7010400" y="5854700"/>
          <p14:tracePt t="24407" x="7016750" y="5854700"/>
          <p14:tracePt t="24427" x="7023100" y="5854700"/>
          <p14:tracePt t="24455" x="7029450" y="5854700"/>
          <p14:tracePt t="24504" x="7023100" y="5854700"/>
          <p14:tracePt t="24511" x="7016750" y="5854700"/>
          <p14:tracePt t="24936" x="7042150" y="5854700"/>
          <p14:tracePt t="24943" x="7086600" y="5854700"/>
          <p14:tracePt t="24958" x="7124700" y="5854700"/>
          <p14:tracePt t="24972" x="7200900" y="5842000"/>
          <p14:tracePt t="24988" x="7245350" y="5842000"/>
          <p14:tracePt t="25006" x="7315200" y="5835650"/>
          <p14:tracePt t="25022" x="7353300" y="5835650"/>
          <p14:tracePt t="25038" x="7423150" y="5829300"/>
          <p14:tracePt t="25055" x="7499350" y="5829300"/>
          <p14:tracePt t="25071" x="7537450" y="5816600"/>
          <p14:tracePt t="25088" x="7594600" y="5810250"/>
          <p14:tracePt t="25105" x="7651750" y="5810250"/>
          <p14:tracePt t="25121" x="7677150" y="5810250"/>
          <p14:tracePt t="25138" x="7708900" y="5810250"/>
          <p14:tracePt t="25155" x="7734300" y="5803900"/>
          <p14:tracePt t="25171" x="7740650" y="5803900"/>
          <p14:tracePt t="25188" x="7747000" y="5803900"/>
          <p14:tracePt t="25204" x="7778750" y="5803900"/>
          <p14:tracePt t="25221" x="7791450" y="5797550"/>
          <p14:tracePt t="25238" x="7810500" y="5797550"/>
          <p14:tracePt t="25254" x="7823200" y="5797550"/>
          <p14:tracePt t="25271" x="7861300" y="5791200"/>
          <p14:tracePt t="25288" x="7899400" y="5791200"/>
          <p14:tracePt t="25304" x="7931150" y="5791200"/>
          <p14:tracePt t="25321" x="7981950" y="5791200"/>
          <p14:tracePt t="25337" x="8039100" y="5784850"/>
          <p14:tracePt t="25354" x="8058150" y="5784850"/>
          <p14:tracePt t="25371" x="8096250" y="5784850"/>
          <p14:tracePt t="25387" x="8134350" y="5784850"/>
          <p14:tracePt t="25404" x="8153400" y="5784850"/>
          <p14:tracePt t="25420" x="8178800" y="5791200"/>
          <p14:tracePt t="25437" x="8210550" y="5791200"/>
          <p14:tracePt t="25454" x="8216900" y="5791200"/>
          <p14:tracePt t="25470" x="8229600" y="5797550"/>
          <p14:tracePt t="25487" x="8235950" y="5797550"/>
          <p14:tracePt t="25518" x="8242300" y="5797550"/>
          <p14:tracePt t="25574" x="8248650" y="5797550"/>
          <p14:tracePt t="25658" x="8255000" y="5797550"/>
          <p14:tracePt t="25693" x="8261350" y="5797550"/>
          <p14:tracePt t="26091" x="8191500" y="5772150"/>
          <p14:tracePt t="26105" x="8058150" y="5715000"/>
          <p14:tracePt t="26112" x="7937500" y="5683250"/>
          <p14:tracePt t="26121" x="7823200" y="5645150"/>
          <p14:tracePt t="26134" x="7708900" y="5619750"/>
          <p14:tracePt t="26151" x="7600950" y="5588000"/>
          <p14:tracePt t="26168" x="7359650" y="5537200"/>
          <p14:tracePt t="26184" x="7150100" y="5499100"/>
          <p14:tracePt t="26201" x="7073900" y="5473700"/>
          <p14:tracePt t="26218" x="6889750" y="5448300"/>
          <p14:tracePt t="26234" x="6724650" y="5403850"/>
          <p14:tracePt t="26251" x="6635750" y="5397500"/>
          <p14:tracePt t="26267" x="6464300" y="5365750"/>
          <p14:tracePt t="26284" x="6273800" y="5346700"/>
          <p14:tracePt t="26301" x="6076950" y="5283200"/>
          <p14:tracePt t="26317" x="5981700" y="5245100"/>
          <p14:tracePt t="26334" x="5810250" y="5162550"/>
          <p14:tracePt t="26351" x="5626100" y="5086350"/>
          <p14:tracePt t="26367" x="5543550" y="5035550"/>
          <p14:tracePt t="26384" x="5461000" y="4997450"/>
          <p14:tracePt t="26400" x="5264150" y="4889500"/>
          <p14:tracePt t="26417" x="5226050" y="4876800"/>
          <p14:tracePt t="26433" x="5181600" y="4857750"/>
          <p14:tracePt t="26450" x="5118100" y="4845050"/>
          <p14:tracePt t="26467" x="5060950" y="4832350"/>
          <p14:tracePt t="26484" x="5022850" y="4832350"/>
          <p14:tracePt t="26500" x="5010150" y="4832350"/>
          <p14:tracePt t="26517" x="4991100" y="4832350"/>
          <p14:tracePt t="26520" x="4984750" y="4832350"/>
          <p14:tracePt t="26536" x="4972050" y="4832350"/>
          <p14:tracePt t="26554" x="4965700" y="4819650"/>
          <p14:tracePt t="26566" x="4965700" y="4813300"/>
          <p14:tracePt t="26583" x="4978400" y="4806950"/>
          <p14:tracePt t="26952" x="4978400" y="4787900"/>
          <p14:tracePt t="26966" x="4972050" y="4762500"/>
          <p14:tracePt t="26973" x="4972050" y="4743450"/>
          <p14:tracePt t="26987" x="4965700" y="4724400"/>
          <p14:tracePt t="26998" x="4965700" y="4711700"/>
          <p14:tracePt t="27015" x="4959350" y="4686300"/>
          <p14:tracePt t="27031" x="4959350" y="4673600"/>
          <p14:tracePt t="27048" x="4959350" y="4660900"/>
          <p14:tracePt t="27085" x="4959350" y="4654550"/>
          <p14:tracePt t="27514" x="4959350" y="4660900"/>
          <p14:tracePt t="27528" x="4965700" y="4660900"/>
          <p14:tracePt t="27535" x="4972050" y="4667250"/>
          <p14:tracePt t="27550" x="4978400" y="4673600"/>
          <p14:tracePt t="27564" x="4997450" y="4686300"/>
          <p14:tracePt t="27579" x="5016500" y="4699000"/>
          <p14:tracePt t="27596" x="5048250" y="4711700"/>
          <p14:tracePt t="27612" x="5149850" y="4756150"/>
          <p14:tracePt t="27629" x="5257800" y="4806950"/>
          <p14:tracePt t="27646" x="5327650" y="4826000"/>
          <p14:tracePt t="27662" x="5448300" y="4851400"/>
          <p14:tracePt t="27679" x="5549900" y="4857750"/>
          <p14:tracePt t="27696" x="5619750" y="4857750"/>
          <p14:tracePt t="27713" x="5638800" y="4857750"/>
          <p14:tracePt t="27729" x="5676900" y="4851400"/>
          <p14:tracePt t="27746" x="5695950" y="4851400"/>
          <p14:tracePt t="27762" x="5708650" y="4838700"/>
          <p14:tracePt t="27779" x="5727700" y="4832350"/>
          <p14:tracePt t="27795" x="5753100" y="4813300"/>
          <p14:tracePt t="27813" x="5765800" y="4800600"/>
          <p14:tracePt t="27830" x="5784850" y="4787900"/>
          <p14:tracePt t="27845" x="5797550" y="4775200"/>
          <p14:tracePt t="27886" x="5803900" y="4768850"/>
          <p14:tracePt t="27935" x="5803900" y="4762500"/>
          <p14:tracePt t="28229" x="5816600" y="4762500"/>
          <p14:tracePt t="28236" x="5822950" y="4762500"/>
          <p14:tracePt t="28250" x="5835650" y="4762500"/>
          <p14:tracePt t="28260" x="5854700" y="4762500"/>
          <p14:tracePt t="28278" x="5886450" y="4762500"/>
          <p14:tracePt t="28293" x="5962650" y="4768850"/>
          <p14:tracePt t="28310" x="6057900" y="4768850"/>
          <p14:tracePt t="28327" x="6108700" y="4768850"/>
          <p14:tracePt t="28343" x="6210300" y="4768850"/>
          <p14:tracePt t="28360" x="6305550" y="4737100"/>
          <p14:tracePt t="28377" x="6381750" y="4718050"/>
          <p14:tracePt t="28393" x="6426200" y="4699000"/>
          <p14:tracePt t="28410" x="6470650" y="4660900"/>
          <p14:tracePt t="28427" x="6502400" y="4629150"/>
          <p14:tracePt t="28443" x="6515100" y="4616450"/>
          <p14:tracePt t="28460" x="6521450" y="4597400"/>
          <p14:tracePt t="28477" x="6553200" y="4565650"/>
          <p14:tracePt t="28510" x="6559550" y="4559300"/>
          <p14:tracePt t="28526" x="6559550" y="4552950"/>
          <p14:tracePt t="28601" x="6565900" y="4552950"/>
          <p14:tracePt t="29209" x="6553200" y="4565650"/>
          <p14:tracePt t="29216" x="6534150" y="4578350"/>
          <p14:tracePt t="29230" x="6502400" y="4591050"/>
          <p14:tracePt t="29240" x="6470650" y="4603750"/>
          <p14:tracePt t="29258" x="6432550" y="4616450"/>
          <p14:tracePt t="29274" x="6337300" y="4629150"/>
          <p14:tracePt t="29291" x="6216650" y="4635500"/>
          <p14:tracePt t="29309" x="6076950" y="4635500"/>
          <p14:tracePt t="29324" x="6000750" y="4616450"/>
          <p14:tracePt t="29340" x="5918200" y="4603750"/>
          <p14:tracePt t="29357" x="5695950" y="4552950"/>
          <p14:tracePt t="29374" x="5632450" y="4552950"/>
          <p14:tracePt t="29390" x="5581650" y="4546600"/>
          <p14:tracePt t="29406" x="5473700" y="4546600"/>
          <p14:tracePt t="29423" x="5416550" y="4546600"/>
          <p14:tracePt t="29440" x="5397500" y="4546600"/>
          <p14:tracePt t="29456" x="5365750" y="4540250"/>
          <p14:tracePt t="29473" x="5353050" y="4533900"/>
          <p14:tracePt t="29560" x="5346700" y="4527550"/>
          <p14:tracePt t="29567" x="5340350" y="4521200"/>
          <p14:tracePt t="29581" x="5334000" y="4521200"/>
          <p14:tracePt t="29590" x="5321300" y="4514850"/>
          <p14:tracePt t="29606" x="5314950" y="4514850"/>
          <p14:tracePt t="29623" x="5302250" y="4508500"/>
          <p14:tracePt t="29639" x="5257800" y="4483100"/>
          <p14:tracePt t="29656" x="5238750" y="4483100"/>
          <p14:tracePt t="29673" x="5200650" y="4470400"/>
          <p14:tracePt t="29689" x="5181600" y="4457700"/>
          <p14:tracePt t="29705" x="5156200" y="4445000"/>
          <p14:tracePt t="29722" x="5137150" y="4438650"/>
          <p14:tracePt t="29738" x="5130800" y="4438650"/>
          <p14:tracePt t="29755" x="5124450" y="4432300"/>
          <p14:tracePt t="30149" x="5124450" y="4438650"/>
          <p14:tracePt t="30191" x="5130800" y="4445000"/>
          <p14:tracePt t="30198" x="5130800" y="4451350"/>
          <p14:tracePt t="30220" x="5137150" y="4457700"/>
          <p14:tracePt t="30254" x="5143500" y="4457700"/>
          <p14:tracePt t="30268" x="5143500" y="4464050"/>
          <p14:tracePt t="30310" x="5149850" y="4470400"/>
          <p14:tracePt t="30325" x="5149850" y="4476750"/>
          <p14:tracePt t="30331" x="5156200" y="4476750"/>
          <p14:tracePt t="30340" x="5162550" y="4483100"/>
          <p14:tracePt t="30354" x="5168900" y="4489450"/>
          <p14:tracePt t="30370" x="5181600" y="4495800"/>
          <p14:tracePt t="30387" x="5213350" y="4514850"/>
          <p14:tracePt t="30403" x="5257800" y="4552950"/>
          <p14:tracePt t="30420" x="5289550" y="4565650"/>
          <p14:tracePt t="30437" x="5353050" y="4603750"/>
          <p14:tracePt t="30453" x="5397500" y="4635500"/>
          <p14:tracePt t="30469" x="5410200" y="4641850"/>
          <p14:tracePt t="30486" x="5435600" y="4660900"/>
          <p14:tracePt t="30502" x="5448300" y="4667250"/>
          <p14:tracePt t="30519" x="5448300" y="4673600"/>
          <p14:tracePt t="30536" x="5454650" y="4673600"/>
          <p14:tracePt t="30552" x="5473700" y="4686300"/>
          <p14:tracePt t="30571" x="5505450" y="4699000"/>
          <p14:tracePt t="30585" x="5518150" y="4705350"/>
          <p14:tracePt t="30602" x="5549900" y="4705350"/>
          <p14:tracePt t="30620" x="5632450" y="4730750"/>
          <p14:tracePt t="30635" x="5657850" y="4730750"/>
          <p14:tracePt t="30652" x="5689600" y="4730750"/>
          <p14:tracePt t="30669" x="5727700" y="4730750"/>
          <p14:tracePt t="30685" x="5746750" y="4730750"/>
          <p14:tracePt t="30702" x="5753100" y="4730750"/>
          <p14:tracePt t="30753" x="5759450" y="4730750"/>
          <p14:tracePt t="30864" x="5765800" y="4730750"/>
          <p14:tracePt t="30900" x="5772150" y="4730750"/>
          <p14:tracePt t="30921" x="5778500" y="4730750"/>
          <p14:tracePt t="30936" x="5791200" y="4724400"/>
          <p14:tracePt t="30942" x="5791200" y="4718050"/>
          <p14:tracePt t="30955" x="5803900" y="4711700"/>
          <p14:tracePt t="30967" x="5803900" y="4705350"/>
          <p14:tracePt t="30985" x="5829300" y="4686300"/>
          <p14:tracePt t="31001" x="5842000" y="4679950"/>
          <p14:tracePt t="31017" x="5880100" y="4660900"/>
          <p14:tracePt t="31034" x="5899150" y="4648200"/>
          <p14:tracePt t="31050" x="5899150" y="4641850"/>
          <p14:tracePt t="31068" x="5905500" y="4635500"/>
          <p14:tracePt t="31084" x="5918200" y="4629150"/>
          <p14:tracePt t="31117" x="5924550" y="4622800"/>
          <p14:tracePt t="31145" x="5930900" y="4616450"/>
          <p14:tracePt t="31167" x="5930900" y="4610100"/>
          <p14:tracePt t="32418" x="5930900" y="4622800"/>
          <p14:tracePt t="32425" x="5924550" y="4635500"/>
          <p14:tracePt t="32439" x="5924550" y="4648200"/>
          <p14:tracePt t="32449" x="5918200" y="4648200"/>
          <p14:tracePt t="32463" x="5911850" y="4654550"/>
          <p14:tracePt t="32479" x="5899150" y="4667250"/>
          <p14:tracePt t="32496" x="5880100" y="4686300"/>
          <p14:tracePt t="32512" x="5867400" y="4699000"/>
          <p14:tracePt t="32530" x="5835650" y="4711700"/>
          <p14:tracePt t="32546" x="5791200" y="4737100"/>
          <p14:tracePt t="32562" x="5753100" y="4749800"/>
          <p14:tracePt t="32580" x="5664200" y="4781550"/>
          <p14:tracePt t="32596" x="5568950" y="4813300"/>
          <p14:tracePt t="32613" x="5530850" y="4813300"/>
          <p14:tracePt t="32629" x="5448300" y="4819650"/>
          <p14:tracePt t="32646" x="5384800" y="4819650"/>
          <p14:tracePt t="32662" x="5365750" y="4819650"/>
          <p14:tracePt t="32679" x="5327650" y="4813300"/>
          <p14:tracePt t="32695" x="5314950" y="4806950"/>
          <p14:tracePt t="32712" x="5295900" y="4781550"/>
          <p14:tracePt t="32728" x="5283200" y="4749800"/>
          <p14:tracePt t="32745" x="5276850" y="4730750"/>
          <p14:tracePt t="32762" x="5270500" y="4718050"/>
          <p14:tracePt t="32778" x="5257800" y="4699000"/>
          <p14:tracePt t="32795" x="5251450" y="4686300"/>
          <p14:tracePt t="32811" x="5232400" y="4673600"/>
          <p14:tracePt t="32828" x="5213350" y="4660900"/>
          <p14:tracePt t="32845" x="5207000" y="4660900"/>
          <p14:tracePt t="32861" x="5200650" y="4654550"/>
          <p14:tracePt t="32878" x="5194300" y="4648200"/>
          <p14:tracePt t="32910" x="5187950" y="4641850"/>
          <p14:tracePt t="33035" x="5181600" y="4635500"/>
          <p14:tracePt t="33119" x="5175250" y="4635500"/>
          <p14:tracePt t="33260" x="5168900" y="4641850"/>
          <p14:tracePt t="33316" x="5175250" y="4641850"/>
          <p14:tracePt t="33330" x="5181600" y="4648200"/>
          <p14:tracePt t="33337" x="5187950" y="4648200"/>
          <p14:tracePt t="33351" x="5194300" y="4654550"/>
          <p14:tracePt t="33365" x="5200650" y="4660900"/>
          <p14:tracePt t="33379" x="5207000" y="4667250"/>
          <p14:tracePt t="33393" x="5226050" y="4673600"/>
          <p14:tracePt t="33409" x="5251450" y="4699000"/>
          <p14:tracePt t="33426" x="5276850" y="4718050"/>
          <p14:tracePt t="33443" x="5308600" y="4749800"/>
          <p14:tracePt t="33459" x="5353050" y="4787900"/>
          <p14:tracePt t="33476" x="5372100" y="4800600"/>
          <p14:tracePt t="33492" x="5429250" y="4851400"/>
          <p14:tracePt t="33509" x="5505450" y="4889500"/>
          <p14:tracePt t="33526" x="5549900" y="4908550"/>
          <p14:tracePt t="33542" x="5645150" y="4927600"/>
          <p14:tracePt t="33559" x="5683250" y="4933950"/>
          <p14:tracePt t="33576" x="5791200" y="4933950"/>
          <p14:tracePt t="33592" x="5892800" y="4927600"/>
          <p14:tracePt t="33608" x="5949950" y="4914900"/>
          <p14:tracePt t="33612" x="6000750" y="4914900"/>
          <p14:tracePt t="33625" x="6019800" y="4902200"/>
          <p14:tracePt t="33642" x="6070600" y="4889500"/>
          <p14:tracePt t="33659" x="6083300" y="4889500"/>
          <p14:tracePt t="33675" x="6108700" y="4870450"/>
          <p14:tracePt t="33692" x="6127750" y="4857750"/>
          <p14:tracePt t="33709" x="6146800" y="4838700"/>
          <p14:tracePt t="33725" x="6153150" y="4832350"/>
          <p14:tracePt t="33741" x="6165850" y="4806950"/>
          <p14:tracePt t="33758" x="6172200" y="4787900"/>
          <p14:tracePt t="33775" x="6184900" y="4775200"/>
          <p14:tracePt t="33792" x="6191250" y="4762500"/>
          <p14:tracePt t="33807" x="6197600" y="4756150"/>
          <p14:tracePt t="33824" x="6203950" y="4749800"/>
          <p14:tracePt t="33856" x="6203950" y="4743450"/>
          <p14:tracePt t="33912" x="6203950" y="4737100"/>
          <p14:tracePt t="34038" x="6191250" y="4737100"/>
          <p14:tracePt t="34053" x="6178550" y="4737100"/>
          <p14:tracePt t="34060" x="6165850" y="4737100"/>
          <p14:tracePt t="34074" x="6140450" y="4737100"/>
          <p14:tracePt t="34090" x="6064250" y="4737100"/>
          <p14:tracePt t="34107" x="5981700" y="4730750"/>
          <p14:tracePt t="34110" x="5930900" y="4730750"/>
          <p14:tracePt t="34124" x="5854700" y="4718050"/>
          <p14:tracePt t="34140" x="5683250" y="4686300"/>
          <p14:tracePt t="34157" x="5607050" y="4667250"/>
          <p14:tracePt t="34173" x="5461000" y="4629150"/>
          <p14:tracePt t="34190" x="5346700" y="4572000"/>
          <p14:tracePt t="34207" x="5283200" y="4533900"/>
          <p14:tracePt t="34223" x="5270500" y="4508500"/>
          <p14:tracePt t="34240" x="5257800" y="4502150"/>
          <p14:tracePt t="34257" x="5238750" y="4495800"/>
          <p14:tracePt t="34292" x="5232400" y="4489450"/>
          <p14:tracePt t="34578" x="5251450" y="4502150"/>
          <p14:tracePt t="34593" x="5308600" y="4527550"/>
          <p14:tracePt t="34600" x="5365750" y="4546600"/>
          <p14:tracePt t="34614" x="5441950" y="4578350"/>
          <p14:tracePt t="34622" x="5524500" y="4610100"/>
          <p14:tracePt t="34638" x="5613400" y="4629150"/>
          <p14:tracePt t="34656" x="5797550" y="4648200"/>
          <p14:tracePt t="34671" x="5937250" y="4648200"/>
          <p14:tracePt t="34688" x="6000750" y="4635500"/>
          <p14:tracePt t="34705" x="6102350" y="4610100"/>
          <p14:tracePt t="34721" x="6140450" y="4597400"/>
          <p14:tracePt t="34738" x="6146800" y="4591050"/>
          <p14:tracePt t="34755" x="6159500" y="4584700"/>
          <p14:tracePt t="34771" x="6165850" y="4578350"/>
          <p14:tracePt t="34901" x="6159500" y="4578350"/>
          <p14:tracePt t="34908" x="6146800" y="4578350"/>
          <p14:tracePt t="34923" x="6140450" y="4584700"/>
          <p14:tracePt t="34937" x="6121400" y="4584700"/>
          <p14:tracePt t="34954" x="6070600" y="4597400"/>
          <p14:tracePt t="34971" x="5975350" y="4616450"/>
          <p14:tracePt t="34987" x="5924550" y="4616450"/>
          <p14:tracePt t="35004" x="5797550" y="4635500"/>
          <p14:tracePt t="35021" x="5651500" y="4654550"/>
          <p14:tracePt t="35037" x="5575300" y="4660900"/>
          <p14:tracePt t="35054" x="5448300" y="4660900"/>
          <p14:tracePt t="35070" x="5327650" y="4648200"/>
          <p14:tracePt t="35087" x="5283200" y="4641850"/>
          <p14:tracePt t="35103" x="5226050" y="4622800"/>
          <p14:tracePt t="35120" x="5187950" y="4597400"/>
          <p14:tracePt t="35137" x="5175250" y="4584700"/>
          <p14:tracePt t="35154" x="5162550" y="4578350"/>
          <p14:tracePt t="35190" x="5156200" y="4572000"/>
          <p14:tracePt t="35252" x="5156200" y="4565650"/>
          <p14:tracePt t="35985" x="5143500" y="4565650"/>
          <p14:tracePt t="35992" x="5111750" y="4572000"/>
          <p14:tracePt t="36006" x="5080000" y="4572000"/>
          <p14:tracePt t="36017" x="5041900" y="4578350"/>
          <p14:tracePt t="36034" x="4972050" y="4578350"/>
          <p14:tracePt t="36050" x="4933950" y="4578350"/>
          <p14:tracePt t="36067" x="4845050" y="4578350"/>
          <p14:tracePt t="36084" x="4749800" y="4578350"/>
          <p14:tracePt t="36100" x="4686300" y="4578350"/>
          <p14:tracePt t="36117" x="4546600" y="4591050"/>
          <p14:tracePt t="36133" x="4381500" y="4597400"/>
          <p14:tracePt t="36150" x="4292600" y="4610100"/>
          <p14:tracePt t="36166" x="4114800" y="4610100"/>
          <p14:tracePt t="36183" x="3930650" y="4603750"/>
          <p14:tracePt t="36200" x="3841750" y="4597400"/>
          <p14:tracePt t="36217" x="3638550" y="4578350"/>
          <p14:tracePt t="36233" x="3448050" y="4565650"/>
          <p14:tracePt t="36249" x="3346450" y="4546600"/>
          <p14:tracePt t="36267" x="3136900" y="4514850"/>
          <p14:tracePt t="36283" x="3022600" y="4483100"/>
          <p14:tracePt t="36299" x="2832100" y="4470400"/>
          <p14:tracePt t="36316" x="2641600" y="4464050"/>
          <p14:tracePt t="36332" x="2565400" y="4464050"/>
          <p14:tracePt t="36350" x="2432050" y="4445000"/>
          <p14:tracePt t="36366" x="2330450" y="4445000"/>
          <p14:tracePt t="36382" x="2292350" y="4445000"/>
          <p14:tracePt t="36399" x="2209800" y="4445000"/>
          <p14:tracePt t="36415" x="2082800" y="4445000"/>
          <p14:tracePt t="36432" x="2032000" y="4445000"/>
          <p14:tracePt t="36449" x="1936750" y="4432300"/>
          <p14:tracePt t="36465" x="1860550" y="4432300"/>
          <p14:tracePt t="36483" x="1828800" y="4432300"/>
          <p14:tracePt t="36499" x="1771650" y="4432300"/>
          <p14:tracePt t="36515" x="1733550" y="4432300"/>
          <p14:tracePt t="36533" x="1689100" y="4419600"/>
          <p14:tracePt t="36548" x="1676400" y="4413250"/>
          <p14:tracePt t="36565" x="1670050" y="4406900"/>
          <p14:tracePt t="36582" x="1657350" y="4406900"/>
          <p14:tracePt t="36598" x="1651000" y="4413250"/>
          <p14:tracePt t="36985" x="1651000" y="4432300"/>
          <p14:tracePt t="36992" x="1644650" y="4451350"/>
          <p14:tracePt t="37006" x="1638300" y="4464050"/>
          <p14:tracePt t="37016" x="1638300" y="4476750"/>
          <p14:tracePt t="37030" x="1631950" y="4483100"/>
          <p14:tracePt t="37047" x="1631950" y="4495800"/>
          <p14:tracePt t="37063" x="1631950" y="4508500"/>
          <p14:tracePt t="37097" x="1631950" y="4514850"/>
          <p14:tracePt t="37113" x="1631950" y="4521200"/>
          <p14:tracePt t="37130" x="1638300" y="4533900"/>
          <p14:tracePt t="37133" x="1644650" y="4540250"/>
          <p14:tracePt t="37149" x="1651000" y="4540250"/>
          <p14:tracePt t="37163" x="1651000" y="4546600"/>
          <p14:tracePt t="37180" x="1682750" y="4559300"/>
          <p14:tracePt t="37197" x="1720850" y="4559300"/>
          <p14:tracePt t="37213" x="1746250" y="4559300"/>
          <p14:tracePt t="37230" x="1803400" y="4552950"/>
          <p14:tracePt t="37246" x="1879600" y="4540250"/>
          <p14:tracePt t="37263" x="1917700" y="4521200"/>
          <p14:tracePt t="37280" x="1981200" y="4495800"/>
          <p14:tracePt t="37296" x="2025650" y="4476750"/>
          <p14:tracePt t="37313" x="2038350" y="4464050"/>
          <p14:tracePt t="37329" x="2057400" y="4451350"/>
          <p14:tracePt t="37346" x="2063750" y="4445000"/>
          <p14:tracePt t="37362" x="2070100" y="4445000"/>
          <p14:tracePt t="37497" x="2057400" y="4451350"/>
          <p14:tracePt t="37504" x="2051050" y="4451350"/>
          <p14:tracePt t="37518" x="2038350" y="4457700"/>
          <p14:tracePt t="37528" x="2025650" y="4457700"/>
          <p14:tracePt t="37544" x="2012950" y="4470400"/>
          <p14:tracePt t="37562" x="1955800" y="4483100"/>
          <p14:tracePt t="37578" x="1873250" y="4502150"/>
          <p14:tracePt t="37596" x="1784350" y="4502150"/>
          <p14:tracePt t="37611" x="1739900" y="4502150"/>
          <p14:tracePt t="37628" x="1676400" y="4502150"/>
          <p14:tracePt t="37645" x="1631950" y="4489450"/>
          <p14:tracePt t="37661" x="1619250" y="4483100"/>
          <p14:tracePt t="37664" x="1612900" y="4483100"/>
          <p14:tracePt t="37694" x="1606550" y="4470400"/>
          <p14:tracePt t="37730" x="1612900" y="4464050"/>
          <p14:tracePt t="37750" x="1625600" y="4464050"/>
          <p14:tracePt t="37760" x="1625600" y="4457700"/>
          <p14:tracePt t="37778" x="1638300" y="4457700"/>
          <p14:tracePt t="37794" x="1644650" y="4451350"/>
          <p14:tracePt t="37811" x="1657350" y="4451350"/>
          <p14:tracePt t="37828" x="1676400" y="4451350"/>
          <p14:tracePt t="37844" x="1682750" y="4451350"/>
          <p14:tracePt t="37861" x="1689100" y="4451350"/>
          <p14:tracePt t="37904" x="1695450" y="4445000"/>
          <p14:tracePt t="37939" x="1701800" y="4445000"/>
          <p14:tracePt t="37946" x="1701800" y="4438650"/>
          <p14:tracePt t="37967" x="1708150" y="4438650"/>
          <p14:tracePt t="37974" x="1714500" y="4438650"/>
          <p14:tracePt t="37988" x="1714500" y="4432300"/>
          <p14:tracePt t="38519" x="1714500" y="4438650"/>
          <p14:tracePt t="38526" x="1708150" y="4451350"/>
          <p14:tracePt t="38541" x="1701800" y="4457700"/>
          <p14:tracePt t="38547" x="1695450" y="4476750"/>
          <p14:tracePt t="38562" x="1689100" y="4489450"/>
          <p14:tracePt t="38576" x="1689100" y="4502150"/>
          <p14:tracePt t="38591" x="1689100" y="4508500"/>
          <p14:tracePt t="38608" x="1689100" y="4514850"/>
          <p14:tracePt t="38625" x="1689100" y="4527550"/>
          <p14:tracePt t="38641" x="1689100" y="4540250"/>
          <p14:tracePt t="38658" x="1689100" y="4552950"/>
          <p14:tracePt t="38674" x="1701800" y="4559300"/>
          <p14:tracePt t="38691" x="1708150" y="4572000"/>
          <p14:tracePt t="38708" x="1708150" y="4578350"/>
          <p14:tracePt t="38724" x="1727200" y="4584700"/>
          <p14:tracePt t="38741" x="1739900" y="4584700"/>
          <p14:tracePt t="38758" x="1746250" y="4584700"/>
          <p14:tracePt t="38791" x="1758950" y="4591050"/>
          <p14:tracePt t="38807" x="1771650" y="4591050"/>
          <p14:tracePt t="38824" x="1778000" y="4591050"/>
          <p14:tracePt t="38841" x="1784350" y="4591050"/>
          <p14:tracePt t="38857" x="1797050" y="4597400"/>
          <p14:tracePt t="38874" x="1803400" y="4597400"/>
          <p14:tracePt t="38891" x="1822450" y="4597400"/>
          <p14:tracePt t="38907" x="1828800" y="4597400"/>
          <p14:tracePt t="38923" x="1835150" y="4597400"/>
          <p14:tracePt t="38941" x="1860550" y="4597400"/>
          <p14:tracePt t="38957" x="1873250" y="4597400"/>
          <p14:tracePt t="38973" x="1898650" y="4597400"/>
          <p14:tracePt t="38990" x="1911350" y="4597400"/>
          <p14:tracePt t="39007" x="1917700" y="4597400"/>
          <p14:tracePt t="39024" x="1930400" y="4597400"/>
          <p14:tracePt t="39040" x="1936750" y="4597400"/>
          <p14:tracePt t="39073" x="1943100" y="4584700"/>
          <p14:tracePt t="41803" x="1955800" y="4591050"/>
          <p14:tracePt t="41817" x="1968500" y="4591050"/>
          <p14:tracePt t="41823" x="1981200" y="4591050"/>
          <p14:tracePt t="41838" x="1993900" y="4591050"/>
          <p14:tracePt t="41846" x="2012950" y="4591050"/>
          <p14:tracePt t="41863" x="2032000" y="4591050"/>
          <p14:tracePt t="41880" x="2082800" y="4591050"/>
          <p14:tracePt t="41896" x="2139950" y="4584700"/>
          <p14:tracePt t="41913" x="2171700" y="4584700"/>
          <p14:tracePt t="41930" x="2216150" y="4565650"/>
          <p14:tracePt t="41947" x="2241550" y="4540250"/>
          <p14:tracePt t="41964" x="2247900" y="4540250"/>
          <p14:tracePt t="41997" x="2254250" y="4533900"/>
          <p14:tracePt t="42055" x="2260600" y="4533900"/>
          <p14:tracePt t="42287" x="2292350" y="4533900"/>
          <p14:tracePt t="42293" x="2349500" y="4540250"/>
          <p14:tracePt t="42308" x="2438400" y="4559300"/>
          <p14:tracePt t="42315" x="2552700" y="4584700"/>
          <p14:tracePt t="42331" x="2698750" y="4603750"/>
          <p14:tracePt t="42345" x="3149600" y="4629150"/>
          <p14:tracePt t="42362" x="3435350" y="4629150"/>
          <p14:tracePt t="42379" x="4102100" y="4572000"/>
          <p14:tracePt t="42395" x="4432300" y="4508500"/>
          <p14:tracePt t="42411" x="5092700" y="4356100"/>
          <p14:tracePt t="42428" x="5619750" y="4191000"/>
          <p14:tracePt t="42445" x="5829300" y="4121150"/>
          <p14:tracePt t="42462" x="6064250" y="4032250"/>
          <p14:tracePt t="42478" x="6191250" y="3943350"/>
          <p14:tracePt t="42494" x="6223000" y="3930650"/>
          <p14:tracePt t="42511" x="6248400" y="3917950"/>
          <p14:tracePt t="42528" x="6254750" y="3898900"/>
          <p14:tracePt t="42544" x="6254750" y="3892550"/>
          <p14:tracePt t="42561" x="6242050" y="3892550"/>
          <p14:tracePt t="42578" x="6235700" y="3892550"/>
          <p14:tracePt t="42594" x="6229350" y="3892550"/>
          <p14:tracePt t="42611" x="6210300" y="3892550"/>
          <p14:tracePt t="42627" x="6197600" y="3892550"/>
          <p14:tracePt t="42644" x="6191250" y="3892550"/>
          <p14:tracePt t="42661" x="6172200" y="3905250"/>
          <p14:tracePt t="42677" x="6165850" y="3911600"/>
          <p14:tracePt t="42694" x="6127750" y="3943350"/>
          <p14:tracePt t="42710" x="6102350" y="3956050"/>
          <p14:tracePt t="42727" x="6083300" y="3981450"/>
          <p14:tracePt t="42744" x="6013450" y="4038600"/>
          <p14:tracePt t="42761" x="5899150" y="4108450"/>
          <p14:tracePt t="42778" x="5778500" y="4184650"/>
          <p14:tracePt t="42793" x="5695950" y="4216400"/>
          <p14:tracePt t="42810" x="5530850" y="4305300"/>
          <p14:tracePt t="42827" x="5372100" y="4375150"/>
          <p14:tracePt t="42843" x="5302250" y="4406900"/>
          <p14:tracePt t="42860" x="5156200" y="4464050"/>
          <p14:tracePt t="42876" x="4984750" y="4502150"/>
          <p14:tracePt t="42893" x="4908550" y="4521200"/>
          <p14:tracePt t="42910" x="4749800" y="4546600"/>
          <p14:tracePt t="42926" x="4546600" y="4552950"/>
          <p14:tracePt t="42943" x="4432300" y="4546600"/>
          <p14:tracePt t="42961" x="4178300" y="4514850"/>
          <p14:tracePt t="42976" x="3867150" y="4470400"/>
          <p14:tracePt t="42993" x="3695700" y="4445000"/>
          <p14:tracePt t="43009" x="3302000" y="4394200"/>
          <p14:tracePt t="43026" x="3105150" y="4356100"/>
          <p14:tracePt t="43043" x="2686050" y="4298950"/>
          <p14:tracePt t="43059" x="2374900" y="4298950"/>
          <p14:tracePt t="43076" x="2216150" y="4298950"/>
          <p14:tracePt t="43093" x="1955800" y="4298950"/>
          <p14:tracePt t="43109" x="1778000" y="4305300"/>
          <p14:tracePt t="43126" x="1720850" y="4311650"/>
          <p14:tracePt t="43142" x="1644650" y="4311650"/>
          <p14:tracePt t="43159" x="1619250" y="4311650"/>
          <p14:tracePt t="43175" x="1612900" y="4311650"/>
          <p14:tracePt t="43208" x="1612900" y="4318000"/>
          <p14:tracePt t="43225" x="1612900" y="4324350"/>
          <p14:tracePt t="43242" x="1625600" y="4343400"/>
          <p14:tracePt t="43259" x="1651000" y="4362450"/>
          <p14:tracePt t="43276" x="1676400" y="4387850"/>
          <p14:tracePt t="43292" x="1695450" y="4387850"/>
          <p14:tracePt t="43308" x="1708150" y="4400550"/>
          <p14:tracePt t="43325" x="1797050" y="4432300"/>
          <p14:tracePt t="43341" x="1841500" y="4438650"/>
          <p14:tracePt t="43358" x="1879600" y="4451350"/>
          <p14:tracePt t="43375" x="1987550" y="4476750"/>
          <p14:tracePt t="43391" x="2108200" y="4495800"/>
          <p14:tracePt t="43409" x="2273300" y="4502150"/>
          <p14:tracePt t="43425" x="2355850" y="4514850"/>
          <p14:tracePt t="43441" x="2508250" y="4540250"/>
          <p14:tracePt t="43458" x="2743200" y="4584700"/>
          <p14:tracePt t="43474" x="2870200" y="4616450"/>
          <p14:tracePt t="43491" x="3187700" y="4673600"/>
          <p14:tracePt t="43508" x="3613150" y="4743450"/>
          <p14:tracePt t="43524" x="3873500" y="4756150"/>
          <p14:tracePt t="43541" x="4457700" y="4781550"/>
          <p14:tracePt t="43557" x="5022850" y="4737100"/>
          <p14:tracePt t="43574" x="5264150" y="4705350"/>
          <p14:tracePt t="43592" x="5575300" y="4673600"/>
          <p14:tracePt t="43608" x="5689600" y="4660900"/>
          <p14:tracePt t="43624" x="5842000" y="4648200"/>
          <p14:tracePt t="43641" x="5924550" y="4641850"/>
          <p14:tracePt t="43657" x="5943600" y="4635500"/>
          <p14:tracePt t="43674" x="5962650" y="4635500"/>
          <p14:tracePt t="43690" x="5969000" y="4635500"/>
          <p14:tracePt t="43738" x="5975350" y="4635500"/>
          <p14:tracePt t="43752" x="5981700" y="4635500"/>
          <p14:tracePt t="43766" x="6000750" y="4629150"/>
          <p14:tracePt t="43781" x="6026150" y="4622800"/>
          <p14:tracePt t="43789" x="6038850" y="4616450"/>
          <p14:tracePt t="43807" x="6057900" y="4616450"/>
          <p14:tracePt t="43823" x="6089650" y="4610100"/>
          <p14:tracePt t="43840" x="6108700" y="4603750"/>
          <p14:tracePt t="43857" x="6121400" y="4603750"/>
          <p14:tracePt t="43873" x="6127750" y="4597400"/>
          <p14:tracePt t="43889" x="6115050" y="4584700"/>
          <p14:tracePt t="43907" x="6076950" y="4584700"/>
          <p14:tracePt t="43923" x="6045200" y="4578350"/>
          <p14:tracePt t="43939" x="6007100" y="4578350"/>
          <p14:tracePt t="43957" x="5861050" y="4578350"/>
          <p14:tracePt t="43973" x="5829300" y="4591050"/>
          <p14:tracePt t="43989" x="5803900" y="4597400"/>
          <p14:tracePt t="44006" x="5772150" y="4603750"/>
          <p14:tracePt t="44022" x="5765800" y="4610100"/>
          <p14:tracePt t="44040" x="5772150" y="4622800"/>
          <p14:tracePt t="44056" x="5803900" y="4635500"/>
          <p14:tracePt t="44072" x="5861050" y="4648200"/>
          <p14:tracePt t="44089" x="5994400" y="4660900"/>
          <p14:tracePt t="44106" x="6057900" y="4660900"/>
          <p14:tracePt t="44122" x="6191250" y="4648200"/>
          <p14:tracePt t="44139" x="6305550" y="4629150"/>
          <p14:tracePt t="44155" x="6350000" y="4610100"/>
          <p14:tracePt t="44172" x="6413500" y="4597400"/>
          <p14:tracePt t="44188" x="6445250" y="4584700"/>
          <p14:tracePt t="44205" x="6451600" y="4578350"/>
          <p14:tracePt t="44222" x="6451600" y="4572000"/>
          <p14:tracePt t="44238" x="6432550" y="4559300"/>
          <p14:tracePt t="44255" x="6407150" y="4559300"/>
          <p14:tracePt t="44258" x="6356350" y="4559300"/>
          <p14:tracePt t="44274" x="6292850" y="4559300"/>
          <p14:tracePt t="44288" x="6216650" y="4565650"/>
          <p14:tracePt t="44305" x="6013450" y="4597400"/>
          <p14:tracePt t="44322" x="5803900" y="4635500"/>
          <p14:tracePt t="44338" x="5727700" y="4654550"/>
          <p14:tracePt t="44355" x="5619750" y="4673600"/>
          <p14:tracePt t="44371" x="5581650" y="4686300"/>
          <p14:tracePt t="44405" x="5626100" y="4692650"/>
          <p14:tracePt t="44421" x="5708650" y="4692650"/>
          <p14:tracePt t="44438" x="5778500" y="4692650"/>
          <p14:tracePt t="44454" x="5930900" y="4679950"/>
          <p14:tracePt t="44471" x="6096000" y="4660900"/>
          <p14:tracePt t="44488" x="6165850" y="4654550"/>
          <p14:tracePt t="44504" x="6248400" y="4635500"/>
          <p14:tracePt t="44521" x="6280150" y="4635500"/>
          <p14:tracePt t="44538" x="6286500" y="4629150"/>
          <p14:tracePt t="44554" x="6273800" y="4622800"/>
          <p14:tracePt t="44571" x="6254750" y="4603750"/>
          <p14:tracePt t="44588" x="6127750" y="4578350"/>
          <p14:tracePt t="44604" x="6089650" y="4578350"/>
          <p14:tracePt t="44621" x="6038850" y="4578350"/>
          <p14:tracePt t="44637" x="5949950" y="4578350"/>
          <p14:tracePt t="44654" x="5886450" y="4578350"/>
          <p14:tracePt t="44671" x="5867400" y="4584700"/>
          <p14:tracePt t="44687" x="5861050" y="4584700"/>
          <p14:tracePt t="44703" x="5867400" y="4591050"/>
          <p14:tracePt t="44721" x="5886450" y="4597400"/>
          <p14:tracePt t="44737" x="5937250" y="4610100"/>
          <p14:tracePt t="44753" x="6032500" y="4629150"/>
          <p14:tracePt t="44770" x="6127750" y="4641850"/>
          <p14:tracePt t="44787" x="6153150" y="4641850"/>
          <p14:tracePt t="44790" x="6184900" y="4648200"/>
          <p14:tracePt t="44804" x="6197600" y="4648200"/>
          <p14:tracePt t="44820" x="6210300" y="4648200"/>
          <p14:tracePt t="44840" x="6197600" y="4641850"/>
          <p14:tracePt t="44855" x="6178550" y="4635500"/>
          <p14:tracePt t="44869" x="6070600" y="4616450"/>
          <p14:tracePt t="44886" x="5994400" y="4603750"/>
          <p14:tracePt t="44903" x="5803900" y="4622800"/>
          <p14:tracePt t="44920" x="5702300" y="4622800"/>
          <p14:tracePt t="44936" x="5505450" y="4654550"/>
          <p14:tracePt t="44953" x="5378450" y="4667250"/>
          <p14:tracePt t="44969" x="5365750" y="4667250"/>
          <p14:tracePt t="45314" x="5302250" y="4699000"/>
          <p14:tracePt t="45321" x="5232400" y="4749800"/>
          <p14:tracePt t="45336" x="5137150" y="4800600"/>
          <p14:tracePt t="45342" x="5054600" y="4876800"/>
          <p14:tracePt t="45351" x="4959350" y="4959350"/>
          <p14:tracePt t="45368" x="4832350" y="5048250"/>
          <p14:tracePt t="45384" x="4584700" y="5251450"/>
          <p14:tracePt t="45401" x="4432300" y="5340350"/>
          <p14:tracePt t="45419" x="4038600" y="5607050"/>
          <p14:tracePt t="45434" x="3879850" y="5708650"/>
          <p14:tracePt t="45451" x="3759200" y="5778500"/>
          <p14:tracePt t="45468" x="3435350" y="5981700"/>
          <p14:tracePt t="45485" x="3352800" y="6045200"/>
          <p14:tracePt t="45501" x="3282950" y="6064250"/>
          <p14:tracePt t="45518" x="3105150" y="6121400"/>
          <p14:tracePt t="45534" x="3086100" y="6115050"/>
          <p14:tracePt t="45551" x="3060700" y="6083300"/>
          <p14:tracePt t="45567" x="3067050" y="6038850"/>
          <p14:tracePt t="45584" x="3086100" y="6019800"/>
          <p14:tracePt t="46023" x="3035300" y="6038850"/>
          <p14:tracePt t="46030" x="2965450" y="6070600"/>
          <p14:tracePt t="46044" x="2876550" y="6089650"/>
          <p14:tracePt t="46052" x="2781300" y="6121400"/>
          <p14:tracePt t="46068" x="2692400" y="6153150"/>
          <p14:tracePt t="46082" x="2597150" y="6172200"/>
          <p14:tracePt t="46099" x="2438400" y="6223000"/>
          <p14:tracePt t="46116" x="2286000" y="6229350"/>
          <p14:tracePt t="46132" x="2235200" y="6242050"/>
          <p14:tracePt t="46149" x="2127250" y="6248400"/>
          <p14:tracePt t="46165" x="2057400" y="6248400"/>
          <p14:tracePt t="46182" x="2038350" y="6242050"/>
          <p14:tracePt t="46199" x="2012950" y="6242050"/>
          <p14:tracePt t="46215" x="2000250" y="6235700"/>
          <p14:tracePt t="46262" x="2000250" y="6229350"/>
          <p14:tracePt t="46297" x="2006600" y="6223000"/>
          <p14:tracePt t="46311" x="2025650" y="6216650"/>
          <p14:tracePt t="46325" x="2032000" y="6216650"/>
          <p14:tracePt t="46334" x="2051050" y="6210300"/>
          <p14:tracePt t="46347" x="2070100" y="6203950"/>
          <p14:tracePt t="46364" x="2095500" y="6203950"/>
          <p14:tracePt t="46381" x="2165350" y="6197600"/>
          <p14:tracePt t="46398" x="2190750" y="6191250"/>
          <p14:tracePt t="46414" x="2209800" y="6191250"/>
          <p14:tracePt t="46431" x="2273300" y="6184900"/>
          <p14:tracePt t="46447" x="2349500" y="6178550"/>
          <p14:tracePt t="46465" x="2393950" y="6165850"/>
          <p14:tracePt t="46481" x="2489200" y="6140450"/>
          <p14:tracePt t="46497" x="2609850" y="6115050"/>
          <p14:tracePt t="46514" x="2705100" y="6096000"/>
          <p14:tracePt t="46530" x="2743200" y="6089650"/>
          <p14:tracePt t="46547" x="2806700" y="6076950"/>
          <p14:tracePt t="46564" x="2844800" y="6076950"/>
          <p14:tracePt t="46581" x="2870200" y="6070600"/>
          <p14:tracePt t="46598" x="2882900" y="6070600"/>
          <p14:tracePt t="46614" x="2895600" y="6070600"/>
          <p14:tracePt t="46654" x="2901950" y="6070600"/>
          <p14:tracePt t="46682" x="2908300" y="6070600"/>
          <p14:tracePt t="47644" x="2952750" y="6083300"/>
          <p14:tracePt t="47658" x="2978150" y="6083300"/>
          <p14:tracePt t="47666" x="3003550" y="6089650"/>
          <p14:tracePt t="47676" x="3035300" y="6096000"/>
          <p14:tracePt t="47695" x="3162300" y="6096000"/>
          <p14:tracePt t="47710" x="3238500" y="6102350"/>
          <p14:tracePt t="47727" x="3327400" y="6102350"/>
          <p14:tracePt t="47743" x="3556000" y="6115050"/>
          <p14:tracePt t="47760" x="3810000" y="6108700"/>
          <p14:tracePt t="47776" x="3924300" y="6115050"/>
          <p14:tracePt t="47793" x="4140200" y="6134100"/>
          <p14:tracePt t="47809" x="4318000" y="6153150"/>
          <p14:tracePt t="47827" x="4438650" y="6165850"/>
          <p14:tracePt t="47843" x="4489450" y="6165850"/>
          <p14:tracePt t="47860" x="4559300" y="6165850"/>
          <p14:tracePt t="47877" x="4616450" y="6153150"/>
          <p14:tracePt t="47892" x="4635500" y="6153150"/>
          <p14:tracePt t="47909" x="4660900" y="6146800"/>
          <p14:tracePt t="47926" x="4679950" y="6146800"/>
          <p14:tracePt t="47942" x="4686300" y="6146800"/>
          <p14:tracePt t="47960" x="4705350" y="6146800"/>
          <p14:tracePt t="47992" x="4711700" y="6146800"/>
          <p14:tracePt t="48058" x="4711700" y="6140450"/>
          <p14:tracePt t="48086" x="4711700" y="6134100"/>
          <p14:tracePt t="48761" x="4730750" y="6134100"/>
          <p14:tracePt t="48768" x="4775200" y="6127750"/>
          <p14:tracePt t="48776" x="4826000" y="6115050"/>
          <p14:tracePt t="48792" x="4883150" y="6096000"/>
          <p14:tracePt t="48806" x="4940300" y="6070600"/>
          <p14:tracePt t="48822" x="5073650" y="6013450"/>
          <p14:tracePt t="48839" x="5200650" y="5943600"/>
          <p14:tracePt t="48856" x="5270500" y="5905500"/>
          <p14:tracePt t="48859" x="5314950" y="5867400"/>
          <p14:tracePt t="48873" x="5359400" y="5822950"/>
          <p14:tracePt t="48889" x="5435600" y="5740400"/>
          <p14:tracePt t="48905" x="5461000" y="5683250"/>
          <p14:tracePt t="48923" x="5499100" y="5588000"/>
          <p14:tracePt t="48939" x="5524500" y="5467350"/>
          <p14:tracePt t="48955" x="5530850" y="5410200"/>
          <p14:tracePt t="48972" x="5543550" y="5308600"/>
          <p14:tracePt t="48989" x="5549900" y="5213350"/>
          <p14:tracePt t="49005" x="5549900" y="5187950"/>
          <p14:tracePt t="49021" x="5543550" y="5124450"/>
          <p14:tracePt t="49038" x="5543550" y="5105400"/>
          <p14:tracePt t="49056" x="5518150" y="5054600"/>
          <p14:tracePt t="49072" x="5511800" y="5054600"/>
          <p14:tracePt t="49088" x="5499100" y="5041900"/>
          <p14:tracePt t="49105" x="5480050" y="5029200"/>
          <p14:tracePt t="49122" x="5454650" y="5022850"/>
          <p14:tracePt t="49138" x="5441950" y="5022850"/>
          <p14:tracePt t="49155" x="5422900" y="5016500"/>
          <p14:tracePt t="49171" x="5391150" y="5016500"/>
          <p14:tracePt t="49188" x="5378450" y="5016500"/>
          <p14:tracePt t="49204" x="5359400" y="5016500"/>
          <p14:tracePt t="49221" x="5346700" y="5016500"/>
          <p14:tracePt t="49519" x="5276850" y="5016500"/>
          <p14:tracePt t="49533" x="5187950" y="5003800"/>
          <p14:tracePt t="49540" x="5073650" y="4997450"/>
          <p14:tracePt t="49554" x="4959350" y="4997450"/>
          <p14:tracePt t="49570" x="4730750" y="4965700"/>
          <p14:tracePt t="49587" x="4610100" y="4946650"/>
          <p14:tracePt t="49604" x="4356100" y="4889500"/>
          <p14:tracePt t="49620" x="4121150" y="4813300"/>
          <p14:tracePt t="49637" x="4006850" y="4775200"/>
          <p14:tracePt t="49653" x="3771900" y="4699000"/>
          <p14:tracePt t="49670" x="3663950" y="4654550"/>
          <p14:tracePt t="49688" x="3416300" y="4584700"/>
          <p14:tracePt t="49704" x="3340100" y="4584700"/>
          <p14:tracePt t="49720" x="3263900" y="4584700"/>
          <p14:tracePt t="49737" x="3117850" y="4559300"/>
          <p14:tracePt t="49754" x="2990850" y="4559300"/>
          <p14:tracePt t="49769" x="2927350" y="4559300"/>
          <p14:tracePt t="49786" x="2819400" y="4578350"/>
          <p14:tracePt t="49802" x="2679700" y="4629150"/>
          <p14:tracePt t="49819" x="2616200" y="4648200"/>
          <p14:tracePt t="49836" x="2482850" y="4686300"/>
          <p14:tracePt t="49852" x="2355850" y="4686300"/>
          <p14:tracePt t="49870" x="2209800" y="4667250"/>
          <p14:tracePt t="49886" x="2146300" y="4660900"/>
          <p14:tracePt t="49902" x="2032000" y="4622800"/>
          <p14:tracePt t="49919" x="1936750" y="4591050"/>
          <p14:tracePt t="49935" x="1892300" y="4572000"/>
          <p14:tracePt t="49952" x="1822450" y="4552950"/>
          <p14:tracePt t="49969" x="1771650" y="4552950"/>
          <p14:tracePt t="49985" x="1752600" y="4552950"/>
          <p14:tracePt t="50003" x="1720850" y="4552950"/>
          <p14:tracePt t="50018" x="1701800" y="4565650"/>
          <p14:tracePt t="50035" x="1695450" y="4572000"/>
          <p14:tracePt t="50053" x="1689100" y="4597400"/>
          <p14:tracePt t="50068" x="1689100" y="4641850"/>
          <p14:tracePt t="50085" x="1689100" y="4654550"/>
          <p14:tracePt t="50102" x="1714500" y="4692650"/>
          <p14:tracePt t="50118" x="1727200" y="4705350"/>
          <p14:tracePt t="50136" x="1809750" y="4762500"/>
          <p14:tracePt t="50151" x="1841500" y="4775200"/>
          <p14:tracePt t="50168" x="1892300" y="4787900"/>
          <p14:tracePt t="50185" x="2051050" y="4794250"/>
          <p14:tracePt t="50201" x="2254250" y="4806950"/>
          <p14:tracePt t="50218" x="2355850" y="4800600"/>
          <p14:tracePt t="50235" x="2609850" y="4749800"/>
          <p14:tracePt t="50251" x="2901950" y="4629150"/>
          <p14:tracePt t="50268" x="3009900" y="4565650"/>
          <p14:tracePt t="50285" x="3187700" y="4445000"/>
          <p14:tracePt t="50301" x="3257550" y="4394200"/>
          <p14:tracePt t="50320" x="3346450" y="4210050"/>
          <p14:tracePt t="50334" x="3340100" y="4159250"/>
          <p14:tracePt t="50351" x="3327400" y="4102100"/>
          <p14:tracePt t="50368" x="3244850" y="3987800"/>
          <p14:tracePt t="50384" x="3130550" y="3905250"/>
          <p14:tracePt t="50401" x="3067050" y="3886200"/>
          <p14:tracePt t="50417" x="2908300" y="3873500"/>
          <p14:tracePt t="50433" x="2730500" y="3917950"/>
          <p14:tracePt t="50450" x="2635250" y="3962400"/>
          <p14:tracePt t="50467" x="2482850" y="4051300"/>
          <p14:tracePt t="50483" x="2355850" y="4146550"/>
          <p14:tracePt t="50501" x="2286000" y="4197350"/>
          <p14:tracePt t="50517" x="2159000" y="4318000"/>
          <p14:tracePt t="50533" x="2051050" y="4438650"/>
          <p14:tracePt t="50551" x="2000250" y="4546600"/>
          <p14:tracePt t="50566" x="1993900" y="4591050"/>
          <p14:tracePt t="50583" x="1993900" y="4667250"/>
          <p14:tracePt t="50600" x="2044700" y="4749800"/>
          <p14:tracePt t="50616" x="2082800" y="4781550"/>
          <p14:tracePt t="50633" x="2152650" y="4819650"/>
          <p14:tracePt t="50649" x="2336800" y="4883150"/>
          <p14:tracePt t="50666" x="2552700" y="4914900"/>
          <p14:tracePt t="50684" x="2813050" y="4921250"/>
          <p14:tracePt t="50699" x="2959100" y="4895850"/>
          <p14:tracePt t="50716" x="3181350" y="4826000"/>
          <p14:tracePt t="50733" x="3321050" y="4724400"/>
          <p14:tracePt t="50749" x="3365500" y="4673600"/>
          <p14:tracePt t="50766" x="3390900" y="4616450"/>
          <p14:tracePt t="50783" x="3371850" y="4533900"/>
          <p14:tracePt t="50799" x="3333750" y="4483100"/>
          <p14:tracePt t="50816" x="3225800" y="4400550"/>
          <p14:tracePt t="50832" x="3092450" y="4343400"/>
          <p14:tracePt t="50849" x="3016250" y="4324350"/>
          <p14:tracePt t="50866" x="2787650" y="4311650"/>
          <p14:tracePt t="50882" x="2590800" y="4324350"/>
          <p14:tracePt t="50899" x="2514600" y="4343400"/>
          <p14:tracePt t="50902" x="2432050" y="4375150"/>
          <p14:tracePt t="50916" x="2362200" y="4413250"/>
          <p14:tracePt t="50932" x="2305050" y="4451350"/>
          <p14:tracePt t="50949" x="2190750" y="4552950"/>
          <p14:tracePt t="50965" x="2146300" y="4648200"/>
          <p14:tracePt t="50982" x="2127250" y="4692650"/>
          <p14:tracePt t="50999" x="2139950" y="4775200"/>
          <p14:tracePt t="51015" x="2216150" y="4845050"/>
          <p14:tracePt t="51032" x="2266950" y="4883150"/>
          <p14:tracePt t="51049" x="2387600" y="4921250"/>
          <p14:tracePt t="51065" x="2514600" y="4914900"/>
          <p14:tracePt t="51082" x="2590800" y="4914900"/>
          <p14:tracePt t="51098" x="2774950" y="4857750"/>
          <p14:tracePt t="51115" x="2965450" y="4775200"/>
          <p14:tracePt t="51132" x="3035300" y="4724400"/>
          <p14:tracePt t="51148" x="3117850" y="4641850"/>
          <p14:tracePt t="51164" x="3124200" y="4591050"/>
          <p14:tracePt t="51182" x="3086100" y="4527550"/>
          <p14:tracePt t="51198" x="3054350" y="4502150"/>
          <p14:tracePt t="51214" x="3028950" y="4495800"/>
          <p14:tracePt t="51231" x="2946400" y="4464050"/>
          <p14:tracePt t="51248" x="2921000" y="4464050"/>
          <p14:tracePt t="51264" x="2901950" y="4457700"/>
          <p14:tracePt t="51281" x="2882900" y="4457700"/>
          <p14:tracePt t="51322" x="2882900" y="4464050"/>
          <p14:tracePt t="51336" x="2882900" y="4470400"/>
          <p14:tracePt t="51347" x="2882900" y="4476750"/>
          <p14:tracePt t="51364" x="2882900" y="4489450"/>
          <p14:tracePt t="51380" x="2889250" y="4495800"/>
          <p14:tracePt t="51397" x="2895600" y="4502150"/>
          <p14:tracePt t="51414" x="2901950" y="4514850"/>
          <p14:tracePt t="51447" x="2908300" y="4514850"/>
          <p14:tracePt t="51483" x="2914650" y="4514850"/>
          <p14:tracePt t="51498" x="2914650" y="4521200"/>
          <p14:tracePt t="51504" x="2927350" y="4521200"/>
          <p14:tracePt t="51513" x="2940050" y="4527550"/>
          <p14:tracePt t="51530" x="2946400" y="4527550"/>
          <p14:tracePt t="51547" x="2984500" y="4540250"/>
          <p14:tracePt t="51563" x="3022600" y="4552950"/>
          <p14:tracePt t="51580" x="3143250" y="4559300"/>
          <p14:tracePt t="51597" x="3371850" y="4572000"/>
          <p14:tracePt t="51613" x="3511550" y="4572000"/>
          <p14:tracePt t="51630" x="3879850" y="4584700"/>
          <p14:tracePt t="51646" x="4330700" y="4565650"/>
          <p14:tracePt t="51663" x="4546600" y="4546600"/>
          <p14:tracePt t="51680" x="4927600" y="4521200"/>
          <p14:tracePt t="51696" x="5181600" y="4489450"/>
          <p14:tracePt t="51713" x="5283200" y="4483100"/>
          <p14:tracePt t="51729" x="5416550" y="4451350"/>
          <p14:tracePt t="51746" x="5454650" y="4438650"/>
          <p14:tracePt t="51763" x="5473700" y="4432300"/>
          <p14:tracePt t="51795" x="5480050" y="4432300"/>
          <p14:tracePt t="52016" x="5480050" y="4438650"/>
          <p14:tracePt t="52023" x="5480050" y="4445000"/>
          <p14:tracePt t="52037" x="5486400" y="4457700"/>
          <p14:tracePt t="52046" x="5499100" y="4476750"/>
          <p14:tracePt t="52061" x="5524500" y="4502150"/>
          <p14:tracePt t="52079" x="5613400" y="4572000"/>
          <p14:tracePt t="52095" x="5791200" y="4667250"/>
          <p14:tracePt t="52111" x="5905500" y="4718050"/>
          <p14:tracePt t="52129" x="6261100" y="4806950"/>
          <p14:tracePt t="52144" x="6457950" y="4832350"/>
          <p14:tracePt t="52161" x="6940550" y="4876800"/>
          <p14:tracePt t="52178" x="7372350" y="4857750"/>
          <p14:tracePt t="52194" x="7537450" y="4832350"/>
          <p14:tracePt t="52211" x="7810500" y="4768850"/>
          <p14:tracePt t="52228" x="7981950" y="4705350"/>
          <p14:tracePt t="52244" x="8026400" y="4667250"/>
          <p14:tracePt t="52261" x="8089900" y="4591050"/>
          <p14:tracePt t="52277" x="8115300" y="4508500"/>
          <p14:tracePt t="52294" x="8115300" y="4476750"/>
          <p14:tracePt t="52311" x="8089900" y="4413250"/>
          <p14:tracePt t="52327" x="8051800" y="4368800"/>
          <p14:tracePt t="52344" x="8007350" y="4343400"/>
          <p14:tracePt t="52360" x="7924800" y="4298950"/>
          <p14:tracePt t="52377" x="7791450" y="4273550"/>
          <p14:tracePt t="52394" x="7702550" y="4260850"/>
          <p14:tracePt t="52410" x="7493000" y="4254500"/>
          <p14:tracePt t="52427" x="7251700" y="4279900"/>
          <p14:tracePt t="52444" x="6959600" y="4337050"/>
          <p14:tracePt t="52460" x="6807200" y="4368800"/>
          <p14:tracePt t="52477" x="6648450" y="4419600"/>
          <p14:tracePt t="52494" x="6305550" y="4521200"/>
          <p14:tracePt t="52510" x="5994400" y="4654550"/>
          <p14:tracePt t="52527" x="5861050" y="4699000"/>
          <p14:tracePt t="52543" x="5651500" y="4806950"/>
          <p14:tracePt t="52560" x="5454650" y="4902200"/>
          <p14:tracePt t="52577" x="5384800" y="4927600"/>
          <p14:tracePt t="52593" x="5270500" y="5003800"/>
          <p14:tracePt t="52610" x="5219700" y="5060950"/>
          <p14:tracePt t="52627" x="5213350" y="5086350"/>
          <p14:tracePt t="52643" x="5213350" y="5099050"/>
          <p14:tracePt t="52659" x="5276850" y="5130800"/>
          <p14:tracePt t="52676" x="5397500" y="5175250"/>
          <p14:tracePt t="52692" x="5480050" y="5194300"/>
          <p14:tracePt t="52709" x="5670550" y="5238750"/>
          <p14:tracePt t="52726" x="5924550" y="5270500"/>
          <p14:tracePt t="52742" x="6064250" y="5270500"/>
          <p14:tracePt t="52760" x="6426200" y="5226050"/>
          <p14:tracePt t="52775" x="6750050" y="5149850"/>
          <p14:tracePt t="52792" x="6889750" y="5105400"/>
          <p14:tracePt t="52809" x="7118350" y="5041900"/>
          <p14:tracePt t="52825" x="7200900" y="5022850"/>
          <p14:tracePt t="52842" x="7308850" y="4997450"/>
          <p14:tracePt t="52859" x="7340600" y="4972050"/>
          <p14:tracePt t="52875" x="7353300" y="4972050"/>
          <p14:tracePt t="52892" x="7359650" y="4959350"/>
          <p14:tracePt t="52908" x="7353300" y="4940300"/>
          <p14:tracePt t="52925" x="7340600" y="4895850"/>
          <p14:tracePt t="52942" x="7232650" y="4826000"/>
          <p14:tracePt t="52958" x="7080250" y="4724400"/>
          <p14:tracePt t="52975" x="6978650" y="4679950"/>
          <p14:tracePt t="52992" x="6699250" y="4616450"/>
          <p14:tracePt t="53008" x="6381750" y="4565650"/>
          <p14:tracePt t="53025" x="6242050" y="4565650"/>
          <p14:tracePt t="53041" x="5905500" y="4559300"/>
          <p14:tracePt t="53058" x="5607050" y="4616450"/>
          <p14:tracePt t="53075" x="5372100" y="4692650"/>
          <p14:tracePt t="53091" x="5276850" y="4724400"/>
          <p14:tracePt t="53108" x="5162550" y="4800600"/>
          <p14:tracePt t="53125" x="5099050" y="4870450"/>
          <p14:tracePt t="53141" x="5086350" y="4883150"/>
          <p14:tracePt t="53159" x="5086350" y="4927600"/>
          <p14:tracePt t="53174" x="5143500" y="4997450"/>
          <p14:tracePt t="53191" x="5207000" y="5041900"/>
          <p14:tracePt t="53208" x="5365750" y="5118100"/>
          <p14:tracePt t="53224" x="5588000" y="5175250"/>
          <p14:tracePt t="53241" x="5715000" y="5200650"/>
          <p14:tracePt t="53258" x="6032500" y="5207000"/>
          <p14:tracePt t="53274" x="6432550" y="5124450"/>
          <p14:tracePt t="53291" x="6667500" y="5048250"/>
          <p14:tracePt t="53307" x="7035800" y="4870450"/>
          <p14:tracePt t="53324" x="7137400" y="4819650"/>
          <p14:tracePt t="53341" x="7251700" y="4768850"/>
          <p14:tracePt t="53357" x="7264400" y="4762500"/>
          <p14:tracePt t="53390" x="7245350" y="4724400"/>
          <p14:tracePt t="53407" x="7200900" y="4705350"/>
          <p14:tracePt t="53423" x="7181850" y="4699000"/>
          <p14:tracePt t="53426" x="7169150" y="4692650"/>
          <p14:tracePt t="53440" x="7143750" y="4692650"/>
          <p14:tracePt t="53457" x="7118350" y="4686300"/>
          <p14:tracePt t="53473" x="7105650" y="4679950"/>
          <p14:tracePt t="53489" x="7080250" y="4660900"/>
          <p14:tracePt t="53506" x="7099300" y="4635500"/>
          <p14:tracePt t="54253" x="7080250" y="4660900"/>
          <p14:tracePt t="54267" x="7042150" y="4711700"/>
          <p14:tracePt t="54274" x="7004050" y="4756150"/>
          <p14:tracePt t="54290" x="6965950" y="4813300"/>
          <p14:tracePt t="54303" x="6915150" y="4883150"/>
          <p14:tracePt t="54320" x="6794500" y="5035550"/>
          <p14:tracePt t="54337" x="6731000" y="5105400"/>
          <p14:tracePt t="54353" x="6604000" y="5238750"/>
          <p14:tracePt t="54370" x="6470650" y="5359400"/>
          <p14:tracePt t="54387" x="6330950" y="5480050"/>
          <p14:tracePt t="54403" x="6273800" y="5530850"/>
          <p14:tracePt t="54420" x="6140450" y="5638800"/>
          <p14:tracePt t="54437" x="6013450" y="5734050"/>
          <p14:tracePt t="54453" x="5956300" y="5784850"/>
          <p14:tracePt t="54470" x="5867400" y="5854700"/>
          <p14:tracePt t="54486" x="5784850" y="5918200"/>
          <p14:tracePt t="54503" x="5740400" y="5943600"/>
          <p14:tracePt t="54520" x="5676900" y="5994400"/>
          <p14:tracePt t="54536" x="5632450" y="6026150"/>
          <p14:tracePt t="54553" x="5613400" y="6038850"/>
          <p14:tracePt t="54569" x="5568950" y="6076950"/>
          <p14:tracePt t="54586" x="5543550" y="6089650"/>
          <p14:tracePt t="54603" x="5511800" y="6115050"/>
          <p14:tracePt t="54619" x="5473700" y="6146800"/>
          <p14:tracePt t="54653" x="5467350" y="6159500"/>
          <p14:tracePt t="54669" x="5461000" y="6159500"/>
          <p14:tracePt t="54702" x="5454650" y="6159500"/>
          <p14:tracePt t="54718" x="5441950" y="6159500"/>
          <p14:tracePt t="54736" x="5429250" y="6159500"/>
          <p14:tracePt t="54752" x="5416550" y="6165850"/>
          <p14:tracePt t="54769" x="5378450" y="6172200"/>
          <p14:tracePt t="54786" x="5346700" y="6178550"/>
          <p14:tracePt t="54802" x="5327650" y="6178550"/>
          <p14:tracePt t="54818" x="5283200" y="6191250"/>
          <p14:tracePt t="54836" x="5251450" y="6191250"/>
          <p14:tracePt t="54852" x="5238750" y="6191250"/>
          <p14:tracePt t="54868" x="5226050" y="6191250"/>
          <p14:tracePt t="54884" x="5213350" y="6191250"/>
          <p14:tracePt t="54918" x="5207000" y="6191250"/>
          <p14:tracePt t="54975" x="5213350" y="6184900"/>
          <p14:tracePt t="55010" x="5219700" y="6184900"/>
          <p14:tracePt t="55038" x="5219700" y="6178550"/>
          <p14:tracePt t="55045" x="5226050" y="6178550"/>
          <p14:tracePt t="55068" x="5232400" y="6178550"/>
          <p14:tracePt t="55088" x="5238750" y="6178550"/>
          <p14:tracePt t="55095" x="5238750" y="6172200"/>
          <p14:tracePt t="55116" x="5251450" y="6165850"/>
          <p14:tracePt t="55137" x="5251450" y="6159500"/>
          <p14:tracePt t="55144" x="5257800" y="6153150"/>
          <p14:tracePt t="55158" x="5257800" y="6146800"/>
          <p14:tracePt t="55168" x="5264150" y="6134100"/>
          <p14:tracePt t="55184" x="5264150" y="6115050"/>
          <p14:tracePt t="55201" x="5270500" y="6076950"/>
          <p14:tracePt t="55217" x="5270500" y="6038850"/>
          <p14:tracePt t="55234" x="5270500" y="6019800"/>
          <p14:tracePt t="55250" x="5270500" y="5975350"/>
          <p14:tracePt t="55267" x="5264150" y="5943600"/>
          <p14:tracePt t="55284" x="5264150" y="5924550"/>
          <p14:tracePt t="55300" x="5257800" y="5880100"/>
          <p14:tracePt t="55317" x="5251450" y="5842000"/>
          <p14:tracePt t="55334" x="5238750" y="5772150"/>
          <p14:tracePt t="55350" x="5194300" y="5683250"/>
          <p14:tracePt t="55366" x="5162550" y="5626100"/>
          <p14:tracePt t="55383" x="5073650" y="5492750"/>
          <p14:tracePt t="55399" x="4940300" y="5289550"/>
          <p14:tracePt t="55417" x="4851400" y="5175250"/>
          <p14:tracePt t="55434" x="4597400" y="4876800"/>
          <p14:tracePt t="55450" x="4330700" y="4565650"/>
          <p14:tracePt t="55467" x="4006850" y="4241800"/>
          <p14:tracePt t="55483" x="3835400" y="4070350"/>
          <p14:tracePt t="55499" x="3663950" y="3892550"/>
          <p14:tracePt t="55517" x="3251200" y="3511550"/>
          <p14:tracePt t="55533" x="3155950" y="3422650"/>
          <p14:tracePt t="55550" x="2946400" y="3308350"/>
          <p14:tracePt t="55566" x="2806700" y="3251200"/>
          <p14:tracePt t="55583" x="2755900" y="3219450"/>
          <p14:tracePt t="55600" x="2724150" y="3213100"/>
          <p14:tracePt t="55616" x="2698750" y="3206750"/>
          <p14:tracePt t="56027" x="2679700" y="3194050"/>
          <p14:tracePt t="56041" x="2654300" y="3187700"/>
          <p14:tracePt t="56050" x="2635250" y="3175000"/>
          <p14:tracePt t="56064" x="2616200" y="3155950"/>
          <p14:tracePt t="56081" x="2559050" y="3130550"/>
          <p14:tracePt t="56098" x="2501900" y="3098800"/>
          <p14:tracePt t="56114" x="2470150" y="3079750"/>
          <p14:tracePt t="56131" x="2438400" y="3073400"/>
          <p14:tracePt t="56147" x="2387600" y="3060700"/>
          <p14:tracePt t="56164" x="2381250" y="3060700"/>
          <p14:tracePt t="56181" x="2368550" y="3060700"/>
          <p14:tracePt t="56197" x="2355850" y="3060700"/>
          <p14:tracePt t="56214" x="2349500" y="3060700"/>
          <p14:tracePt t="56512" x="2387600" y="3060700"/>
          <p14:tracePt t="56518" x="2438400" y="3060700"/>
          <p14:tracePt t="56533" x="2514600" y="3060700"/>
          <p14:tracePt t="56546" x="2590800" y="3060700"/>
          <p14:tracePt t="56562" x="2794000" y="3054350"/>
          <p14:tracePt t="56579" x="2908300" y="3048000"/>
          <p14:tracePt t="56596" x="3162300" y="3022600"/>
          <p14:tracePt t="56612" x="3390900" y="3003550"/>
          <p14:tracePt t="56629" x="3498850" y="2990850"/>
          <p14:tracePt t="56646" x="3676650" y="2971800"/>
          <p14:tracePt t="56662" x="3790950" y="2965450"/>
          <p14:tracePt t="56679" x="3860800" y="2959100"/>
          <p14:tracePt t="56695" x="3892550" y="2959100"/>
          <p14:tracePt t="56712" x="3930650" y="2959100"/>
          <p14:tracePt t="56729" x="3975100" y="2959100"/>
          <p14:tracePt t="56745" x="3987800" y="2952750"/>
          <p14:tracePt t="56762" x="4006850" y="2952750"/>
          <p14:tracePt t="56779" x="4057650" y="2952750"/>
          <p14:tracePt t="56795" x="4076700" y="2952750"/>
          <p14:tracePt t="56812" x="4108450" y="2952750"/>
          <p14:tracePt t="56828" x="4159250" y="2952750"/>
          <p14:tracePt t="56845" x="4222750" y="2952750"/>
          <p14:tracePt t="56862" x="4305300" y="2959100"/>
          <p14:tracePt t="56879" x="4343400" y="2959100"/>
          <p14:tracePt t="56895" x="4419600" y="2959100"/>
          <p14:tracePt t="56912" x="4514850" y="2959100"/>
          <p14:tracePt t="56928" x="4552950" y="2959100"/>
          <p14:tracePt t="56944" x="4648200" y="2965450"/>
          <p14:tracePt t="56961" x="4749800" y="2965450"/>
          <p14:tracePt t="56978" x="4787900" y="2965450"/>
          <p14:tracePt t="56994" x="4876800" y="2965450"/>
          <p14:tracePt t="57011" x="4959350" y="2965450"/>
          <p14:tracePt t="57027" x="4984750" y="2965450"/>
          <p14:tracePt t="57045" x="5048250" y="2971800"/>
          <p14:tracePt t="57062" x="5092700" y="2971800"/>
          <p14:tracePt t="57078" x="5105400" y="2971800"/>
          <p14:tracePt t="57095" x="5137150" y="2971800"/>
          <p14:tracePt t="57111" x="5143500" y="2971800"/>
          <p14:tracePt t="57128" x="5143500" y="2965450"/>
          <p14:tracePt t="57144" x="5143500" y="2952750"/>
          <p14:tracePt t="57160" x="5149850" y="2927350"/>
          <p14:tracePt t="57605" x="5181600" y="2927350"/>
          <p14:tracePt t="57612" x="5219700" y="2927350"/>
          <p14:tracePt t="57627" x="5257800" y="2927350"/>
          <p14:tracePt t="57642" x="5359400" y="2927350"/>
          <p14:tracePt t="57658" x="5422900" y="2927350"/>
          <p14:tracePt t="57676" x="5556250" y="2940050"/>
          <p14:tracePt t="57692" x="5645150" y="2940050"/>
          <p14:tracePt t="57709" x="5797550" y="2940050"/>
          <p14:tracePt t="57725" x="5905500" y="2940050"/>
          <p14:tracePt t="57742" x="5956300" y="2940050"/>
          <p14:tracePt t="57759" x="6026150" y="2940050"/>
          <p14:tracePt t="57775" x="6057900" y="2940050"/>
          <p14:tracePt t="57792" x="6076950" y="2940050"/>
          <p14:tracePt t="57809" x="6096000" y="2940050"/>
          <p14:tracePt t="57825" x="6102350" y="2940050"/>
          <p14:tracePt t="57841" x="6108700" y="2940050"/>
          <p14:tracePt t="57858" x="6115050" y="2940050"/>
          <p14:tracePt t="57875" x="6134100" y="2933700"/>
          <p14:tracePt t="57892" x="6140450" y="2933700"/>
          <p14:tracePt t="57908" x="6159500" y="2933700"/>
          <p14:tracePt t="57925" x="6191250" y="2921000"/>
          <p14:tracePt t="57942" x="6197600" y="2921000"/>
          <p14:tracePt t="57958" x="6235700" y="2914650"/>
          <p14:tracePt t="57974" x="6248400" y="2914650"/>
          <p14:tracePt t="57991" x="6305550" y="2908300"/>
          <p14:tracePt t="58007" x="6330950" y="2908300"/>
          <p14:tracePt t="58024" x="6356350" y="2908300"/>
          <p14:tracePt t="58041" x="6400800" y="2908300"/>
          <p14:tracePt t="58057" x="6445250" y="2908300"/>
          <p14:tracePt t="58075" x="6496050" y="2901950"/>
          <p14:tracePt t="58090" x="6534150" y="2895600"/>
          <p14:tracePt t="58107" x="6591300" y="2895600"/>
          <p14:tracePt t="58125" x="6648450" y="2889250"/>
          <p14:tracePt t="58141" x="6680200" y="2889250"/>
          <p14:tracePt t="58157" x="6731000" y="2889250"/>
          <p14:tracePt t="58174" x="6775450" y="2889250"/>
          <p14:tracePt t="58190" x="6794500" y="2889250"/>
          <p14:tracePt t="58207" x="6832600" y="2882900"/>
          <p14:tracePt t="58223" x="6845300" y="2882900"/>
          <p14:tracePt t="58240" x="6851650" y="2882900"/>
          <p14:tracePt t="58257" x="6858000" y="2882900"/>
          <p14:tracePt t="58538" x="6775450" y="2882900"/>
          <p14:tracePt t="58545" x="6648450" y="2901950"/>
          <p14:tracePt t="58555" x="6489700" y="2927350"/>
          <p14:tracePt t="58572" x="6267450" y="2952750"/>
          <p14:tracePt t="58589" x="5715000" y="3060700"/>
          <p14:tracePt t="58605" x="5416550" y="3111500"/>
          <p14:tracePt t="58622" x="4540250" y="3251200"/>
          <p14:tracePt t="58638" x="4292600" y="3295650"/>
          <p14:tracePt t="58655" x="4044950" y="3327400"/>
          <p14:tracePt t="58672" x="3689350" y="3346450"/>
          <p14:tracePt t="58688" x="3448050" y="3352800"/>
          <p14:tracePt t="58706" x="3346450" y="3346450"/>
          <p14:tracePt t="58722" x="3206750" y="3333750"/>
          <p14:tracePt t="58738" x="3130550" y="3308350"/>
          <p14:tracePt t="58755" x="3092450" y="3282950"/>
          <p14:tracePt t="58771" x="3086100" y="3263900"/>
          <p14:tracePt t="58788" x="3073400" y="3238500"/>
          <p14:tracePt t="58805" x="3067050" y="3219450"/>
          <p14:tracePt t="58821" x="3060700" y="3206750"/>
          <p14:tracePt t="58838" x="3048000" y="3200400"/>
          <p14:tracePt t="58855" x="3028950" y="3187700"/>
          <p14:tracePt t="58871" x="3016250" y="3181350"/>
          <p14:tracePt t="58889" x="3003550" y="3175000"/>
          <p14:tracePt t="58904" x="2984500" y="3175000"/>
          <p14:tracePt t="58921" x="2978150" y="3175000"/>
          <p14:tracePt t="58938" x="2971800" y="3175000"/>
          <p14:tracePt t="58971" x="2965450" y="3181350"/>
          <p14:tracePt t="58988" x="2952750" y="3194050"/>
          <p14:tracePt t="59004" x="2952750" y="3200400"/>
          <p14:tracePt t="59021" x="2946400" y="3219450"/>
          <p14:tracePt t="59037" x="2927350" y="3270250"/>
          <p14:tracePt t="59054" x="2921000" y="3295650"/>
          <p14:tracePt t="59071" x="2895600" y="3429000"/>
          <p14:tracePt t="59087" x="2876550" y="3594100"/>
          <p14:tracePt t="59104" x="2876550" y="3708400"/>
          <p14:tracePt t="59121" x="2889250" y="4006850"/>
          <p14:tracePt t="59137" x="2959100" y="4406900"/>
          <p14:tracePt t="59154" x="3016250" y="4660900"/>
          <p14:tracePt t="59170" x="3136900" y="5143500"/>
          <p14:tracePt t="59187" x="3289300" y="5575300"/>
          <p14:tracePt t="59204" x="3333750" y="5708650"/>
          <p14:tracePt t="59220" x="3429000" y="5905500"/>
          <p14:tracePt t="59237" x="3467100" y="5975350"/>
          <p14:tracePt t="59254" x="3549650" y="6191250"/>
          <p14:tracePt t="59270" x="3556000" y="6242050"/>
          <p14:tracePt t="59287" x="3562350" y="6299200"/>
          <p14:tracePt t="59303" x="3581400" y="6407150"/>
          <p14:tracePt t="59320" x="3606800" y="6445250"/>
          <p14:tracePt t="59336" x="3613150" y="6457950"/>
          <p14:tracePt t="59353" x="3625850" y="6508750"/>
          <p14:tracePt t="59369" x="3638550" y="6546850"/>
          <p14:tracePt t="59387" x="3644900" y="6559550"/>
          <p14:tracePt t="59402" x="3644900" y="6565900"/>
          <p14:tracePt t="59419" x="3644900" y="6584950"/>
          <p14:tracePt t="59436" x="3638550" y="6591300"/>
          <p14:tracePt t="59469" x="3632200" y="6597650"/>
          <p14:tracePt t="59486" x="3625850" y="6604000"/>
          <p14:tracePt t="59502" x="3619500" y="6604000"/>
          <p14:tracePt t="59520" x="3619500" y="6616700"/>
          <p14:tracePt t="59536" x="3613150" y="6629400"/>
          <p14:tracePt t="59553" x="3606800" y="6629400"/>
          <p14:tracePt t="59586" x="3606800" y="6635750"/>
          <p14:tracePt t="59601" x="3613150" y="6642100"/>
          <p14:tracePt t="59619" x="3619500" y="6648450"/>
          <p14:tracePt t="59636" x="3632200" y="6648450"/>
          <p14:tracePt t="59653" x="3663950" y="6648450"/>
          <p14:tracePt t="59668" x="3740150" y="6635750"/>
          <p14:tracePt t="59685" x="3803650" y="6623050"/>
          <p14:tracePt t="59702" x="3975100" y="6584950"/>
          <p14:tracePt t="59718" x="4140200" y="6553200"/>
          <p14:tracePt t="59735" x="4222750" y="6534150"/>
          <p14:tracePt t="59752" x="4337050" y="6515100"/>
          <p14:tracePt t="59768" x="4400550" y="6502400"/>
          <p14:tracePt t="59785" x="4413250" y="6496050"/>
          <p14:tracePt t="59801" x="4419600" y="6470650"/>
          <p14:tracePt t="59818" x="4368800" y="6432550"/>
          <p14:tracePt t="59835" x="4324350" y="6394450"/>
          <p14:tracePt t="59851" x="4222750" y="6350000"/>
          <p14:tracePt t="59868" x="4178300" y="6337300"/>
          <p14:tracePt t="59885" x="3994150" y="6311900"/>
          <p14:tracePt t="59901" x="3968750" y="6311900"/>
          <p14:tracePt t="59918" x="3937000" y="6305550"/>
          <p14:tracePt t="59934" x="3924300" y="6305550"/>
          <p14:tracePt t="59955" x="3937000" y="6305550"/>
          <p14:tracePt t="59970" x="3968750" y="6311900"/>
          <p14:tracePt t="59984" x="4038600" y="6311900"/>
          <p14:tracePt t="60001" x="4102100" y="6318250"/>
          <p14:tracePt t="60018" x="4216400" y="6318250"/>
          <p14:tracePt t="60034" x="4292600" y="6330950"/>
          <p14:tracePt t="60051" x="4438650" y="6330950"/>
          <p14:tracePt t="60068" x="4521200" y="6330950"/>
          <p14:tracePt t="60084" x="4540250" y="6330950"/>
          <p14:tracePt t="60100" x="4559300" y="6324600"/>
          <p14:tracePt t="60137" x="4552950" y="6318250"/>
          <p14:tracePt t="60158" x="4546600" y="6318250"/>
          <p14:tracePt t="60166" x="4540250" y="6311900"/>
          <p14:tracePt t="60187" x="4533900" y="6311900"/>
          <p14:tracePt t="60235" x="4527550" y="6299200"/>
          <p14:tracePt t="60249" x="4527550" y="6286500"/>
          <p14:tracePt t="60256" x="4521200" y="6273800"/>
          <p14:tracePt t="60270" x="4521200" y="6254750"/>
          <p14:tracePt t="60283" x="4514850" y="6223000"/>
          <p14:tracePt t="60299" x="4489450" y="6115050"/>
          <p14:tracePt t="60316" x="4470400" y="6038850"/>
          <p14:tracePt t="60333" x="4394200" y="5816600"/>
          <p14:tracePt t="60350" x="4254500" y="5530850"/>
          <p14:tracePt t="60366" x="4152900" y="5334000"/>
          <p14:tracePt t="60383" x="3937000" y="4933950"/>
          <p14:tracePt t="60399" x="3714750" y="4552950"/>
          <p14:tracePt t="60416" x="3606800" y="4375150"/>
          <p14:tracePt t="60433" x="3397250" y="4019550"/>
          <p14:tracePt t="60449" x="3187700" y="3746500"/>
          <p14:tracePt t="60466" x="3098800" y="3638550"/>
          <p14:tracePt t="60482" x="2933700" y="3454400"/>
          <p14:tracePt t="60499" x="2844800" y="3384550"/>
          <p14:tracePt t="60516" x="2609850" y="3187700"/>
          <p14:tracePt t="60532" x="2527300" y="3136900"/>
          <p14:tracePt t="60549" x="2444750" y="3086100"/>
          <p14:tracePt t="60553" x="2368550" y="3048000"/>
          <p14:tracePt t="60566" x="2298700" y="3016250"/>
          <p14:tracePt t="60582" x="2165350" y="2959100"/>
          <p14:tracePt t="60598" x="2114550" y="2921000"/>
          <p14:tracePt t="60615" x="2032000" y="2889250"/>
          <p14:tracePt t="60632" x="1987550" y="2863850"/>
          <p14:tracePt t="60649" x="1962150" y="2857500"/>
          <p14:tracePt t="60665" x="1962150" y="2851150"/>
          <p14:tracePt t="60682" x="1955800" y="2851150"/>
          <p14:tracePt t="60768" x="1962150" y="2857500"/>
          <p14:tracePt t="60789" x="1962150" y="2863850"/>
          <p14:tracePt t="60796" x="1962150" y="2870200"/>
          <p14:tracePt t="60810" x="1962150" y="2882900"/>
          <p14:tracePt t="60832" x="1962150" y="2895600"/>
          <p14:tracePt t="60838" x="1962150" y="2908300"/>
          <p14:tracePt t="60852" x="1962150" y="2933700"/>
          <p14:tracePt t="60864" x="1955800" y="2946400"/>
          <p14:tracePt t="60881" x="1936750" y="2984500"/>
          <p14:tracePt t="60898" x="1917700" y="3016250"/>
          <p14:tracePt t="60914" x="1892300" y="3086100"/>
          <p14:tracePt t="60931" x="1879600" y="3149600"/>
          <p14:tracePt t="60947" x="1879600" y="3175000"/>
          <p14:tracePt t="60964" x="1879600" y="3206750"/>
          <p14:tracePt t="60981" x="1885950" y="3232150"/>
          <p14:tracePt t="60997" x="1892300" y="3238500"/>
          <p14:tracePt t="61014" x="1905000" y="3257550"/>
          <p14:tracePt t="61030" x="1917700" y="3263900"/>
          <p14:tracePt t="61047" x="1924050" y="3270250"/>
          <p14:tracePt t="61051" x="1936750" y="3276600"/>
          <p14:tracePt t="61064" x="1943100" y="3276600"/>
          <p14:tracePt t="61080" x="1955800" y="3282950"/>
          <p14:tracePt t="61099" x="1962150" y="3282950"/>
          <p14:tracePt t="61140" x="1968500" y="3282950"/>
          <p14:tracePt t="61149" x="1974850" y="3282950"/>
          <p14:tracePt t="61182" x="1981200" y="3282950"/>
          <p14:tracePt t="61217" x="1987550" y="3282950"/>
          <p14:tracePt t="61231" x="1993900" y="3282950"/>
          <p14:tracePt t="61259" x="2000250" y="3282950"/>
          <p14:tracePt t="61280" x="2006600" y="3282950"/>
          <p14:tracePt t="61287" x="2012950" y="3282950"/>
          <p14:tracePt t="61301" x="2019300" y="3282950"/>
          <p14:tracePt t="61313" x="2025650" y="3282950"/>
          <p14:tracePt t="61330" x="2063750" y="3289300"/>
          <p14:tracePt t="61346" x="2095500" y="3289300"/>
          <p14:tracePt t="61363" x="2197100" y="3295650"/>
          <p14:tracePt t="61379" x="2349500" y="3308350"/>
          <p14:tracePt t="61396" x="2438400" y="3308350"/>
          <p14:tracePt t="61413" x="2552700" y="3314700"/>
          <p14:tracePt t="61429" x="2933700" y="3327400"/>
          <p14:tracePt t="61446" x="3060700" y="3340100"/>
          <p14:tracePt t="61463" x="3340100" y="3359150"/>
          <p14:tracePt t="61479" x="3479800" y="3371850"/>
          <p14:tracePt t="61496" x="3733800" y="3390900"/>
          <p14:tracePt t="61512" x="3937000" y="3409950"/>
          <p14:tracePt t="61529" x="4013200" y="3409950"/>
          <p14:tracePt t="61545" x="4146550" y="3422650"/>
          <p14:tracePt t="61562" x="4222750" y="3429000"/>
          <p14:tracePt t="61579" x="4254500" y="3435350"/>
          <p14:tracePt t="61596" x="4292600" y="3435350"/>
          <p14:tracePt t="61611" x="4324350" y="3435350"/>
          <p14:tracePt t="61628" x="4349750" y="3435350"/>
          <p14:tracePt t="61645" x="4368800" y="3435350"/>
          <p14:tracePt t="61662" x="4387850" y="3429000"/>
          <p14:tracePt t="61678" x="4394200" y="3429000"/>
          <p14:tracePt t="61695" x="4413250" y="3422650"/>
          <p14:tracePt t="61712" x="4432300" y="3422650"/>
          <p14:tracePt t="61744" x="4457700" y="3422650"/>
          <p14:tracePt t="61761" x="4470400" y="3416300"/>
          <p14:tracePt t="61778" x="4502150" y="3416300"/>
          <p14:tracePt t="61794" x="4521200" y="3403600"/>
          <p14:tracePt t="61811" x="4540250" y="3397250"/>
          <p14:tracePt t="61828" x="4584700" y="3390900"/>
          <p14:tracePt t="61844" x="4635500" y="3384550"/>
          <p14:tracePt t="61861" x="4660900" y="3378200"/>
          <p14:tracePt t="61877" x="4718050" y="3371850"/>
          <p14:tracePt t="61894" x="4787900" y="3371850"/>
          <p14:tracePt t="61911" x="4819650" y="3365500"/>
          <p14:tracePt t="61927" x="4883150" y="3352800"/>
          <p14:tracePt t="61944" x="4953000" y="3346450"/>
          <p14:tracePt t="61961" x="5048250" y="3327400"/>
          <p14:tracePt t="61977" x="5099050" y="3321050"/>
          <p14:tracePt t="61994" x="5219700" y="3314700"/>
          <p14:tracePt t="62011" x="5321300" y="3295650"/>
          <p14:tracePt t="62027" x="5378450" y="3282950"/>
          <p14:tracePt t="62044" x="5441950" y="3263900"/>
          <p14:tracePt t="62061" x="5568950" y="3232150"/>
          <p14:tracePt t="62077" x="5702300" y="3187700"/>
          <p14:tracePt t="62094" x="5816600" y="3175000"/>
          <p14:tracePt t="62110" x="5892800" y="3175000"/>
          <p14:tracePt t="62127" x="6013450" y="3155950"/>
          <p14:tracePt t="62144" x="6121400" y="3143250"/>
          <p14:tracePt t="62160" x="6159500" y="3143250"/>
          <p14:tracePt t="62177" x="6223000" y="3143250"/>
          <p14:tracePt t="62193" x="6280150" y="3143250"/>
          <p14:tracePt t="62210" x="6305550" y="3143250"/>
          <p14:tracePt t="62227" x="6343650" y="3155950"/>
          <p14:tracePt t="62243" x="6369050" y="3155950"/>
          <p14:tracePt t="62259" x="6381750" y="3155950"/>
          <p14:tracePt t="62277" x="6394450" y="3155950"/>
          <p14:tracePt t="62293" x="6407150" y="3155950"/>
          <p14:tracePt t="62309" x="6413500" y="3149600"/>
          <p14:tracePt t="62326" x="6432550" y="3149600"/>
          <p14:tracePt t="62343" x="6451600" y="3149600"/>
          <p14:tracePt t="62359" x="6457950" y="3149600"/>
          <p14:tracePt t="62376" x="6477000" y="3155950"/>
          <p14:tracePt t="62392" x="6483350" y="3155950"/>
          <p14:tracePt t="62409" x="6502400" y="3155950"/>
          <p14:tracePt t="62425" x="6521450" y="3162300"/>
          <p14:tracePt t="62442" x="6527800" y="3168650"/>
          <p14:tracePt t="62459" x="6540500" y="3175000"/>
          <p14:tracePt t="62475" x="6559550" y="3181350"/>
          <p14:tracePt t="62492" x="6565900" y="3187700"/>
          <p14:tracePt t="62509" x="6572250" y="3187700"/>
          <p14:tracePt t="62525" x="6578600" y="3194050"/>
          <p14:tracePt t="62558" x="6584950" y="3194050"/>
          <p14:tracePt t="62620" x="6578600" y="3194050"/>
          <p14:tracePt t="62634" x="6578600" y="3200400"/>
          <p14:tracePt t="62642" x="6559550" y="3200400"/>
          <p14:tracePt t="62656" x="6527800" y="3206750"/>
          <p14:tracePt t="62662" x="6470650" y="3232150"/>
          <p14:tracePt t="62678" x="6407150" y="3263900"/>
          <p14:tracePt t="62692" x="6299200" y="3314700"/>
          <p14:tracePt t="62709" x="5994400" y="3505200"/>
          <p14:tracePt t="62725" x="5759450" y="3663950"/>
          <p14:tracePt t="62742" x="5302250" y="4044950"/>
          <p14:tracePt t="62758" x="4908550" y="4483100"/>
          <p14:tracePt t="62775" x="4705350" y="4857750"/>
          <p14:tracePt t="62791" x="4667250" y="5010150"/>
          <p14:tracePt t="62808" x="4660900" y="5327650"/>
          <p14:tracePt t="62824" x="4756150" y="5619750"/>
          <p14:tracePt t="62841" x="4806950" y="5721350"/>
          <p14:tracePt t="62857" x="4965700" y="5892800"/>
          <p14:tracePt t="62874" x="5092700" y="5988050"/>
          <p14:tracePt t="62891" x="5149850" y="6007100"/>
          <p14:tracePt t="62908" x="5226050" y="6045200"/>
          <p14:tracePt t="62924" x="5264150" y="6045200"/>
          <p14:tracePt t="62940" x="5283200" y="6045200"/>
          <p14:tracePt t="62958" x="5321300" y="6045200"/>
          <p14:tracePt t="62974" x="5346700" y="6038850"/>
          <p14:tracePt t="62990" x="5365750" y="6038850"/>
          <p14:tracePt t="63007" x="5397500" y="6026150"/>
          <p14:tracePt t="63023" x="5410200" y="6019800"/>
          <p14:tracePt t="63040" x="5454650" y="6000750"/>
          <p14:tracePt t="63057" x="5511800" y="5969000"/>
          <p14:tracePt t="63073" x="5556250" y="5949950"/>
          <p14:tracePt t="63077" x="5600700" y="5937250"/>
          <p14:tracePt t="63090" x="5632450" y="5924550"/>
          <p14:tracePt t="63106" x="5670550" y="5905500"/>
          <p14:tracePt t="63123" x="5695950" y="5899150"/>
          <p14:tracePt t="63140" x="5721350" y="5886450"/>
          <p14:tracePt t="63157" x="5734050" y="5880100"/>
          <p14:tracePt t="63173" x="5740400" y="5873750"/>
          <p14:tracePt t="63190" x="5753100" y="5867400"/>
          <p14:tracePt t="63206" x="5765800" y="5867400"/>
          <p14:tracePt t="63224" x="5772150" y="5861050"/>
          <p14:tracePt t="63255" x="5778500" y="5861050"/>
          <p14:tracePt t="63273" x="5791200" y="5861050"/>
          <p14:tracePt t="63289" x="5797550" y="5861050"/>
          <p14:tracePt t="63323" x="5810250" y="5861050"/>
          <p14:tracePt t="63356" x="5810250" y="5854700"/>
          <p14:tracePt t="63427" x="5810250" y="5848350"/>
          <p14:tracePt t="63434" x="5797550" y="5842000"/>
          <p14:tracePt t="63448" x="5778500" y="5842000"/>
          <p14:tracePt t="63458" x="5746750" y="5835650"/>
          <p14:tracePt t="63472" x="5702300" y="5816600"/>
          <p14:tracePt t="63489" x="5549900" y="5784850"/>
          <p14:tracePt t="63505" x="5340350" y="5759450"/>
          <p14:tracePt t="63522" x="5200650" y="5734050"/>
          <p14:tracePt t="63539" x="4914900" y="5702300"/>
          <p14:tracePt t="63555" x="4622800" y="5689600"/>
          <p14:tracePt t="63572" x="4464050" y="5676900"/>
          <p14:tracePt t="63589" x="4184650" y="5695950"/>
          <p14:tracePt t="63605" x="3930650" y="5715000"/>
          <p14:tracePt t="63621" x="3803650" y="5740400"/>
          <p14:tracePt t="63638" x="3549650" y="5772150"/>
          <p14:tracePt t="63662" x="3321050" y="5778500"/>
          <p14:tracePt t="63673" x="3117850" y="5765800"/>
          <p14:tracePt t="63689" x="3009900" y="5753100"/>
          <p14:tracePt t="63705" x="2933700" y="5746750"/>
          <p14:tracePt t="63722" x="2806700" y="5727700"/>
          <p14:tracePt t="63738" x="2711450" y="5727700"/>
          <p14:tracePt t="63755" x="2692400" y="5727700"/>
          <p14:tracePt t="63771" x="2654300" y="5727700"/>
          <p14:tracePt t="63787" x="2641600" y="5727700"/>
          <p14:tracePt t="63804" x="2641600" y="5721350"/>
          <p14:tracePt t="63876" x="2641600" y="5715000"/>
          <p14:tracePt t="63925" x="2641600" y="5708650"/>
          <p14:tracePt t="63932" x="2635250" y="5702300"/>
          <p14:tracePt t="64340" x="2616200" y="5664200"/>
          <p14:tracePt t="64347" x="2584450" y="5594350"/>
          <p14:tracePt t="64355" x="2546350" y="5524500"/>
          <p14:tracePt t="64370" x="2508250" y="5454650"/>
          <p14:tracePt t="64386" x="2457450" y="5384800"/>
          <p14:tracePt t="64403" x="2355850" y="5245100"/>
          <p14:tracePt t="64419" x="2254250" y="5073650"/>
          <p14:tracePt t="64435" x="2203450" y="4978400"/>
          <p14:tracePt t="64453" x="2070100" y="4826000"/>
          <p14:tracePt t="64468" x="1955800" y="4692650"/>
          <p14:tracePt t="64485" x="1911350" y="4660900"/>
          <p14:tracePt t="64501" x="1860550" y="4622800"/>
          <p14:tracePt t="64518" x="1822450" y="4591050"/>
          <p14:tracePt t="64535" x="1816100" y="4584700"/>
          <p14:tracePt t="64551" x="1809750" y="4584700"/>
          <p14:tracePt t="64568" x="1809750" y="4578350"/>
          <p14:tracePt t="64915" x="1828800" y="4578350"/>
          <p14:tracePt t="64929" x="1854200" y="4578350"/>
          <p14:tracePt t="64936" x="1905000" y="4591050"/>
          <p14:tracePt t="64953" x="1968500" y="4591050"/>
          <p14:tracePt t="64967" x="2044700" y="4597400"/>
          <p14:tracePt t="64983" x="2235200" y="4610100"/>
          <p14:tracePt t="65001" x="2444750" y="4629150"/>
          <p14:tracePt t="65017" x="2546350" y="4641850"/>
          <p14:tracePt t="65034" x="2711450" y="4648200"/>
          <p14:tracePt t="65050" x="2851150" y="4648200"/>
          <p14:tracePt t="65067" x="2901950" y="4648200"/>
          <p14:tracePt t="65083" x="2971800" y="4648200"/>
          <p14:tracePt t="65100" x="2997200" y="4648200"/>
          <p14:tracePt t="65120" x="3003550" y="4648200"/>
          <p14:tracePt t="65133" x="3009900" y="4648200"/>
          <p14:tracePt t="65150" x="3016250" y="4648200"/>
          <p14:tracePt t="65183" x="3022600" y="4648200"/>
          <p14:tracePt t="65196" x="3028950" y="4648200"/>
          <p14:tracePt t="65238" x="3035300" y="4648200"/>
          <p14:tracePt t="65259" x="3041650" y="4648200"/>
          <p14:tracePt t="65267" x="3048000" y="4648200"/>
          <p14:tracePt t="65280" x="3054350" y="4648200"/>
          <p14:tracePt t="65287" x="3060700" y="4648200"/>
          <p14:tracePt t="65302" x="3073400" y="4648200"/>
          <p14:tracePt t="65316" x="3086100" y="4635500"/>
          <p14:tracePt t="65333" x="3124200" y="4629150"/>
          <p14:tracePt t="65349" x="3155950" y="4622800"/>
          <p14:tracePt t="65366" x="3213100" y="4616450"/>
          <p14:tracePt t="65382" x="3282950" y="4603750"/>
          <p14:tracePt t="65399" x="3352800" y="4591050"/>
          <p14:tracePt t="65416" x="3384550" y="4584700"/>
          <p14:tracePt t="65432" x="3429000" y="4584700"/>
          <p14:tracePt t="65449" x="3454400" y="4578350"/>
          <p14:tracePt t="65465" x="3492500" y="4572000"/>
          <p14:tracePt t="65482" x="3536950" y="4565650"/>
          <p14:tracePt t="65499" x="3581400" y="4565650"/>
          <p14:tracePt t="65515" x="3613150" y="4565650"/>
          <p14:tracePt t="65532" x="3632200" y="4565650"/>
          <p14:tracePt t="65548" x="3727450" y="4559300"/>
          <p14:tracePt t="65565" x="3771900" y="4559300"/>
          <p14:tracePt t="65582" x="3835400" y="4559300"/>
          <p14:tracePt t="65598" x="3873500" y="4559300"/>
          <p14:tracePt t="65615" x="3930650" y="4559300"/>
          <p14:tracePt t="65632" x="3981450" y="4559300"/>
          <p14:tracePt t="65648" x="4000500" y="4559300"/>
          <p14:tracePt t="65664" x="4032250" y="4552950"/>
          <p14:tracePt t="65681" x="4038600" y="4540250"/>
          <p14:tracePt t="65697" x="4038600" y="4533900"/>
          <p14:tracePt t="65714" x="4038600" y="4527550"/>
          <p14:tracePt t="65730" x="4038600" y="4508500"/>
          <p14:tracePt t="66141" x="4083050" y="4508500"/>
          <p14:tracePt t="66149" x="4146550" y="4508500"/>
          <p14:tracePt t="66164" x="4229100" y="4495800"/>
          <p14:tracePt t="66170" x="4279900" y="4495800"/>
          <p14:tracePt t="66184" x="4356100" y="4489450"/>
          <p14:tracePt t="66195" x="4413250" y="4476750"/>
          <p14:tracePt t="66213" x="4495800" y="4464050"/>
          <p14:tracePt t="66229" x="4521200" y="4445000"/>
          <p14:tracePt t="66246" x="4578350" y="4419600"/>
          <p14:tracePt t="66263" x="4610100" y="4394200"/>
          <p14:tracePt t="66280" x="4616450" y="4394200"/>
          <p14:tracePt t="66296" x="4622800" y="4387850"/>
          <p14:tracePt t="66360" x="4629150" y="4387850"/>
          <p14:tracePt t="66373" x="4635500" y="4381500"/>
          <p14:tracePt t="66396" x="4648200" y="4381500"/>
          <p14:tracePt t="66402" x="4660900" y="4381500"/>
          <p14:tracePt t="66412" x="4686300" y="4375150"/>
          <p14:tracePt t="66428" x="4705350" y="4375150"/>
          <p14:tracePt t="66445" x="4762500" y="4368800"/>
          <p14:tracePt t="66461" x="4800600" y="4368800"/>
          <p14:tracePt t="66479" x="4876800" y="4368800"/>
          <p14:tracePt t="66495" x="4959350" y="4368800"/>
          <p14:tracePt t="66511" x="4978400" y="4375150"/>
          <p14:tracePt t="66528" x="5029200" y="4381500"/>
          <p14:tracePt t="66545" x="5060950" y="4381500"/>
          <p14:tracePt t="66561" x="5073650" y="4381500"/>
          <p14:tracePt t="66578" x="5099050" y="4381500"/>
          <p14:tracePt t="66594" x="5124450" y="4381500"/>
          <p14:tracePt t="66612" x="5143500" y="4375150"/>
          <p14:tracePt t="66628" x="5149850" y="4375150"/>
          <p14:tracePt t="66644" x="5162550" y="4368800"/>
          <p14:tracePt t="66661" x="5181600" y="4368800"/>
          <p14:tracePt t="66677" x="5187950" y="4368800"/>
          <p14:tracePt t="66695" x="5200650" y="4362450"/>
          <p14:tracePt t="66711" x="5226050" y="4356100"/>
          <p14:tracePt t="66727" x="5232400" y="4356100"/>
          <p14:tracePt t="66744" x="5251450" y="4356100"/>
          <p14:tracePt t="66761" x="5308600" y="4349750"/>
          <p14:tracePt t="66777" x="5327650" y="4349750"/>
          <p14:tracePt t="66794" x="5365750" y="4349750"/>
          <p14:tracePt t="66810" x="5397500" y="4349750"/>
          <p14:tracePt t="66827" x="5435600" y="4349750"/>
          <p14:tracePt t="66844" x="5486400" y="4368800"/>
          <p14:tracePt t="66860" x="5505450" y="4368800"/>
          <p14:tracePt t="66877" x="5556250" y="4381500"/>
          <p14:tracePt t="66894" x="5588000" y="4387850"/>
          <p14:tracePt t="66910" x="5613400" y="4387850"/>
          <p14:tracePt t="66928" x="5632450" y="4387850"/>
          <p14:tracePt t="66943" x="5657850" y="4387850"/>
          <p14:tracePt t="66960" x="5664200" y="4387850"/>
          <p14:tracePt t="66977" x="5676900" y="4381500"/>
          <p14:tracePt t="66993" x="5683250" y="4381500"/>
          <p14:tracePt t="67027" x="5689600" y="4381500"/>
          <p14:tracePt t="67152" x="5689600" y="43751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0"/>
            <a:ext cx="9144000" cy="2133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7800"/>
            <a:r>
              <a:rPr lang="en-US" sz="2800" b="1" i="1" dirty="0" smtClean="0">
                <a:solidFill>
                  <a:srgbClr val="00B0F0"/>
                </a:solidFill>
                <a:latin typeface="Times New Roman" charset="0"/>
              </a:rPr>
              <a:t>Wrapper functions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do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little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but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to</a:t>
            </a:r>
            <a:r>
              <a:rPr lang="en-US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just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call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another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functions. </a:t>
            </a:r>
          </a:p>
          <a:p>
            <a:pPr marL="177800">
              <a:lnSpc>
                <a:spcPct val="9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(Consider how the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wrapping paper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i="1" dirty="0" smtClean="0">
                <a:solidFill>
                  <a:schemeClr val="tx1"/>
                </a:solidFill>
                <a:latin typeface="Times New Roman" charset="0"/>
              </a:rPr>
              <a:t>decorates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the gift, below: </a:t>
            </a:r>
          </a:p>
          <a:p>
            <a:pPr marL="463550" indent="-28575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spc="-20" dirty="0" smtClean="0">
                <a:solidFill>
                  <a:schemeClr val="tx1"/>
                </a:solidFill>
                <a:latin typeface="Times New Roman" charset="0"/>
              </a:rPr>
              <a:t>The paper is just a thin sheet. Its only job is to cover the box. </a:t>
            </a:r>
          </a:p>
          <a:p>
            <a:pPr marL="463550" indent="-285750">
              <a:lnSpc>
                <a:spcPct val="8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The paper wraps around the box. So, to get to the box, you will have to get through the paper.)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</p:txBody>
      </p:sp>
      <p:pic>
        <p:nvPicPr>
          <p:cNvPr id="9218" name="Picture 2" descr="How to Wrap a Gift - YouTub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6" b="13532"/>
          <a:stretch/>
        </p:blipFill>
        <p:spPr bwMode="auto">
          <a:xfrm>
            <a:off x="304800" y="2133600"/>
            <a:ext cx="8573529" cy="473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183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618"/>
    </mc:Choice>
    <mc:Fallback>
      <p:transition spd="slow" advTm="1156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8" grpId="0" uiExpand="1" build="p" animBg="1"/>
    </p:bldLst>
  </p:timing>
  <p:extLst>
    <p:ext uri="{3A86A75C-4F4B-4683-9AE1-C65F6400EC91}">
      <p14:laserTraceLst xmlns:p14="http://schemas.microsoft.com/office/powerpoint/2010/main">
        <p14:tracePtLst>
          <p14:tracePt t="853" x="1022350" y="749300"/>
          <p14:tracePt t="860" x="1016000" y="749300"/>
          <p14:tracePt t="868" x="1003300" y="749300"/>
          <p14:tracePt t="884" x="996950" y="749300"/>
          <p14:tracePt t="902" x="977900" y="749300"/>
          <p14:tracePt t="919" x="965200" y="749300"/>
          <p14:tracePt t="934" x="952500" y="749300"/>
          <p14:tracePt t="952" x="933450" y="749300"/>
          <p14:tracePt t="968" x="920750" y="749300"/>
          <p14:tracePt t="985" x="908050" y="749300"/>
          <p14:tracePt t="1002" x="889000" y="749300"/>
          <p14:tracePt t="1018" x="882650" y="749300"/>
          <p14:tracePt t="1035" x="850900" y="762000"/>
          <p14:tracePt t="1051" x="819150" y="768350"/>
          <p14:tracePt t="1068" x="800100" y="781050"/>
          <p14:tracePt t="1085" x="774700" y="787400"/>
          <p14:tracePt t="1101" x="762000" y="793750"/>
          <p14:tracePt t="1135" x="755650" y="793750"/>
          <p14:tracePt t="1211" x="755650" y="800100"/>
          <p14:tracePt t="1225" x="762000" y="800100"/>
          <p14:tracePt t="1232" x="768350" y="800100"/>
          <p14:tracePt t="1239" x="774700" y="800100"/>
          <p14:tracePt t="1251" x="787400" y="800100"/>
          <p14:tracePt t="1267" x="825500" y="800100"/>
          <p14:tracePt t="1284" x="857250" y="800100"/>
          <p14:tracePt t="1300" x="895350" y="800100"/>
          <p14:tracePt t="1317" x="977900" y="781050"/>
          <p14:tracePt t="1334" x="1035050" y="774700"/>
          <p14:tracePt t="1351" x="1085850" y="762000"/>
          <p14:tracePt t="1367" x="1162050" y="742950"/>
          <p14:tracePt t="1383" x="1212850" y="736600"/>
          <p14:tracePt t="1400" x="1276350" y="711200"/>
          <p14:tracePt t="1417" x="1301750" y="698500"/>
          <p14:tracePt t="1433" x="1320800" y="692150"/>
          <p14:tracePt t="1450" x="1327150" y="692150"/>
          <p14:tracePt t="3447" x="1346200" y="692150"/>
          <p14:tracePt t="3454" x="1371600" y="685800"/>
          <p14:tracePt t="3462" x="1409700" y="673100"/>
          <p14:tracePt t="3476" x="1460500" y="654050"/>
          <p14:tracePt t="3493" x="1511300" y="635000"/>
          <p14:tracePt t="3510" x="1581150" y="628650"/>
          <p14:tracePt t="3526" x="1606550" y="615950"/>
          <p14:tracePt t="3543" x="1638300" y="615950"/>
          <p14:tracePt t="3560" x="1676400" y="609600"/>
          <p14:tracePt t="3576" x="1682750" y="609600"/>
          <p14:tracePt t="3592" x="1708150" y="603250"/>
          <p14:tracePt t="3609" x="1739900" y="596900"/>
          <p14:tracePt t="3626" x="1771650" y="590550"/>
          <p14:tracePt t="3642" x="1803400" y="584200"/>
          <p14:tracePt t="3659" x="1847850" y="584200"/>
          <p14:tracePt t="3675" x="1873250" y="584200"/>
          <p14:tracePt t="3693" x="1905000" y="584200"/>
          <p14:tracePt t="3709" x="1924050" y="584200"/>
          <p14:tracePt t="3725" x="1930400" y="584200"/>
          <p14:tracePt t="3743" x="1949450" y="584200"/>
          <p14:tracePt t="3759" x="1962150" y="584200"/>
          <p14:tracePt t="3776" x="1974850" y="590550"/>
          <p14:tracePt t="3792" x="1993900" y="590550"/>
          <p14:tracePt t="3808" x="2006600" y="590550"/>
          <p14:tracePt t="3825" x="2012950" y="590550"/>
          <p14:tracePt t="3841" x="2025650" y="590550"/>
          <p14:tracePt t="3858" x="2032000" y="590550"/>
          <p14:tracePt t="3875" x="2044700" y="590550"/>
          <p14:tracePt t="3891" x="2057400" y="590550"/>
          <p14:tracePt t="3910" x="2076450" y="590550"/>
          <p14:tracePt t="3925" x="2082800" y="584200"/>
          <p14:tracePt t="3941" x="2095500" y="584200"/>
          <p14:tracePt t="3958" x="2101850" y="584200"/>
          <p14:tracePt t="3974" x="2114550" y="584200"/>
          <p14:tracePt t="3991" x="2120900" y="584200"/>
          <p14:tracePt t="4071" x="2127250" y="577850"/>
          <p14:tracePt t="4079" x="2133600" y="577850"/>
          <p14:tracePt t="4094" x="2139950" y="577850"/>
          <p14:tracePt t="4114" x="2152650" y="571500"/>
          <p14:tracePt t="4738" x="2165350" y="571500"/>
          <p14:tracePt t="4745" x="2184400" y="571500"/>
          <p14:tracePt t="4756" x="2203450" y="571500"/>
          <p14:tracePt t="4772" x="2222500" y="577850"/>
          <p14:tracePt t="4789" x="2260600" y="584200"/>
          <p14:tracePt t="4806" x="2279650" y="590550"/>
          <p14:tracePt t="4823" x="2311400" y="603250"/>
          <p14:tracePt t="4838" x="2317750" y="609600"/>
          <p14:tracePt t="4855" x="2336800" y="609600"/>
          <p14:tracePt t="4871" x="2355850" y="615950"/>
          <p14:tracePt t="4888" x="2368550" y="615950"/>
          <p14:tracePt t="4921" x="2381250" y="615950"/>
          <p14:tracePt t="4938" x="2387600" y="615950"/>
          <p14:tracePt t="4955" x="2400300" y="603250"/>
          <p14:tracePt t="4972" x="2400300" y="596900"/>
          <p14:tracePt t="4989" x="2413000" y="590550"/>
          <p14:tracePt t="5005" x="2413000" y="584200"/>
          <p14:tracePt t="5021" x="2419350" y="584200"/>
          <p14:tracePt t="5038" x="2425700" y="577850"/>
          <p14:tracePt t="5068" x="2432050" y="577850"/>
          <p14:tracePt t="5075" x="2438400" y="577850"/>
          <p14:tracePt t="5096" x="2444750" y="577850"/>
          <p14:tracePt t="5124" x="2451100" y="577850"/>
          <p14:tracePt t="5173" x="2457450" y="577850"/>
          <p14:tracePt t="5194" x="2463800" y="577850"/>
          <p14:tracePt t="5208" x="2470150" y="571500"/>
          <p14:tracePt t="5215" x="2476500" y="571500"/>
          <p14:tracePt t="5229" x="2482850" y="571500"/>
          <p14:tracePt t="5237" x="2495550" y="565150"/>
          <p14:tracePt t="5253" x="2514600" y="558800"/>
          <p14:tracePt t="5270" x="2552700" y="546100"/>
          <p14:tracePt t="5286" x="2597150" y="527050"/>
          <p14:tracePt t="5303" x="2616200" y="520700"/>
          <p14:tracePt t="5320" x="2641600" y="514350"/>
          <p14:tracePt t="5336" x="2667000" y="508000"/>
          <p14:tracePt t="5353" x="2673350" y="501650"/>
          <p14:tracePt t="5370" x="2686050" y="501650"/>
          <p14:tracePt t="5386" x="2692400" y="501650"/>
          <p14:tracePt t="5467" x="2698750" y="501650"/>
          <p14:tracePt t="5538" x="2698750" y="495300"/>
          <p14:tracePt t="5559" x="2692400" y="495300"/>
          <p14:tracePt t="5566" x="2679700" y="495300"/>
          <p14:tracePt t="5579" x="2667000" y="495300"/>
          <p14:tracePt t="5588" x="2654300" y="495300"/>
          <p14:tracePt t="5602" x="2622550" y="495300"/>
          <p14:tracePt t="5619" x="2533650" y="508000"/>
          <p14:tracePt t="5636" x="2381250" y="508000"/>
          <p14:tracePt t="5652" x="2292350" y="508000"/>
          <p14:tracePt t="5669" x="2089150" y="508000"/>
          <p14:tracePt t="5685" x="1885950" y="508000"/>
          <p14:tracePt t="5702" x="1809750" y="508000"/>
          <p14:tracePt t="5719" x="1733550" y="508000"/>
          <p14:tracePt t="5735" x="1612900" y="514350"/>
          <p14:tracePt t="5752" x="1593850" y="514350"/>
          <p14:tracePt t="5769" x="1574800" y="514350"/>
          <p14:tracePt t="5785" x="1574800" y="520700"/>
          <p14:tracePt t="5801" x="1568450" y="520700"/>
          <p14:tracePt t="5965" x="1581150" y="520700"/>
          <p14:tracePt t="5979" x="1587500" y="520700"/>
          <p14:tracePt t="5987" x="1593850" y="520700"/>
          <p14:tracePt t="6008" x="1600200" y="520700"/>
          <p14:tracePt t="6017" x="1619250" y="527050"/>
          <p14:tracePt t="6035" x="1638300" y="527050"/>
          <p14:tracePt t="6051" x="1701800" y="533400"/>
          <p14:tracePt t="6068" x="1739900" y="533400"/>
          <p14:tracePt t="6085" x="1816100" y="539750"/>
          <p14:tracePt t="6100" x="1911350" y="552450"/>
          <p14:tracePt t="6118" x="1987550" y="552450"/>
          <p14:tracePt t="6134" x="2139950" y="552450"/>
          <p14:tracePt t="6151" x="2317750" y="552450"/>
          <p14:tracePt t="6166" x="2406650" y="546100"/>
          <p14:tracePt t="6184" x="2578100" y="527050"/>
          <p14:tracePt t="6200" x="2717800" y="501650"/>
          <p14:tracePt t="6217" x="2813050" y="488950"/>
          <p14:tracePt t="6233" x="2965450" y="469900"/>
          <p14:tracePt t="6250" x="3143250" y="457200"/>
          <p14:tracePt t="6268" x="3295650" y="457200"/>
          <p14:tracePt t="6283" x="3352800" y="457200"/>
          <p14:tracePt t="6300" x="3441700" y="450850"/>
          <p14:tracePt t="6317" x="3492500" y="444500"/>
          <p14:tracePt t="6333" x="3498850" y="444500"/>
          <p14:tracePt t="6350" x="3505200" y="444500"/>
          <p14:tracePt t="6366" x="3511550" y="438150"/>
          <p14:tracePt t="6927" x="3543300" y="438150"/>
          <p14:tracePt t="6941" x="3581400" y="438150"/>
          <p14:tracePt t="6950" x="3638550" y="450850"/>
          <p14:tracePt t="6964" x="3702050" y="444500"/>
          <p14:tracePt t="6981" x="3765550" y="450850"/>
          <p14:tracePt t="6998" x="4000500" y="444500"/>
          <p14:tracePt t="7014" x="4076700" y="438150"/>
          <p14:tracePt t="7031" x="4152900" y="438150"/>
          <p14:tracePt t="7047" x="4273550" y="400050"/>
          <p14:tracePt t="7064" x="4419600" y="381000"/>
          <p14:tracePt t="7081" x="4584700" y="349250"/>
          <p14:tracePt t="7097" x="4673600" y="342900"/>
          <p14:tracePt t="7114" x="4819650" y="317500"/>
          <p14:tracePt t="7131" x="4927600" y="311150"/>
          <p14:tracePt t="7147" x="4965700" y="311150"/>
          <p14:tracePt t="7163" x="5067300" y="311150"/>
          <p14:tracePt t="7180" x="5181600" y="311150"/>
          <p14:tracePt t="7196" x="5245100" y="311150"/>
          <p14:tracePt t="7214" x="5403850" y="311150"/>
          <p14:tracePt t="7230" x="5607050" y="342900"/>
          <p14:tracePt t="7246" x="5708650" y="355600"/>
          <p14:tracePt t="7264" x="5924550" y="374650"/>
          <p14:tracePt t="7280" x="6102350" y="387350"/>
          <p14:tracePt t="7296" x="6172200" y="381000"/>
          <p14:tracePt t="7313" x="6286500" y="361950"/>
          <p14:tracePt t="7329" x="6330950" y="349250"/>
          <p14:tracePt t="7346" x="6426200" y="317500"/>
          <p14:tracePt t="7363" x="6483350" y="311150"/>
          <p14:tracePt t="7379" x="6515100" y="311150"/>
          <p14:tracePt t="7397" x="6565900" y="304800"/>
          <p14:tracePt t="7413" x="6623050" y="298450"/>
          <p14:tracePt t="7429" x="6648450" y="298450"/>
          <p14:tracePt t="7446" x="6724650" y="330200"/>
          <p14:tracePt t="7462" x="6826250" y="368300"/>
          <p14:tracePt t="7479" x="6877050" y="393700"/>
          <p14:tracePt t="7496" x="6991350" y="450850"/>
          <p14:tracePt t="7512" x="7105650" y="508000"/>
          <p14:tracePt t="7529" x="7137400" y="527050"/>
          <p14:tracePt t="7545" x="7188200" y="533400"/>
          <p14:tracePt t="7562" x="7226300" y="539750"/>
          <p14:tracePt t="7579" x="7258050" y="539750"/>
          <p14:tracePt t="7595" x="7277100" y="539750"/>
          <p14:tracePt t="7612" x="7315200" y="546100"/>
          <p14:tracePt t="7629" x="7359650" y="552450"/>
          <p14:tracePt t="7645" x="7391400" y="558800"/>
          <p14:tracePt t="7662" x="7435850" y="565150"/>
          <p14:tracePt t="7679" x="7448550" y="577850"/>
          <p14:tracePt t="8255" x="7493000" y="577850"/>
          <p14:tracePt t="8269" x="7569200" y="577850"/>
          <p14:tracePt t="8279" x="7626350" y="571500"/>
          <p14:tracePt t="8292" x="7677150" y="565150"/>
          <p14:tracePt t="8310" x="7715250" y="565150"/>
          <p14:tracePt t="8326" x="7842250" y="539750"/>
          <p14:tracePt t="8343" x="7874000" y="539750"/>
          <p14:tracePt t="8360" x="7899400" y="546100"/>
          <p14:tracePt t="8375" x="7950200" y="558800"/>
          <p14:tracePt t="8393" x="8001000" y="565150"/>
          <p14:tracePt t="8411" x="8032750" y="577850"/>
          <p14:tracePt t="8426" x="8051800" y="590550"/>
          <p14:tracePt t="8442" x="8077200" y="596900"/>
          <p14:tracePt t="8460" x="8102600" y="603250"/>
          <p14:tracePt t="8475" x="8115300" y="609600"/>
          <p14:tracePt t="8492" x="8128000" y="615950"/>
          <p14:tracePt t="8509" x="8147050" y="622300"/>
          <p14:tracePt t="8526" x="8159750" y="628650"/>
          <p14:tracePt t="8542" x="8166100" y="628650"/>
          <p14:tracePt t="12636" x="8108950" y="647700"/>
          <p14:tracePt t="12649" x="8032750" y="654050"/>
          <p14:tracePt t="12656" x="7937500" y="673100"/>
          <p14:tracePt t="12665" x="7823200" y="698500"/>
          <p14:tracePt t="12680" x="7696200" y="717550"/>
          <p14:tracePt t="12694" x="7556500" y="736600"/>
          <p14:tracePt t="12711" x="7200900" y="812800"/>
          <p14:tracePt t="12727" x="6819900" y="908050"/>
          <p14:tracePt t="12744" x="6616700" y="946150"/>
          <p14:tracePt t="12761" x="6242050" y="1009650"/>
          <p14:tracePt t="12777" x="5880100" y="1060450"/>
          <p14:tracePt t="12794" x="5734050" y="1085850"/>
          <p14:tracePt t="12811" x="5492750" y="1104900"/>
          <p14:tracePt t="12827" x="5314950" y="1117600"/>
          <p14:tracePt t="12844" x="5207000" y="1111250"/>
          <p14:tracePt t="12861" x="5054600" y="1104900"/>
          <p14:tracePt t="12877" x="4908550" y="1073150"/>
          <p14:tracePt t="12894" x="4845050" y="1066800"/>
          <p14:tracePt t="12910" x="4686300" y="1035050"/>
          <p14:tracePt t="12927" x="4597400" y="1022350"/>
          <p14:tracePt t="12944" x="4330700" y="1003300"/>
          <p14:tracePt t="12960" x="4254500" y="996950"/>
          <p14:tracePt t="12977" x="4159250" y="984250"/>
          <p14:tracePt t="12993" x="3981450" y="952500"/>
          <p14:tracePt t="13010" x="3784600" y="901700"/>
          <p14:tracePt t="13027" x="3657600" y="869950"/>
          <p14:tracePt t="13043" x="3409950" y="793750"/>
          <p14:tracePt t="13060" x="3136900" y="692150"/>
          <p14:tracePt t="13077" x="2813050" y="622300"/>
          <p14:tracePt t="13093" x="2692400" y="590550"/>
          <p14:tracePt t="13109" x="2514600" y="546100"/>
          <p14:tracePt t="13127" x="2355850" y="539750"/>
          <p14:tracePt t="13143" x="2292350" y="539750"/>
          <p14:tracePt t="13159" x="2190750" y="539750"/>
          <p14:tracePt t="13176" x="2120900" y="558800"/>
          <p14:tracePt t="13193" x="2095500" y="558800"/>
          <p14:tracePt t="13689" x="2063750" y="552450"/>
          <p14:tracePt t="13696" x="2025650" y="539750"/>
          <p14:tracePt t="13711" x="1993900" y="539750"/>
          <p14:tracePt t="13724" x="1955800" y="539750"/>
          <p14:tracePt t="13741" x="1885950" y="527050"/>
          <p14:tracePt t="13757" x="1860550" y="527050"/>
          <p14:tracePt t="13774" x="1790700" y="520700"/>
          <p14:tracePt t="13790" x="1689100" y="520700"/>
          <p14:tracePt t="13807" x="1619250" y="520700"/>
          <p14:tracePt t="13824" x="1479550" y="539750"/>
          <p14:tracePt t="13840" x="1346200" y="558800"/>
          <p14:tracePt t="13858" x="1231900" y="571500"/>
          <p14:tracePt t="13873" x="1174750" y="571500"/>
          <p14:tracePt t="13890" x="1035050" y="577850"/>
          <p14:tracePt t="13907" x="939800" y="584200"/>
          <p14:tracePt t="13923" x="901700" y="596900"/>
          <p14:tracePt t="13940" x="863600" y="596900"/>
          <p14:tracePt t="13957" x="800100" y="590550"/>
          <p14:tracePt t="13974" x="793750" y="584200"/>
          <p14:tracePt t="13991" x="781050" y="577850"/>
          <p14:tracePt t="14006" x="774700" y="577850"/>
          <p14:tracePt t="14040" x="793750" y="577850"/>
          <p14:tracePt t="27875" x="781050" y="584200"/>
          <p14:tracePt t="27882" x="762000" y="596900"/>
          <p14:tracePt t="27891" x="736600" y="615950"/>
          <p14:tracePt t="27909" x="704850" y="628650"/>
          <p14:tracePt t="27925" x="685800" y="647700"/>
          <p14:tracePt t="27942" x="679450" y="660400"/>
          <p14:tracePt t="27958" x="679450" y="666750"/>
          <p14:tracePt t="27975" x="692150" y="679450"/>
          <p14:tracePt t="27991" x="717550" y="685800"/>
          <p14:tracePt t="28008" x="749300" y="685800"/>
          <p14:tracePt t="28024" x="787400" y="692150"/>
          <p14:tracePt t="28041" x="806450" y="692150"/>
          <p14:tracePt t="28058" x="838200" y="692150"/>
          <p14:tracePt t="28074" x="869950" y="685800"/>
          <p14:tracePt t="28091" x="895350" y="679450"/>
          <p14:tracePt t="28108" x="933450" y="666750"/>
          <p14:tracePt t="28124" x="958850" y="654050"/>
          <p14:tracePt t="28142" x="984250" y="647700"/>
          <p14:tracePt t="28157" x="1022350" y="647700"/>
          <p14:tracePt t="28174" x="1047750" y="647700"/>
          <p14:tracePt t="28191" x="1073150" y="647700"/>
          <p14:tracePt t="28207" x="1123950" y="635000"/>
          <p14:tracePt t="28224" x="1155700" y="635000"/>
          <p14:tracePt t="28241" x="1200150" y="635000"/>
          <p14:tracePt t="28257" x="1238250" y="635000"/>
          <p14:tracePt t="28274" x="1250950" y="635000"/>
          <p14:tracePt t="28290" x="1289050" y="641350"/>
          <p14:tracePt t="28307" x="1320800" y="647700"/>
          <p14:tracePt t="28324" x="1358900" y="654050"/>
          <p14:tracePt t="28340" x="1384300" y="660400"/>
          <p14:tracePt t="28357" x="1409700" y="660400"/>
          <p14:tracePt t="28374" x="1447800" y="660400"/>
          <p14:tracePt t="28391" x="1460500" y="660400"/>
          <p14:tracePt t="28407" x="1473200" y="660400"/>
          <p14:tracePt t="28409" x="1479550" y="660400"/>
          <p14:tracePt t="28424" x="1492250" y="660400"/>
          <p14:tracePt t="28440" x="1498600" y="660400"/>
          <p14:tracePt t="28457" x="1524000" y="654050"/>
          <p14:tracePt t="28473" x="1536700" y="654050"/>
          <p14:tracePt t="28490" x="1543050" y="654050"/>
          <p14:tracePt t="28507" x="1562100" y="654050"/>
          <p14:tracePt t="28523" x="1568450" y="654050"/>
          <p14:tracePt t="28540" x="1574800" y="654050"/>
          <p14:tracePt t="28556" x="1587500" y="654050"/>
          <p14:tracePt t="28573" x="1587500" y="647700"/>
          <p14:tracePt t="28590" x="1593850" y="647700"/>
          <p14:tracePt t="28606" x="1600200" y="647700"/>
          <p14:tracePt t="28623" x="1600200" y="641350"/>
          <p14:tracePt t="28640" x="1600200" y="635000"/>
          <p14:tracePt t="28656" x="1593850" y="615950"/>
          <p14:tracePt t="29157" x="1581150" y="615950"/>
          <p14:tracePt t="29165" x="1555750" y="615950"/>
          <p14:tracePt t="29173" x="1543050" y="622300"/>
          <p14:tracePt t="29187" x="1498600" y="628650"/>
          <p14:tracePt t="29204" x="1473200" y="641350"/>
          <p14:tracePt t="29221" x="1422400" y="647700"/>
          <p14:tracePt t="29237" x="1377950" y="660400"/>
          <p14:tracePt t="29254" x="1339850" y="666750"/>
          <p14:tracePt t="29270" x="1257300" y="685800"/>
          <p14:tracePt t="29287" x="1219200" y="692150"/>
          <p14:tracePt t="29304" x="1174750" y="698500"/>
          <p14:tracePt t="29320" x="1098550" y="704850"/>
          <p14:tracePt t="29337" x="1066800" y="704850"/>
          <p14:tracePt t="29354" x="1016000" y="692150"/>
          <p14:tracePt t="29370" x="984250" y="679450"/>
          <p14:tracePt t="29387" x="952500" y="666750"/>
          <p14:tracePt t="29404" x="914400" y="654050"/>
          <p14:tracePt t="29421" x="895350" y="647700"/>
          <p14:tracePt t="29424" x="882650" y="647700"/>
          <p14:tracePt t="29437" x="863600" y="641350"/>
          <p14:tracePt t="29453" x="825500" y="641350"/>
          <p14:tracePt t="29470" x="800100" y="641350"/>
          <p14:tracePt t="29487" x="768350" y="641350"/>
          <p14:tracePt t="29503" x="717550" y="654050"/>
          <p14:tracePt t="29519" x="698500" y="654050"/>
          <p14:tracePt t="29537" x="666750" y="660400"/>
          <p14:tracePt t="29553" x="654050" y="660400"/>
          <p14:tracePt t="29569" x="647700" y="666750"/>
          <p14:tracePt t="29586" x="641350" y="666750"/>
          <p14:tracePt t="29620" x="641350" y="673100"/>
          <p14:tracePt t="29648" x="635000" y="673100"/>
          <p14:tracePt t="29656" x="628650" y="673100"/>
          <p14:tracePt t="29672" x="622300" y="666750"/>
          <p14:tracePt t="29685" x="615950" y="666750"/>
          <p14:tracePt t="29702" x="603250" y="654050"/>
          <p14:tracePt t="29719" x="584200" y="647700"/>
          <p14:tracePt t="29735" x="571500" y="635000"/>
          <p14:tracePt t="29752" x="546100" y="622300"/>
          <p14:tracePt t="29769" x="533400" y="622300"/>
          <p14:tracePt t="29785" x="527050" y="615950"/>
          <p14:tracePt t="29818" x="520700" y="609600"/>
          <p14:tracePt t="29886" x="520700" y="603250"/>
          <p14:tracePt t="29935" x="520700" y="596900"/>
          <p14:tracePt t="29985" x="520700" y="590550"/>
          <p14:tracePt t="30026" x="520700" y="584200"/>
          <p14:tracePt t="30069" x="520700" y="577850"/>
          <p14:tracePt t="30125" x="520700" y="571500"/>
          <p14:tracePt t="30187" x="520700" y="565150"/>
          <p14:tracePt t="30237" x="520700" y="558800"/>
          <p14:tracePt t="30258" x="514350" y="558800"/>
          <p14:tracePt t="30286" x="508000" y="558800"/>
          <p14:tracePt t="30307" x="501650" y="558800"/>
          <p14:tracePt t="30335" x="495300" y="552450"/>
          <p14:tracePt t="30356" x="488950" y="552450"/>
          <p14:tracePt t="30391" x="482600" y="546100"/>
          <p14:tracePt t="30427" x="482600" y="539750"/>
          <p14:tracePt t="30448" x="482600" y="533400"/>
          <p14:tracePt t="30468" x="476250" y="533400"/>
          <p14:tracePt t="30511" x="476250" y="527050"/>
          <p14:tracePt t="30532" x="476250" y="520700"/>
          <p14:tracePt t="30560" x="482600" y="520700"/>
          <p14:tracePt t="30567" x="482600" y="514350"/>
          <p14:tracePt t="30588" x="488950" y="514350"/>
          <p14:tracePt t="30615" x="495300" y="508000"/>
          <p14:tracePt t="30651" x="495300" y="501650"/>
          <p14:tracePt t="30686" x="495300" y="495300"/>
          <p14:tracePt t="30707" x="488950" y="495300"/>
          <p14:tracePt t="30728" x="482600" y="495300"/>
          <p14:tracePt t="30750" x="476250" y="495300"/>
          <p14:tracePt t="30777" x="469900" y="495300"/>
          <p14:tracePt t="30798" x="463550" y="495300"/>
          <p14:tracePt t="30819" x="457200" y="495300"/>
          <p14:tracePt t="30847" x="450850" y="495300"/>
          <p14:tracePt t="30882" x="444500" y="495300"/>
          <p14:tracePt t="30939" x="438150" y="495300"/>
          <p14:tracePt t="30960" x="431800" y="495300"/>
          <p14:tracePt t="30987" x="425450" y="495300"/>
          <p14:tracePt t="31317" x="425450" y="501650"/>
          <p14:tracePt t="31338" x="431800" y="508000"/>
          <p14:tracePt t="31352" x="438150" y="508000"/>
          <p14:tracePt t="31380" x="438150" y="514350"/>
          <p14:tracePt t="31429" x="444500" y="514350"/>
          <p14:tracePt t="31450" x="450850" y="514350"/>
          <p14:tracePt t="31457" x="457200" y="514350"/>
          <p14:tracePt t="31478" x="463550" y="514350"/>
          <p14:tracePt t="31492" x="469900" y="514350"/>
          <p14:tracePt t="31520" x="476250" y="520700"/>
          <p14:tracePt t="31569" x="482600" y="520700"/>
          <p14:tracePt t="31619" x="488950" y="520700"/>
          <p14:tracePt t="31640" x="501650" y="520700"/>
          <p14:tracePt t="31668" x="501650" y="527050"/>
          <p14:tracePt t="31703" x="508000" y="527050"/>
          <p14:tracePt t="31780" x="514350" y="527050"/>
          <p14:tracePt t="31829" x="520700" y="527050"/>
          <p14:tracePt t="31850" x="533400" y="527050"/>
          <p14:tracePt t="31864" x="539750" y="527050"/>
          <p14:tracePt t="31871" x="546100" y="527050"/>
          <p14:tracePt t="31880" x="552450" y="527050"/>
          <p14:tracePt t="31894" x="552450" y="520700"/>
          <p14:tracePt t="31911" x="558800" y="520700"/>
          <p14:tracePt t="31928" x="565150" y="520700"/>
          <p14:tracePt t="31945" x="571500" y="520700"/>
          <p14:tracePt t="31969" x="577850" y="520700"/>
          <p14:tracePt t="31990" x="584200" y="520700"/>
          <p14:tracePt t="32012" x="590550" y="514350"/>
          <p14:tracePt t="32039" x="596900" y="514350"/>
          <p14:tracePt t="32074" x="603250" y="514350"/>
          <p14:tracePt t="32088" x="603250" y="508000"/>
          <p14:tracePt t="32145" x="609600" y="508000"/>
          <p14:tracePt t="32194" x="615950" y="501650"/>
          <p14:tracePt t="32292" x="622300" y="501650"/>
          <p14:tracePt t="32383" x="628650" y="501650"/>
          <p14:tracePt t="32390" x="635000" y="501650"/>
          <p14:tracePt t="32404" x="641350" y="501650"/>
          <p14:tracePt t="32425" x="654050" y="495300"/>
          <p14:tracePt t="32432" x="666750" y="495300"/>
          <p14:tracePt t="32443" x="685800" y="495300"/>
          <p14:tracePt t="32461" x="768350" y="488950"/>
          <p14:tracePt t="32476" x="831850" y="476250"/>
          <p14:tracePt t="32492" x="914400" y="469900"/>
          <p14:tracePt t="32510" x="1168400" y="450850"/>
          <p14:tracePt t="32526" x="1257300" y="438150"/>
          <p14:tracePt t="32543" x="1333500" y="438150"/>
          <p14:tracePt t="32559" x="1454150" y="431800"/>
          <p14:tracePt t="32576" x="1524000" y="419100"/>
          <p14:tracePt t="32592" x="1543050" y="419100"/>
          <p14:tracePt t="32609" x="1568450" y="419100"/>
          <p14:tracePt t="32625" x="1574800" y="419100"/>
          <p14:tracePt t="32658" x="1581150" y="419100"/>
          <p14:tracePt t="32776" x="1574800" y="419100"/>
          <p14:tracePt t="32783" x="1568450" y="419100"/>
          <p14:tracePt t="32791" x="1555750" y="419100"/>
          <p14:tracePt t="32808" x="1549400" y="419100"/>
          <p14:tracePt t="32826" x="1517650" y="419100"/>
          <p14:tracePt t="32841" x="1498600" y="419100"/>
          <p14:tracePt t="32858" x="1422400" y="419100"/>
          <p14:tracePt t="32875" x="1327150" y="419100"/>
          <p14:tracePt t="32891" x="1263650" y="419100"/>
          <p14:tracePt t="32908" x="1136650" y="425450"/>
          <p14:tracePt t="32924" x="984250" y="438150"/>
          <p14:tracePt t="32941" x="914400" y="444500"/>
          <p14:tracePt t="32958" x="787400" y="463550"/>
          <p14:tracePt t="32974" x="704850" y="476250"/>
          <p14:tracePt t="32991" x="673100" y="476250"/>
          <p14:tracePt t="33008" x="641350" y="476250"/>
          <p14:tracePt t="33024" x="628650" y="469900"/>
          <p14:tracePt t="33337" x="622300" y="469900"/>
          <p14:tracePt t="33344" x="615950" y="469900"/>
          <p14:tracePt t="33356" x="609600" y="469900"/>
          <p14:tracePt t="33373" x="596900" y="476250"/>
          <p14:tracePt t="33389" x="596900" y="482600"/>
          <p14:tracePt t="33406" x="596900" y="488950"/>
          <p14:tracePt t="33423" x="584200" y="495300"/>
          <p14:tracePt t="33463" x="577850" y="495300"/>
          <p14:tracePt t="33491" x="571500" y="501650"/>
          <p14:tracePt t="33512" x="565150" y="508000"/>
          <p14:tracePt t="33533" x="558800" y="508000"/>
          <p14:tracePt t="33618" x="558800" y="514350"/>
          <p14:tracePt t="33625" x="565150" y="514350"/>
          <p14:tracePt t="33639" x="571500" y="514350"/>
          <p14:tracePt t="33655" x="603250" y="520700"/>
          <p14:tracePt t="33672" x="635000" y="527050"/>
          <p14:tracePt t="33689" x="730250" y="546100"/>
          <p14:tracePt t="33705" x="863600" y="577850"/>
          <p14:tracePt t="33722" x="939800" y="584200"/>
          <p14:tracePt t="33739" x="1066800" y="603250"/>
          <p14:tracePt t="33755" x="1123950" y="609600"/>
          <p14:tracePt t="33772" x="1212850" y="609600"/>
          <p14:tracePt t="33788" x="1270000" y="609600"/>
          <p14:tracePt t="33805" x="1282700" y="603250"/>
          <p14:tracePt t="33822" x="1308100" y="596900"/>
          <p14:tracePt t="33838" x="1320800" y="596900"/>
          <p14:tracePt t="33855" x="1327150" y="596900"/>
          <p14:tracePt t="33888" x="1333500" y="596900"/>
          <p14:tracePt t="35069" x="1333500" y="609600"/>
          <p14:tracePt t="35083" x="1327150" y="615950"/>
          <p14:tracePt t="35089" x="1320800" y="628650"/>
          <p14:tracePt t="35101" x="1308100" y="635000"/>
          <p14:tracePt t="35117" x="1295400" y="641350"/>
          <p14:tracePt t="35133" x="1282700" y="641350"/>
          <p14:tracePt t="35150" x="1225550" y="641350"/>
          <p14:tracePt t="35167" x="1174750" y="641350"/>
          <p14:tracePt t="35183" x="1130300" y="641350"/>
          <p14:tracePt t="35200" x="1098550" y="641350"/>
          <p14:tracePt t="35216" x="1047750" y="641350"/>
          <p14:tracePt t="35233" x="1009650" y="641350"/>
          <p14:tracePt t="35250" x="996950" y="647700"/>
          <p14:tracePt t="35266" x="977900" y="647700"/>
          <p14:tracePt t="35283" x="971550" y="647700"/>
          <p14:tracePt t="35343" x="971550" y="654050"/>
          <p14:tracePt t="35350" x="984250" y="660400"/>
          <p14:tracePt t="35364" x="996950" y="666750"/>
          <p14:tracePt t="35370" x="1016000" y="673100"/>
          <p14:tracePt t="35385" x="1041400" y="679450"/>
          <p14:tracePt t="35400" x="1111250" y="711200"/>
          <p14:tracePt t="35416" x="1155700" y="730250"/>
          <p14:tracePt t="35433" x="1200150" y="749300"/>
          <p14:tracePt t="35449" x="1308100" y="787400"/>
          <p14:tracePt t="35466" x="1428750" y="812800"/>
          <p14:tracePt t="35483" x="1574800" y="838200"/>
          <p14:tracePt t="35499" x="1638300" y="838200"/>
          <p14:tracePt t="35515" x="1752600" y="838200"/>
          <p14:tracePt t="35532" x="1860550" y="819150"/>
          <p14:tracePt t="35549" x="1892300" y="793750"/>
          <p14:tracePt t="35565" x="1949450" y="755650"/>
          <p14:tracePt t="35582" x="1974850" y="723900"/>
          <p14:tracePt t="35598" x="1993900" y="711200"/>
          <p14:tracePt t="35616" x="1993900" y="698500"/>
          <p14:tracePt t="35632" x="1993900" y="692150"/>
          <p14:tracePt t="35665" x="1981200" y="685800"/>
          <p14:tracePt t="35682" x="1943100" y="673100"/>
          <p14:tracePt t="35698" x="1924050" y="673100"/>
          <p14:tracePt t="35715" x="1866900" y="666750"/>
          <p14:tracePt t="35731" x="1841500" y="666750"/>
          <p14:tracePt t="35748" x="1771650" y="666750"/>
          <p14:tracePt t="35764" x="1720850" y="673100"/>
          <p14:tracePt t="35781" x="1701800" y="679450"/>
          <p14:tracePt t="35798" x="1682750" y="698500"/>
          <p14:tracePt t="35814" x="1663700" y="730250"/>
          <p14:tracePt t="35831" x="1657350" y="742950"/>
          <p14:tracePt t="35848" x="1657350" y="800100"/>
          <p14:tracePt t="35864" x="1663700" y="876300"/>
          <p14:tracePt t="35881" x="1670050" y="920750"/>
          <p14:tracePt t="35897" x="1708150" y="996950"/>
          <p14:tracePt t="35914" x="1765300" y="1060450"/>
          <p14:tracePt t="35931" x="1797050" y="1085850"/>
          <p14:tracePt t="35947" x="1873250" y="1136650"/>
          <p14:tracePt t="35964" x="1962150" y="1181100"/>
          <p14:tracePt t="35981" x="2095500" y="1231900"/>
          <p14:tracePt t="35997" x="2165350" y="1250950"/>
          <p14:tracePt t="36014" x="2241550" y="1257300"/>
          <p14:tracePt t="36030" x="2438400" y="1289050"/>
          <p14:tracePt t="36047" x="2470150" y="1295400"/>
          <p14:tracePt t="36050" x="2508250" y="1295400"/>
          <p14:tracePt t="36079" x="2540000" y="1295400"/>
          <p14:tracePt t="36097" x="2559050" y="1295400"/>
          <p14:tracePt t="36114" x="2565400" y="1289050"/>
          <p14:tracePt t="36130" x="2578100" y="1276350"/>
          <p14:tracePt t="36147" x="2597150" y="1263650"/>
          <p14:tracePt t="36164" x="2635250" y="1244600"/>
          <p14:tracePt t="36180" x="2654300" y="1231900"/>
          <p14:tracePt t="36196" x="2686050" y="1219200"/>
          <p14:tracePt t="42630" x="2692400" y="1212850"/>
          <p14:tracePt t="42637" x="2698750" y="1206500"/>
          <p14:tracePt t="42644" x="2711450" y="1200150"/>
          <p14:tracePt t="42658" x="2730500" y="1193800"/>
          <p14:tracePt t="42674" x="2768600" y="1181100"/>
          <p14:tracePt t="42691" x="2806700" y="1149350"/>
          <p14:tracePt t="42708" x="2863850" y="1130300"/>
          <p14:tracePt t="42724" x="2914650" y="1123950"/>
          <p14:tracePt t="42741" x="2959100" y="1123950"/>
          <p14:tracePt t="42757" x="3022600" y="1117600"/>
          <p14:tracePt t="42774" x="3067050" y="1117600"/>
          <p14:tracePt t="42790" x="3098800" y="1123950"/>
          <p14:tracePt t="42807" x="3143250" y="1130300"/>
          <p14:tracePt t="42823" x="3168650" y="1130300"/>
          <p14:tracePt t="42841" x="3200400" y="1136650"/>
          <p14:tracePt t="42857" x="3213100" y="1136650"/>
          <p14:tracePt t="42873" x="3225800" y="1143000"/>
          <p14:tracePt t="42890" x="3238500" y="1143000"/>
          <p14:tracePt t="42906" x="3251200" y="1136650"/>
          <p14:tracePt t="42923" x="3263900" y="1136650"/>
          <p14:tracePt t="42940" x="3276600" y="1130300"/>
          <p14:tracePt t="42956" x="3282950" y="1123950"/>
          <p14:tracePt t="42973" x="3295650" y="1117600"/>
          <p14:tracePt t="42989" x="3321050" y="1117600"/>
          <p14:tracePt t="43006" x="3346450" y="1111250"/>
          <p14:tracePt t="43024" x="3397250" y="1092200"/>
          <p14:tracePt t="43039" x="3441700" y="1085850"/>
          <p14:tracePt t="43056" x="3486150" y="1079500"/>
          <p14:tracePt t="43073" x="3556000" y="1073150"/>
          <p14:tracePt t="43089" x="3606800" y="1073150"/>
          <p14:tracePt t="43106" x="3663950" y="1073150"/>
          <p14:tracePt t="43122" x="3759200" y="1073150"/>
          <p14:tracePt t="43139" x="3835400" y="1073150"/>
          <p14:tracePt t="43143" x="3879850" y="1073150"/>
          <p14:tracePt t="43157" x="3943350" y="1073150"/>
          <p14:tracePt t="43172" x="4025900" y="1085850"/>
          <p14:tracePt t="43189" x="4095750" y="1098550"/>
          <p14:tracePt t="43206" x="4140200" y="1111250"/>
          <p14:tracePt t="43222" x="4191000" y="1117600"/>
          <p14:tracePt t="43239" x="4222750" y="1117600"/>
          <p14:tracePt t="43255" x="4273550" y="1117600"/>
          <p14:tracePt t="43272" x="4305300" y="1117600"/>
          <p14:tracePt t="43289" x="4343400" y="1117600"/>
          <p14:tracePt t="43305" x="4406900" y="1111250"/>
          <p14:tracePt t="43322" x="4445000" y="1104900"/>
          <p14:tracePt t="43339" x="4527550" y="1092200"/>
          <p14:tracePt t="43355" x="4578350" y="1073150"/>
          <p14:tracePt t="43371" x="4641850" y="1066800"/>
          <p14:tracePt t="43389" x="4730750" y="1047750"/>
          <p14:tracePt t="43405" x="4800600" y="1041400"/>
          <p14:tracePt t="43421" x="4870450" y="1022350"/>
          <p14:tracePt t="43438" x="4972050" y="996950"/>
          <p14:tracePt t="43455" x="5029200" y="990600"/>
          <p14:tracePt t="43472" x="5124450" y="952500"/>
          <p14:tracePt t="43487" x="5156200" y="946150"/>
          <p14:tracePt t="43504" x="5187950" y="927100"/>
          <p14:tracePt t="43521" x="5213350" y="914400"/>
          <p14:tracePt t="43538" x="5226050" y="914400"/>
          <p14:tracePt t="43577" x="5232400" y="914400"/>
          <p14:tracePt t="43605" x="5232400" y="908050"/>
          <p14:tracePt t="44163" x="5238750" y="914400"/>
          <p14:tracePt t="44170" x="5264150" y="939800"/>
          <p14:tracePt t="44177" x="5283200" y="952500"/>
          <p14:tracePt t="44186" x="5314950" y="984250"/>
          <p14:tracePt t="44202" x="5372100" y="1041400"/>
          <p14:tracePt t="44219" x="5486400" y="1136650"/>
          <p14:tracePt t="44235" x="5556250" y="1219200"/>
          <p14:tracePt t="44252" x="5626100" y="1276350"/>
          <p14:tracePt t="44269" x="5702300" y="1377950"/>
          <p14:tracePt t="44285" x="5734050" y="1454150"/>
          <p14:tracePt t="44302" x="5765800" y="1517650"/>
          <p14:tracePt t="44319" x="5778500" y="1555750"/>
          <p14:tracePt t="44335" x="5784850" y="1581150"/>
          <p14:tracePt t="44352" x="5784850" y="1593850"/>
          <p14:tracePt t="44368" x="5791200" y="1606550"/>
          <p14:tracePt t="44385" x="5791200" y="1612900"/>
          <p14:tracePt t="44402" x="5791200" y="1619250"/>
          <p14:tracePt t="44418" x="5784850" y="1619250"/>
          <p14:tracePt t="44434" x="5778500" y="1625600"/>
          <p14:tracePt t="44452" x="5772150" y="1625600"/>
          <p14:tracePt t="44468" x="5753100" y="1638300"/>
          <p14:tracePt t="44484" x="5740400" y="1644650"/>
          <p14:tracePt t="44501" x="5727700" y="1657350"/>
          <p14:tracePt t="44518" x="5721350" y="1670050"/>
          <p14:tracePt t="44536" x="5715000" y="1689100"/>
          <p14:tracePt t="44551" x="5702300" y="1714500"/>
          <p14:tracePt t="44567" x="5683250" y="1752600"/>
          <p14:tracePt t="44584" x="5626100" y="1854200"/>
          <p14:tracePt t="44600" x="5537200" y="1981200"/>
          <p14:tracePt t="44617" x="5435600" y="2133600"/>
          <p14:tracePt t="44634" x="5213350" y="2514600"/>
          <p14:tracePt t="44650" x="5067300" y="2806700"/>
          <p14:tracePt t="44667" x="4914900" y="3060700"/>
          <p14:tracePt t="44670" x="4832350" y="3251200"/>
          <p14:tracePt t="44684" x="4616450" y="3651250"/>
          <p14:tracePt t="44700" x="4470400" y="3943350"/>
          <p14:tracePt t="44718" x="4318000" y="4229100"/>
          <p14:tracePt t="44734" x="4248150" y="4337050"/>
          <p14:tracePt t="44750" x="4216400" y="4406900"/>
          <p14:tracePt t="44767" x="4184650" y="4451350"/>
          <p14:tracePt t="44783" x="4178300" y="4470400"/>
          <p14:tracePt t="44800" x="4165600" y="4476750"/>
          <p14:tracePt t="44816" x="4165600" y="4483100"/>
          <p14:tracePt t="45117" x="4165600" y="4495800"/>
          <p14:tracePt t="45145" x="4171950" y="4495800"/>
          <p14:tracePt t="45495" x="4165600" y="4508500"/>
          <p14:tracePt t="45502" x="4152900" y="4533900"/>
          <p14:tracePt t="45514" x="4146550" y="4552950"/>
          <p14:tracePt t="45531" x="4102100" y="4610100"/>
          <p14:tracePt t="45548" x="4076700" y="4660900"/>
          <p14:tracePt t="45564" x="4057650" y="4718050"/>
          <p14:tracePt t="45581" x="4044950" y="4819650"/>
          <p14:tracePt t="45597" x="4038600" y="4889500"/>
          <p14:tracePt t="45614" x="4044950" y="4965700"/>
          <p14:tracePt t="45630" x="4044950" y="5010150"/>
          <p14:tracePt t="45647" x="4057650" y="5060950"/>
          <p14:tracePt t="45664" x="4076700" y="5099050"/>
          <p14:tracePt t="45680" x="4089400" y="5130800"/>
          <p14:tracePt t="45697" x="4108450" y="5162550"/>
          <p14:tracePt t="45713" x="4133850" y="5226050"/>
          <p14:tracePt t="45730" x="4152900" y="5276850"/>
          <p14:tracePt t="45748" x="4203700" y="5365750"/>
          <p14:tracePt t="45763" x="4229100" y="5416550"/>
          <p14:tracePt t="45780" x="4273550" y="5461000"/>
          <p14:tracePt t="45797" x="4349750" y="5518150"/>
          <p14:tracePt t="45813" x="4394200" y="5549900"/>
          <p14:tracePt t="45830" x="4476750" y="5575300"/>
          <p14:tracePt t="45846" x="4552950" y="5588000"/>
          <p14:tracePt t="45863" x="4597400" y="5588000"/>
          <p14:tracePt t="45880" x="4622800" y="5581650"/>
          <p14:tracePt t="45896" x="4660900" y="5543550"/>
          <p14:tracePt t="45913" x="4692650" y="5518150"/>
          <p14:tracePt t="45930" x="4730750" y="5473700"/>
          <p14:tracePt t="45946" x="4743450" y="5441950"/>
          <p14:tracePt t="45962" x="4756150" y="5416550"/>
          <p14:tracePt t="45980" x="4775200" y="5397500"/>
          <p14:tracePt t="45996" x="4775200" y="5391150"/>
          <p14:tracePt t="46013" x="4775200" y="5384800"/>
          <p14:tracePt t="46029" x="4762500" y="5378450"/>
          <p14:tracePt t="46046" x="4737100" y="5372100"/>
          <p14:tracePt t="46063" x="4660900" y="5340350"/>
          <p14:tracePt t="46079" x="4565650" y="5327650"/>
          <p14:tracePt t="46095" x="4470400" y="5308600"/>
          <p14:tracePt t="46113" x="4273550" y="5308600"/>
          <p14:tracePt t="46128" x="4159250" y="5308600"/>
          <p14:tracePt t="46145" x="4051300" y="5346700"/>
          <p14:tracePt t="46162" x="3898900" y="5403850"/>
          <p14:tracePt t="46179" x="3784600" y="5448300"/>
          <p14:tracePt t="46196" x="3721100" y="5486400"/>
          <p14:tracePt t="46198" x="3702050" y="5511800"/>
          <p14:tracePt t="46212" x="3670300" y="5543550"/>
          <p14:tracePt t="46228" x="3663950" y="5588000"/>
          <p14:tracePt t="46245" x="3663950" y="5632450"/>
          <p14:tracePt t="46262" x="3670300" y="5645150"/>
          <p14:tracePt t="46278" x="3676650" y="5651500"/>
          <p14:tracePt t="46295" x="3702050" y="5651500"/>
          <p14:tracePt t="46311" x="3733800" y="5664200"/>
          <p14:tracePt t="46329" x="3765550" y="5664200"/>
          <p14:tracePt t="46345" x="3835400" y="5670550"/>
          <p14:tracePt t="46362" x="3886200" y="5670550"/>
          <p14:tracePt t="46379" x="3981450" y="5657850"/>
          <p14:tracePt t="46395" x="4038600" y="5651500"/>
          <p14:tracePt t="46411" x="4121150" y="5638800"/>
          <p14:tracePt t="46428" x="4260850" y="5600700"/>
          <p14:tracePt t="46445" x="4318000" y="5594350"/>
          <p14:tracePt t="46461" x="4375150" y="5568950"/>
          <p14:tracePt t="46478" x="4425950" y="5537200"/>
          <p14:tracePt t="46494" x="4445000" y="5518150"/>
          <p14:tracePt t="46511" x="4457700" y="5486400"/>
          <p14:tracePt t="46527" x="4457700" y="5480050"/>
          <p14:tracePt t="46544" x="4464050" y="5454650"/>
          <p14:tracePt t="46561" x="4451350" y="5429250"/>
          <p14:tracePt t="46577" x="4419600" y="5410200"/>
          <p14:tracePt t="46594" x="4356100" y="5372100"/>
          <p14:tracePt t="46611" x="4235450" y="5321300"/>
          <p14:tracePt t="46627" x="4140200" y="5295900"/>
          <p14:tracePt t="46643" x="4032250" y="5283200"/>
          <p14:tracePt t="46660" x="3911600" y="5302250"/>
          <p14:tracePt t="46677" x="3835400" y="5346700"/>
          <p14:tracePt t="46694" x="3721100" y="5410200"/>
          <p14:tracePt t="46710" x="3695700" y="5448300"/>
          <p14:tracePt t="46726" x="3670300" y="5505450"/>
          <p14:tracePt t="46744" x="3683000" y="5549900"/>
          <p14:tracePt t="46760" x="3702050" y="5581650"/>
          <p14:tracePt t="46776" x="3759200" y="5638800"/>
          <p14:tracePt t="46793" x="3841750" y="5689600"/>
          <p14:tracePt t="46810" x="3886200" y="5715000"/>
          <p14:tracePt t="46827" x="3962400" y="5759450"/>
          <p14:tracePt t="46843" x="4070350" y="5784850"/>
          <p14:tracePt t="46860" x="4159250" y="5797550"/>
          <p14:tracePt t="46877" x="4337050" y="5816600"/>
          <p14:tracePt t="46893" x="4508500" y="5803900"/>
          <p14:tracePt t="46909" x="4584700" y="5791200"/>
          <p14:tracePt t="46926" x="4718050" y="5753100"/>
          <p14:tracePt t="46942" x="4775200" y="5734050"/>
          <p14:tracePt t="46959" x="4851400" y="5683250"/>
          <p14:tracePt t="46976" x="4895850" y="5626100"/>
          <p14:tracePt t="46992" x="4914900" y="5594350"/>
          <p14:tracePt t="47010" x="4921250" y="5575300"/>
          <p14:tracePt t="47025" x="4895850" y="5499100"/>
          <p14:tracePt t="47042" x="4876800" y="5473700"/>
          <p14:tracePt t="47059" x="4781550" y="5410200"/>
          <p14:tracePt t="47075" x="4648200" y="5340350"/>
          <p14:tracePt t="47092" x="4565650" y="5314950"/>
          <p14:tracePt t="47109" x="4375150" y="5270500"/>
          <p14:tracePt t="47125" x="4184650" y="5270500"/>
          <p14:tracePt t="47142" x="4108450" y="5270500"/>
          <p14:tracePt t="47158" x="3962400" y="5295900"/>
          <p14:tracePt t="47175" x="3873500" y="5365750"/>
          <p14:tracePt t="47192" x="3797300" y="5435600"/>
          <p14:tracePt t="47208" x="3784600" y="5467350"/>
          <p14:tracePt t="47225" x="3778250" y="5511800"/>
          <p14:tracePt t="47242" x="3784600" y="5588000"/>
          <p14:tracePt t="47258" x="3803650" y="5619750"/>
          <p14:tracePt t="47275" x="3829050" y="5651500"/>
          <p14:tracePt t="47291" x="3886200" y="5702300"/>
          <p14:tracePt t="47308" x="3975100" y="5746750"/>
          <p14:tracePt t="47325" x="4108450" y="5791200"/>
          <p14:tracePt t="47341" x="4197350" y="5803900"/>
          <p14:tracePt t="47358" x="4356100" y="5810250"/>
          <p14:tracePt t="47375" x="4502150" y="5778500"/>
          <p14:tracePt t="47391" x="4540250" y="5765800"/>
          <p14:tracePt t="47408" x="4629150" y="5721350"/>
          <p14:tracePt t="47424" x="4673600" y="5676900"/>
          <p14:tracePt t="47441" x="4686300" y="5651500"/>
          <p14:tracePt t="47458" x="4699000" y="5607050"/>
          <p14:tracePt t="47473" x="4699000" y="5575300"/>
          <p14:tracePt t="47491" x="4679950" y="5518150"/>
          <p14:tracePt t="47508" x="4641850" y="5461000"/>
          <p14:tracePt t="47524" x="4565650" y="5403850"/>
          <p14:tracePt t="47540" x="4527550" y="5378450"/>
          <p14:tracePt t="47557" x="4394200" y="5327650"/>
          <p14:tracePt t="47574" x="4318000" y="5308600"/>
          <p14:tracePt t="47590" x="4159250" y="5270500"/>
          <p14:tracePt t="47607" x="4013200" y="5251450"/>
          <p14:tracePt t="47623" x="3975100" y="5238750"/>
          <p14:tracePt t="47641" x="3911600" y="5251450"/>
          <p14:tracePt t="47657" x="3886200" y="5257800"/>
          <p14:tracePt t="47674" x="3879850" y="5264150"/>
          <p14:tracePt t="47978" x="3886200" y="5264150"/>
          <p14:tracePt t="47984" x="3892550" y="5264150"/>
          <p14:tracePt t="47999" x="3892550" y="5257800"/>
          <p14:tracePt t="48008" x="3898900" y="5251450"/>
          <p14:tracePt t="48022" x="3911600" y="5245100"/>
          <p14:tracePt t="48039" x="3956050" y="5226050"/>
          <p14:tracePt t="48056" x="4032250" y="5181600"/>
          <p14:tracePt t="48072" x="4089400" y="5156200"/>
          <p14:tracePt t="48089" x="4210050" y="5099050"/>
          <p14:tracePt t="48105" x="4311650" y="5054600"/>
          <p14:tracePt t="48122" x="4368800" y="5022850"/>
          <p14:tracePt t="48139" x="4464050" y="4978400"/>
          <p14:tracePt t="48155" x="4572000" y="4953000"/>
          <p14:tracePt t="48172" x="4629150" y="4933950"/>
          <p14:tracePt t="48188" x="4749800" y="4908550"/>
          <p14:tracePt t="48205" x="4806950" y="4889500"/>
          <p14:tracePt t="48208" x="4845050" y="4876800"/>
          <p14:tracePt t="48222" x="4889500" y="4870450"/>
          <p14:tracePt t="48238" x="4946650" y="4864100"/>
          <p14:tracePt t="48255" x="4972050" y="4857750"/>
          <p14:tracePt t="48272" x="5010150" y="4857750"/>
          <p14:tracePt t="48288" x="5035550" y="4857750"/>
          <p14:tracePt t="48304" x="5054600" y="4857750"/>
          <p14:tracePt t="48321" x="5080000" y="4851400"/>
          <p14:tracePt t="48338" x="5105400" y="4845050"/>
          <p14:tracePt t="48354" x="5118100" y="4845050"/>
          <p14:tracePt t="48371" x="5143500" y="4845050"/>
          <p14:tracePt t="48388" x="5175250" y="4845050"/>
          <p14:tracePt t="48405" x="5213350" y="4845050"/>
          <p14:tracePt t="48421" x="5245100" y="4845050"/>
          <p14:tracePt t="48437" x="5302250" y="4845050"/>
          <p14:tracePt t="48455" x="5365750" y="4845050"/>
          <p14:tracePt t="48470" x="5397500" y="4845050"/>
          <p14:tracePt t="48487" x="5435600" y="4851400"/>
          <p14:tracePt t="48504" x="5524500" y="4857750"/>
          <p14:tracePt t="48520" x="5543550" y="4870450"/>
          <p14:tracePt t="48537" x="5562600" y="4876800"/>
          <p14:tracePt t="48553" x="5607050" y="4895850"/>
          <p14:tracePt t="48570" x="5651500" y="4953000"/>
          <p14:tracePt t="48587" x="5702300" y="5016500"/>
          <p14:tracePt t="48603" x="5727700" y="5048250"/>
          <p14:tracePt t="48620" x="5765800" y="5105400"/>
          <p14:tracePt t="48637" x="5784850" y="5162550"/>
          <p14:tracePt t="48653" x="5803900" y="5194300"/>
          <p14:tracePt t="48670" x="5803900" y="5232400"/>
          <p14:tracePt t="48687" x="5797550" y="5346700"/>
          <p14:tracePt t="48704" x="5791200" y="5391150"/>
          <p14:tracePt t="48721" x="5740400" y="5454650"/>
          <p14:tracePt t="48736" x="5664200" y="5518150"/>
          <p14:tracePt t="48753" x="5607050" y="5556250"/>
          <p14:tracePt t="48770" x="5467350" y="5619750"/>
          <p14:tracePt t="48786" x="5308600" y="5702300"/>
          <p14:tracePt t="48803" x="5200650" y="5746750"/>
          <p14:tracePt t="48820" x="5029200" y="5829300"/>
          <p14:tracePt t="48836" x="4933950" y="5854700"/>
          <p14:tracePt t="48853" x="4749800" y="5918200"/>
          <p14:tracePt t="48869" x="4521200" y="5962650"/>
          <p14:tracePt t="48886" x="4394200" y="5969000"/>
          <p14:tracePt t="48903" x="4140200" y="5969000"/>
          <p14:tracePt t="48919" x="3848100" y="5969000"/>
          <p14:tracePt t="48936" x="3721100" y="5969000"/>
          <p14:tracePt t="48952" x="3492500" y="5937250"/>
          <p14:tracePt t="48969" x="3346450" y="5899150"/>
          <p14:tracePt t="48985" x="3270250" y="5880100"/>
          <p14:tracePt t="49002" x="3155950" y="5842000"/>
          <p14:tracePt t="49019" x="3060700" y="5816600"/>
          <p14:tracePt t="49036" x="2978150" y="5791200"/>
          <p14:tracePt t="49052" x="2959100" y="5784850"/>
          <p14:tracePt t="49069" x="2895600" y="5765800"/>
          <p14:tracePt t="49086" x="2857500" y="5753100"/>
          <p14:tracePt t="49102" x="2844800" y="5753100"/>
          <p14:tracePt t="49118" x="2832100" y="5746750"/>
          <p14:tracePt t="49135" x="2806700" y="5727700"/>
          <p14:tracePt t="49152" x="2800350" y="5727700"/>
          <p14:tracePt t="49169" x="2787650" y="5715000"/>
          <p14:tracePt t="49185" x="2768600" y="5695950"/>
          <p14:tracePt t="49201" x="2755900" y="5676900"/>
          <p14:tracePt t="49219" x="2755900" y="5651500"/>
          <p14:tracePt t="49235" x="2749550" y="5638800"/>
          <p14:tracePt t="49251" x="2749550" y="5613400"/>
          <p14:tracePt t="49268" x="2755900" y="5581650"/>
          <p14:tracePt t="49284" x="2762250" y="5556250"/>
          <p14:tracePt t="49301" x="2794000" y="5524500"/>
          <p14:tracePt t="49318" x="2844800" y="5461000"/>
          <p14:tracePt t="49334" x="2876550" y="5435600"/>
          <p14:tracePt t="49351" x="2952750" y="5372100"/>
          <p14:tracePt t="49367" x="3041650" y="5340350"/>
          <p14:tracePt t="49384" x="3092450" y="5321300"/>
          <p14:tracePt t="49401" x="3219450" y="5264150"/>
          <p14:tracePt t="49417" x="3333750" y="5213350"/>
          <p14:tracePt t="49434" x="3397250" y="5194300"/>
          <p14:tracePt t="49451" x="3492500" y="5181600"/>
          <p14:tracePt t="49467" x="3549650" y="5162550"/>
          <p14:tracePt t="49485" x="3695700" y="5118100"/>
          <p14:tracePt t="49500" x="3740150" y="5111750"/>
          <p14:tracePt t="49517" x="3784600" y="5092700"/>
          <p14:tracePt t="49534" x="3860800" y="5086350"/>
          <p14:tracePt t="49550" x="3930650" y="5073650"/>
          <p14:tracePt t="49567" x="3968750" y="5073650"/>
          <p14:tracePt t="49583" x="4038600" y="5080000"/>
          <p14:tracePt t="49600" x="4114800" y="5080000"/>
          <p14:tracePt t="49617" x="4159250" y="5086350"/>
          <p14:tracePt t="49633" x="4222750" y="5092700"/>
          <p14:tracePt t="49650" x="4267200" y="5099050"/>
          <p14:tracePt t="49667" x="4286250" y="5105400"/>
          <p14:tracePt t="49683" x="4292600" y="5105400"/>
          <p14:tracePt t="50032" x="4298950" y="5105400"/>
          <p14:tracePt t="50039" x="4311650" y="5105400"/>
          <p14:tracePt t="50048" x="4324350" y="5099050"/>
          <p14:tracePt t="50065" x="4337050" y="5092700"/>
          <p14:tracePt t="50082" x="4381500" y="5080000"/>
          <p14:tracePt t="50098" x="4406900" y="5073650"/>
          <p14:tracePt t="50115" x="4464050" y="5041900"/>
          <p14:tracePt t="50132" x="4514850" y="5010150"/>
          <p14:tracePt t="50148" x="4546600" y="4997450"/>
          <p14:tracePt t="50165" x="4578350" y="4972050"/>
          <p14:tracePt t="50181" x="4622800" y="4946650"/>
          <p14:tracePt t="50198" x="4635500" y="4940300"/>
          <p14:tracePt t="50215" x="4648200" y="4933950"/>
          <p14:tracePt t="50270" x="4648200" y="4927600"/>
          <p14:tracePt t="50277" x="4641850" y="4927600"/>
          <p14:tracePt t="50292" x="4629150" y="4914900"/>
          <p14:tracePt t="50300" x="4603750" y="4895850"/>
          <p14:tracePt t="50314" x="4572000" y="4876800"/>
          <p14:tracePt t="50331" x="4476750" y="4819650"/>
          <p14:tracePt t="50348" x="4337050" y="4762500"/>
          <p14:tracePt t="50364" x="4248150" y="4743450"/>
          <p14:tracePt t="50381" x="4152900" y="4718050"/>
          <p14:tracePt t="50397" x="3873500" y="4692650"/>
          <p14:tracePt t="50414" x="3797300" y="4692650"/>
          <p14:tracePt t="50431" x="3721100" y="4692650"/>
          <p14:tracePt t="50447" x="3587750" y="4711700"/>
          <p14:tracePt t="50464" x="3467100" y="4743450"/>
          <p14:tracePt t="50481" x="3384550" y="4775200"/>
          <p14:tracePt t="50497" x="3352800" y="4781550"/>
          <p14:tracePt t="50513" x="3302000" y="4806950"/>
          <p14:tracePt t="50530" x="3225800" y="4845050"/>
          <p14:tracePt t="50547" x="3194050" y="4864100"/>
          <p14:tracePt t="50564" x="3136900" y="4933950"/>
          <p14:tracePt t="50580" x="3041650" y="5003800"/>
          <p14:tracePt t="50596" x="3009900" y="5041900"/>
          <p14:tracePt t="50614" x="2921000" y="5143500"/>
          <p14:tracePt t="50630" x="2851150" y="5245100"/>
          <p14:tracePt t="50646" x="2832100" y="5302250"/>
          <p14:tracePt t="50663" x="2794000" y="5410200"/>
          <p14:tracePt t="50679" x="2794000" y="5492750"/>
          <p14:tracePt t="50696" x="2794000" y="5530850"/>
          <p14:tracePt t="50713" x="2825750" y="5607050"/>
          <p14:tracePt t="50730" x="2844800" y="5638800"/>
          <p14:tracePt t="50746" x="2895600" y="5702300"/>
          <p14:tracePt t="50750" x="2921000" y="5734050"/>
          <p14:tracePt t="50763" x="2940050" y="5759450"/>
          <p14:tracePt t="50779" x="2965450" y="5791200"/>
          <p14:tracePt t="50796" x="3022600" y="5835650"/>
          <p14:tracePt t="50813" x="3086100" y="5899150"/>
          <p14:tracePt t="50830" x="3130550" y="5924550"/>
          <p14:tracePt t="50845" x="3282950" y="6000750"/>
          <p14:tracePt t="50862" x="3479800" y="6096000"/>
          <p14:tracePt t="50879" x="3600450" y="6140450"/>
          <p14:tracePt t="50896" x="3829050" y="6216650"/>
          <p14:tracePt t="50912" x="4089400" y="6267450"/>
          <p14:tracePt t="50930" x="4318000" y="6286500"/>
          <p14:tracePt t="50945" x="4445000" y="6286500"/>
          <p14:tracePt t="50962" x="4686300" y="6273800"/>
          <p14:tracePt t="50979" x="4914900" y="6242050"/>
          <p14:tracePt t="50995" x="5029200" y="6223000"/>
          <p14:tracePt t="51012" x="5124450" y="6191250"/>
          <p14:tracePt t="51028" x="5410200" y="6064250"/>
          <p14:tracePt t="51045" x="5492750" y="6026150"/>
          <p14:tracePt t="51062" x="5575300" y="5988050"/>
          <p14:tracePt t="51078" x="5715000" y="5873750"/>
          <p14:tracePt t="51095" x="5816600" y="5797550"/>
          <p14:tracePt t="51112" x="5835650" y="5765800"/>
          <p14:tracePt t="51129" x="5880100" y="5715000"/>
          <p14:tracePt t="51145" x="5892800" y="5689600"/>
          <p14:tracePt t="51161" x="5899150" y="5619750"/>
          <p14:tracePt t="51178" x="5886450" y="5568950"/>
          <p14:tracePt t="51195" x="5810250" y="5454650"/>
          <p14:tracePt t="51211" x="5683250" y="5295900"/>
          <p14:tracePt t="51228" x="5588000" y="5200650"/>
          <p14:tracePt t="51245" x="5384800" y="5041900"/>
          <p14:tracePt t="51261" x="5118100" y="4889500"/>
          <p14:tracePt t="51277" x="4997450" y="4845050"/>
          <p14:tracePt t="51295" x="4711700" y="4756150"/>
          <p14:tracePt t="51311" x="4457700" y="4711700"/>
          <p14:tracePt t="51327" x="4343400" y="4705350"/>
          <p14:tracePt t="51344" x="4121150" y="4737100"/>
          <p14:tracePt t="51360" x="4032250" y="4756150"/>
          <p14:tracePt t="51377" x="3810000" y="4845050"/>
          <p14:tracePt t="51394" x="3606800" y="4946650"/>
          <p14:tracePt t="51410" x="3517900" y="5010150"/>
          <p14:tracePt t="51427" x="3359150" y="5130800"/>
          <p14:tracePt t="51444" x="3263900" y="5264150"/>
          <p14:tracePt t="51460" x="3238500" y="5308600"/>
          <p14:tracePt t="51477" x="3213100" y="5353050"/>
          <p14:tracePt t="51493" x="3206750" y="5372100"/>
          <p14:tracePt t="51540" x="3219450" y="5372100"/>
          <p14:tracePt t="51547" x="3225800" y="5372100"/>
          <p14:tracePt t="51563" x="3251200" y="5365750"/>
          <p14:tracePt t="51576" x="3289300" y="5353050"/>
          <p14:tracePt t="52403" x="3314700" y="5321300"/>
          <p14:tracePt t="52410" x="3340100" y="5276850"/>
          <p14:tracePt t="52426" x="3371850" y="5232400"/>
          <p14:tracePt t="52440" x="3397250" y="5162550"/>
          <p14:tracePt t="52457" x="3454400" y="5054600"/>
          <p14:tracePt t="52474" x="3492500" y="4940300"/>
          <p14:tracePt t="52490" x="3511550" y="4902200"/>
          <p14:tracePt t="52507" x="3517900" y="4845050"/>
          <p14:tracePt t="52523" x="3524250" y="4826000"/>
          <p14:tracePt t="52540" x="3524250" y="4819650"/>
          <p14:tracePt t="52606" x="3517900" y="4819650"/>
          <p14:tracePt t="52613" x="3505200" y="4819650"/>
          <p14:tracePt t="52622" x="3492500" y="4813300"/>
          <p14:tracePt t="52639" x="3473450" y="4813300"/>
          <p14:tracePt t="52656" x="3403600" y="4826000"/>
          <p14:tracePt t="52673" x="3371850" y="4851400"/>
          <p14:tracePt t="52690" x="3282950" y="4914900"/>
          <p14:tracePt t="52706" x="3206750" y="5003800"/>
          <p14:tracePt t="52722" x="3181350" y="5060950"/>
          <p14:tracePt t="52740" x="3149600" y="5156200"/>
          <p14:tracePt t="52755" x="3155950" y="5238750"/>
          <p14:tracePt t="52772" x="3168650" y="5283200"/>
          <p14:tracePt t="52789" x="3200400" y="5346700"/>
          <p14:tracePt t="52806" x="3251200" y="5410200"/>
          <p14:tracePt t="52822" x="3263900" y="5429250"/>
          <p14:tracePt t="52839" x="3282950" y="5467350"/>
          <p14:tracePt t="52855" x="3295650" y="5486400"/>
          <p14:tracePt t="52894" x="3295650" y="5492750"/>
          <p14:tracePt t="52936" x="3295650" y="5499100"/>
          <p14:tracePt t="52964" x="3302000" y="5499100"/>
          <p14:tracePt t="53006" x="3308350" y="5499100"/>
          <p14:tracePt t="53027" x="3321050" y="5499100"/>
          <p14:tracePt t="53034" x="3327400" y="5499100"/>
          <p14:tracePt t="53041" x="3340100" y="5492750"/>
          <p14:tracePt t="53057" x="3352800" y="5492750"/>
          <p14:tracePt t="53071" x="3371850" y="5486400"/>
          <p14:tracePt t="53088" x="3422650" y="5467350"/>
          <p14:tracePt t="53105" x="3479800" y="5454650"/>
          <p14:tracePt t="53121" x="3511550" y="5435600"/>
          <p14:tracePt t="53138" x="3556000" y="5422900"/>
          <p14:tracePt t="53154" x="3581400" y="5410200"/>
          <p14:tracePt t="53171" x="3587750" y="5410200"/>
          <p14:tracePt t="53188" x="3594100" y="5403850"/>
          <p14:tracePt t="53204" x="3600450" y="5397500"/>
          <p14:tracePt t="53238" x="3619500" y="5397500"/>
          <p14:tracePt t="53254" x="3644900" y="5391150"/>
          <p14:tracePt t="53272" x="3663950" y="5391150"/>
          <p14:tracePt t="53287" x="3714750" y="5372100"/>
          <p14:tracePt t="53304" x="3759200" y="5353050"/>
          <p14:tracePt t="53307" x="3803650" y="5334000"/>
          <p14:tracePt t="53321" x="3860800" y="5295900"/>
          <p14:tracePt t="53337" x="3949700" y="5226050"/>
          <p14:tracePt t="53354" x="4000500" y="5168900"/>
          <p14:tracePt t="53371" x="4070350" y="5073650"/>
          <p14:tracePt t="53387" x="4083050" y="5054600"/>
          <p14:tracePt t="53403" x="4114800" y="5016500"/>
          <p14:tracePt t="53420" x="4121150" y="5003800"/>
          <p14:tracePt t="53437" x="4121150" y="4997450"/>
          <p14:tracePt t="53546" x="4121150" y="5010150"/>
          <p14:tracePt t="53554" x="4121150" y="5016500"/>
          <p14:tracePt t="53567" x="4121150" y="5022850"/>
          <p14:tracePt t="53574" x="4121150" y="5041900"/>
          <p14:tracePt t="53589" x="4121150" y="5054600"/>
          <p14:tracePt t="53603" x="4121150" y="5111750"/>
          <p14:tracePt t="53619" x="4121150" y="5149850"/>
          <p14:tracePt t="53637" x="4127500" y="5251450"/>
          <p14:tracePt t="53653" x="4127500" y="5302250"/>
          <p14:tracePt t="53669" x="4127500" y="5397500"/>
          <p14:tracePt t="53687" x="4127500" y="5454650"/>
          <p14:tracePt t="53702" x="4127500" y="5473700"/>
          <p14:tracePt t="53719" x="4127500" y="5505450"/>
          <p14:tracePt t="53736" x="4127500" y="5518150"/>
          <p14:tracePt t="53753" x="4133850" y="5518150"/>
          <p14:tracePt t="53827" x="4133850" y="5524500"/>
          <p14:tracePt t="53966" x="4140200" y="5518150"/>
          <p14:tracePt t="54009" x="4146550" y="5511800"/>
          <p14:tracePt t="54023" x="4159250" y="5505450"/>
          <p14:tracePt t="54037" x="4165600" y="5499100"/>
          <p14:tracePt t="54044" x="4171950" y="5486400"/>
          <p14:tracePt t="54058" x="4184650" y="5473700"/>
          <p14:tracePt t="54067" x="4210050" y="5454650"/>
          <p14:tracePt t="54084" x="4222750" y="5435600"/>
          <p14:tracePt t="54101" x="4279900" y="5391150"/>
          <p14:tracePt t="54118" x="4324350" y="5334000"/>
          <p14:tracePt t="54135" x="4356100" y="5308600"/>
          <p14:tracePt t="54151" x="4368800" y="5302250"/>
          <p14:tracePt t="54167" x="4387850" y="5283200"/>
          <p14:tracePt t="54185" x="4394200" y="5276850"/>
          <p14:tracePt t="54217" x="4394200" y="5270500"/>
          <p14:tracePt t="54269" x="4381500" y="5264150"/>
          <p14:tracePt t="54276" x="4375150" y="5264150"/>
          <p14:tracePt t="54290" x="4362450" y="5257800"/>
          <p14:tracePt t="54300" x="4343400" y="5257800"/>
          <p14:tracePt t="54319" x="4298950" y="5257800"/>
          <p14:tracePt t="54333" x="4273550" y="5257800"/>
          <p14:tracePt t="54350" x="4197350" y="5257800"/>
          <p14:tracePt t="54367" x="4102100" y="5257800"/>
          <p14:tracePt t="54384" x="4064000" y="5257800"/>
          <p14:tracePt t="54400" x="3994150" y="5257800"/>
          <p14:tracePt t="54417" x="3930650" y="5257800"/>
          <p14:tracePt t="54433" x="3898900" y="5251450"/>
          <p14:tracePt t="54451" x="3854450" y="5238750"/>
          <p14:tracePt t="54467" x="3841750" y="5232400"/>
          <p14:tracePt t="54483" x="3835400" y="5226050"/>
          <p14:tracePt t="54500" x="3829050" y="5226050"/>
          <p14:tracePt t="54516" x="3822700" y="5219700"/>
          <p14:tracePt t="54556" x="3822700" y="5213350"/>
          <p14:tracePt t="54577" x="3822700" y="5207000"/>
          <p14:tracePt t="54586" x="3835400" y="5194300"/>
          <p14:tracePt t="54600" x="3835400" y="5187950"/>
          <p14:tracePt t="54616" x="3848100" y="5168900"/>
          <p14:tracePt t="54634" x="3879850" y="5118100"/>
          <p14:tracePt t="54650" x="3911600" y="5022850"/>
          <p14:tracePt t="54666" x="3943350" y="4978400"/>
          <p14:tracePt t="54683" x="3968750" y="4870450"/>
          <p14:tracePt t="54699" x="3987800" y="4806950"/>
          <p14:tracePt t="54716" x="3987800" y="4787900"/>
          <p14:tracePt t="54732" x="3994150" y="4762500"/>
          <p14:tracePt t="54750" x="3994150" y="4756150"/>
          <p14:tracePt t="54865" x="4000500" y="4756150"/>
          <p14:tracePt t="54935" x="4006850" y="4756150"/>
          <p14:tracePt t="54956" x="4013200" y="4756150"/>
          <p14:tracePt t="54970" x="4019550" y="4756150"/>
          <p14:tracePt t="54977" x="4025900" y="4756150"/>
          <p14:tracePt t="54990" x="4038600" y="4756150"/>
          <p14:tracePt t="55005" x="4051300" y="4756150"/>
          <p14:tracePt t="55018" x="4070350" y="4756150"/>
          <p14:tracePt t="55031" x="4095750" y="4756150"/>
          <p14:tracePt t="55048" x="4140200" y="4756150"/>
          <p14:tracePt t="55064" x="4171950" y="4756150"/>
          <p14:tracePt t="55082" x="4229100" y="4743450"/>
          <p14:tracePt t="55098" x="4286250" y="4724400"/>
          <p14:tracePt t="55114" x="4318000" y="4718050"/>
          <p14:tracePt t="55132" x="4381500" y="4699000"/>
          <p14:tracePt t="55147" x="4438650" y="4667250"/>
          <p14:tracePt t="55164" x="4464050" y="4648200"/>
          <p14:tracePt t="55181" x="4527550" y="4622800"/>
          <p14:tracePt t="55197" x="4546600" y="4610100"/>
          <p14:tracePt t="55214" x="4597400" y="4591050"/>
          <p14:tracePt t="55231" x="4648200" y="4572000"/>
          <p14:tracePt t="55247" x="4667250" y="4565650"/>
          <p14:tracePt t="55264" x="4718050" y="4546600"/>
          <p14:tracePt t="55280" x="4775200" y="4540250"/>
          <p14:tracePt t="55297" x="4806950" y="4533900"/>
          <p14:tracePt t="55314" x="4851400" y="4533900"/>
          <p14:tracePt t="55331" x="4921250" y="4533900"/>
          <p14:tracePt t="55347" x="4959350" y="4533900"/>
          <p14:tracePt t="55364" x="5054600" y="4559300"/>
          <p14:tracePt t="55380" x="5137150" y="4616450"/>
          <p14:tracePt t="55397" x="5168900" y="4641850"/>
          <p14:tracePt t="55413" x="5238750" y="4718050"/>
          <p14:tracePt t="55430" x="5302250" y="4806950"/>
          <p14:tracePt t="55447" x="5334000" y="4883150"/>
          <p14:tracePt t="55463" x="5353050" y="4927600"/>
          <p14:tracePt t="55480" x="5378450" y="4997450"/>
          <p14:tracePt t="55497" x="5397500" y="5041900"/>
          <p14:tracePt t="55513" x="5403850" y="5073650"/>
          <p14:tracePt t="55530" x="5410200" y="5105400"/>
          <p14:tracePt t="55546" x="5410200" y="5143500"/>
          <p14:tracePt t="55563" x="5410200" y="5168900"/>
          <p14:tracePt t="55581" x="5397500" y="5207000"/>
          <p14:tracePt t="55595" x="5372100" y="5238750"/>
          <p14:tracePt t="55612" x="5334000" y="5289550"/>
          <p14:tracePt t="55630" x="5289550" y="5359400"/>
          <p14:tracePt t="55646" x="5264150" y="5378450"/>
          <p14:tracePt t="55662" x="5175250" y="5435600"/>
          <p14:tracePt t="55679" x="5060950" y="5499100"/>
          <p14:tracePt t="55696" x="4991100" y="5537200"/>
          <p14:tracePt t="55712" x="4845050" y="5588000"/>
          <p14:tracePt t="55729" x="4686300" y="5651500"/>
          <p14:tracePt t="55745" x="4610100" y="5670550"/>
          <p14:tracePt t="55763" x="4438650" y="5721350"/>
          <p14:tracePt t="55779" x="4254500" y="5759450"/>
          <p14:tracePt t="55795" x="4140200" y="5759450"/>
          <p14:tracePt t="55812" x="3898900" y="5746750"/>
          <p14:tracePt t="55829" x="3784600" y="5734050"/>
          <p14:tracePt t="55845" x="3568700" y="5715000"/>
          <p14:tracePt t="55862" x="3352800" y="5702300"/>
          <p14:tracePt t="55879" x="3263900" y="5702300"/>
          <p14:tracePt t="55896" x="3086100" y="5708650"/>
          <p14:tracePt t="55912" x="2927350" y="5702300"/>
          <p14:tracePt t="55928" x="2863850" y="5683250"/>
          <p14:tracePt t="55945" x="2730500" y="5645150"/>
          <p14:tracePt t="55961" x="2628900" y="5613400"/>
          <p14:tracePt t="55978" x="2590800" y="5594350"/>
          <p14:tracePt t="55995" x="2540000" y="5556250"/>
          <p14:tracePt t="56012" x="2520950" y="5530850"/>
          <p14:tracePt t="56029" x="2520950" y="5499100"/>
          <p14:tracePt t="56044" x="2533650" y="5448300"/>
          <p14:tracePt t="56061" x="2571750" y="5372100"/>
          <p14:tracePt t="56078" x="2660650" y="5270500"/>
          <p14:tracePt t="56094" x="2705100" y="5213350"/>
          <p14:tracePt t="56111" x="2743200" y="5168900"/>
          <p14:tracePt t="56128" x="2889250" y="5067300"/>
          <p14:tracePt t="56144" x="2933700" y="5035550"/>
          <p14:tracePt t="56161" x="2990850" y="5010150"/>
          <p14:tracePt t="56177" x="3086100" y="4984750"/>
          <p14:tracePt t="56194" x="3200400" y="4959350"/>
          <p14:tracePt t="56211" x="3251200" y="4946650"/>
          <p14:tracePt t="56227" x="3371850" y="4927600"/>
          <p14:tracePt t="56244" x="3473450" y="4914900"/>
          <p14:tracePt t="56261" x="3568700" y="4914900"/>
          <p14:tracePt t="56277" x="3594100" y="4914900"/>
          <p14:tracePt t="56294" x="3644900" y="4914900"/>
          <p14:tracePt t="56310" x="3683000" y="4914900"/>
          <p14:tracePt t="56327" x="3708400" y="4914900"/>
          <p14:tracePt t="56330" x="3721100" y="4914900"/>
          <p14:tracePt t="56360" x="3740150" y="4914900"/>
          <p14:tracePt t="56377" x="3746500" y="4914900"/>
          <p14:tracePt t="56394" x="3752850" y="4914900"/>
          <p14:tracePt t="56972" x="3740150" y="4921250"/>
          <p14:tracePt t="56978" x="3714750" y="4946650"/>
          <p14:tracePt t="56994" x="3689350" y="4984750"/>
          <p14:tracePt t="57008" x="3670300" y="5022850"/>
          <p14:tracePt t="57024" x="3663950" y="5118100"/>
          <p14:tracePt t="57041" x="3663950" y="5168900"/>
          <p14:tracePt t="57058" x="3695700" y="5270500"/>
          <p14:tracePt t="57074" x="3759200" y="5378450"/>
          <p14:tracePt t="57091" x="3822700" y="5473700"/>
          <p14:tracePt t="57108" x="3860800" y="5505450"/>
          <p14:tracePt t="57124" x="3911600" y="5549900"/>
          <p14:tracePt t="57141" x="3956050" y="5581650"/>
          <p14:tracePt t="57157" x="3968750" y="5588000"/>
          <p14:tracePt t="57174" x="3981450" y="5594350"/>
          <p14:tracePt t="57190" x="4038600" y="5600700"/>
          <p14:tracePt t="57207" x="4044950" y="5600700"/>
          <p14:tracePt t="57224" x="4083050" y="5600700"/>
          <p14:tracePt t="57240" x="4095750" y="5600700"/>
          <p14:tracePt t="57257" x="4127500" y="5588000"/>
          <p14:tracePt t="57274" x="4152900" y="5581650"/>
          <p14:tracePt t="57290" x="4159250" y="5575300"/>
          <p14:tracePt t="57307" x="4165600" y="5568950"/>
          <p14:tracePt t="57323" x="4165600" y="5562600"/>
          <p14:tracePt t="57340" x="4171950" y="5562600"/>
          <p14:tracePt t="57400" x="4171950" y="5556250"/>
          <p14:tracePt t="57463" x="4165600" y="5556250"/>
          <p14:tracePt t="57470" x="4159250" y="5549900"/>
          <p14:tracePt t="57484" x="4152900" y="5543550"/>
          <p14:tracePt t="57492" x="4146550" y="5537200"/>
          <p14:tracePt t="57507" x="4133850" y="5524500"/>
          <p14:tracePt t="57523" x="4114800" y="5511800"/>
          <p14:tracePt t="57540" x="4038600" y="5448300"/>
          <p14:tracePt t="57556" x="4006850" y="5429250"/>
          <p14:tracePt t="57572" x="3981450" y="5403850"/>
          <p14:tracePt t="57589" x="3930650" y="5365750"/>
          <p14:tracePt t="57606" x="3886200" y="5321300"/>
          <p14:tracePt t="57622" x="3867150" y="5295900"/>
          <p14:tracePt t="57639" x="3835400" y="5264150"/>
          <p14:tracePt t="57656" x="3816350" y="5213350"/>
          <p14:tracePt t="57673" x="3803650" y="5181600"/>
          <p14:tracePt t="57689" x="3803650" y="5124450"/>
          <p14:tracePt t="57705" x="3803650" y="5067300"/>
          <p14:tracePt t="57723" x="3810000" y="5022850"/>
          <p14:tracePt t="57738" x="3816350" y="4991100"/>
          <p14:tracePt t="57755" x="3822700" y="4921250"/>
          <p14:tracePt t="57772" x="3829050" y="4864100"/>
          <p14:tracePt t="57788" x="3835400" y="4832350"/>
          <p14:tracePt t="57805" x="3841750" y="4813300"/>
          <p14:tracePt t="57822" x="3860800" y="4768850"/>
          <p14:tracePt t="57841" x="3867150" y="4762500"/>
          <p14:tracePt t="57877" x="3873500" y="4756150"/>
          <p14:tracePt t="57912" x="3879850" y="4756150"/>
          <p14:tracePt t="57946" x="3886200" y="4756150"/>
          <p14:tracePt t="58241" x="3879850" y="4756150"/>
          <p14:tracePt t="58262" x="3873500" y="4756150"/>
          <p14:tracePt t="58382" x="3879850" y="4756150"/>
          <p14:tracePt t="58396" x="3892550" y="4756150"/>
          <p14:tracePt t="58403" x="3905250" y="4756150"/>
          <p14:tracePt t="58417" x="3924300" y="4749800"/>
          <p14:tracePt t="58424" x="3956050" y="4743450"/>
          <p14:tracePt t="58439" x="3987800" y="4724400"/>
          <p14:tracePt t="58453" x="4070350" y="4699000"/>
          <p14:tracePt t="58470" x="4102100" y="4686300"/>
          <p14:tracePt t="58487" x="4152900" y="4660900"/>
          <p14:tracePt t="58503" x="4171950" y="4660900"/>
          <p14:tracePt t="58520" x="4191000" y="4654550"/>
          <p14:tracePt t="58536" x="4203700" y="4648200"/>
          <p14:tracePt t="58613" x="4210050" y="4648200"/>
          <p14:tracePt t="58627" x="4216400" y="4648200"/>
          <p14:tracePt t="58633" x="4222750" y="4648200"/>
          <p14:tracePt t="58640" x="4229100" y="4648200"/>
          <p14:tracePt t="59018" x="4267200" y="4622800"/>
          <p14:tracePt t="59025" x="4324350" y="4546600"/>
          <p14:tracePt t="59039" x="4375150" y="4476750"/>
          <p14:tracePt t="59051" x="4425950" y="4387850"/>
          <p14:tracePt t="59067" x="4533900" y="4146550"/>
          <p14:tracePt t="59084" x="4591050" y="4013200"/>
          <p14:tracePt t="59101" x="4711700" y="3708400"/>
          <p14:tracePt t="59117" x="4800600" y="3454400"/>
          <p14:tracePt t="59134" x="4845050" y="3321050"/>
          <p14:tracePt t="59151" x="4889500" y="3136900"/>
          <p14:tracePt t="59167" x="4914900" y="2971800"/>
          <p14:tracePt t="59184" x="4927600" y="2889250"/>
          <p14:tracePt t="59200" x="4933950" y="2749550"/>
          <p14:tracePt t="59217" x="4965700" y="2616200"/>
          <p14:tracePt t="59233" x="4984750" y="2552700"/>
          <p14:tracePt t="59250" x="5010150" y="2444750"/>
          <p14:tracePt t="59267" x="5029200" y="2298700"/>
          <p14:tracePt t="59284" x="5041900" y="2222500"/>
          <p14:tracePt t="59300" x="5041900" y="2095500"/>
          <p14:tracePt t="59316" x="5035550" y="2025650"/>
          <p14:tracePt t="59334" x="5029200" y="1936750"/>
          <p14:tracePt t="59350" x="5029200" y="1905000"/>
          <p14:tracePt t="59366" x="5022850" y="1847850"/>
          <p14:tracePt t="59383" x="5035550" y="1790700"/>
          <p14:tracePt t="59399" x="5054600" y="1746250"/>
          <p14:tracePt t="59402" x="5067300" y="1727200"/>
          <p14:tracePt t="59417" x="5086350" y="1695450"/>
          <p14:tracePt t="59433" x="5137150" y="1644650"/>
          <p14:tracePt t="59449" x="5219700" y="1587500"/>
          <p14:tracePt t="59467" x="5308600" y="1504950"/>
          <p14:tracePt t="59482" x="5372100" y="1454150"/>
          <p14:tracePt t="59499" x="5461000" y="1371600"/>
          <p14:tracePt t="59516" x="5543550" y="1289050"/>
          <p14:tracePt t="59532" x="5568950" y="1257300"/>
          <p14:tracePt t="59550" x="5626100" y="1187450"/>
          <p14:tracePt t="59566" x="5670550" y="1143000"/>
          <p14:tracePt t="59582" x="5695950" y="1123950"/>
          <p14:tracePt t="59600" x="5734050" y="1085850"/>
          <p14:tracePt t="59615" x="5772150" y="1060450"/>
          <p14:tracePt t="59632" x="5791200" y="1035050"/>
          <p14:tracePt t="59650" x="5822950" y="1009650"/>
          <p14:tracePt t="59665" x="5835650" y="990600"/>
          <p14:tracePt t="59682" x="5842000" y="984250"/>
          <p14:tracePt t="59699" x="5861050" y="965200"/>
          <p14:tracePt t="59715" x="5861050" y="952500"/>
          <p14:tracePt t="59732" x="5867400" y="946150"/>
          <p14:tracePt t="59748" x="5873750" y="933450"/>
          <p14:tracePt t="60109" x="5886450" y="927100"/>
          <p14:tracePt t="60116" x="5905500" y="914400"/>
          <p14:tracePt t="60131" x="5918200" y="908050"/>
          <p14:tracePt t="60137" x="5930900" y="895350"/>
          <p14:tracePt t="60147" x="5943600" y="889000"/>
          <p14:tracePt t="60163" x="5969000" y="869950"/>
          <p14:tracePt t="60180" x="6000750" y="857250"/>
          <p14:tracePt t="60197" x="6013450" y="844550"/>
          <p14:tracePt t="60214" x="6070600" y="819150"/>
          <p14:tracePt t="60229" x="6083300" y="812800"/>
          <p14:tracePt t="60247" x="6096000" y="806450"/>
          <p14:tracePt t="60264" x="6121400" y="793750"/>
          <p14:tracePt t="60280" x="6140450" y="787400"/>
          <p14:tracePt t="60296" x="6146800" y="787400"/>
          <p14:tracePt t="60313" x="6165850" y="781050"/>
          <p14:tracePt t="60329" x="6165850" y="774700"/>
          <p14:tracePt t="60347" x="6172200" y="768350"/>
          <p14:tracePt t="60363" x="6184900" y="768350"/>
          <p14:tracePt t="60379" x="6191250" y="768350"/>
          <p14:tracePt t="60446" x="6197600" y="768350"/>
          <p14:tracePt t="60467" x="6203950" y="762000"/>
          <p14:tracePt t="60509" x="6210300" y="762000"/>
          <p14:tracePt t="60516" x="6216650" y="762000"/>
          <p14:tracePt t="60558" x="6223000" y="762000"/>
          <p14:tracePt t="60586" x="6229350" y="762000"/>
          <p14:tracePt t="60621" x="6235700" y="762000"/>
          <p14:tracePt t="60747" x="6242050" y="762000"/>
          <p14:tracePt t="60789" x="6248400" y="762000"/>
          <p14:tracePt t="60838" x="6254750" y="762000"/>
          <p14:tracePt t="60846" x="6254750" y="755650"/>
          <p14:tracePt t="61156" x="6254750" y="762000"/>
          <p14:tracePt t="61170" x="6248400" y="762000"/>
          <p14:tracePt t="61179" x="6248400" y="768350"/>
          <p14:tracePt t="61193" x="6242050" y="774700"/>
          <p14:tracePt t="61240" x="6242050" y="781050"/>
          <p14:tracePt t="61282" x="6235700" y="787400"/>
          <p14:tracePt t="61289" x="6229350" y="793750"/>
          <p14:tracePt t="61302" x="6216650" y="793750"/>
          <p14:tracePt t="61312" x="6197600" y="800100"/>
          <p14:tracePt t="61326" x="6165850" y="800100"/>
          <p14:tracePt t="61343" x="6064250" y="800100"/>
          <p14:tracePt t="61360" x="5873750" y="800100"/>
          <p14:tracePt t="61376" x="5734050" y="793750"/>
          <p14:tracePt t="61393" x="5435600" y="774700"/>
          <p14:tracePt t="61409" x="5003800" y="730250"/>
          <p14:tracePt t="61426" x="4787900" y="717550"/>
          <p14:tracePt t="61429" x="4572000" y="704850"/>
          <p14:tracePt t="61445" x="4362450" y="692150"/>
          <p14:tracePt t="61459" x="3975100" y="654050"/>
          <p14:tracePt t="61476" x="3803650" y="628650"/>
          <p14:tracePt t="61493" x="3524250" y="609600"/>
          <p14:tracePt t="61509" x="3409950" y="596900"/>
          <p14:tracePt t="61525" x="3206750" y="590550"/>
          <p14:tracePt t="61542" x="3054350" y="577850"/>
          <p14:tracePt t="61559" x="3003550" y="577850"/>
          <p14:tracePt t="61576" x="2959100" y="577850"/>
          <p14:tracePt t="61592" x="2946400" y="577850"/>
          <p14:tracePt t="61737" x="2940050" y="584200"/>
          <p14:tracePt t="61759" x="2940050" y="590550"/>
          <p14:tracePt t="61780" x="2940050" y="596900"/>
          <p14:tracePt t="61794" x="2940050" y="603250"/>
          <p14:tracePt t="61801" x="2940050" y="615950"/>
          <p14:tracePt t="61810" x="2940050" y="622300"/>
          <p14:tracePt t="61824" x="2940050" y="628650"/>
          <p14:tracePt t="61841" x="2946400" y="635000"/>
          <p14:tracePt t="61858" x="2965450" y="647700"/>
          <p14:tracePt t="61874" x="2997200" y="679450"/>
          <p14:tracePt t="61892" x="3028950" y="692150"/>
          <p14:tracePt t="61907" x="3105150" y="723900"/>
          <p14:tracePt t="61924" x="3206750" y="781050"/>
          <p14:tracePt t="61941" x="3282950" y="819150"/>
          <p14:tracePt t="61957" x="3314700" y="838200"/>
          <p14:tracePt t="61974" x="3346450" y="857250"/>
          <p14:tracePt t="61991" x="3359150" y="869950"/>
          <p14:tracePt t="62007" x="3365500" y="876300"/>
          <p14:tracePt t="62811" x="3378200" y="952500"/>
          <p14:tracePt t="62825" x="3397250" y="1079500"/>
          <p14:tracePt t="62832" x="3397250" y="1250950"/>
          <p14:tracePt t="62846" x="3422650" y="1473200"/>
          <p14:tracePt t="62854" x="3454400" y="1771650"/>
          <p14:tracePt t="62871" x="3486150" y="2063750"/>
          <p14:tracePt t="62888" x="3581400" y="2711450"/>
          <p14:tracePt t="62904" x="3714750" y="3346450"/>
          <p14:tracePt t="62921" x="3778250" y="3625850"/>
          <p14:tracePt t="62937" x="3873500" y="4057650"/>
          <p14:tracePt t="62954" x="3968750" y="4349750"/>
          <p14:tracePt t="62971" x="3987800" y="4451350"/>
          <p14:tracePt t="62987" x="4051300" y="4635500"/>
          <p14:tracePt t="63004" x="4089400" y="4781550"/>
          <p14:tracePt t="63021" x="4108450" y="4889500"/>
          <p14:tracePt t="63037" x="4121150" y="4921250"/>
          <p14:tracePt t="63053" x="4133850" y="4965700"/>
          <p14:tracePt t="63071" x="4165600" y="5048250"/>
          <p14:tracePt t="63087" x="4178300" y="5073650"/>
          <p14:tracePt t="63103" x="4191000" y="5105400"/>
          <p14:tracePt t="63120" x="4229100" y="5168900"/>
          <p14:tracePt t="63137" x="4267200" y="5295900"/>
          <p14:tracePt t="63153" x="4298950" y="5384800"/>
          <p14:tracePt t="63170" x="4375150" y="5594350"/>
          <p14:tracePt t="63186" x="4457700" y="5791200"/>
          <p14:tracePt t="63204" x="4514850" y="5930900"/>
          <p14:tracePt t="63219" x="4540250" y="5975350"/>
          <p14:tracePt t="63236" x="4552950" y="5994400"/>
          <p14:tracePt t="63253" x="4559300" y="6000750"/>
          <p14:tracePt t="63413" x="4552950" y="6000750"/>
          <p14:tracePt t="63420" x="4552950" y="5988050"/>
          <p14:tracePt t="63434" x="4552950" y="5981700"/>
          <p14:tracePt t="63441" x="4546600" y="5975350"/>
          <p14:tracePt t="63456" x="4546600" y="5962650"/>
          <p14:tracePt t="63469" x="4540250" y="5949950"/>
          <p14:tracePt t="63485" x="4533900" y="5943600"/>
          <p14:tracePt t="63502" x="4533900" y="5937250"/>
          <p14:tracePt t="63519" x="4527550" y="5924550"/>
          <p14:tracePt t="63536" x="4521200" y="5918200"/>
          <p14:tracePt t="63582" x="4514850" y="5911850"/>
          <p14:tracePt t="63596" x="4514850" y="5905500"/>
          <p14:tracePt t="63618" x="4508500" y="5892800"/>
          <p14:tracePt t="63624" x="4502150" y="5880100"/>
          <p14:tracePt t="63635" x="4489450" y="5848350"/>
          <p14:tracePt t="63651" x="4470400" y="5816600"/>
          <p14:tracePt t="63668" x="4425950" y="5715000"/>
          <p14:tracePt t="63685" x="4400550" y="5651500"/>
          <p14:tracePt t="63702" x="4318000" y="5492750"/>
          <p14:tracePt t="63718" x="4298950" y="5448300"/>
          <p14:tracePt t="63735" x="4286250" y="5429250"/>
          <p14:tracePt t="63751" x="4260850" y="5378450"/>
          <p14:tracePt t="63768" x="4248150" y="5359400"/>
          <p14:tracePt t="63785" x="4248150" y="5353050"/>
          <p14:tracePt t="63801" x="4241800" y="5340350"/>
          <p14:tracePt t="63835" x="4241800" y="5334000"/>
          <p14:tracePt t="64010" x="4248150" y="5334000"/>
          <p14:tracePt t="64024" x="4260850" y="5334000"/>
          <p14:tracePt t="64619" x="4330700" y="5289550"/>
          <p14:tracePt t="64626" x="4419600" y="5194300"/>
          <p14:tracePt t="64634" x="4552950" y="5073650"/>
          <p14:tracePt t="64650" x="4660900" y="4933950"/>
          <p14:tracePt t="64665" x="4819650" y="4762500"/>
          <p14:tracePt t="64681" x="5111750" y="4368800"/>
          <p14:tracePt t="64698" x="5391150" y="3905250"/>
          <p14:tracePt t="64714" x="5537200" y="3632200"/>
          <p14:tracePt t="64731" x="5778500" y="3067050"/>
          <p14:tracePt t="64748" x="5956300" y="2609850"/>
          <p14:tracePt t="64764" x="5988050" y="2457450"/>
          <p14:tracePt t="64781" x="6045200" y="2203450"/>
          <p14:tracePt t="64797" x="6064250" y="2012950"/>
          <p14:tracePt t="64814" x="6076950" y="1930400"/>
          <p14:tracePt t="64831" x="6083300" y="1828800"/>
          <p14:tracePt t="64847" x="6089650" y="1758950"/>
          <p14:tracePt t="64865" x="6096000" y="1676400"/>
          <p14:tracePt t="64881" x="6096000" y="1638300"/>
          <p14:tracePt t="64897" x="6083300" y="1568450"/>
          <p14:tracePt t="64914" x="6083300" y="1511300"/>
          <p14:tracePt t="64931" x="6076950" y="1479550"/>
          <p14:tracePt t="64947" x="6070600" y="1454150"/>
          <p14:tracePt t="64964" x="6051550" y="1327150"/>
          <p14:tracePt t="64980" x="6045200" y="1276350"/>
          <p14:tracePt t="64983" x="6045200" y="1212850"/>
          <p14:tracePt t="64999" x="6045200" y="1149350"/>
          <p14:tracePt t="65013" x="6045200" y="1085850"/>
          <p14:tracePt t="65030" x="6026150" y="939800"/>
          <p14:tracePt t="65047" x="6013450" y="812800"/>
          <p14:tracePt t="65064" x="6007100" y="768350"/>
          <p14:tracePt t="65080" x="6000750" y="730250"/>
          <p14:tracePt t="65097" x="6000750" y="723900"/>
          <p14:tracePt t="65113" x="6000750" y="717550"/>
          <p14:tracePt t="65216" x="5994400" y="711200"/>
          <p14:tracePt t="65236" x="5981700" y="704850"/>
          <p14:tracePt t="65243" x="5975350" y="704850"/>
          <p14:tracePt t="65258" x="5969000" y="698500"/>
          <p14:tracePt t="65266" x="5962650" y="698500"/>
          <p14:tracePt t="65286" x="5956300" y="698500"/>
          <p14:tracePt t="65370" x="5949950" y="698500"/>
          <p14:tracePt t="65979" x="5867400" y="698500"/>
          <p14:tracePt t="65987" x="5772150" y="698500"/>
          <p14:tracePt t="66000" x="5657850" y="698500"/>
          <p14:tracePt t="66009" x="5556250" y="692150"/>
          <p14:tracePt t="66026" x="5429250" y="692150"/>
          <p14:tracePt t="66043" x="5187950" y="692150"/>
          <p14:tracePt t="66060" x="4946650" y="692150"/>
          <p14:tracePt t="66077" x="4743450" y="723900"/>
          <p14:tracePt t="66093" x="4648200" y="749300"/>
          <p14:tracePt t="66110" x="4546600" y="774700"/>
          <p14:tracePt t="66127" x="4337050" y="838200"/>
          <p14:tracePt t="66143" x="4292600" y="850900"/>
          <p14:tracePt t="66159" x="4248150" y="869950"/>
          <p14:tracePt t="66176" x="4197350" y="895350"/>
          <p14:tracePt t="66193" x="4165600" y="901700"/>
          <p14:tracePt t="66210" x="4140200" y="914400"/>
          <p14:tracePt t="66226" x="4114800" y="920750"/>
          <p14:tracePt t="66242" x="4089400" y="933450"/>
          <p14:tracePt t="66260" x="4083050" y="939800"/>
          <p14:tracePt t="66276" x="4076700" y="939800"/>
          <p14:tracePt t="66292" x="4051300" y="946150"/>
          <p14:tracePt t="66309" x="4019550" y="952500"/>
          <p14:tracePt t="66326" x="4000500" y="952500"/>
          <p14:tracePt t="66342" x="3949700" y="952500"/>
          <p14:tracePt t="66359" x="3892550" y="958850"/>
          <p14:tracePt t="66375" x="3873500" y="965200"/>
          <p14:tracePt t="66393" x="3835400" y="965200"/>
          <p14:tracePt t="66409" x="3810000" y="965200"/>
          <p14:tracePt t="66425" x="3797300" y="971550"/>
          <p14:tracePt t="66470" x="3790950" y="971550"/>
          <p14:tracePt t="66512" x="3784600" y="971550"/>
          <p14:tracePt t="66617" x="3797300" y="971550"/>
          <p14:tracePt t="67018" x="3822700" y="971550"/>
          <p14:tracePt t="67032" x="3854450" y="977900"/>
          <p14:tracePt t="67040" x="3898900" y="990600"/>
          <p14:tracePt t="67053" x="3917950" y="996950"/>
          <p14:tracePt t="67060" x="3937000" y="996950"/>
          <p14:tracePt t="67076" x="3956050" y="996950"/>
          <p14:tracePt t="67089" x="3981450" y="996950"/>
          <p14:tracePt t="67106" x="3994150" y="996950"/>
          <p14:tracePt t="67124" x="4019550" y="996950"/>
          <p14:tracePt t="67139" x="4025900" y="996950"/>
          <p14:tracePt t="67156" x="4044950" y="990600"/>
          <p14:tracePt t="67173" x="4044950" y="984250"/>
          <p14:tracePt t="67189" x="4051300" y="984250"/>
          <p14:tracePt t="67229" x="4057650" y="984250"/>
          <p14:tracePt t="67368" x="4064000" y="984250"/>
          <p14:tracePt t="67383" x="4070350" y="984250"/>
          <p14:tracePt t="67391" x="4076700" y="977900"/>
          <p14:tracePt t="67404" x="4089400" y="971550"/>
          <p14:tracePt t="67422" x="4089400" y="965200"/>
          <p14:tracePt t="67784" x="4108450" y="971550"/>
          <p14:tracePt t="67791" x="4133850" y="984250"/>
          <p14:tracePt t="67807" x="4152900" y="1003300"/>
          <p14:tracePt t="67820" x="4165600" y="1016000"/>
          <p14:tracePt t="67837" x="4191000" y="1028700"/>
          <p14:tracePt t="67854" x="4216400" y="1035050"/>
          <p14:tracePt t="67870" x="4241800" y="1035050"/>
          <p14:tracePt t="67887" x="4273550" y="1041400"/>
          <p14:tracePt t="67904" x="4324350" y="1047750"/>
          <p14:tracePt t="67920" x="4368800" y="1047750"/>
          <p14:tracePt t="67937" x="4476750" y="1054100"/>
          <p14:tracePt t="67954" x="4654550" y="1079500"/>
          <p14:tracePt t="67970" x="4756150" y="1085850"/>
          <p14:tracePt t="67987" x="4959350" y="1098550"/>
          <p14:tracePt t="68003" x="5175250" y="1098550"/>
          <p14:tracePt t="68020" x="5276850" y="1085850"/>
          <p14:tracePt t="68023" x="5372100" y="1073150"/>
          <p14:tracePt t="68039" x="5473700" y="1060450"/>
          <p14:tracePt t="68053" x="5607050" y="1022350"/>
          <p14:tracePt t="68070" x="5657850" y="1003300"/>
          <p14:tracePt t="68086" x="5746750" y="977900"/>
          <p14:tracePt t="68103" x="5810250" y="946150"/>
          <p14:tracePt t="68121" x="5861050" y="927100"/>
          <p14:tracePt t="68136" x="5873750" y="914400"/>
          <p14:tracePt t="68152" x="5892800" y="901700"/>
          <p14:tracePt t="68170" x="5911850" y="889000"/>
          <p14:tracePt t="68202" x="5911850" y="882650"/>
          <p14:tracePt t="68716" x="5899150" y="882650"/>
          <p14:tracePt t="68723" x="5861050" y="901700"/>
          <p14:tracePt t="68737" x="5829300" y="914400"/>
          <p14:tracePt t="68751" x="5797550" y="933450"/>
          <p14:tracePt t="68767" x="5746750" y="952500"/>
          <p14:tracePt t="68784" x="5721350" y="958850"/>
          <p14:tracePt t="68800" x="5683250" y="977900"/>
          <p14:tracePt t="68817" x="5657850" y="990600"/>
          <p14:tracePt t="68834" x="5651500" y="990600"/>
          <p14:tracePt t="68850" x="5645150" y="1003300"/>
          <p14:tracePt t="68867" x="5638800" y="1009650"/>
          <p14:tracePt t="68899" x="5632450" y="1009650"/>
          <p14:tracePt t="69263" x="5626100" y="1009650"/>
          <p14:tracePt t="69277" x="5613400" y="1009650"/>
          <p14:tracePt t="69285" x="5607050" y="1009650"/>
          <p14:tracePt t="69299" x="5594350" y="1009650"/>
          <p14:tracePt t="69315" x="5588000" y="1009650"/>
          <p14:tracePt t="69333" x="5562600" y="1016000"/>
          <p14:tracePt t="69348" x="5537200" y="1016000"/>
          <p14:tracePt t="69365" x="5524500" y="1022350"/>
          <p14:tracePt t="69382" x="5486400" y="1028700"/>
          <p14:tracePt t="69398" x="5448300" y="1054100"/>
          <p14:tracePt t="69415" x="5416550" y="1066800"/>
          <p14:tracePt t="69432" x="5314950" y="1123950"/>
          <p14:tracePt t="69448" x="5207000" y="1219200"/>
          <p14:tracePt t="69465" x="5149850" y="1289050"/>
          <p14:tracePt t="69481" x="5029200" y="1498600"/>
          <p14:tracePt t="69498" x="4940300" y="1790700"/>
          <p14:tracePt t="69515" x="4902200" y="1968500"/>
          <p14:tracePt t="69531" x="4857750" y="2400300"/>
          <p14:tracePt t="69548" x="4832350" y="2832100"/>
          <p14:tracePt t="69565" x="4838700" y="3181350"/>
          <p14:tracePt t="69581" x="4851400" y="3321050"/>
          <p14:tracePt t="69598" x="4857750" y="3422650"/>
          <p14:tracePt t="69614" x="4902200" y="3676650"/>
          <p14:tracePt t="69631" x="4908550" y="3733800"/>
          <p14:tracePt t="69649" x="4908550" y="3803650"/>
          <p14:tracePt t="69664" x="4908550" y="3822700"/>
          <p14:tracePt t="69681" x="4908550" y="3841750"/>
          <p14:tracePt t="69986" x="4908550" y="3848100"/>
          <p14:tracePt t="69999" x="4902200" y="3854450"/>
          <p14:tracePt t="70007" x="4895850" y="3860800"/>
          <p14:tracePt t="70021" x="4895850" y="3867150"/>
          <p14:tracePt t="70029" x="4889500" y="3867150"/>
          <p14:tracePt t="70046" x="4883150" y="3873500"/>
          <p14:tracePt t="70063" x="4870450" y="3879850"/>
          <p14:tracePt t="70079" x="4851400" y="3886200"/>
          <p14:tracePt t="70096" x="4845050" y="3892550"/>
          <p14:tracePt t="70112" x="4819650" y="3898900"/>
          <p14:tracePt t="70129" x="4775200" y="3911600"/>
          <p14:tracePt t="70146" x="4756150" y="3917950"/>
          <p14:tracePt t="70163" x="4711700" y="3937000"/>
          <p14:tracePt t="70179" x="4686300" y="3956050"/>
          <p14:tracePt t="70196" x="4667250" y="3962400"/>
          <p14:tracePt t="70212" x="4660900" y="3962400"/>
          <p14:tracePt t="70229" x="4660900" y="3968750"/>
          <p14:tracePt t="70281" x="4667250" y="3968750"/>
          <p14:tracePt t="70287" x="4679950" y="3968750"/>
          <p14:tracePt t="70302" x="4692650" y="3968750"/>
          <p14:tracePt t="70312" x="4705350" y="3968750"/>
          <p14:tracePt t="70329" x="4724400" y="3975100"/>
          <p14:tracePt t="70345" x="4781550" y="3987800"/>
          <p14:tracePt t="70361" x="4851400" y="3987800"/>
          <p14:tracePt t="70379" x="4889500" y="3994150"/>
          <p14:tracePt t="70395" x="4972050" y="4006850"/>
          <p14:tracePt t="70412" x="5080000" y="4038600"/>
          <p14:tracePt t="70428" x="5200650" y="4083050"/>
          <p14:tracePt t="70445" x="5257800" y="4114800"/>
          <p14:tracePt t="70461" x="5365750" y="4197350"/>
          <p14:tracePt t="70478" x="5435600" y="4298950"/>
          <p14:tracePt t="70494" x="5467350" y="4356100"/>
          <p14:tracePt t="70512" x="5505450" y="4502150"/>
          <p14:tracePt t="70528" x="5499100" y="4692650"/>
          <p14:tracePt t="70544" x="5467350" y="4800600"/>
          <p14:tracePt t="70562" x="5365750" y="4984750"/>
          <p14:tracePt t="70578" x="5295900" y="5054600"/>
          <p14:tracePt t="70594" x="5124450" y="5238750"/>
          <p14:tracePt t="70611" x="4908550" y="5372100"/>
          <p14:tracePt t="70627" x="4806950" y="5441950"/>
          <p14:tracePt t="70644" x="4540250" y="5562600"/>
          <p14:tracePt t="70660" x="4286250" y="5619750"/>
          <p14:tracePt t="70677" x="4171950" y="5651500"/>
          <p14:tracePt t="70694" x="3981450" y="5670550"/>
          <p14:tracePt t="70711" x="3848100" y="5664200"/>
          <p14:tracePt t="70727" x="3784600" y="5657850"/>
          <p14:tracePt t="70745" x="3651250" y="5607050"/>
          <p14:tracePt t="70760" x="3536950" y="5549900"/>
          <p14:tracePt t="70777" x="3479800" y="5511800"/>
          <p14:tracePt t="70793" x="3371850" y="5429250"/>
          <p14:tracePt t="70810" x="3263900" y="5308600"/>
          <p14:tracePt t="70827" x="3206750" y="5264150"/>
          <p14:tracePt t="70843" x="3111500" y="5156200"/>
          <p14:tracePt t="70860" x="3067050" y="5111750"/>
          <p14:tracePt t="70877" x="3009900" y="4991100"/>
          <p14:tracePt t="70893" x="2997200" y="4959350"/>
          <p14:tracePt t="70910" x="2990850" y="4933950"/>
          <p14:tracePt t="70926" x="2978150" y="4864100"/>
          <p14:tracePt t="70943" x="2978150" y="4806950"/>
          <p14:tracePt t="70960" x="2990850" y="4775200"/>
          <p14:tracePt t="70976" x="3035300" y="4724400"/>
          <p14:tracePt t="70993" x="3136900" y="4673600"/>
          <p14:tracePt t="71011" x="3238500" y="4635500"/>
          <p14:tracePt t="71026" x="3289300" y="4635500"/>
          <p14:tracePt t="71042" x="3384550" y="4629150"/>
          <p14:tracePt t="71060" x="3536950" y="4629150"/>
          <p14:tracePt t="71076" x="3625850" y="4629150"/>
          <p14:tracePt t="71093" x="3816350" y="4629150"/>
          <p14:tracePt t="71109" x="3956050" y="4629150"/>
          <p14:tracePt t="71125" x="3994150" y="4629150"/>
          <p14:tracePt t="71143" x="4013200" y="4629150"/>
          <p14:tracePt t="71159" x="4025900" y="4635500"/>
          <p14:tracePt t="71193" x="4032250" y="4641850"/>
          <p14:tracePt t="71209" x="4032250" y="4648200"/>
          <p14:tracePt t="71226" x="4013200" y="4673600"/>
          <p14:tracePt t="71242" x="3975100" y="4737100"/>
          <p14:tracePt t="71258" x="3949700" y="4768850"/>
          <p14:tracePt t="71275" x="3879850" y="4883150"/>
          <p14:tracePt t="71292" x="3816350" y="5010150"/>
          <p14:tracePt t="71308" x="3797300" y="5073650"/>
          <p14:tracePt t="71325" x="3740150" y="5200650"/>
          <p14:tracePt t="71341" x="3714750" y="5295900"/>
          <p14:tracePt t="71358" x="3702050" y="5327650"/>
          <p14:tracePt t="71375" x="3702050" y="5346700"/>
          <p14:tracePt t="71391" x="3702050" y="5359400"/>
          <p14:tracePt t="71424" x="3740150" y="5365750"/>
          <p14:tracePt t="71441" x="3841750" y="5384800"/>
          <p14:tracePt t="71458" x="3905250" y="5384800"/>
          <p14:tracePt t="71474" x="4076700" y="5372100"/>
          <p14:tracePt t="71491" x="4165600" y="5340350"/>
          <p14:tracePt t="71508" x="4483100" y="5200650"/>
          <p14:tracePt t="71524" x="4591050" y="5137150"/>
          <p14:tracePt t="71541" x="4711700" y="5073650"/>
          <p14:tracePt t="71558" x="4959350" y="4927600"/>
          <p14:tracePt t="71574" x="5213350" y="4775200"/>
          <p14:tracePt t="71591" x="5334000" y="4711700"/>
          <p14:tracePt t="71594" x="5441950" y="4654550"/>
          <p14:tracePt t="71607" x="5530850" y="4603750"/>
          <p14:tracePt t="71624" x="5683250" y="4546600"/>
          <p14:tracePt t="71641" x="5734050" y="4533900"/>
          <p14:tracePt t="71657" x="5816600" y="4540250"/>
          <p14:tracePt t="71674" x="5867400" y="4565650"/>
          <p14:tracePt t="71691" x="5892800" y="4584700"/>
          <p14:tracePt t="71707" x="5911850" y="4622800"/>
          <p14:tracePt t="71723" x="5930900" y="4718050"/>
          <p14:tracePt t="71740" x="5930900" y="4857750"/>
          <p14:tracePt t="71757" x="5924550" y="4946650"/>
          <p14:tracePt t="71774" x="5911850" y="5048250"/>
          <p14:tracePt t="71790" x="5861050" y="5397500"/>
          <p14:tracePt t="71807" x="5842000" y="5473700"/>
          <p14:tracePt t="71824" x="5791200" y="5619750"/>
          <p14:tracePt t="71840" x="5759450" y="5664200"/>
          <p14:tracePt t="71856" x="5683250" y="5746750"/>
          <p14:tracePt t="71874" x="5607050" y="5816600"/>
          <p14:tracePt t="71889" x="5537200" y="5867400"/>
          <p14:tracePt t="71907" x="5372100" y="5981700"/>
          <p14:tracePt t="71923" x="5143500" y="6096000"/>
          <p14:tracePt t="71940" x="5041900" y="6140450"/>
          <p14:tracePt t="71957" x="4794250" y="6216650"/>
          <p14:tracePt t="71972" x="4565650" y="6261100"/>
          <p14:tracePt t="71990" x="4445000" y="6267450"/>
          <p14:tracePt t="72007" x="4210050" y="6267450"/>
          <p14:tracePt t="72022" x="3968750" y="6242050"/>
          <p14:tracePt t="72039" x="3835400" y="6210300"/>
          <p14:tracePt t="72056" x="3594100" y="6146800"/>
          <p14:tracePt t="72072" x="3352800" y="6051550"/>
          <p14:tracePt t="72089" x="3263900" y="6000750"/>
          <p14:tracePt t="72092" x="3155950" y="5943600"/>
          <p14:tracePt t="72106" x="3060700" y="5873750"/>
          <p14:tracePt t="72123" x="2952750" y="5810250"/>
          <p14:tracePt t="72140" x="2730500" y="5600700"/>
          <p14:tracePt t="72156" x="2667000" y="5543550"/>
          <p14:tracePt t="72172" x="2628900" y="5473700"/>
          <p14:tracePt t="72189" x="2578100" y="5397500"/>
          <p14:tracePt t="72205" x="2559050" y="5302250"/>
          <p14:tracePt t="72222" x="2559050" y="5238750"/>
          <p14:tracePt t="72239" x="2571750" y="5118100"/>
          <p14:tracePt t="72255" x="2609850" y="5010150"/>
          <p14:tracePt t="72272" x="2635250" y="4953000"/>
          <p14:tracePt t="72288" x="2736850" y="4838700"/>
          <p14:tracePt t="72305" x="2882900" y="4737100"/>
          <p14:tracePt t="72322" x="3035300" y="4654550"/>
          <p14:tracePt t="72339" x="3124200" y="4635500"/>
          <p14:tracePt t="72355" x="3302000" y="4572000"/>
          <p14:tracePt t="72372" x="3505200" y="4533900"/>
          <p14:tracePt t="72388" x="3644900" y="4521200"/>
          <p14:tracePt t="72405" x="3771900" y="4508500"/>
          <p14:tracePt t="72421" x="4152900" y="4527550"/>
          <p14:tracePt t="72438" x="4267200" y="4559300"/>
          <p14:tracePt t="72455" x="4495800" y="4591050"/>
          <p14:tracePt t="72471" x="4603750" y="4610100"/>
          <p14:tracePt t="72488" x="4756150" y="4641850"/>
          <p14:tracePt t="72505" x="4813300" y="4654550"/>
          <p14:tracePt t="72521" x="4908550" y="4692650"/>
          <p14:tracePt t="72537" x="4940300" y="4699000"/>
          <p14:tracePt t="72595" x="4940300" y="4705350"/>
          <p14:tracePt t="72617" x="4933950" y="4705350"/>
          <p14:tracePt t="72624" x="4914900" y="4705350"/>
          <p14:tracePt t="72638" x="4883150" y="4705350"/>
          <p14:tracePt t="72653" x="4819650" y="4705350"/>
          <p14:tracePt t="72670" x="4775200" y="4711700"/>
          <p14:tracePt t="72687" x="4679950" y="4756150"/>
          <p14:tracePt t="72703" x="4578350" y="4826000"/>
          <p14:tracePt t="72720" x="4527550" y="4870450"/>
          <p14:tracePt t="72737" x="4406900" y="5048250"/>
          <p14:tracePt t="72753" x="4349750" y="5168900"/>
          <p14:tracePt t="72770" x="4254500" y="5403850"/>
          <p14:tracePt t="72786" x="4191000" y="5657850"/>
          <p14:tracePt t="72803" x="4171950" y="5759450"/>
          <p14:tracePt t="72820" x="4159250" y="5937250"/>
          <p14:tracePt t="72837" x="4152900" y="6019800"/>
          <p14:tracePt t="72853" x="4152900" y="6045200"/>
          <p14:tracePt t="72870" x="4159250" y="6045200"/>
          <p14:tracePt t="72905" x="4165600" y="6045200"/>
          <p14:tracePt t="72933" x="4171950" y="6045200"/>
          <p14:tracePt t="72946" x="4178300" y="6038850"/>
          <p14:tracePt t="72955" x="4222750" y="6032500"/>
          <p14:tracePt t="72969" x="4260850" y="6019800"/>
          <p14:tracePt t="72986" x="4368800" y="5988050"/>
          <p14:tracePt t="73003" x="4495800" y="5930900"/>
          <p14:tracePt t="73019" x="4565650" y="5899150"/>
          <p14:tracePt t="73036" x="4635500" y="5861050"/>
          <p14:tracePt t="73052" x="4768850" y="5759450"/>
          <p14:tracePt t="73069" x="4794250" y="5727700"/>
          <p14:tracePt t="73085" x="4806950" y="5702300"/>
          <p14:tracePt t="73102" x="4813300" y="5676900"/>
          <p14:tracePt t="73119" x="4794250" y="5645150"/>
          <p14:tracePt t="73136" x="4724400" y="5588000"/>
          <p14:tracePt t="73152" x="4679950" y="5556250"/>
          <p14:tracePt t="73169" x="4565650" y="5492750"/>
          <p14:tracePt t="73186" x="4489450" y="5473700"/>
          <p14:tracePt t="73202" x="4356100" y="5448300"/>
          <p14:tracePt t="73218" x="4248150" y="5441950"/>
          <p14:tracePt t="73235" x="4152900" y="5467350"/>
          <p14:tracePt t="73251" x="4127500" y="5486400"/>
          <p14:tracePt t="73269" x="4083050" y="5530850"/>
          <p14:tracePt t="73285" x="4076700" y="5549900"/>
          <p14:tracePt t="73301" x="4070350" y="5562600"/>
          <p14:tracePt t="73319" x="4064000" y="5568950"/>
          <p14:tracePt t="73351" x="4070350" y="5568950"/>
          <p14:tracePt t="73368" x="4108450" y="5568950"/>
          <p14:tracePt t="73385" x="4140200" y="5568950"/>
          <p14:tracePt t="73401" x="4216400" y="5556250"/>
          <p14:tracePt t="73418" x="4279900" y="5537200"/>
          <p14:tracePt t="73434" x="4298950" y="5530850"/>
          <p14:tracePt t="73451" x="4318000" y="5524500"/>
          <p14:tracePt t="73467" x="4330700" y="5518150"/>
          <p14:tracePt t="73501" x="4311650" y="5505450"/>
          <p14:tracePt t="73517" x="4260850" y="5499100"/>
          <p14:tracePt t="73534" x="4222750" y="5486400"/>
          <p14:tracePt t="73551" x="4140200" y="5473700"/>
          <p14:tracePt t="73567" x="4057650" y="5473700"/>
          <p14:tracePt t="73584" x="4032250" y="5473700"/>
          <p14:tracePt t="73587" x="4006850" y="5467350"/>
          <p14:tracePt t="73600" x="3994150" y="5467350"/>
          <p14:tracePt t="73617" x="3975100" y="5467350"/>
          <p14:tracePt t="73669" x="3987800" y="5467350"/>
          <p14:tracePt t="73676" x="4019550" y="5467350"/>
          <p14:tracePt t="73685" x="4038600" y="5467350"/>
          <p14:tracePt t="73700" x="4070350" y="5467350"/>
          <p14:tracePt t="73717" x="4095750" y="5461000"/>
          <p14:tracePt t="73733" x="4140200" y="5441950"/>
          <p14:tracePt t="73749" x="4165600" y="5429250"/>
          <p14:tracePt t="73767" x="4171950" y="5429250"/>
          <p14:tracePt t="73783" x="4178300" y="5429250"/>
          <p14:tracePt t="73893" x="4184650" y="5429250"/>
          <p14:tracePt t="74260" x="4203700" y="5372100"/>
          <p14:tracePt t="74266" x="4235450" y="5276850"/>
          <p14:tracePt t="74281" x="4267200" y="5187950"/>
          <p14:tracePt t="74287" x="4318000" y="5080000"/>
          <p14:tracePt t="74298" x="4362450" y="4965700"/>
          <p14:tracePt t="74315" x="4438650" y="4794250"/>
          <p14:tracePt t="74331" x="4603750" y="4406900"/>
          <p14:tracePt t="74348" x="4686300" y="4191000"/>
          <p14:tracePt t="74365" x="4895850" y="3721100"/>
          <p14:tracePt t="74381" x="5054600" y="3359150"/>
          <p14:tracePt t="74398" x="5149850" y="3187700"/>
          <p14:tracePt t="74415" x="5295900" y="2895600"/>
          <p14:tracePt t="74431" x="5416550" y="2654300"/>
          <p14:tracePt t="74448" x="5568950" y="2406650"/>
          <p14:tracePt t="74465" x="5607050" y="2286000"/>
          <p14:tracePt t="74481" x="5715000" y="2051050"/>
          <p14:tracePt t="74497" x="5803900" y="1816100"/>
          <p14:tracePt t="74514" x="5822950" y="1714500"/>
          <p14:tracePt t="74531" x="5873750" y="1543050"/>
          <p14:tracePt t="74547" x="5899150" y="1422400"/>
          <p14:tracePt t="74564" x="5905500" y="1339850"/>
          <p14:tracePt t="74580" x="5918200" y="1301750"/>
          <p14:tracePt t="74597" x="5930900" y="1206500"/>
          <p14:tracePt t="74614" x="5943600" y="1073150"/>
          <p14:tracePt t="74630" x="5943600" y="996950"/>
          <p14:tracePt t="74647" x="5937250" y="755650"/>
          <p14:tracePt t="74663" x="5924550" y="508000"/>
          <p14:tracePt t="74680" x="5918200" y="419100"/>
          <p14:tracePt t="74697" x="5899150" y="285750"/>
          <p14:tracePt t="74713" x="5892800" y="190500"/>
          <p14:tracePt t="75153" x="5892800" y="247650"/>
          <p14:tracePt t="75167" x="5892800" y="311150"/>
          <p14:tracePt t="75174" x="5905500" y="387350"/>
          <p14:tracePt t="75188" x="5924550" y="469900"/>
          <p14:tracePt t="75197" x="5943600" y="533400"/>
          <p14:tracePt t="75211" x="5956300" y="577850"/>
          <p14:tracePt t="75228" x="5994400" y="654050"/>
          <p14:tracePt t="75245" x="6019800" y="685800"/>
          <p14:tracePt t="75261" x="6026150" y="692150"/>
          <p14:tracePt t="75278" x="6051550" y="704850"/>
          <p14:tracePt t="75294" x="6064250" y="711200"/>
          <p14:tracePt t="75311" x="6070600" y="723900"/>
          <p14:tracePt t="75328" x="6089650" y="736600"/>
          <p14:tracePt t="75345" x="6108700" y="762000"/>
          <p14:tracePt t="75361" x="6108700" y="774700"/>
          <p14:tracePt t="75378" x="6115050" y="800100"/>
          <p14:tracePt t="75394" x="6121400" y="812800"/>
          <p14:tracePt t="75411" x="6121400" y="838200"/>
          <p14:tracePt t="75427" x="6121400" y="844550"/>
          <p14:tracePt t="75444" x="6121400" y="850900"/>
          <p14:tracePt t="75461" x="6121400" y="857250"/>
          <p14:tracePt t="75936" x="6070600" y="844550"/>
          <p14:tracePt t="75950" x="5988050" y="825500"/>
          <p14:tracePt t="75957" x="5899150" y="806450"/>
          <p14:tracePt t="75971" x="5797550" y="774700"/>
          <p14:tracePt t="75979" x="5683250" y="749300"/>
          <p14:tracePt t="75992" x="5518150" y="730250"/>
          <p14:tracePt t="76009" x="5251450" y="704850"/>
          <p14:tracePt t="76025" x="5111750" y="698500"/>
          <p14:tracePt t="76042" x="4756150" y="685800"/>
          <p14:tracePt t="76058" x="4400550" y="704850"/>
          <p14:tracePt t="76076" x="4102100" y="704850"/>
          <p14:tracePt t="76092" x="3987800" y="711200"/>
          <p14:tracePt t="76109" x="3879850" y="711200"/>
          <p14:tracePt t="76113" x="3778250" y="711200"/>
          <p14:tracePt t="76126" x="3587750" y="711200"/>
          <p14:tracePt t="76141" x="3505200" y="698500"/>
          <p14:tracePt t="76158" x="3429000" y="666750"/>
          <p14:tracePt t="76175" x="3282950" y="622300"/>
          <p14:tracePt t="76191" x="3149600" y="603250"/>
          <p14:tracePt t="76208" x="3111500" y="603250"/>
          <p14:tracePt t="76225" x="3067050" y="603250"/>
          <p14:tracePt t="76241" x="3060700" y="603250"/>
          <p14:tracePt t="76259" x="3054350" y="603250"/>
          <p14:tracePt t="76609" x="3060700" y="603250"/>
          <p14:tracePt t="76616" x="3073400" y="603250"/>
          <p14:tracePt t="76630" x="3086100" y="603250"/>
          <p14:tracePt t="76640" x="3098800" y="609600"/>
          <p14:tracePt t="76657" x="3130550" y="615950"/>
          <p14:tracePt t="76673" x="3232150" y="622300"/>
          <p14:tracePt t="76690" x="3409950" y="647700"/>
          <p14:tracePt t="76707" x="3695700" y="666750"/>
          <p14:tracePt t="76723" x="3886200" y="679450"/>
          <p14:tracePt t="76740" x="4076700" y="692150"/>
          <p14:tracePt t="76758" x="4730750" y="685800"/>
          <p14:tracePt t="76773" x="4978400" y="654050"/>
          <p14:tracePt t="76789" x="5219700" y="641350"/>
          <p14:tracePt t="76806" x="5670550" y="615950"/>
          <p14:tracePt t="76822" x="6019800" y="603250"/>
          <p14:tracePt t="76840" x="6159500" y="590550"/>
          <p14:tracePt t="76856" x="6375400" y="584200"/>
          <p14:tracePt t="76873" x="6502400" y="565150"/>
          <p14:tracePt t="76890" x="6584950" y="546100"/>
          <p14:tracePt t="76906" x="6629400" y="546100"/>
          <p14:tracePt t="76922" x="6673850" y="539750"/>
          <p14:tracePt t="76940" x="6718300" y="533400"/>
          <p14:tracePt t="76956" x="6731000" y="527050"/>
          <p14:tracePt t="76972" x="6743700" y="527050"/>
          <p14:tracePt t="76989" x="6750050" y="527050"/>
          <p14:tracePt t="77030" x="6756400" y="527050"/>
          <p14:tracePt t="77171" x="6750050" y="527050"/>
          <p14:tracePt t="77192" x="6743700" y="533400"/>
          <p14:tracePt t="77199" x="6737350" y="533400"/>
          <p14:tracePt t="77213" x="6731000" y="533400"/>
          <p14:tracePt t="77221" x="6724650" y="539750"/>
          <p14:tracePt t="77248" x="6711950" y="539750"/>
          <p14:tracePt t="77262" x="6705600" y="539750"/>
          <p14:tracePt t="77271" x="6686550" y="546100"/>
          <p14:tracePt t="77288" x="6654800" y="552450"/>
          <p14:tracePt t="77304" x="6572250" y="577850"/>
          <p14:tracePt t="77321" x="6438900" y="628650"/>
          <p14:tracePt t="77337" x="6343650" y="660400"/>
          <p14:tracePt t="77354" x="6134100" y="742950"/>
          <p14:tracePt t="77371" x="6019800" y="787400"/>
          <p14:tracePt t="77389" x="5670550" y="901700"/>
          <p14:tracePt t="77404" x="5575300" y="946150"/>
          <p14:tracePt t="77420" x="5492750" y="971550"/>
          <p14:tracePt t="77438" x="5372100" y="1028700"/>
          <p14:tracePt t="77454" x="5289550" y="1054100"/>
          <p14:tracePt t="77470" x="5257800" y="1073150"/>
          <p14:tracePt t="77487" x="5213350" y="1092200"/>
          <p14:tracePt t="77504" x="5200650" y="1104900"/>
          <p14:tracePt t="77520" x="5200650" y="1111250"/>
          <p14:tracePt t="78946" x="5156200" y="1111250"/>
          <p14:tracePt t="78953" x="5092700" y="1104900"/>
          <p14:tracePt t="78968" x="5010150" y="1079500"/>
          <p14:tracePt t="78982" x="4845050" y="1041400"/>
          <p14:tracePt t="78998" x="4737100" y="1035050"/>
          <p14:tracePt t="79015" x="4635500" y="1009650"/>
          <p14:tracePt t="79031" x="4381500" y="958850"/>
          <p14:tracePt t="79048" x="4140200" y="958850"/>
          <p14:tracePt t="79066" x="3911600" y="958850"/>
          <p14:tracePt t="79081" x="3784600" y="958850"/>
          <p14:tracePt t="79098" x="3556000" y="971550"/>
          <p14:tracePt t="79115" x="3378200" y="984250"/>
          <p14:tracePt t="79131" x="3302000" y="1003300"/>
          <p14:tracePt t="79148" x="3143250" y="1028700"/>
          <p14:tracePt t="79165" x="2978150" y="1060450"/>
          <p14:tracePt t="79181" x="2889250" y="1060450"/>
          <p14:tracePt t="79184" x="2794000" y="1073150"/>
          <p14:tracePt t="79199" x="2717800" y="1073150"/>
          <p14:tracePt t="79214" x="2603500" y="1092200"/>
          <p14:tracePt t="79231" x="2527300" y="1092200"/>
          <p14:tracePt t="79248" x="2406650" y="1111250"/>
          <p14:tracePt t="79265" x="2311400" y="1117600"/>
          <p14:tracePt t="79281" x="2286000" y="1117600"/>
          <p14:tracePt t="79298" x="2203450" y="1123950"/>
          <p14:tracePt t="79314" x="2165350" y="1123950"/>
          <p14:tracePt t="79330" x="2082800" y="1130300"/>
          <p14:tracePt t="79348" x="2012950" y="1155700"/>
          <p14:tracePt t="79364" x="1981200" y="1162050"/>
          <p14:tracePt t="79381" x="1911350" y="1187450"/>
          <p14:tracePt t="79397" x="1847850" y="1212850"/>
          <p14:tracePt t="79414" x="1828800" y="1219200"/>
          <p14:tracePt t="79431" x="1778000" y="1231900"/>
          <p14:tracePt t="79447" x="1733550" y="1244600"/>
          <p14:tracePt t="79463" x="1714500" y="1250950"/>
          <p14:tracePt t="79480" x="1682750" y="1257300"/>
          <p14:tracePt t="79497" x="1651000" y="1263650"/>
          <p14:tracePt t="79514" x="1625600" y="1276350"/>
          <p14:tracePt t="79530" x="1587500" y="1282700"/>
          <p14:tracePt t="79547" x="1543050" y="1289050"/>
          <p14:tracePt t="79564" x="1504950" y="1295400"/>
          <p14:tracePt t="79580" x="1492250" y="1301750"/>
          <p14:tracePt t="79596" x="1473200" y="1308100"/>
          <p14:tracePt t="79613" x="1460500" y="1314450"/>
          <p14:tracePt t="79629" x="1454150" y="1314450"/>
          <p14:tracePt t="79936" x="1466850" y="1314450"/>
          <p14:tracePt t="79949" x="1479550" y="1308100"/>
          <p14:tracePt t="79956" x="1485900" y="1308100"/>
          <p14:tracePt t="79965" x="1492250" y="1308100"/>
          <p14:tracePt t="79980" x="1517650" y="1301750"/>
          <p14:tracePt t="79995" x="1536700" y="1301750"/>
          <p14:tracePt t="80012" x="1593850" y="1301750"/>
          <p14:tracePt t="80028" x="1651000" y="1301750"/>
          <p14:tracePt t="80045" x="1676400" y="1301750"/>
          <p14:tracePt t="80062" x="1758950" y="1320800"/>
          <p14:tracePt t="80078" x="1854200" y="1327150"/>
          <p14:tracePt t="80094" x="1905000" y="1327150"/>
          <p14:tracePt t="80111" x="2032000" y="1333500"/>
          <p14:tracePt t="80128" x="2190750" y="1333500"/>
          <p14:tracePt t="80144" x="2266950" y="1333500"/>
          <p14:tracePt t="80161" x="2393950" y="1320800"/>
          <p14:tracePt t="80178" x="2508250" y="1320800"/>
          <p14:tracePt t="80195" x="2590800" y="1320800"/>
          <p14:tracePt t="80211" x="2616200" y="1314450"/>
          <p14:tracePt t="80228" x="2647950" y="1308100"/>
          <p14:tracePt t="80245" x="2698750" y="1301750"/>
          <p14:tracePt t="80261" x="2711450" y="1301750"/>
          <p14:tracePt t="80277" x="2730500" y="1301750"/>
          <p14:tracePt t="80294" x="2755900" y="1295400"/>
          <p14:tracePt t="80311" x="2781300" y="1295400"/>
          <p14:tracePt t="80327" x="2794000" y="1295400"/>
          <p14:tracePt t="80344" x="2819400" y="1295400"/>
          <p14:tracePt t="80360" x="2851150" y="1295400"/>
          <p14:tracePt t="80378" x="2876550" y="1295400"/>
          <p14:tracePt t="80393" x="2889250" y="1295400"/>
          <p14:tracePt t="80410" x="2927350" y="1295400"/>
          <p14:tracePt t="80427" x="2990850" y="1308100"/>
          <p14:tracePt t="80443" x="3016250" y="1327150"/>
          <p14:tracePt t="80460" x="3086100" y="1333500"/>
          <p14:tracePt t="80477" x="3155950" y="1339850"/>
          <p14:tracePt t="80493" x="3206750" y="1339850"/>
          <p14:tracePt t="80510" x="3232150" y="1346200"/>
          <p14:tracePt t="80526" x="3333750" y="1346200"/>
          <p14:tracePt t="80543" x="3359150" y="1358900"/>
          <p14:tracePt t="80561" x="3403600" y="1358900"/>
          <p14:tracePt t="80576" x="3429000" y="1358900"/>
          <p14:tracePt t="80593" x="3460750" y="1358900"/>
          <p14:tracePt t="80610" x="3505200" y="1358900"/>
          <p14:tracePt t="80626" x="3511550" y="1358900"/>
          <p14:tracePt t="80643" x="3549650" y="1358900"/>
          <p14:tracePt t="80659" x="3568700" y="1358900"/>
          <p14:tracePt t="80676" x="3575050" y="1358900"/>
          <p14:tracePt t="80693" x="3594100" y="1358900"/>
          <p14:tracePt t="80709" x="3613150" y="1358900"/>
          <p14:tracePt t="80726" x="3625850" y="1358900"/>
          <p14:tracePt t="80743" x="3644900" y="1358900"/>
          <p14:tracePt t="80759" x="3683000" y="1358900"/>
          <p14:tracePt t="80776" x="3702050" y="1358900"/>
          <p14:tracePt t="80792" x="3759200" y="1352550"/>
          <p14:tracePt t="80809" x="3816350" y="1358900"/>
          <p14:tracePt t="80825" x="3854450" y="1358900"/>
          <p14:tracePt t="80842" x="3937000" y="1365250"/>
          <p14:tracePt t="80859" x="3975100" y="1365250"/>
          <p14:tracePt t="80876" x="4051300" y="1377950"/>
          <p14:tracePt t="80892" x="4083050" y="1384300"/>
          <p14:tracePt t="80908" x="4102100" y="1384300"/>
          <p14:tracePt t="80925" x="4146550" y="1397000"/>
          <p14:tracePt t="80942" x="4184650" y="1409700"/>
          <p14:tracePt t="80958" x="4197350" y="1416050"/>
          <p14:tracePt t="80975" x="4235450" y="1422400"/>
          <p14:tracePt t="80992" x="4248150" y="1422400"/>
          <p14:tracePt t="81009" x="4254500" y="1422400"/>
          <p14:tracePt t="81025" x="4286250" y="1422400"/>
          <p14:tracePt t="81041" x="4298950" y="1422400"/>
          <p14:tracePt t="81701" x="4318000" y="1422400"/>
          <p14:tracePt t="81708" x="4356100" y="1422400"/>
          <p14:tracePt t="81725" x="4381500" y="1422400"/>
          <p14:tracePt t="81739" x="4413250" y="1422400"/>
          <p14:tracePt t="81755" x="4451350" y="1422400"/>
          <p14:tracePt t="81772" x="4508500" y="1422400"/>
          <p14:tracePt t="81789" x="4540250" y="1422400"/>
          <p14:tracePt t="81806" x="4597400" y="1422400"/>
          <p14:tracePt t="81822" x="4686300" y="1416050"/>
          <p14:tracePt t="81839" x="4724400" y="1416050"/>
          <p14:tracePt t="81855" x="4806950" y="1403350"/>
          <p14:tracePt t="81872" x="4883150" y="1403350"/>
          <p14:tracePt t="81888" x="4914900" y="1397000"/>
          <p14:tracePt t="81905" x="4946650" y="1390650"/>
          <p14:tracePt t="81922" x="4965700" y="1390650"/>
          <p14:tracePt t="81939" x="4972050" y="1384300"/>
          <p14:tracePt t="81971" x="4978400" y="1384300"/>
          <p14:tracePt t="81991" x="4984750" y="1384300"/>
          <p14:tracePt t="82023" x="4991100" y="1384300"/>
          <p14:tracePt t="82199" x="4997450" y="1377950"/>
          <p14:tracePt t="82213" x="5003800" y="1377950"/>
          <p14:tracePt t="82221" x="5010150" y="1371600"/>
          <p14:tracePt t="82234" x="5022850" y="1371600"/>
          <p14:tracePt t="82241" x="5035550" y="1365250"/>
          <p14:tracePt t="82256" x="5041900" y="1358900"/>
          <p14:tracePt t="82271" x="5080000" y="1358900"/>
          <p14:tracePt t="82287" x="5099050" y="1352550"/>
          <p14:tracePt t="82304" x="5130800" y="1346200"/>
          <p14:tracePt t="82320" x="5156200" y="1339850"/>
          <p14:tracePt t="82337" x="5168900" y="1339850"/>
          <p14:tracePt t="82354" x="5181600" y="1339850"/>
          <p14:tracePt t="82370" x="5187950" y="1333500"/>
          <p14:tracePt t="82404" x="5194300" y="1333500"/>
          <p14:tracePt t="82424" x="5200650" y="1333500"/>
          <p14:tracePt t="82439" x="5207000" y="1339850"/>
          <p14:tracePt t="82454" x="5219700" y="1339850"/>
          <p14:tracePt t="82871" x="5232400" y="1346200"/>
          <p14:tracePt t="82885" x="5251450" y="1352550"/>
          <p14:tracePt t="82892" x="5264150" y="1365250"/>
          <p14:tracePt t="82906" x="5289550" y="1377950"/>
          <p14:tracePt t="82918" x="5302250" y="1384300"/>
          <p14:tracePt t="82935" x="5327650" y="1390650"/>
          <p14:tracePt t="82951" x="5334000" y="1397000"/>
          <p14:tracePt t="82969" x="5346700" y="1403350"/>
          <p14:tracePt t="83572" x="5346700" y="1409700"/>
          <p14:tracePt t="83586" x="5321300" y="1422400"/>
          <p14:tracePt t="83592" x="5289550" y="1447800"/>
          <p14:tracePt t="83607" x="5245100" y="1492250"/>
          <p14:tracePt t="83616" x="5187950" y="1543050"/>
          <p14:tracePt t="83632" x="5111750" y="1625600"/>
          <p14:tracePt t="83650" x="4908550" y="1873250"/>
          <p14:tracePt t="83665" x="4654550" y="2260600"/>
          <p14:tracePt t="83682" x="4533900" y="2489200"/>
          <p14:tracePt t="83699" x="4267200" y="2990850"/>
          <p14:tracePt t="83715" x="4070350" y="3473450"/>
          <p14:tracePt t="83732" x="3981450" y="3714750"/>
          <p14:tracePt t="83735" x="3917950" y="3879850"/>
          <p14:tracePt t="83749" x="3886200" y="4006850"/>
          <p14:tracePt t="83765" x="3854450" y="4108450"/>
          <p14:tracePt t="83782" x="3803650" y="4324350"/>
          <p14:tracePt t="83798" x="3803650" y="4349750"/>
          <p14:tracePt t="83815" x="3803650" y="4368800"/>
          <p14:tracePt t="83832" x="3797300" y="4387850"/>
          <p14:tracePt t="83848" x="3797300" y="4400550"/>
          <p14:tracePt t="83865" x="3803650" y="4400550"/>
          <p14:tracePt t="83881" x="3810000" y="4400550"/>
          <p14:tracePt t="83898" x="3816350" y="4406900"/>
          <p14:tracePt t="83915" x="3829050" y="4425950"/>
          <p14:tracePt t="83932" x="3898900" y="4546600"/>
          <p14:tracePt t="83948" x="3981450" y="4743450"/>
          <p14:tracePt t="83965" x="4064000" y="4965700"/>
          <p14:tracePt t="83981" x="4095750" y="5092700"/>
          <p14:tracePt t="83998" x="4140200" y="5346700"/>
          <p14:tracePt t="84015" x="4171950" y="5594350"/>
          <p14:tracePt t="84031" x="4178300" y="5683250"/>
          <p14:tracePt t="84048" x="4178300" y="5746750"/>
          <p14:tracePt t="84064" x="4184650" y="5810250"/>
          <p14:tracePt t="84176" x="4191000" y="5810250"/>
          <p14:tracePt t="84197" x="4197350" y="5797550"/>
          <p14:tracePt t="84203" x="4203700" y="5784850"/>
          <p14:tracePt t="84217" x="4210050" y="5765800"/>
          <p14:tracePt t="84231" x="4229100" y="5740400"/>
          <p14:tracePt t="84247" x="4254500" y="5645150"/>
          <p14:tracePt t="84263" x="4267200" y="5607050"/>
          <p14:tracePt t="84281" x="4318000" y="5467350"/>
          <p14:tracePt t="84297" x="4343400" y="5359400"/>
          <p14:tracePt t="84313" x="4362450" y="5295900"/>
          <p14:tracePt t="84330" x="4381500" y="5213350"/>
          <p14:tracePt t="84347" x="4394200" y="5162550"/>
          <p14:tracePt t="84363" x="4394200" y="5130800"/>
          <p14:tracePt t="84380" x="4400550" y="5092700"/>
          <p14:tracePt t="84397" x="4406900" y="5073650"/>
          <p14:tracePt t="84414" x="4413250" y="5035550"/>
          <p14:tracePt t="84429" x="4419600" y="4997450"/>
          <p14:tracePt t="84446" x="4425950" y="4984750"/>
          <p14:tracePt t="84463" x="4432300" y="4965700"/>
          <p14:tracePt t="84480" x="4432300" y="4953000"/>
          <p14:tracePt t="84513" x="4432300" y="4946650"/>
          <p14:tracePt t="84540" x="4438650" y="4946650"/>
          <p14:tracePt t="84548" x="4445000" y="4946650"/>
          <p14:tracePt t="84568" x="4457700" y="4940300"/>
          <p14:tracePt t="84579" x="4470400" y="4927600"/>
          <p14:tracePt t="84596" x="4483100" y="4921250"/>
          <p14:tracePt t="84613" x="4546600" y="4889500"/>
          <p14:tracePt t="84629" x="4641850" y="4851400"/>
          <p14:tracePt t="84646" x="4756150" y="4806950"/>
          <p14:tracePt t="84662" x="4832350" y="4775200"/>
          <p14:tracePt t="84679" x="4902200" y="4756150"/>
          <p14:tracePt t="84696" x="5111750" y="4711700"/>
          <p14:tracePt t="84712" x="5175250" y="4699000"/>
          <p14:tracePt t="84729" x="5245100" y="4692650"/>
          <p14:tracePt t="84745" x="5346700" y="4692650"/>
          <p14:tracePt t="84762" x="5454650" y="4699000"/>
          <p14:tracePt t="84779" x="5537200" y="4737100"/>
          <p14:tracePt t="84795" x="5581650" y="4756150"/>
          <p14:tracePt t="84812" x="5626100" y="4781550"/>
          <p14:tracePt t="84829" x="5657850" y="4806950"/>
          <p14:tracePt t="84845" x="5676900" y="4826000"/>
          <p14:tracePt t="84861" x="5695950" y="4876800"/>
          <p14:tracePt t="84878" x="5734050" y="4972050"/>
          <p14:tracePt t="84895" x="5740400" y="5048250"/>
          <p14:tracePt t="84912" x="5759450" y="5245100"/>
          <p14:tracePt t="84928" x="5702300" y="5492750"/>
          <p14:tracePt t="84944" x="5645150" y="5632450"/>
          <p14:tracePt t="84962" x="5473700" y="5873750"/>
          <p14:tracePt t="84978" x="5200650" y="6083300"/>
          <p14:tracePt t="84994" x="5022850" y="6178550"/>
          <p14:tracePt t="85011" x="4686300" y="6280150"/>
          <p14:tracePt t="85028" x="4540250" y="6299200"/>
          <p14:tracePt t="85044" x="4235450" y="6305550"/>
          <p14:tracePt t="85061" x="3886200" y="6261100"/>
          <p14:tracePt t="85078" x="3733800" y="6223000"/>
          <p14:tracePt t="85095" x="3473450" y="6146800"/>
          <p14:tracePt t="85111" x="3276600" y="6083300"/>
          <p14:tracePt t="85128" x="3194050" y="6057900"/>
          <p14:tracePt t="85144" x="3048000" y="5988050"/>
          <p14:tracePt t="85161" x="2946400" y="5911850"/>
          <p14:tracePt t="85178" x="2882900" y="5861050"/>
          <p14:tracePt t="85194" x="2794000" y="5765800"/>
          <p14:tracePt t="85210" x="2686050" y="5664200"/>
          <p14:tracePt t="85227" x="2647950" y="5613400"/>
          <p14:tracePt t="85243" x="2603500" y="5492750"/>
          <p14:tracePt t="85260" x="2584450" y="5397500"/>
          <p14:tracePt t="85277" x="2584450" y="5334000"/>
          <p14:tracePt t="85294" x="2616200" y="5213350"/>
          <p14:tracePt t="85310" x="2654300" y="5156200"/>
          <p14:tracePt t="85327" x="2895600" y="4940300"/>
          <p14:tracePt t="85344" x="2971800" y="4889500"/>
          <p14:tracePt t="85360" x="3092450" y="4832350"/>
          <p14:tracePt t="85377" x="3302000" y="4768850"/>
          <p14:tracePt t="85393" x="3486150" y="4730750"/>
          <p14:tracePt t="85410" x="3651250" y="4699000"/>
          <p14:tracePt t="85426" x="3740150" y="4692650"/>
          <p14:tracePt t="85443" x="3917950" y="4692650"/>
          <p14:tracePt t="85460" x="4095750" y="4692650"/>
          <p14:tracePt t="85476" x="4171950" y="4692650"/>
          <p14:tracePt t="85493" x="4292600" y="4705350"/>
          <p14:tracePt t="85510" x="4400550" y="4718050"/>
          <p14:tracePt t="85526" x="4425950" y="4724400"/>
          <p14:tracePt t="85543" x="4451350" y="4724400"/>
          <p14:tracePt t="85559" x="4464050" y="4724400"/>
          <p14:tracePt t="86652" x="4470400" y="4724400"/>
          <p14:tracePt t="86701" x="4476750" y="4724400"/>
          <p14:tracePt t="86723" x="4483100" y="4724400"/>
          <p14:tracePt t="86814" x="4489450" y="4718050"/>
          <p14:tracePt t="86870" x="4495800" y="4718050"/>
          <p14:tracePt t="86884" x="4502150" y="4718050"/>
          <p14:tracePt t="86891" x="4508500" y="4718050"/>
          <p14:tracePt t="86907" x="4521200" y="4718050"/>
          <p14:tracePt t="86926" x="4540250" y="4718050"/>
          <p14:tracePt t="86938" x="4565650" y="4718050"/>
          <p14:tracePt t="86955" x="4591050" y="4718050"/>
          <p14:tracePt t="86971" x="4660900" y="4718050"/>
          <p14:tracePt t="86987" x="4749800" y="4718050"/>
          <p14:tracePt t="87004" x="4845050" y="4730750"/>
          <p14:tracePt t="87021" x="4908550" y="4737100"/>
          <p14:tracePt t="87037" x="5022850" y="4749800"/>
          <p14:tracePt t="87054" x="5143500" y="4756150"/>
          <p14:tracePt t="87070" x="5194300" y="4762500"/>
          <p14:tracePt t="87088" x="5289550" y="4775200"/>
          <p14:tracePt t="87104" x="5372100" y="4781550"/>
          <p14:tracePt t="87121" x="5397500" y="4781550"/>
          <p14:tracePt t="87137" x="5448300" y="4787900"/>
          <p14:tracePt t="87153" x="5486400" y="4794250"/>
          <p14:tracePt t="87170" x="5511800" y="4806950"/>
          <p14:tracePt t="87187" x="5537200" y="4819650"/>
          <p14:tracePt t="87203" x="5562600" y="4832350"/>
          <p14:tracePt t="87237" x="5568950" y="4838700"/>
          <p14:tracePt t="87272" x="5575300" y="4838700"/>
          <p14:tracePt t="87312" x="5575300" y="4845050"/>
          <p14:tracePt t="87326" x="5575300" y="4851400"/>
          <p14:tracePt t="87333" x="5568950" y="4864100"/>
          <p14:tracePt t="87340" x="5562600" y="4870450"/>
          <p14:tracePt t="87355" x="5556250" y="4883150"/>
          <p14:tracePt t="87369" x="5543550" y="4902200"/>
          <p14:tracePt t="87386" x="5511800" y="4953000"/>
          <p14:tracePt t="87403" x="5480050" y="5016500"/>
          <p14:tracePt t="87419" x="5467350" y="5048250"/>
          <p14:tracePt t="87436" x="5435600" y="5099050"/>
          <p14:tracePt t="87453" x="5422900" y="5130800"/>
          <p14:tracePt t="87469" x="5416550" y="5130800"/>
          <p14:tracePt t="87486" x="5410200" y="5143500"/>
          <p14:tracePt t="87503" x="5410200" y="5149850"/>
          <p14:tracePt t="87543" x="5403850" y="5156200"/>
          <p14:tracePt t="87655" x="5403850" y="5162550"/>
          <p14:tracePt t="87684" x="5397500" y="5162550"/>
          <p14:tracePt t="87691" x="5391150" y="5168900"/>
          <p14:tracePt t="87705" x="5384800" y="5175250"/>
          <p14:tracePt t="87719" x="5378450" y="5175250"/>
          <p14:tracePt t="87734" x="5359400" y="5187950"/>
          <p14:tracePt t="87751" x="5346700" y="5194300"/>
          <p14:tracePt t="87768" x="5283200" y="5232400"/>
          <p14:tracePt t="87785" x="5200650" y="5270500"/>
          <p14:tracePt t="87801" x="5143500" y="5289550"/>
          <p14:tracePt t="87818" x="5010150" y="5327650"/>
          <p14:tracePt t="87834" x="4933950" y="5334000"/>
          <p14:tracePt t="87851" x="4756150" y="5353050"/>
          <p14:tracePt t="87868" x="4540250" y="5365750"/>
          <p14:tracePt t="87884" x="4413250" y="5365750"/>
          <p14:tracePt t="87901" x="4184650" y="5353050"/>
          <p14:tracePt t="87918" x="3956050" y="5327650"/>
          <p14:tracePt t="87934" x="3854450" y="5321300"/>
          <p14:tracePt t="87951" x="3632200" y="5295900"/>
          <p14:tracePt t="87967" x="3479800" y="5270500"/>
          <p14:tracePt t="87984" x="3409950" y="5251450"/>
          <p14:tracePt t="88001" x="3263900" y="5219700"/>
          <p14:tracePt t="88017" x="3168650" y="5187950"/>
          <p14:tracePt t="88034" x="3136900" y="5175250"/>
          <p14:tracePt t="88050" x="3105150" y="5162550"/>
          <p14:tracePt t="88067" x="3098800" y="5156200"/>
          <p14:tracePt t="88084" x="3092450" y="5156200"/>
          <p14:tracePt t="88126" x="3098800" y="5149850"/>
          <p14:tracePt t="88135" x="3105150" y="5149850"/>
          <p14:tracePt t="88150" x="3117850" y="5137150"/>
          <p14:tracePt t="88167" x="3130550" y="5111750"/>
          <p14:tracePt t="88183" x="3187700" y="5048250"/>
          <p14:tracePt t="88200" x="3270250" y="4965700"/>
          <p14:tracePt t="88217" x="3340100" y="4895850"/>
          <p14:tracePt t="88233" x="3384550" y="4857750"/>
          <p14:tracePt t="88250" x="3441700" y="4813300"/>
          <p14:tracePt t="88267" x="3492500" y="4781550"/>
          <p14:tracePt t="88283" x="3517900" y="4781550"/>
          <p14:tracePt t="88300" x="3587750" y="4768850"/>
          <p14:tracePt t="88316" x="3676650" y="4756150"/>
          <p14:tracePt t="88333" x="3727450" y="4756150"/>
          <p14:tracePt t="88350" x="3848100" y="4756150"/>
          <p14:tracePt t="88366" x="3949700" y="4756150"/>
          <p14:tracePt t="88382" x="3987800" y="4756150"/>
          <p14:tracePt t="88400" x="4032250" y="4756150"/>
          <p14:tracePt t="88416" x="4044950" y="4756150"/>
          <p14:tracePt t="88432" x="4051300" y="4756150"/>
          <p14:tracePt t="88498" x="4057650" y="4756150"/>
          <p14:tracePt t="88526" x="4064000" y="4756150"/>
          <p14:tracePt t="88540" x="4070350" y="4756150"/>
          <p14:tracePt t="88547" x="4076700" y="4756150"/>
          <p14:tracePt t="88554" x="4083050" y="4756150"/>
          <p14:tracePt t="88565" x="4095750" y="4749800"/>
          <p14:tracePt t="88582" x="4108450" y="4743450"/>
          <p14:tracePt t="90339" x="4095750" y="4743450"/>
          <p14:tracePt t="90353" x="4057650" y="4743450"/>
          <p14:tracePt t="90361" x="4025900" y="4756150"/>
          <p14:tracePt t="90375" x="3987800" y="4756150"/>
          <p14:tracePt t="90392" x="3949700" y="4762500"/>
          <p14:tracePt t="90410" x="3803650" y="4781550"/>
          <p14:tracePt t="90426" x="3746500" y="4781550"/>
          <p14:tracePt t="90442" x="3683000" y="4781550"/>
          <p14:tracePt t="90460" x="3581400" y="4781550"/>
          <p14:tracePt t="90475" x="3511550" y="4781550"/>
          <p14:tracePt t="90492" x="3486150" y="4781550"/>
          <p14:tracePt t="90508" x="3454400" y="4781550"/>
          <p14:tracePt t="90525" x="3435350" y="4781550"/>
          <p14:tracePt t="90542" x="3429000" y="4781550"/>
          <p14:tracePt t="90559" x="3422650" y="4781550"/>
          <p14:tracePt t="90710" x="3429000" y="4775200"/>
          <p14:tracePt t="90725" x="3441700" y="4775200"/>
          <p14:tracePt t="90732" x="3454400" y="4768850"/>
          <p14:tracePt t="90745" x="3467100" y="4768850"/>
          <p14:tracePt t="90757" x="3479800" y="4762500"/>
          <p14:tracePt t="90775" x="3530600" y="4756150"/>
          <p14:tracePt t="90791" x="3549650" y="4756150"/>
          <p14:tracePt t="90794" x="3568700" y="4749800"/>
          <p14:tracePt t="90808" x="3587750" y="4749800"/>
          <p14:tracePt t="90824" x="3625850" y="4743450"/>
          <p14:tracePt t="90841" x="3632200" y="4743450"/>
          <p14:tracePt t="90858" x="3644900" y="4743450"/>
          <p14:tracePt t="90874" x="3663950" y="4737100"/>
          <p14:tracePt t="90890" x="3676650" y="4737100"/>
          <p14:tracePt t="90908" x="3714750" y="4743450"/>
          <p14:tracePt t="90924" x="3765550" y="4749800"/>
          <p14:tracePt t="90940" x="3784600" y="4749800"/>
          <p14:tracePt t="90957" x="3829050" y="4749800"/>
          <p14:tracePt t="90974" x="3867150" y="4749800"/>
          <p14:tracePt t="90990" x="3886200" y="4749800"/>
          <p14:tracePt t="91007" x="3911600" y="4749800"/>
          <p14:tracePt t="91023" x="3917950" y="4749800"/>
          <p14:tracePt t="91040" x="3937000" y="4749800"/>
          <p14:tracePt t="91057" x="3943350" y="4743450"/>
          <p14:tracePt t="91073" x="3949700" y="4743450"/>
          <p14:tracePt t="91090" x="3956050" y="4743450"/>
          <p14:tracePt t="91106" x="3962400" y="4743450"/>
          <p14:tracePt t="91202" x="3968750" y="4737100"/>
          <p14:tracePt t="91237" x="3975100" y="4737100"/>
          <p14:tracePt t="91244" x="3981450" y="4730750"/>
          <p14:tracePt t="91279" x="3987800" y="4724400"/>
          <p14:tracePt t="91293" x="3994150" y="4718050"/>
          <p14:tracePt t="91300" x="4006850" y="4711700"/>
          <p14:tracePt t="91314" x="4019550" y="4699000"/>
          <p14:tracePt t="92096" x="4032250" y="4699000"/>
          <p14:tracePt t="92104" x="4044950" y="4699000"/>
          <p14:tracePt t="92117" x="4057650" y="4705350"/>
          <p14:tracePt t="92124" x="4070350" y="4705350"/>
          <p14:tracePt t="92139" x="4083050" y="4705350"/>
          <p14:tracePt t="92153" x="4095750" y="4711700"/>
          <p14:tracePt t="92169" x="4127500" y="4724400"/>
          <p14:tracePt t="92187" x="4140200" y="4724400"/>
          <p14:tracePt t="92202" x="4178300" y="4724400"/>
          <p14:tracePt t="92219" x="4216400" y="4724400"/>
          <p14:tracePt t="92237" x="4248150" y="4718050"/>
          <p14:tracePt t="92252" x="4260850" y="4711700"/>
          <p14:tracePt t="92269" x="4279900" y="4711700"/>
          <p14:tracePt t="92286" x="4286250" y="4711700"/>
          <p14:tracePt t="92320" x="4292600" y="4711700"/>
          <p14:tracePt t="92336" x="4298950" y="4705350"/>
          <p14:tracePt t="92356" x="4311650" y="4705350"/>
          <p14:tracePt t="92371" x="4318000" y="4705350"/>
          <p14:tracePt t="92385" x="4343400" y="4699000"/>
          <p14:tracePt t="92402" x="4356100" y="4699000"/>
          <p14:tracePt t="92419" x="4406900" y="4699000"/>
          <p14:tracePt t="92435" x="4483100" y="4699000"/>
          <p14:tracePt t="92453" x="4533900" y="4699000"/>
          <p14:tracePt t="92469" x="4660900" y="4699000"/>
          <p14:tracePt t="92486" x="4737100" y="4705350"/>
          <p14:tracePt t="92502" x="4883150" y="4711700"/>
          <p14:tracePt t="92518" x="5022850" y="4724400"/>
          <p14:tracePt t="92535" x="5073650" y="4730750"/>
          <p14:tracePt t="92552" x="5137150" y="4737100"/>
          <p14:tracePt t="92569" x="5162550" y="4743450"/>
          <p14:tracePt t="92585" x="5168900" y="4743450"/>
          <p14:tracePt t="92602" x="5175250" y="4743450"/>
          <p14:tracePt t="92634" x="5181600" y="4743450"/>
          <p14:tracePt t="92664" x="5181600" y="4749800"/>
          <p14:tracePt t="92679" x="5181600" y="4756150"/>
          <p14:tracePt t="92699" x="5181600" y="4768850"/>
          <p14:tracePt t="92714" x="5181600" y="4781550"/>
          <p14:tracePt t="92728" x="5181600" y="4794250"/>
          <p14:tracePt t="92737" x="5181600" y="4806950"/>
          <p14:tracePt t="92751" x="5181600" y="4819650"/>
          <p14:tracePt t="92768" x="5181600" y="4857750"/>
          <p14:tracePt t="92784" x="5181600" y="4927600"/>
          <p14:tracePt t="92801" x="5168900" y="4978400"/>
          <p14:tracePt t="92804" x="5149850" y="5035550"/>
          <p14:tracePt t="92820" x="5111750" y="5092700"/>
          <p14:tracePt t="92834" x="5060950" y="5162550"/>
          <p14:tracePt t="92850" x="4921250" y="5308600"/>
          <p14:tracePt t="92869" x="4705350" y="5435600"/>
          <p14:tracePt t="92884" x="4572000" y="5480050"/>
          <p14:tracePt t="92900" x="4292600" y="5511800"/>
          <p14:tracePt t="92917" x="3994150" y="5524500"/>
          <p14:tracePt t="92933" x="3879850" y="5524500"/>
          <p14:tracePt t="92950" x="3714750" y="5511800"/>
          <p14:tracePt t="92967" x="3638550" y="5486400"/>
          <p14:tracePt t="92983" x="3600450" y="5486400"/>
          <p14:tracePt t="93000" x="3575050" y="5486400"/>
          <p14:tracePt t="93017" x="3549650" y="5486400"/>
          <p14:tracePt t="93033" x="3543300" y="5486400"/>
          <p14:tracePt t="93072" x="3536950" y="5486400"/>
          <p14:tracePt t="93142" x="3549650" y="5492750"/>
          <p14:tracePt t="93149" x="3562350" y="5499100"/>
          <p14:tracePt t="93156" x="3575050" y="5505450"/>
          <p14:tracePt t="93170" x="3606800" y="5511800"/>
          <p14:tracePt t="93183" x="3625850" y="5518150"/>
          <p14:tracePt t="93199" x="3695700" y="5543550"/>
          <p14:tracePt t="93215" x="3740150" y="5556250"/>
          <p14:tracePt t="93233" x="3835400" y="5581650"/>
          <p14:tracePt t="93249" x="3905250" y="5600700"/>
          <p14:tracePt t="93266" x="3937000" y="5607050"/>
          <p14:tracePt t="93282" x="3981450" y="5619750"/>
          <p14:tracePt t="93299" x="4013200" y="5619750"/>
          <p14:tracePt t="93316" x="4025900" y="5619750"/>
          <p14:tracePt t="93333" x="4032250" y="5619750"/>
          <p14:tracePt t="93359" x="4038600" y="5613400"/>
          <p14:tracePt t="93368" x="4038600" y="5600700"/>
          <p14:tracePt t="93382" x="4038600" y="5568950"/>
          <p14:tracePt t="93399" x="4038600" y="5543550"/>
          <p14:tracePt t="93416" x="4013200" y="5448300"/>
          <p14:tracePt t="93432" x="3981450" y="5359400"/>
          <p14:tracePt t="93448" x="3962400" y="5327650"/>
          <p14:tracePt t="93465" x="3943350" y="5283200"/>
          <p14:tracePt t="93482" x="3930650" y="5264150"/>
          <p14:tracePt t="93500" x="3924300" y="5257800"/>
          <p14:tracePt t="95351" x="3892550" y="5207000"/>
          <p14:tracePt t="95365" x="3835400" y="5118100"/>
          <p14:tracePt t="95375" x="3765550" y="5022850"/>
          <p14:tracePt t="95392" x="3689350" y="4927600"/>
          <p14:tracePt t="95408" x="3549650" y="4660900"/>
          <p14:tracePt t="95425" x="3409950" y="4387850"/>
          <p14:tracePt t="95442" x="3282950" y="4064000"/>
          <p14:tracePt t="95458" x="3225800" y="3917950"/>
          <p14:tracePt t="95475" x="3175000" y="3803650"/>
          <p14:tracePt t="95492" x="2990850" y="3454400"/>
          <p14:tracePt t="95508" x="2927350" y="3384550"/>
          <p14:tracePt t="95525" x="2876550" y="3314700"/>
          <p14:tracePt t="95541" x="2768600" y="3181350"/>
          <p14:tracePt t="95558" x="2660650" y="3041650"/>
          <p14:tracePt t="95575" x="2584450" y="2927350"/>
          <p14:tracePt t="95591" x="2546350" y="2882900"/>
          <p14:tracePt t="95608" x="2482850" y="2794000"/>
          <p14:tracePt t="95625" x="2419350" y="2711450"/>
          <p14:tracePt t="95641" x="2393950" y="2679700"/>
          <p14:tracePt t="95657" x="2343150" y="2635250"/>
          <p14:tracePt t="95674" x="2286000" y="2559050"/>
          <p14:tracePt t="95691" x="2266950" y="2520950"/>
          <p14:tracePt t="95707" x="2197100" y="2406650"/>
          <p14:tracePt t="95724" x="2171700" y="2355850"/>
          <p14:tracePt t="95740" x="2089150" y="2178050"/>
          <p14:tracePt t="95757" x="2057400" y="2089150"/>
          <p14:tracePt t="95774" x="1943100" y="1771650"/>
          <p14:tracePt t="95790" x="1911350" y="1695450"/>
          <p14:tracePt t="95808" x="1854200" y="1581150"/>
          <p14:tracePt t="95823" x="1841500" y="1536700"/>
          <p14:tracePt t="95840" x="1816100" y="1485900"/>
          <p14:tracePt t="95857" x="1797050" y="1473200"/>
          <p14:tracePt t="95873" x="1790700" y="1466850"/>
          <p14:tracePt t="95897" x="1784350" y="1466850"/>
          <p14:tracePt t="95982" x="1778000" y="1460500"/>
          <p14:tracePt t="95996" x="1771650" y="1454150"/>
          <p14:tracePt t="96004" x="1758950" y="1447800"/>
          <p14:tracePt t="96017" x="1752600" y="1447800"/>
          <p14:tracePt t="96025" x="1746250" y="1447800"/>
          <p14:tracePt t="96040" x="1739900" y="1441450"/>
          <p14:tracePt t="96056" x="1739900" y="1428750"/>
          <p14:tracePt t="96354" x="1746250" y="1428750"/>
          <p14:tracePt t="96369" x="1771650" y="1428750"/>
          <p14:tracePt t="96375" x="1822450" y="1428750"/>
          <p14:tracePt t="96391" x="1873250" y="1428750"/>
          <p14:tracePt t="96405" x="2019300" y="1441450"/>
          <p14:tracePt t="96422" x="2082800" y="1441450"/>
          <p14:tracePt t="96439" x="2286000" y="1447800"/>
          <p14:tracePt t="96455" x="2413000" y="1473200"/>
          <p14:tracePt t="96472" x="2667000" y="1473200"/>
          <p14:tracePt t="96488" x="2927350" y="1479550"/>
          <p14:tracePt t="96504" x="3054350" y="1492250"/>
          <p14:tracePt t="96521" x="3270250" y="1492250"/>
          <p14:tracePt t="96538" x="3429000" y="1479550"/>
          <p14:tracePt t="96555" x="3479800" y="1473200"/>
          <p14:tracePt t="96572" x="3536950" y="1473200"/>
          <p14:tracePt t="96587" x="3549650" y="1473200"/>
          <p14:tracePt t="96605" x="3556000" y="1473200"/>
          <p14:tracePt t="96845" x="3562350" y="1473200"/>
          <p14:tracePt t="96874" x="3568700" y="1473200"/>
          <p14:tracePt t="96880" x="3581400" y="1473200"/>
          <p14:tracePt t="96895" x="3587750" y="1473200"/>
          <p14:tracePt t="96909" x="3606800" y="1485900"/>
          <p14:tracePt t="96920" x="3625850" y="1492250"/>
          <p14:tracePt t="96937" x="3663950" y="1492250"/>
          <p14:tracePt t="96953" x="3702050" y="1498600"/>
          <p14:tracePt t="96970" x="3810000" y="1498600"/>
          <p14:tracePt t="96986" x="3937000" y="1498600"/>
          <p14:tracePt t="97003" x="4076700" y="1492250"/>
          <p14:tracePt t="97019" x="4140200" y="1492250"/>
          <p14:tracePt t="97036" x="4311650" y="1479550"/>
          <p14:tracePt t="97052" x="4356100" y="1466850"/>
          <p14:tracePt t="97070" x="4419600" y="1466850"/>
          <p14:tracePt t="97086" x="4489450" y="1466850"/>
          <p14:tracePt t="97102" x="4514850" y="1466850"/>
          <p14:tracePt t="97120" x="4584700" y="1479550"/>
          <p14:tracePt t="97136" x="4616450" y="1485900"/>
          <p14:tracePt t="97152" x="4699000" y="1511300"/>
          <p14:tracePt t="97169" x="4749800" y="1530350"/>
          <p14:tracePt t="97185" x="4762500" y="1536700"/>
          <p14:tracePt t="97202" x="4787900" y="1543050"/>
          <p14:tracePt t="97219" x="4806950" y="1549400"/>
          <p14:tracePt t="97235" x="4819650" y="1549400"/>
          <p14:tracePt t="97252" x="4826000" y="1549400"/>
          <p14:tracePt t="97268" x="4838700" y="1549400"/>
          <p14:tracePt t="97344" x="4845050" y="1549400"/>
          <p14:tracePt t="97358" x="4851400" y="1549400"/>
          <p14:tracePt t="97365" x="4857750" y="1549400"/>
          <p14:tracePt t="97379" x="4864100" y="1549400"/>
          <p14:tracePt t="97388" x="4870450" y="1549400"/>
          <p14:tracePt t="97797" x="4902200" y="1555750"/>
          <p14:tracePt t="97811" x="4953000" y="1562100"/>
          <p14:tracePt t="97819" x="4997450" y="1568450"/>
          <p14:tracePt t="97834" x="5048250" y="1568450"/>
          <p14:tracePt t="97850" x="5099050" y="1581150"/>
          <p14:tracePt t="97868" x="5270500" y="1574800"/>
          <p14:tracePt t="97883" x="5334000" y="1568450"/>
          <p14:tracePt t="97900" x="5391150" y="1568450"/>
          <p14:tracePt t="97903" x="5441950" y="1568450"/>
          <p14:tracePt t="97917" x="5480050" y="1568450"/>
          <p14:tracePt t="97933" x="5575300" y="1574800"/>
          <p14:tracePt t="97950" x="5638800" y="1574800"/>
          <p14:tracePt t="97966" x="5740400" y="1587500"/>
          <p14:tracePt t="97983" x="5873750" y="1593850"/>
          <p14:tracePt t="98000" x="6013450" y="1612900"/>
          <p14:tracePt t="98016" x="6070600" y="1631950"/>
          <p14:tracePt t="98033" x="6153150" y="1631950"/>
          <p14:tracePt t="98050" x="6184900" y="1631950"/>
          <p14:tracePt t="98066" x="6191250" y="1631950"/>
          <p14:tracePt t="98082" x="6197600" y="1631950"/>
          <p14:tracePt t="98141" x="6203950" y="1631950"/>
          <p14:tracePt t="98148" x="6216650" y="1631950"/>
          <p14:tracePt t="98162" x="6229350" y="1631950"/>
          <p14:tracePt t="98169" x="6242050" y="1631950"/>
          <p14:tracePt t="98184" x="6261100" y="1631950"/>
          <p14:tracePt t="98199" x="6292850" y="1631950"/>
          <p14:tracePt t="98215" x="6337300" y="1638300"/>
          <p14:tracePt t="98232" x="6407150" y="1644650"/>
          <p14:tracePt t="98249" x="6451600" y="1657350"/>
          <p14:tracePt t="98265" x="6496050" y="1651000"/>
          <p14:tracePt t="98282" x="6546850" y="1644650"/>
          <p14:tracePt t="98299" x="6565900" y="1644650"/>
          <p14:tracePt t="98315" x="6591300" y="1638300"/>
          <p14:tracePt t="98331" x="6629400" y="1638300"/>
          <p14:tracePt t="98348" x="6648450" y="1631950"/>
          <p14:tracePt t="98365" x="6686550" y="1625600"/>
          <p14:tracePt t="98381" x="6737350" y="1625600"/>
          <p14:tracePt t="98398" x="6756400" y="1625600"/>
          <p14:tracePt t="98401" x="6769100" y="1625600"/>
          <p14:tracePt t="98415" x="6788150" y="1625600"/>
          <p14:tracePt t="98431" x="6813550" y="1625600"/>
          <p14:tracePt t="98448" x="6826250" y="1625600"/>
          <p14:tracePt t="98464" x="6851650" y="1625600"/>
          <p14:tracePt t="98481" x="6870700" y="1625600"/>
          <p14:tracePt t="98498" x="6889750" y="1625600"/>
          <p14:tracePt t="98531" x="6896100" y="1631950"/>
          <p14:tracePt t="98550" x="6902450" y="1631950"/>
          <p14:tracePt t="98569" x="6908800" y="1631950"/>
          <p14:tracePt t="98638" x="6915150" y="1631950"/>
          <p14:tracePt t="98709" x="6908800" y="1631950"/>
          <p14:tracePt t="98723" x="6896100" y="1625600"/>
          <p14:tracePt t="98731" x="6889750" y="1625600"/>
          <p14:tracePt t="98744" x="6870700" y="1619250"/>
          <p14:tracePt t="98750" x="6845300" y="1612900"/>
          <p14:tracePt t="98763" x="6807200" y="1612900"/>
          <p14:tracePt t="98780" x="6673850" y="1606550"/>
          <p14:tracePt t="98797" x="6584950" y="1606550"/>
          <p14:tracePt t="98814" x="6356350" y="1606550"/>
          <p14:tracePt t="98830" x="6229350" y="1631950"/>
          <p14:tracePt t="98847" x="5924550" y="1663700"/>
          <p14:tracePt t="98864" x="5556250" y="1714500"/>
          <p14:tracePt t="98880" x="5391150" y="1727200"/>
          <p14:tracePt t="98883" x="5219700" y="1752600"/>
          <p14:tracePt t="98897" x="5060950" y="1765300"/>
          <p14:tracePt t="98913" x="4730750" y="1784350"/>
          <p14:tracePt t="98929" x="4565650" y="1797050"/>
          <p14:tracePt t="98946" x="4324350" y="1809750"/>
          <p14:tracePt t="98963" x="4095750" y="1828800"/>
          <p14:tracePt t="98979" x="4006850" y="1828800"/>
          <p14:tracePt t="98996" x="3822700" y="1866900"/>
          <p14:tracePt t="99012" x="3683000" y="1898650"/>
          <p14:tracePt t="99029" x="3638550" y="1905000"/>
          <p14:tracePt t="99046" x="3568700" y="1924050"/>
          <p14:tracePt t="99062" x="3524250" y="1930400"/>
          <p14:tracePt t="99079" x="3505200" y="1936750"/>
          <p14:tracePt t="99096" x="3467100" y="1943100"/>
          <p14:tracePt t="99112" x="3435350" y="1943100"/>
          <p14:tracePt t="99129" x="3378200" y="1949450"/>
          <p14:tracePt t="99145" x="3327400" y="1955800"/>
          <p14:tracePt t="99162" x="3302000" y="1955800"/>
          <p14:tracePt t="99179" x="3257550" y="1968500"/>
          <p14:tracePt t="99195" x="3219450" y="1968500"/>
          <p14:tracePt t="99212" x="3194050" y="1962150"/>
          <p14:tracePt t="99229" x="3155950" y="1955800"/>
          <p14:tracePt t="99245" x="3124200" y="1949450"/>
          <p14:tracePt t="99262" x="3111500" y="1949450"/>
          <p14:tracePt t="99278" x="3086100" y="1949450"/>
          <p14:tracePt t="99295" x="3079750" y="1949450"/>
          <p14:tracePt t="99312" x="3073400" y="1949450"/>
          <p14:tracePt t="99523" x="3092450" y="1949450"/>
          <p14:tracePt t="99537" x="3130550" y="1949450"/>
          <p14:tracePt t="99545" x="3181350" y="1949450"/>
          <p14:tracePt t="99551" x="3251200" y="1962150"/>
          <p14:tracePt t="99565" x="3314700" y="1962150"/>
          <p14:tracePt t="99577" x="3378200" y="1962150"/>
          <p14:tracePt t="99594" x="3492500" y="1962150"/>
          <p14:tracePt t="99610" x="3543300" y="1968500"/>
          <p14:tracePt t="99627" x="3625850" y="1968500"/>
          <p14:tracePt t="99643" x="3663950" y="1968500"/>
          <p14:tracePt t="99660" x="3676650" y="1968500"/>
          <p14:tracePt t="99677" x="3689350" y="1968500"/>
          <p14:tracePt t="99694" x="3708400" y="1968500"/>
          <p14:tracePt t="99728" x="3714750" y="1968500"/>
          <p14:tracePt t="99965" x="3727450" y="1968500"/>
          <p14:tracePt t="99972" x="3733800" y="1968500"/>
          <p14:tracePt t="99986" x="3746500" y="1968500"/>
          <p14:tracePt t="99995" x="3765550" y="1968500"/>
          <p14:tracePt t="100009" x="3803650" y="1968500"/>
          <p14:tracePt t="100026" x="3848100" y="1962150"/>
          <p14:tracePt t="100043" x="4019550" y="1936750"/>
          <p14:tracePt t="100059" x="4108450" y="1924050"/>
          <p14:tracePt t="100075" x="4184650" y="1911350"/>
          <p14:tracePt t="100092" x="4356100" y="1892300"/>
          <p14:tracePt t="100109" x="4521200" y="1885950"/>
          <p14:tracePt t="100126" x="4597400" y="1873250"/>
          <p14:tracePt t="100142" x="4718050" y="1866900"/>
          <p14:tracePt t="100159" x="4787900" y="1854200"/>
          <p14:tracePt t="100177" x="4838700" y="1847850"/>
          <p14:tracePt t="100192" x="4857750" y="1841500"/>
          <p14:tracePt t="100208" x="4876800" y="1835150"/>
          <p14:tracePt t="100225" x="4883150" y="1835150"/>
          <p14:tracePt t="100242" x="4889500" y="1835150"/>
          <p14:tracePt t="100258" x="4895850" y="1835150"/>
          <p14:tracePt t="100291" x="4902200" y="1835150"/>
          <p14:tracePt t="100365" x="4908550" y="1835150"/>
          <p14:tracePt t="100505" x="4921250" y="1828800"/>
          <p14:tracePt t="100512" x="4927600" y="1822450"/>
          <p14:tracePt t="100533" x="4933950" y="1816100"/>
          <p14:tracePt t="100543" x="4940300" y="1809750"/>
          <p14:tracePt t="100813" x="4921250" y="1809750"/>
          <p14:tracePt t="100820" x="4883150" y="1809750"/>
          <p14:tracePt t="100827" x="4819650" y="1816100"/>
          <p14:tracePt t="100842" x="4762500" y="1822450"/>
          <p14:tracePt t="100856" x="4641850" y="1847850"/>
          <p14:tracePt t="100873" x="4591050" y="1860550"/>
          <p14:tracePt t="100890" x="4533900" y="1879600"/>
          <p14:tracePt t="100907" x="4438650" y="1930400"/>
          <p14:tracePt t="100923" x="4368800" y="1981200"/>
          <p14:tracePt t="100940" x="4324350" y="2025650"/>
          <p14:tracePt t="100956" x="4298950" y="2051050"/>
          <p14:tracePt t="100972" x="4260850" y="2114550"/>
          <p14:tracePt t="100989" x="4216400" y="2190750"/>
          <p14:tracePt t="101006" x="4203700" y="2235200"/>
          <p14:tracePt t="101023" x="4165600" y="2305050"/>
          <p14:tracePt t="101039" x="4133850" y="2381250"/>
          <p14:tracePt t="101055" x="4127500" y="2425700"/>
          <p14:tracePt t="101072" x="4108450" y="2520950"/>
          <p14:tracePt t="101089" x="4108450" y="2647950"/>
          <p14:tracePt t="101105" x="4108450" y="2724150"/>
          <p14:tracePt t="101122" x="4121150" y="2844800"/>
          <p14:tracePt t="101138" x="4159250" y="2978150"/>
          <p14:tracePt t="101156" x="4178300" y="3028950"/>
          <p14:tracePt t="101172" x="4229100" y="3168650"/>
          <p14:tracePt t="101188" x="4248150" y="3244850"/>
          <p14:tracePt t="101205" x="4305300" y="3454400"/>
          <p14:tracePt t="101221" x="4337050" y="3657600"/>
          <p14:tracePt t="101238" x="4349750" y="3759200"/>
          <p14:tracePt t="101255" x="4362450" y="3949700"/>
          <p14:tracePt t="101271" x="4343400" y="4146550"/>
          <p14:tracePt t="101288" x="4324350" y="4222750"/>
          <p14:tracePt t="101305" x="4298950" y="4343400"/>
          <p14:tracePt t="101321" x="4267200" y="4419600"/>
          <p14:tracePt t="101338" x="4241800" y="4438650"/>
          <p14:tracePt t="101354" x="4210050" y="4476750"/>
          <p14:tracePt t="101371" x="4171950" y="4508500"/>
          <p14:tracePt t="101388" x="4127500" y="4540250"/>
          <p14:tracePt t="101404" x="4102100" y="4552950"/>
          <p14:tracePt t="101421" x="4044950" y="4578350"/>
          <p14:tracePt t="101438" x="3987800" y="4591050"/>
          <p14:tracePt t="101454" x="3975100" y="4597400"/>
          <p14:tracePt t="101471" x="3962400" y="4603750"/>
          <p14:tracePt t="101487" x="3937000" y="4616450"/>
          <p14:tracePt t="101543" x="3937000" y="4622800"/>
          <p14:tracePt t="101592" x="3943350" y="4622800"/>
          <p14:tracePt t="101620" x="3949700" y="4622800"/>
          <p14:tracePt t="101627" x="3956050" y="4622800"/>
          <p14:tracePt t="101641" x="3968750" y="4616450"/>
          <p14:tracePt t="101653" x="3981450" y="4610100"/>
          <p14:tracePt t="101670" x="4019550" y="4584700"/>
          <p14:tracePt t="101687" x="4064000" y="4559300"/>
          <p14:tracePt t="101703" x="4165600" y="4495800"/>
          <p14:tracePt t="101720" x="4279900" y="4425950"/>
          <p14:tracePt t="101736" x="4337050" y="4400550"/>
          <p14:tracePt t="101754" x="4457700" y="4362450"/>
          <p14:tracePt t="101769" x="4533900" y="4343400"/>
          <p14:tracePt t="101786" x="4616450" y="4324350"/>
          <p14:tracePt t="101803" x="4857750" y="4311650"/>
          <p14:tracePt t="101819" x="4946650" y="4318000"/>
          <p14:tracePt t="101836" x="5118100" y="4343400"/>
          <p14:tracePt t="101853" x="5251450" y="4394200"/>
          <p14:tracePt t="101869" x="5308600" y="4432300"/>
          <p14:tracePt t="101886" x="5403850" y="4527550"/>
          <p14:tracePt t="101903" x="5454650" y="4591050"/>
          <p14:tracePt t="101919" x="5461000" y="4622800"/>
          <p14:tracePt t="101936" x="5467350" y="4699000"/>
          <p14:tracePt t="101953" x="5454650" y="4806950"/>
          <p14:tracePt t="101969" x="5435600" y="4876800"/>
          <p14:tracePt t="101986" x="5378450" y="5010150"/>
          <p14:tracePt t="102002" x="5289550" y="5162550"/>
          <p14:tracePt t="102020" x="5251450" y="5232400"/>
          <p14:tracePt t="102035" x="5149850" y="5359400"/>
          <p14:tracePt t="102052" x="5022850" y="5480050"/>
          <p14:tracePt t="102070" x="4857750" y="5581650"/>
          <p14:tracePt t="102085" x="4775200" y="5632450"/>
          <p14:tracePt t="102102" x="4667250" y="5689600"/>
          <p14:tracePt t="102119" x="4362450" y="5835650"/>
          <p14:tracePt t="102135" x="4248150" y="5886450"/>
          <p14:tracePt t="102152" x="4095750" y="5930900"/>
          <p14:tracePt t="102169" x="3867150" y="5988050"/>
          <p14:tracePt t="102185" x="3676650" y="5994400"/>
          <p14:tracePt t="102203" x="3600450" y="5994400"/>
          <p14:tracePt t="102218" x="3429000" y="5975350"/>
          <p14:tracePt t="102235" x="3270250" y="5899150"/>
          <p14:tracePt t="102252" x="3136900" y="5803900"/>
          <p14:tracePt t="102268" x="3092450" y="5746750"/>
          <p14:tracePt t="102285" x="3022600" y="5676900"/>
          <p14:tracePt t="102301" x="2990850" y="5626100"/>
          <p14:tracePt t="102318" x="2984500" y="5581650"/>
          <p14:tracePt t="102335" x="2978150" y="5505450"/>
          <p14:tracePt t="102351" x="2997200" y="5391150"/>
          <p14:tracePt t="102368" x="3022600" y="5340350"/>
          <p14:tracePt t="102385" x="3079750" y="5226050"/>
          <p14:tracePt t="102401" x="3155950" y="5111750"/>
          <p14:tracePt t="102417" x="3225800" y="5060950"/>
          <p14:tracePt t="102434" x="3378200" y="4946650"/>
          <p14:tracePt t="102451" x="3460750" y="4908550"/>
          <p14:tracePt t="102467" x="3644900" y="4826000"/>
          <p14:tracePt t="102484" x="3854450" y="4743450"/>
          <p14:tracePt t="102501" x="3962400" y="4699000"/>
          <p14:tracePt t="102518" x="4210050" y="4635500"/>
          <p14:tracePt t="102533" x="4451350" y="4616450"/>
          <p14:tracePt t="102550" x="4572000" y="4616450"/>
          <p14:tracePt t="102567" x="4749800" y="4635500"/>
          <p14:tracePt t="102583" x="4883150" y="4667250"/>
          <p14:tracePt t="102600" x="4921250" y="4673600"/>
          <p14:tracePt t="102617" x="4965700" y="4699000"/>
          <p14:tracePt t="102633" x="4984750" y="4705350"/>
          <p14:tracePt t="102650" x="4991100" y="4711700"/>
          <p14:tracePt t="102667" x="4997450" y="4711700"/>
          <p14:tracePt t="102683" x="5003800" y="4749800"/>
          <p14:tracePt t="102700" x="5010150" y="4794250"/>
          <p14:tracePt t="102716" x="5022850" y="4902200"/>
          <p14:tracePt t="102733" x="5022850" y="4965700"/>
          <p14:tracePt t="102750" x="4997450" y="5226050"/>
          <p14:tracePt t="102766" x="4965700" y="5302250"/>
          <p14:tracePt t="102783" x="4914900" y="5397500"/>
          <p14:tracePt t="102799" x="4813300" y="5537200"/>
          <p14:tracePt t="102816" x="4711700" y="5626100"/>
          <p14:tracePt t="102833" x="4641850" y="5651500"/>
          <p14:tracePt t="102849" x="4489450" y="5670550"/>
          <p14:tracePt t="102866" x="4311650" y="5670550"/>
          <p14:tracePt t="102883" x="4089400" y="5626100"/>
          <p14:tracePt t="102899" x="3987800" y="5607050"/>
          <p14:tracePt t="102916" x="3816350" y="5543550"/>
          <p14:tracePt t="102933" x="3651250" y="5461000"/>
          <p14:tracePt t="102949" x="3568700" y="5410200"/>
          <p14:tracePt t="102966" x="3441700" y="5314950"/>
          <p14:tracePt t="102983" x="3384550" y="5257800"/>
          <p14:tracePt t="102999" x="3365500" y="5238750"/>
          <p14:tracePt t="103016" x="3359150" y="5232400"/>
          <p14:tracePt t="103032" x="3359150" y="5213350"/>
          <p14:tracePt t="103052" x="3359150" y="5200650"/>
          <p14:tracePt t="103068" x="3384550" y="5168900"/>
          <p14:tracePt t="103082" x="3416300" y="5124450"/>
          <p14:tracePt t="103098" x="3536950" y="5016500"/>
          <p14:tracePt t="103116" x="3689350" y="4914900"/>
          <p14:tracePt t="103131" x="3778250" y="4876800"/>
          <p14:tracePt t="103148" x="3956050" y="4794250"/>
          <p14:tracePt t="103165" x="4146550" y="4743450"/>
          <p14:tracePt t="103181" x="4241800" y="4718050"/>
          <p14:tracePt t="103198" x="4470400" y="4711700"/>
          <p14:tracePt t="103214" x="4699000" y="4743450"/>
          <p14:tracePt t="103231" x="4851400" y="4794250"/>
          <p14:tracePt t="103248" x="5073650" y="4889500"/>
          <p14:tracePt t="103265" x="5238750" y="5003800"/>
          <p14:tracePt t="103281" x="5314950" y="5029200"/>
          <p14:tracePt t="103298" x="5378450" y="5073650"/>
          <p14:tracePt t="103315" x="5384800" y="5080000"/>
          <p14:tracePt t="103331" x="5384800" y="5086350"/>
          <p14:tracePt t="103348" x="5365750" y="5130800"/>
          <p14:tracePt t="103364" x="5327650" y="5175250"/>
          <p14:tracePt t="103382" x="5162550" y="5327650"/>
          <p14:tracePt t="103397" x="5092700" y="5378450"/>
          <p14:tracePt t="103414" x="4984750" y="5441950"/>
          <p14:tracePt t="103431" x="4718050" y="5581650"/>
          <p14:tracePt t="103447" x="4413250" y="5715000"/>
          <p14:tracePt t="103464" x="4273550" y="5759450"/>
          <p14:tracePt t="103481" x="3987800" y="5797550"/>
          <p14:tracePt t="103497" x="3784600" y="5803900"/>
          <p14:tracePt t="103514" x="3721100" y="5791200"/>
          <p14:tracePt t="103530" x="3613150" y="5765800"/>
          <p14:tracePt t="103547" x="3543300" y="5727700"/>
          <p14:tracePt t="103564" x="3505200" y="5689600"/>
          <p14:tracePt t="103580" x="3486150" y="5657850"/>
          <p14:tracePt t="103597" x="3448050" y="5594350"/>
          <p14:tracePt t="103614" x="3429000" y="5499100"/>
          <p14:tracePt t="103630" x="3422650" y="5448300"/>
          <p14:tracePt t="103647" x="3422650" y="5410200"/>
          <p14:tracePt t="103663" x="3422650" y="5327650"/>
          <p14:tracePt t="103680" x="3429000" y="5308600"/>
          <p14:tracePt t="103696" x="3429000" y="5289550"/>
          <p14:tracePt t="103713" x="3448050" y="5257800"/>
          <p14:tracePt t="103729" x="3460750" y="5251450"/>
          <p14:tracePt t="103746" x="3473450" y="5245100"/>
          <p14:tracePt t="104300" x="3498850" y="5194300"/>
          <p14:tracePt t="104307" x="3524250" y="5124450"/>
          <p14:tracePt t="104314" x="3568700" y="5054600"/>
          <p14:tracePt t="104330" x="3606800" y="4984750"/>
          <p14:tracePt t="104344" x="3632200" y="4933950"/>
          <p14:tracePt t="104361" x="3695700" y="4832350"/>
          <p14:tracePt t="104378" x="3733800" y="4730750"/>
          <p14:tracePt t="104393" x="3752850" y="4686300"/>
          <p14:tracePt t="104410" x="3790950" y="4622800"/>
          <p14:tracePt t="104427" x="3829050" y="4578350"/>
          <p14:tracePt t="104444" x="3841750" y="4565650"/>
          <p14:tracePt t="104461" x="3854450" y="4552950"/>
          <p14:tracePt t="104477" x="3860800" y="4552950"/>
          <p14:tracePt t="104538" x="3860800" y="4546600"/>
          <p14:tracePt t="104558" x="3867150" y="4540250"/>
          <p14:tracePt t="104566" x="3879850" y="4540250"/>
          <p14:tracePt t="104580" x="3898900" y="4533900"/>
          <p14:tracePt t="104593" x="3924300" y="4527550"/>
          <p14:tracePt t="104610" x="4006850" y="4502150"/>
          <p14:tracePt t="104627" x="4051300" y="4476750"/>
          <p14:tracePt t="104644" x="4159250" y="4451350"/>
          <p14:tracePt t="104659" x="4241800" y="4425950"/>
          <p14:tracePt t="104676" x="4273550" y="4406900"/>
          <p14:tracePt t="104693" x="4330700" y="4394200"/>
          <p14:tracePt t="104710" x="4375150" y="4387850"/>
          <p14:tracePt t="104726" x="4394200" y="4387850"/>
          <p14:tracePt t="104743" x="4413250" y="4381500"/>
          <p14:tracePt t="104760" x="4425950" y="4375150"/>
          <p14:tracePt t="104805" x="4432300" y="4375150"/>
          <p14:tracePt t="104826" x="4445000" y="4375150"/>
          <p14:tracePt t="104840" x="4457700" y="4381500"/>
          <p14:tracePt t="104846" x="4476750" y="4381500"/>
          <p14:tracePt t="104862" x="4508500" y="4387850"/>
          <p14:tracePt t="104876" x="4603750" y="4406900"/>
          <p14:tracePt t="104892" x="4654550" y="4413250"/>
          <p14:tracePt t="104909" x="4724400" y="4425950"/>
          <p14:tracePt t="104925" x="4921250" y="4489450"/>
          <p14:tracePt t="104942" x="4978400" y="4508500"/>
          <p14:tracePt t="104959" x="5048250" y="4540250"/>
          <p14:tracePt t="104975" x="5143500" y="4578350"/>
          <p14:tracePt t="104992" x="5194300" y="4591050"/>
          <p14:tracePt t="105009" x="5213350" y="4597400"/>
          <p14:tracePt t="105025" x="5219700" y="4597400"/>
          <p14:tracePt t="105042" x="5219700" y="4603750"/>
          <p14:tracePt t="105205" x="5213350" y="4597400"/>
          <p14:tracePt t="105219" x="5207000" y="4591050"/>
          <p14:tracePt t="105227" x="5200650" y="4578350"/>
          <p14:tracePt t="105241" x="5187950" y="4572000"/>
          <p14:tracePt t="105258" x="5181600" y="4559300"/>
          <p14:tracePt t="105275" x="5149850" y="4514850"/>
          <p14:tracePt t="105291" x="5086350" y="4425950"/>
          <p14:tracePt t="105307" x="5048250" y="4368800"/>
          <p14:tracePt t="105324" x="4959350" y="4229100"/>
          <p14:tracePt t="105340" x="4832350" y="4051300"/>
          <p14:tracePt t="105357" x="4756150" y="3956050"/>
          <p14:tracePt t="105375" x="4616450" y="3727450"/>
          <p14:tracePt t="105391" x="4445000" y="3486150"/>
          <p14:tracePt t="105408" x="4356100" y="3333750"/>
          <p14:tracePt t="105423" x="4152900" y="3041650"/>
          <p14:tracePt t="105440" x="3924300" y="2705100"/>
          <p14:tracePt t="105458" x="3708400" y="2432050"/>
          <p14:tracePt t="105473" x="3606800" y="2317750"/>
          <p14:tracePt t="105490" x="3517900" y="2203450"/>
          <p14:tracePt t="105507" x="3308350" y="1987550"/>
          <p14:tracePt t="105523" x="3263900" y="1917700"/>
          <p14:tracePt t="105540" x="3232150" y="1873250"/>
          <p14:tracePt t="105557" x="3181350" y="1771650"/>
          <p14:tracePt t="105573" x="3162300" y="1689100"/>
          <p14:tracePt t="105590" x="3162300" y="1682750"/>
          <p14:tracePt t="105606" x="3168650" y="1682750"/>
          <p14:tracePt t="105958" x="3130550" y="1638300"/>
          <p14:tracePt t="105973" x="3073400" y="1568450"/>
          <p14:tracePt t="105979" x="2997200" y="1492250"/>
          <p14:tracePt t="105992" x="2927350" y="1397000"/>
          <p14:tracePt t="106005" x="2832100" y="1301750"/>
          <p14:tracePt t="106022" x="2603500" y="1098550"/>
          <p14:tracePt t="106039" x="2482850" y="990600"/>
          <p14:tracePt t="106056" x="2279650" y="844550"/>
          <p14:tracePt t="106071" x="2095500" y="717550"/>
          <p14:tracePt t="106088" x="2000250" y="666750"/>
          <p14:tracePt t="106105" x="1809750" y="571500"/>
          <p14:tracePt t="106121" x="1676400" y="514350"/>
          <p14:tracePt t="106138" x="1619250" y="495300"/>
          <p14:tracePt t="106154" x="1562100" y="469900"/>
          <p14:tracePt t="106171" x="1536700" y="463550"/>
          <p14:tracePt t="106188" x="1524000" y="463550"/>
          <p14:tracePt t="106205" x="1498600" y="463550"/>
          <p14:tracePt t="106221" x="1485900" y="463550"/>
          <p14:tracePt t="106238" x="1435100" y="463550"/>
          <p14:tracePt t="106254" x="1416050" y="469900"/>
          <p14:tracePt t="106271" x="1390650" y="469900"/>
          <p14:tracePt t="106287" x="1333500" y="476250"/>
          <p14:tracePt t="106304" x="1289050" y="476250"/>
          <p14:tracePt t="106320" x="1257300" y="482600"/>
          <p14:tracePt t="106337" x="1200150" y="488950"/>
          <p14:tracePt t="106354" x="1149350" y="495300"/>
          <p14:tracePt t="106370" x="1136650" y="495300"/>
          <p14:tracePt t="106387" x="1111250" y="495300"/>
          <p14:tracePt t="106404" x="1104900" y="495300"/>
          <p14:tracePt t="106421" x="1098550" y="495300"/>
          <p14:tracePt t="107256" x="1104900" y="495300"/>
          <p14:tracePt t="107263" x="1117600" y="495300"/>
          <p14:tracePt t="107276" x="1136650" y="495300"/>
          <p14:tracePt t="107289" x="1162050" y="501650"/>
          <p14:tracePt t="107300" x="1206500" y="514350"/>
          <p14:tracePt t="107318" x="1352550" y="539750"/>
          <p14:tracePt t="107334" x="1504950" y="577850"/>
          <p14:tracePt t="107351" x="1574800" y="596900"/>
          <p14:tracePt t="107366" x="1695450" y="628650"/>
          <p14:tracePt t="107383" x="1752600" y="641350"/>
          <p14:tracePt t="107400" x="1778000" y="647700"/>
          <p14:tracePt t="107417" x="1797050" y="660400"/>
          <p14:tracePt t="107434" x="1803400" y="660400"/>
          <p14:tracePt t="107450" x="1809750" y="660400"/>
          <p14:tracePt t="107483" x="1816100" y="660400"/>
          <p14:tracePt t="107503" x="1822450" y="660400"/>
          <p14:tracePt t="107544" x="1828800" y="660400"/>
          <p14:tracePt t="107593" x="1835150" y="660400"/>
          <p14:tracePt t="107662" x="1841500" y="660400"/>
          <p14:tracePt t="107676" x="1847850" y="660400"/>
          <p14:tracePt t="107685" x="1866900" y="660400"/>
          <p14:tracePt t="107700" x="1885950" y="660400"/>
          <p14:tracePt t="107716" x="1987550" y="654050"/>
          <p14:tracePt t="107733" x="2063750" y="647700"/>
          <p14:tracePt t="107749" x="2222500" y="622300"/>
          <p14:tracePt t="107765" x="2298700" y="615950"/>
          <p14:tracePt t="107783" x="2482850" y="577850"/>
          <p14:tracePt t="107799" x="2514600" y="571500"/>
          <p14:tracePt t="107816" x="2540000" y="571500"/>
          <p14:tracePt t="107832" x="2584450" y="565150"/>
          <p14:tracePt t="107848" x="2603500" y="558800"/>
          <p14:tracePt t="107866" x="2609850" y="558800"/>
          <p14:tracePt t="107881" x="2616200" y="552450"/>
          <p14:tracePt t="108801" x="2622550" y="552450"/>
          <p14:tracePt t="108807" x="2647950" y="552450"/>
          <p14:tracePt t="108815" x="2667000" y="552450"/>
          <p14:tracePt t="108831" x="2686050" y="552450"/>
          <p14:tracePt t="108845" x="2705100" y="552450"/>
          <p14:tracePt t="108862" x="2749550" y="552450"/>
          <p14:tracePt t="108879" x="2768600" y="552450"/>
          <p14:tracePt t="108895" x="2774950" y="552450"/>
          <p14:tracePt t="108912" x="2787650" y="552450"/>
          <p14:tracePt t="108928" x="2794000" y="552450"/>
          <p14:tracePt t="109467" x="2794000" y="558800"/>
          <p14:tracePt t="109488" x="2787650" y="558800"/>
          <p14:tracePt t="109503" x="2781300" y="565150"/>
          <p14:tracePt t="109510" x="2774950" y="571500"/>
          <p14:tracePt t="109516" x="2768600" y="577850"/>
          <p14:tracePt t="109530" x="2762250" y="584200"/>
          <p14:tracePt t="109543" x="2749550" y="596900"/>
          <p14:tracePt t="109560" x="2711450" y="628650"/>
          <p14:tracePt t="109576" x="2698750" y="647700"/>
          <p14:tracePt t="109593" x="2673350" y="679450"/>
          <p14:tracePt t="109609" x="2641600" y="698500"/>
          <p14:tracePt t="109626" x="2641600" y="704850"/>
          <p14:tracePt t="109643" x="2635250" y="717550"/>
          <p14:tracePt t="109659" x="2628900" y="717550"/>
          <p14:tracePt t="109713" x="2622550" y="723900"/>
          <p14:tracePt t="109797" x="2616200" y="723900"/>
          <p14:tracePt t="109811" x="2609850" y="723900"/>
          <p14:tracePt t="109832" x="2603500" y="723900"/>
          <p14:tracePt t="109839" x="2597150" y="717550"/>
          <p14:tracePt t="109853" x="2590800" y="717550"/>
          <p14:tracePt t="109861" x="2578100" y="711200"/>
          <p14:tracePt t="109875" x="2559050" y="704850"/>
          <p14:tracePt t="109892" x="2495550" y="679450"/>
          <p14:tracePt t="109910" x="2413000" y="666750"/>
          <p14:tracePt t="109925" x="2355850" y="647700"/>
          <p14:tracePt t="109942" x="2241550" y="628650"/>
          <p14:tracePt t="109959" x="2120900" y="609600"/>
          <p14:tracePt t="109975" x="2057400" y="603250"/>
          <p14:tracePt t="109991" x="2000250" y="590550"/>
          <p14:tracePt t="110008" x="1892300" y="577850"/>
          <p14:tracePt t="110025" x="1873250" y="577850"/>
          <p14:tracePt t="110041" x="1860550" y="577850"/>
          <p14:tracePt t="110058" x="1841500" y="577850"/>
          <p14:tracePt t="110074" x="1835150" y="577850"/>
          <p14:tracePt t="110239" x="1841500" y="577850"/>
          <p14:tracePt t="110253" x="1854200" y="577850"/>
          <p14:tracePt t="110260" x="1860550" y="577850"/>
          <p14:tracePt t="110281" x="1873250" y="577850"/>
          <p14:tracePt t="110290" x="1885950" y="571500"/>
          <p14:tracePt t="110306" x="1917700" y="571500"/>
          <p14:tracePt t="110324" x="1987550" y="565150"/>
          <p14:tracePt t="110340" x="2025650" y="552450"/>
          <p14:tracePt t="110356" x="2095500" y="546100"/>
          <p14:tracePt t="110373" x="2146300" y="533400"/>
          <p14:tracePt t="110390" x="2165350" y="527050"/>
          <p14:tracePt t="110407" x="2190750" y="527050"/>
          <p14:tracePt t="110423" x="2209800" y="520700"/>
          <p14:tracePt t="110440" x="2216150" y="520700"/>
          <p14:tracePt t="110457" x="2222500" y="514350"/>
          <p14:tracePt t="110604" x="2216150" y="508000"/>
          <p14:tracePt t="110611" x="2209800" y="508000"/>
          <p14:tracePt t="110625" x="2197100" y="508000"/>
          <p14:tracePt t="110642" x="2178050" y="508000"/>
          <p14:tracePt t="110656" x="2101850" y="508000"/>
          <p14:tracePt t="110672" x="2044700" y="508000"/>
          <p14:tracePt t="110689" x="1943100" y="508000"/>
          <p14:tracePt t="110705" x="1854200" y="508000"/>
          <p14:tracePt t="110723" x="1809750" y="508000"/>
          <p14:tracePt t="110740" x="1771650" y="514350"/>
          <p14:tracePt t="110755" x="1739900" y="514350"/>
          <p14:tracePt t="110773" x="1727200" y="514350"/>
          <p14:tracePt t="110788" x="1727200" y="520700"/>
          <p14:tracePt t="110805" x="1720850" y="520700"/>
          <p14:tracePt t="110838" x="1720850" y="527050"/>
          <p14:tracePt t="110855" x="1746250" y="533400"/>
          <p14:tracePt t="110872" x="1784350" y="539750"/>
          <p14:tracePt t="110888" x="1816100" y="546100"/>
          <p14:tracePt t="110905" x="1847850" y="558800"/>
          <p14:tracePt t="110921" x="1968500" y="565150"/>
          <p14:tracePt t="110938" x="2006600" y="565150"/>
          <p14:tracePt t="110955" x="2044700" y="565150"/>
          <p14:tracePt t="110971" x="2076450" y="565150"/>
          <p14:tracePt t="110988" x="2101850" y="565150"/>
          <p14:tracePt t="111005" x="2108200" y="558800"/>
          <p14:tracePt t="111021" x="2114550" y="558800"/>
          <p14:tracePt t="111053" x="2114550" y="552450"/>
          <p14:tracePt t="111060" x="2108200" y="552450"/>
          <p14:tracePt t="111074" x="2101850" y="552450"/>
          <p14:tracePt t="111090" x="2089150" y="546100"/>
          <p14:tracePt t="111104" x="2070100" y="539750"/>
          <p14:tracePt t="111121" x="2057400" y="533400"/>
          <p14:tracePt t="111138" x="2000250" y="520700"/>
          <p14:tracePt t="111154" x="1955800" y="508000"/>
          <p14:tracePt t="111171" x="1917700" y="508000"/>
          <p14:tracePt t="111187" x="1841500" y="501650"/>
          <p14:tracePt t="111204" x="1784350" y="495300"/>
          <p14:tracePt t="111221" x="1758950" y="495300"/>
          <p14:tracePt t="111237" x="1714500" y="495300"/>
          <p14:tracePt t="111253" x="1701800" y="495300"/>
          <p14:tracePt t="111271" x="1689100" y="495300"/>
          <p14:tracePt t="111287" x="1682750" y="501650"/>
          <p14:tracePt t="111544" x="1689100" y="495300"/>
          <p14:tracePt t="111608" x="1695450" y="495300"/>
          <p14:tracePt t="111664" x="1701800" y="495300"/>
          <p14:tracePt t="111727" x="1708150" y="495300"/>
          <p14:tracePt t="111741" x="1720850" y="501650"/>
          <p14:tracePt t="111755" x="1727200" y="514350"/>
          <p14:tracePt t="111770" x="1752600" y="520700"/>
          <p14:tracePt t="111776" x="1765300" y="539750"/>
          <p14:tracePt t="111785" x="1784350" y="552450"/>
          <p14:tracePt t="111801" x="1809750" y="584200"/>
          <p14:tracePt t="111819" x="1860550" y="660400"/>
          <p14:tracePt t="111835" x="1917700" y="762000"/>
          <p14:tracePt t="111852" x="1943100" y="831850"/>
          <p14:tracePt t="111868" x="2006600" y="1028700"/>
          <p14:tracePt t="111885" x="2051050" y="1143000"/>
          <p14:tracePt t="111902" x="2165350" y="1524000"/>
          <p14:tracePt t="111918" x="2381250" y="2127250"/>
          <p14:tracePt t="111934" x="2482850" y="2463800"/>
          <p14:tracePt t="111951" x="2686050" y="3143250"/>
          <p14:tracePt t="111968" x="2863850" y="3740150"/>
          <p14:tracePt t="111984" x="2940050" y="3994150"/>
          <p14:tracePt t="112001" x="3060700" y="4387850"/>
          <p14:tracePt t="112017" x="3136900" y="4648200"/>
          <p14:tracePt t="112034" x="3187700" y="4756150"/>
          <p14:tracePt t="112051" x="3257550" y="4914900"/>
          <p14:tracePt t="112068" x="3302000" y="4991100"/>
          <p14:tracePt t="112085" x="3321050" y="5022850"/>
          <p14:tracePt t="112101" x="3327400" y="5029200"/>
          <p14:tracePt t="112117" x="3333750" y="5035550"/>
          <p14:tracePt t="112183" x="3340100" y="5035550"/>
          <p14:tracePt t="112204" x="3352800" y="5035550"/>
          <p14:tracePt t="112218" x="3384550" y="5048250"/>
          <p14:tracePt t="112225" x="3429000" y="5080000"/>
          <p14:tracePt t="112239" x="3486150" y="5118100"/>
          <p14:tracePt t="112250" x="3530600" y="5149850"/>
          <p14:tracePt t="112267" x="3632200" y="5226050"/>
          <p14:tracePt t="112283" x="3676650" y="5264150"/>
          <p14:tracePt t="112300" x="3778250" y="5321300"/>
          <p14:tracePt t="112317" x="3867150" y="5353050"/>
          <p14:tracePt t="112333" x="3892550" y="5359400"/>
          <p14:tracePt t="112350" x="3949700" y="5359400"/>
          <p14:tracePt t="112366" x="4019550" y="5359400"/>
          <p14:tracePt t="112383" x="4057650" y="5359400"/>
          <p14:tracePt t="112401" x="4133850" y="5359400"/>
          <p14:tracePt t="112416" x="4229100" y="5353050"/>
          <p14:tracePt t="112433" x="4260850" y="5340350"/>
          <p14:tracePt t="112450" x="4298950" y="5334000"/>
          <p14:tracePt t="112466" x="4381500" y="5314950"/>
          <p14:tracePt t="112483" x="4394200" y="5308600"/>
          <p14:tracePt t="112499" x="4419600" y="5295900"/>
          <p14:tracePt t="112516" x="4425950" y="5289550"/>
          <p14:tracePt t="112533" x="4432300" y="5289550"/>
          <p14:tracePt t="112555" x="4438650" y="5283200"/>
          <p14:tracePt t="112590" x="4438650" y="5276850"/>
          <p14:tracePt t="112639" x="4438650" y="5270500"/>
          <p14:tracePt t="112660" x="4432300" y="5270500"/>
          <p14:tracePt t="112667" x="4425950" y="5264150"/>
          <p14:tracePt t="112674" x="4425950" y="5257800"/>
          <p14:tracePt t="112688" x="4413250" y="5251450"/>
          <p14:tracePt t="112699" x="4387850" y="5232400"/>
          <p14:tracePt t="112715" x="4368800" y="5219700"/>
          <p14:tracePt t="112732" x="4260850" y="5168900"/>
          <p14:tracePt t="112749" x="4127500" y="5105400"/>
          <p14:tracePt t="112766" x="3975100" y="5048250"/>
          <p14:tracePt t="112781" x="3911600" y="5022850"/>
          <p14:tracePt t="112798" x="3854450" y="5003800"/>
          <p14:tracePt t="112815" x="3759200" y="4972050"/>
          <p14:tracePt t="112831" x="3746500" y="4965700"/>
          <p14:tracePt t="112848" x="3733800" y="4959350"/>
          <p14:tracePt t="112864" x="3733800" y="4953000"/>
          <p14:tracePt t="112881" x="3733800" y="4946650"/>
          <p14:tracePt t="112899" x="3746500" y="4933950"/>
          <p14:tracePt t="112914" x="3765550" y="4921250"/>
          <p14:tracePt t="112931" x="3867150" y="4870450"/>
          <p14:tracePt t="112948" x="3937000" y="4806950"/>
          <p14:tracePt t="112964" x="4127500" y="4705350"/>
          <p14:tracePt t="112981" x="4349750" y="4572000"/>
          <p14:tracePt t="112998" x="4559300" y="4489450"/>
          <p14:tracePt t="113014" x="4654550" y="4457700"/>
          <p14:tracePt t="113031" x="4845050" y="4451350"/>
          <p14:tracePt t="113047" x="5016500" y="4483100"/>
          <p14:tracePt t="113064" x="5086350" y="4521200"/>
          <p14:tracePt t="113081" x="5251450" y="4635500"/>
          <p14:tracePt t="113097" x="5403850" y="4781550"/>
          <p14:tracePt t="113114" x="5467350" y="4851400"/>
          <p14:tracePt t="113131" x="5556250" y="5003800"/>
          <p14:tracePt t="113147" x="5594350" y="5143500"/>
          <p14:tracePt t="113164" x="5588000" y="5226050"/>
          <p14:tracePt t="113180" x="5549900" y="5416550"/>
          <p14:tracePt t="113197" x="5499100" y="5537200"/>
          <p14:tracePt t="113215" x="5378450" y="5746750"/>
          <p14:tracePt t="113230" x="5226050" y="5905500"/>
          <p14:tracePt t="113247" x="5130800" y="5969000"/>
          <p14:tracePt t="113264" x="4927600" y="6070600"/>
          <p14:tracePt t="113280" x="4667250" y="6127750"/>
          <p14:tracePt t="113296" x="4508500" y="6140450"/>
          <p14:tracePt t="113313" x="4165600" y="6096000"/>
          <p14:tracePt t="113329" x="3829050" y="6007100"/>
          <p14:tracePt t="113346" x="3644900" y="5956300"/>
          <p14:tracePt t="113363" x="3403600" y="5842000"/>
          <p14:tracePt t="113380" x="3263900" y="5765800"/>
          <p14:tracePt t="113397" x="3149600" y="5676900"/>
          <p14:tracePt t="113413" x="3111500" y="5632450"/>
          <p14:tracePt t="113429" x="3073400" y="5588000"/>
          <p14:tracePt t="113446" x="3028950" y="5511800"/>
          <p14:tracePt t="113462" x="3016250" y="5467350"/>
          <p14:tracePt t="113479" x="3016250" y="5454650"/>
          <p14:tracePt t="113496" x="3016250" y="5448300"/>
          <p14:tracePt t="113531" x="3022600" y="5441950"/>
          <p14:tracePt t="113546" x="3041650" y="5416550"/>
          <p14:tracePt t="113562" x="3149600" y="5334000"/>
          <p14:tracePt t="113580" x="3289300" y="5219700"/>
          <p14:tracePt t="113595" x="3384550" y="5168900"/>
          <p14:tracePt t="113612" x="3581400" y="5054600"/>
          <p14:tracePt t="113629" x="3752850" y="4984750"/>
          <p14:tracePt t="113645" x="3810000" y="4953000"/>
          <p14:tracePt t="113662" x="3917950" y="4927600"/>
          <p14:tracePt t="113679" x="3968750" y="4914900"/>
          <p14:tracePt t="113695" x="3994150" y="4908550"/>
          <p14:tracePt t="113712" x="4013200" y="4902200"/>
          <p14:tracePt t="113728" x="4038600" y="4902200"/>
          <p14:tracePt t="113745" x="4044950" y="4902200"/>
          <p14:tracePt t="113762" x="4051300" y="4895850"/>
          <p14:tracePt t="113923" x="4044950" y="4895850"/>
          <p14:tracePt t="113993" x="4044950" y="4902200"/>
          <p14:tracePt t="114000" x="4038600" y="4902200"/>
          <p14:tracePt t="114010" x="4038600" y="4908550"/>
          <p14:tracePt t="114027" x="4038600" y="4921250"/>
          <p14:tracePt t="114044" x="4032250" y="4946650"/>
          <p14:tracePt t="114060" x="4025900" y="4978400"/>
          <p14:tracePt t="114078" x="4038600" y="5143500"/>
          <p14:tracePt t="114094" x="4051300" y="5213350"/>
          <p14:tracePt t="114110" x="4070350" y="5289550"/>
          <p14:tracePt t="114127" x="4140200" y="5441950"/>
          <p14:tracePt t="114143" x="4203700" y="5556250"/>
          <p14:tracePt t="114160" x="4229100" y="5588000"/>
          <p14:tracePt t="114164" x="4254500" y="5607050"/>
          <p14:tracePt t="114177" x="4260850" y="5619750"/>
          <p14:tracePt t="114193" x="4279900" y="5638800"/>
          <p14:tracePt t="114227" x="4286250" y="5638800"/>
          <p14:tracePt t="114243" x="4292600" y="5638800"/>
          <p14:tracePt t="114288" x="4298950" y="5638800"/>
          <p14:tracePt t="114302" x="4298950" y="5632450"/>
          <p14:tracePt t="114310" x="4298950" y="5619750"/>
          <p14:tracePt t="114323" x="4298950" y="5607050"/>
          <p14:tracePt t="114330" x="4305300" y="5588000"/>
          <p14:tracePt t="114346" x="4311650" y="5556250"/>
          <p14:tracePt t="114359" x="4318000" y="5499100"/>
          <p14:tracePt t="114376" x="4330700" y="5454650"/>
          <p14:tracePt t="114394" x="4337050" y="5416550"/>
          <p14:tracePt t="114410" x="4337050" y="5397500"/>
          <p14:tracePt t="114426" x="4337050" y="5378450"/>
          <p14:tracePt t="114443" x="4343400" y="5365750"/>
          <p14:tracePt t="114597" x="4337050" y="536575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914399"/>
            <a:ext cx="9067800" cy="59436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4488" indent="-288925">
              <a:lnSpc>
                <a:spcPct val="92000"/>
              </a:lnSpc>
              <a:buFont typeface="Arial" panose="020B0604020202020204" pitchFamily="34" charset="0"/>
              <a:buChar char="•"/>
            </a:pPr>
            <a:r>
              <a:rPr lang="en-US" altLang="en-US" sz="3000" dirty="0" smtClean="0">
                <a:solidFill>
                  <a:srgbClr val="FF0000"/>
                </a:solidFill>
                <a:ea typeface="source sans pro"/>
              </a:rPr>
              <a:t>The Python </a:t>
            </a:r>
            <a:r>
              <a:rPr lang="en-US" altLang="en-US" sz="30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3000" spc="100" dirty="0" smtClean="0">
                <a:ea typeface="source sans pro"/>
              </a:rPr>
              <a:t> </a:t>
            </a:r>
            <a:r>
              <a:rPr lang="en-US" altLang="en-US" sz="3000" spc="100" dirty="0" smtClean="0">
                <a:solidFill>
                  <a:srgbClr val="FF0000"/>
                </a:solidFill>
                <a:ea typeface="source sans pro"/>
              </a:rPr>
              <a:t>operator </a:t>
            </a:r>
            <a:r>
              <a:rPr lang="en-US" altLang="en-US" sz="3000" dirty="0" smtClean="0">
                <a:solidFill>
                  <a:srgbClr val="FF0000"/>
                </a:solidFill>
                <a:ea typeface="source sans pro"/>
              </a:rPr>
              <a:t>is </a:t>
            </a:r>
            <a:r>
              <a:rPr lang="en-US" altLang="en-US" sz="3000" i="1" dirty="0" smtClean="0">
                <a:solidFill>
                  <a:srgbClr val="2D2DB9"/>
                </a:solidFill>
                <a:ea typeface="source sans pro"/>
              </a:rPr>
              <a:t>syntactic sugar</a:t>
            </a:r>
            <a:r>
              <a:rPr lang="en-US" altLang="en-US" sz="3000" dirty="0" smtClean="0">
                <a:solidFill>
                  <a:srgbClr val="FF0000"/>
                </a:solidFill>
                <a:ea typeface="source sans pro"/>
              </a:rPr>
              <a:t>.</a:t>
            </a:r>
          </a:p>
          <a:p>
            <a:pPr marL="344488" indent="-288925">
              <a:lnSpc>
                <a:spcPct val="92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altLang="en-US" sz="3000" dirty="0" smtClean="0">
                <a:solidFill>
                  <a:srgbClr val="2D2DB9"/>
                </a:solidFill>
                <a:ea typeface="source sans pro"/>
              </a:rPr>
              <a:t>It can</a:t>
            </a:r>
            <a:r>
              <a:rPr lang="en-US" altLang="en-US" sz="3000" spc="100" dirty="0" smtClean="0">
                <a:solidFill>
                  <a:srgbClr val="2D2DB9"/>
                </a:solidFill>
                <a:ea typeface="source sans pro"/>
              </a:rPr>
              <a:t> simplify how you define certain methods.</a:t>
            </a:r>
          </a:p>
          <a:p>
            <a:pPr marL="801688" lvl="1" indent="-288925">
              <a:lnSpc>
                <a:spcPct val="92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000" spc="100" dirty="0" smtClean="0">
                <a:solidFill>
                  <a:srgbClr val="FF0000"/>
                </a:solidFill>
                <a:ea typeface="source sans pro"/>
              </a:rPr>
              <a:t>But, being syntactic sugar, you could still define those methods without using @. </a:t>
            </a:r>
            <a:endParaRPr lang="en-US" altLang="en-US" sz="3000" dirty="0" smtClean="0">
              <a:solidFill>
                <a:srgbClr val="FF0000"/>
              </a:solidFill>
              <a:ea typeface="source sans pro"/>
            </a:endParaRPr>
          </a:p>
          <a:p>
            <a:pPr marL="342900" lvl="0" indent="-231775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altLang="en-US" sz="3000" dirty="0" smtClean="0">
                <a:solidFill>
                  <a:srgbClr val="FF0000"/>
                </a:solidFill>
                <a:ea typeface="source sans pro"/>
              </a:rPr>
              <a:t>It can also be confusing to </a:t>
            </a:r>
            <a:r>
              <a:rPr lang="en-US" altLang="en-US" sz="3000" dirty="0">
                <a:solidFill>
                  <a:srgbClr val="FF0000"/>
                </a:solidFill>
                <a:ea typeface="source sans pro"/>
              </a:rPr>
              <a:t>new programmers. </a:t>
            </a:r>
            <a:endParaRPr lang="en-US" altLang="en-US" sz="3000" dirty="0" smtClean="0">
              <a:solidFill>
                <a:srgbClr val="FF0000"/>
              </a:solidFill>
              <a:ea typeface="source sans pro"/>
            </a:endParaRPr>
          </a:p>
          <a:p>
            <a:pPr marL="800100" lvl="1" indent="-231775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rgbClr val="2D2DB9"/>
                </a:solidFill>
                <a:ea typeface="source sans pro"/>
              </a:rPr>
              <a:t>So </a:t>
            </a:r>
            <a:r>
              <a:rPr lang="en-US" altLang="en-US" sz="2800" dirty="0">
                <a:solidFill>
                  <a:srgbClr val="2D2DB9"/>
                </a:solidFill>
                <a:ea typeface="source sans pro"/>
              </a:rPr>
              <a:t>we have to build an understanding, step-by-step, of what exactly the decorator does.</a:t>
            </a:r>
          </a:p>
          <a:p>
            <a:pPr marL="1081088" lvl="2" indent="-2222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2D2DB9"/>
                </a:solidFill>
                <a:ea typeface="source sans pro"/>
              </a:rPr>
              <a:t>This starts by reviewing how Python treats </a:t>
            </a:r>
            <a:r>
              <a:rPr lang="en-US" altLang="en-US" sz="2800" i="1" dirty="0">
                <a:solidFill>
                  <a:srgbClr val="2D2DB9"/>
                </a:solidFill>
                <a:ea typeface="source sans pro"/>
              </a:rPr>
              <a:t>function objects</a:t>
            </a:r>
            <a:r>
              <a:rPr lang="en-US" altLang="en-US" sz="2800" dirty="0" smtClean="0">
                <a:solidFill>
                  <a:srgbClr val="2D2DB9"/>
                </a:solidFill>
                <a:ea typeface="source sans pro"/>
              </a:rPr>
              <a:t>.</a:t>
            </a:r>
          </a:p>
          <a:p>
            <a:pPr marL="858838" lvl="2"/>
            <a:endParaRPr lang="en-US" altLang="en-US" dirty="0">
              <a:ea typeface="source sans pro"/>
            </a:endParaRPr>
          </a:p>
          <a:p>
            <a:pPr marL="342900" marR="0" lvl="0" indent="-231775" algn="l" defTabSz="914400" rtl="0" eaLnBrk="0" fontAlgn="base" latinLnBrk="0" hangingPunct="0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 smtClean="0">
                <a:ea typeface="source sans pro"/>
              </a:rPr>
              <a:t>For more advanced applications, see:</a:t>
            </a:r>
          </a:p>
          <a:p>
            <a:pPr marL="0" indent="0">
              <a:buNone/>
            </a:pPr>
            <a:r>
              <a:rPr lang="en-US" sz="2400" dirty="0" smtClean="0"/>
              <a:t>     </a:t>
            </a:r>
            <a:r>
              <a:rPr lang="en-US" sz="2400" i="1" dirty="0" smtClean="0"/>
              <a:t>https</a:t>
            </a:r>
            <a:r>
              <a:rPr lang="en-US" sz="2400" i="1" dirty="0"/>
              <a:t>://realpython.com/primer-on-python-decorators</a:t>
            </a:r>
            <a:r>
              <a:rPr lang="en-US" sz="2400" i="1" dirty="0" smtClean="0"/>
              <a:t>/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effectLst/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The Python decorator (@)</a:t>
            </a:r>
            <a:endParaRPr lang="en-US" b="1" dirty="0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8317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016"/>
    </mc:Choice>
    <mc:Fallback>
      <p:transition spd="slow" advTm="179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955" x="5518150" y="666750"/>
          <p14:tracePt t="10962" x="5499100" y="666750"/>
          <p14:tracePt t="10973" x="5467350" y="666750"/>
          <p14:tracePt t="10991" x="5391150" y="679450"/>
          <p14:tracePt t="11007" x="5340350" y="711200"/>
          <p14:tracePt t="11023" x="5295900" y="730250"/>
          <p14:tracePt t="11040" x="5232400" y="774700"/>
          <p14:tracePt t="11056" x="5200650" y="793750"/>
          <p14:tracePt t="11074" x="5162550" y="812800"/>
          <p14:tracePt t="11090" x="5149850" y="825500"/>
          <p14:tracePt t="11106" x="5137150" y="838200"/>
          <p14:tracePt t="11123" x="5118100" y="844550"/>
          <p14:tracePt t="11140" x="5111750" y="850900"/>
          <p14:tracePt t="11173" x="5099050" y="857250"/>
          <p14:tracePt t="11206" x="5092700" y="857250"/>
          <p14:tracePt t="11284" x="5099050" y="857250"/>
          <p14:tracePt t="11291" x="5105400" y="857250"/>
          <p14:tracePt t="11299" x="5124450" y="857250"/>
          <p14:tracePt t="11308" x="5143500" y="857250"/>
          <p14:tracePt t="11323" x="5187950" y="857250"/>
          <p14:tracePt t="11339" x="5257800" y="863600"/>
          <p14:tracePt t="11356" x="5429250" y="863600"/>
          <p14:tracePt t="11372" x="5568950" y="844550"/>
          <p14:tracePt t="11389" x="5702300" y="838200"/>
          <p14:tracePt t="11405" x="5899150" y="812800"/>
          <p14:tracePt t="11422" x="6000750" y="806450"/>
          <p14:tracePt t="11439" x="6096000" y="806450"/>
          <p14:tracePt t="11455" x="6140450" y="800100"/>
          <p14:tracePt t="11472" x="6178550" y="800100"/>
          <p14:tracePt t="11489" x="6235700" y="793750"/>
          <p14:tracePt t="11505" x="6248400" y="793750"/>
          <p14:tracePt t="11522" x="6273800" y="793750"/>
          <p14:tracePt t="11538" x="6305550" y="793750"/>
          <p14:tracePt t="11555" x="6311900" y="793750"/>
          <p14:tracePt t="11593" x="6311900" y="787400"/>
          <p14:tracePt t="11663" x="6299200" y="781050"/>
          <p14:tracePt t="11671" x="6286500" y="781050"/>
          <p14:tracePt t="11684" x="6254750" y="774700"/>
          <p14:tracePt t="11692" x="6229350" y="774700"/>
          <p14:tracePt t="11707" x="6178550" y="768350"/>
          <p14:tracePt t="11721" x="6115050" y="755650"/>
          <p14:tracePt t="11737" x="5956300" y="736600"/>
          <p14:tracePt t="11755" x="5791200" y="736600"/>
          <p14:tracePt t="11771" x="5689600" y="742950"/>
          <p14:tracePt t="11787" x="5511800" y="749300"/>
          <p14:tracePt t="11804" x="5359400" y="774700"/>
          <p14:tracePt t="11821" x="5276850" y="793750"/>
          <p14:tracePt t="11837" x="5168900" y="819150"/>
          <p14:tracePt t="11854" x="5105400" y="850900"/>
          <p14:tracePt t="11870" x="5086350" y="863600"/>
          <p14:tracePt t="11887" x="5067300" y="876300"/>
          <p14:tracePt t="11903" x="5060950" y="882650"/>
          <p14:tracePt t="12112" x="5105400" y="882650"/>
          <p14:tracePt t="12126" x="5207000" y="876300"/>
          <p14:tracePt t="12133" x="5308600" y="869950"/>
          <p14:tracePt t="12148" x="5410200" y="844550"/>
          <p14:tracePt t="12156" x="5511800" y="838200"/>
          <p14:tracePt t="12170" x="5619750" y="825500"/>
          <p14:tracePt t="12187" x="5784850" y="787400"/>
          <p14:tracePt t="12203" x="5854700" y="768350"/>
          <p14:tracePt t="12219" x="5924550" y="742950"/>
          <p14:tracePt t="12236" x="5962650" y="730250"/>
          <p14:tracePt t="12253" x="5969000" y="723900"/>
          <p14:tracePt t="12285" x="5975350" y="723900"/>
          <p14:tracePt t="12323" x="5981700" y="723900"/>
          <p14:tracePt t="12414" x="5988050" y="723900"/>
          <p14:tracePt t="12442" x="5994400" y="723900"/>
          <p14:tracePt t="12456" x="6000750" y="717550"/>
          <p14:tracePt t="12477" x="6007100" y="717550"/>
          <p14:tracePt t="12818" x="6032500" y="717550"/>
          <p14:tracePt t="12825" x="6070600" y="717550"/>
          <p14:tracePt t="12839" x="6108700" y="717550"/>
          <p14:tracePt t="12850" x="6153150" y="717550"/>
          <p14:tracePt t="12867" x="6254750" y="717550"/>
          <p14:tracePt t="12884" x="6305550" y="717550"/>
          <p14:tracePt t="12901" x="6413500" y="730250"/>
          <p14:tracePt t="12917" x="6540500" y="717550"/>
          <p14:tracePt t="12934" x="6623050" y="717550"/>
          <p14:tracePt t="12950" x="6750050" y="685800"/>
          <p14:tracePt t="12966" x="6858000" y="660400"/>
          <p14:tracePt t="12983" x="6902450" y="654050"/>
          <p14:tracePt t="13000" x="6959600" y="641350"/>
          <p14:tracePt t="13016" x="6985000" y="622300"/>
          <p14:tracePt t="13033" x="7010400" y="615950"/>
          <p14:tracePt t="13050" x="7023100" y="603250"/>
          <p14:tracePt t="13066" x="7029450" y="603250"/>
          <p14:tracePt t="13099" x="7035800" y="603250"/>
          <p14:tracePt t="13155" x="7042150" y="603250"/>
          <p14:tracePt t="13176" x="7048500" y="603250"/>
          <p14:tracePt t="13190" x="7054850" y="603250"/>
          <p14:tracePt t="13197" x="7054850" y="596900"/>
          <p14:tracePt t="13203" x="7067550" y="596900"/>
          <p14:tracePt t="13219" x="7073900" y="590550"/>
          <p14:tracePt t="13232" x="7086600" y="590550"/>
          <p14:tracePt t="13250" x="7112000" y="577850"/>
          <p14:tracePt t="13268" x="7143750" y="565150"/>
          <p14:tracePt t="13283" x="7169150" y="552450"/>
          <p14:tracePt t="13299" x="7213600" y="514350"/>
          <p14:tracePt t="13316" x="7245350" y="438150"/>
          <p14:tracePt t="13332" x="7251700" y="400050"/>
          <p14:tracePt t="13348" x="7258050" y="304800"/>
          <p14:tracePt t="13366" x="7245350" y="184150"/>
          <p14:tracePt t="13382" x="7239000" y="146050"/>
          <p14:tracePt t="13399" x="7226300" y="114300"/>
          <p14:tracePt t="13415" x="7194550" y="57150"/>
          <p14:tracePt t="13432" x="7181850" y="57150"/>
          <p14:tracePt t="13450" x="7156450" y="50800"/>
          <p14:tracePt t="13466" x="7143750" y="50800"/>
          <p14:tracePt t="13481" x="7124700" y="76200"/>
          <p14:tracePt t="13498" x="7105650" y="120650"/>
          <p14:tracePt t="13515" x="7099300" y="146050"/>
          <p14:tracePt t="13532" x="7080250" y="241300"/>
          <p14:tracePt t="13548" x="7073900" y="323850"/>
          <p14:tracePt t="13564" x="7073900" y="361950"/>
          <p14:tracePt t="13581" x="7073900" y="431800"/>
          <p14:tracePt t="13598" x="7086600" y="482600"/>
          <p14:tracePt t="13614" x="7092950" y="495300"/>
          <p14:tracePt t="13632" x="7105650" y="520700"/>
          <p14:tracePt t="13647" x="7124700" y="539750"/>
          <p14:tracePt t="13664" x="7137400" y="546100"/>
          <p14:tracePt t="13681" x="7162800" y="546100"/>
          <p14:tracePt t="13697" x="7188200" y="552450"/>
          <p14:tracePt t="13714" x="7194550" y="552450"/>
          <p14:tracePt t="13731" x="7219950" y="552450"/>
          <p14:tracePt t="13764" x="7239000" y="546100"/>
          <p14:tracePt t="13780" x="7245350" y="546100"/>
          <p14:tracePt t="13797" x="7245350" y="539750"/>
          <p14:tracePt t="13814" x="7251700" y="533400"/>
          <p14:tracePt t="13835" x="7251700" y="527050"/>
          <p14:tracePt t="13856" x="7251700" y="520700"/>
          <p14:tracePt t="13870" x="7251700" y="514350"/>
          <p14:tracePt t="13879" x="7251700" y="508000"/>
          <p14:tracePt t="13897" x="7245350" y="488950"/>
          <p14:tracePt t="13913" x="7219950" y="463550"/>
          <p14:tracePt t="13930" x="7175500" y="419100"/>
          <p14:tracePt t="13948" x="7118350" y="381000"/>
          <p14:tracePt t="13963" x="7099300" y="374650"/>
          <p14:tracePt t="13979" x="7048500" y="368300"/>
          <p14:tracePt t="13997" x="7016750" y="387350"/>
          <p14:tracePt t="14013" x="6997700" y="412750"/>
          <p14:tracePt t="14029" x="6991350" y="450850"/>
          <p14:tracePt t="14046" x="6978650" y="546100"/>
          <p14:tracePt t="14062" x="6978650" y="577850"/>
          <p14:tracePt t="14080" x="6978650" y="596900"/>
          <p14:tracePt t="14096" x="6978650" y="622300"/>
          <p14:tracePt t="14113" x="6985000" y="635000"/>
          <p14:tracePt t="14146" x="6985000" y="641350"/>
          <p14:tracePt t="14162" x="7004050" y="635000"/>
          <p14:tracePt t="14179" x="7029450" y="615950"/>
          <p14:tracePt t="14196" x="7035800" y="609600"/>
          <p14:tracePt t="14212" x="7067550" y="584200"/>
          <p14:tracePt t="14229" x="7086600" y="539750"/>
          <p14:tracePt t="14246" x="7092950" y="527050"/>
          <p14:tracePt t="14263" x="7105650" y="495300"/>
          <p14:tracePt t="14278" x="7105650" y="469900"/>
          <p14:tracePt t="14295" x="7105650" y="463550"/>
          <p14:tracePt t="14312" x="7092950" y="450850"/>
          <p14:tracePt t="14329" x="7061200" y="431800"/>
          <p14:tracePt t="14345" x="7042150" y="425450"/>
          <p14:tracePt t="14362" x="6991350" y="412750"/>
          <p14:tracePt t="14378" x="6959600" y="412750"/>
          <p14:tracePt t="14395" x="6927850" y="431800"/>
          <p14:tracePt t="14411" x="6889750" y="457200"/>
          <p14:tracePt t="14428" x="6883400" y="488950"/>
          <p14:tracePt t="14445" x="6870700" y="546100"/>
          <p14:tracePt t="14462" x="6870700" y="615950"/>
          <p14:tracePt t="14478" x="6877050" y="641350"/>
          <p14:tracePt t="14495" x="6902450" y="717550"/>
          <p14:tracePt t="14512" x="6921500" y="762000"/>
          <p14:tracePt t="14528" x="6940550" y="774700"/>
          <p14:tracePt t="14545" x="6965950" y="793750"/>
          <p14:tracePt t="14562" x="6997700" y="800100"/>
          <p14:tracePt t="14579" x="7029450" y="793750"/>
          <p14:tracePt t="14594" x="7042150" y="787400"/>
          <p14:tracePt t="14611" x="7080250" y="730250"/>
          <p14:tracePt t="14628" x="7112000" y="679450"/>
          <p14:tracePt t="14644" x="7112000" y="654050"/>
          <p14:tracePt t="14661" x="7118350" y="622300"/>
          <p14:tracePt t="14677" x="7118350" y="552450"/>
          <p14:tracePt t="14694" x="7105650" y="539750"/>
          <p14:tracePt t="14711" x="7099300" y="520700"/>
          <p14:tracePt t="14727" x="7080250" y="508000"/>
          <p14:tracePt t="14744" x="7054850" y="501650"/>
          <p14:tracePt t="14761" x="7029450" y="508000"/>
          <p14:tracePt t="14777" x="7016750" y="520700"/>
          <p14:tracePt t="14793" x="6985000" y="558800"/>
          <p14:tracePt t="14811" x="6959600" y="615950"/>
          <p14:tracePt t="14826" x="6959600" y="647700"/>
          <p14:tracePt t="14843" x="6946900" y="698500"/>
          <p14:tracePt t="14860" x="6940550" y="755650"/>
          <p14:tracePt t="14876" x="6940550" y="781050"/>
          <p14:tracePt t="14894" x="6940550" y="831850"/>
          <p14:tracePt t="14910" x="6940550" y="869950"/>
          <p14:tracePt t="14926" x="6946900" y="882650"/>
          <p14:tracePt t="14944" x="6953250" y="895350"/>
          <p14:tracePt t="14960" x="6965950" y="895350"/>
          <p14:tracePt t="14976" x="6978650" y="895350"/>
          <p14:tracePt t="14993" x="7004050" y="882650"/>
          <p14:tracePt t="15010" x="7023100" y="876300"/>
          <p14:tracePt t="15510" x="6991350" y="876300"/>
          <p14:tracePt t="15526" x="6953250" y="876300"/>
          <p14:tracePt t="15531" x="6889750" y="876300"/>
          <p14:tracePt t="15541" x="6819900" y="882650"/>
          <p14:tracePt t="15557" x="6756400" y="889000"/>
          <p14:tracePt t="15574" x="6572250" y="920750"/>
          <p14:tracePt t="15591" x="6483350" y="939800"/>
          <p14:tracePt t="15608" x="6337300" y="971550"/>
          <p14:tracePt t="15624" x="6178550" y="1016000"/>
          <p14:tracePt t="15641" x="6102350" y="1041400"/>
          <p14:tracePt t="15658" x="6000750" y="1073150"/>
          <p14:tracePt t="15674" x="5949950" y="1098550"/>
          <p14:tracePt t="15690" x="5930900" y="1098550"/>
          <p14:tracePt t="15707" x="5880100" y="1117600"/>
          <p14:tracePt t="15724" x="5835650" y="1123950"/>
          <p14:tracePt t="15740" x="5816600" y="1130300"/>
          <p14:tracePt t="15757" x="5778500" y="1143000"/>
          <p14:tracePt t="15773" x="5759450" y="1149350"/>
          <p14:tracePt t="27613" x="5721350" y="1143000"/>
          <p14:tracePt t="27620" x="5670550" y="1130300"/>
          <p14:tracePt t="27632" x="5613400" y="1117600"/>
          <p14:tracePt t="27649" x="5441950" y="1092200"/>
          <p14:tracePt t="27666" x="5321300" y="1073150"/>
          <p14:tracePt t="27683" x="5162550" y="1073150"/>
          <p14:tracePt t="27699" x="5035550" y="1073150"/>
          <p14:tracePt t="27716" x="4889500" y="1111250"/>
          <p14:tracePt t="27733" x="4705350" y="1149350"/>
          <p14:tracePt t="27749" x="4622800" y="1168400"/>
          <p14:tracePt t="27766" x="4483100" y="1225550"/>
          <p14:tracePt t="27782" x="4305300" y="1301750"/>
          <p14:tracePt t="27798" x="4203700" y="1346200"/>
          <p14:tracePt t="27817" x="4038600" y="1428750"/>
          <p14:tracePt t="27832" x="3937000" y="1466850"/>
          <p14:tracePt t="27848" x="3841750" y="1498600"/>
          <p14:tracePt t="27866" x="3740150" y="1517650"/>
          <p14:tracePt t="27882" x="3683000" y="1524000"/>
          <p14:tracePt t="27898" x="3619500" y="1530350"/>
          <p14:tracePt t="27915" x="3530600" y="1530350"/>
          <p14:tracePt t="27931" x="3473450" y="1524000"/>
          <p14:tracePt t="27948" x="3409950" y="1511300"/>
          <p14:tracePt t="27965" x="3314700" y="1492250"/>
          <p14:tracePt t="27982" x="3244850" y="1492250"/>
          <p14:tracePt t="27998" x="3187700" y="1485900"/>
          <p14:tracePt t="28015" x="3136900" y="1479550"/>
          <p14:tracePt t="28031" x="3098800" y="1473200"/>
          <p14:tracePt t="28048" x="3060700" y="1466850"/>
          <p14:tracePt t="28064" x="3048000" y="1466850"/>
          <p14:tracePt t="28082" x="3028950" y="1466850"/>
          <p14:tracePt t="28085" x="3016250" y="1466850"/>
          <p14:tracePt t="28098" x="3003550" y="1466850"/>
          <p14:tracePt t="28114" x="2984500" y="1466850"/>
          <p14:tracePt t="28130" x="2965450" y="1466850"/>
          <p14:tracePt t="28147" x="2933700" y="1466850"/>
          <p14:tracePt t="28163" x="2921000" y="1466850"/>
          <p14:tracePt t="28181" x="2882900" y="1460500"/>
          <p14:tracePt t="28197" x="2857500" y="1454150"/>
          <p14:tracePt t="28214" x="2832100" y="1447800"/>
          <p14:tracePt t="28231" x="2787650" y="1428750"/>
          <p14:tracePt t="28247" x="2755900" y="1422400"/>
          <p14:tracePt t="28265" x="2730500" y="1416050"/>
          <p14:tracePt t="28280" x="2692400" y="1403350"/>
          <p14:tracePt t="28297" x="2673350" y="1397000"/>
          <p14:tracePt t="28313" x="2660650" y="1397000"/>
          <p14:tracePt t="28330" x="2654300" y="1397000"/>
          <p14:tracePt t="28347" x="2647950" y="1397000"/>
          <p14:tracePt t="29079" x="2647950" y="1390650"/>
          <p14:tracePt t="29087" x="2654300" y="1390650"/>
          <p14:tracePt t="29094" x="2667000" y="1390650"/>
          <p14:tracePt t="29111" x="2679700" y="1384300"/>
          <p14:tracePt t="29128" x="2692400" y="1384300"/>
          <p14:tracePt t="29144" x="2698750" y="1384300"/>
          <p14:tracePt t="29161" x="2711450" y="1377950"/>
          <p14:tracePt t="29199" x="2717800" y="1377950"/>
          <p14:tracePt t="29241" x="2724150" y="1377950"/>
          <p14:tracePt t="29269" x="2730500" y="1377950"/>
          <p14:tracePt t="29290" x="2736850" y="1377950"/>
          <p14:tracePt t="29296" x="2743200" y="1377950"/>
          <p14:tracePt t="29311" x="2755900" y="1377950"/>
          <p14:tracePt t="29327" x="2768600" y="1371600"/>
          <p14:tracePt t="29343" x="2781300" y="1371600"/>
          <p14:tracePt t="29360" x="2800350" y="1365250"/>
          <p14:tracePt t="29393" x="2806700" y="1365250"/>
          <p14:tracePt t="29423" x="2813050" y="1365250"/>
          <p14:tracePt t="29479" x="2819400" y="1365250"/>
          <p14:tracePt t="29528" x="2825750" y="1365250"/>
          <p14:tracePt t="30118" x="2838450" y="1365250"/>
          <p14:tracePt t="30126" x="2851150" y="1365250"/>
          <p14:tracePt t="30131" x="2863850" y="1365250"/>
          <p14:tracePt t="30141" x="2876550" y="1358900"/>
          <p14:tracePt t="30158" x="2901950" y="1358900"/>
          <p14:tracePt t="30175" x="2952750" y="1358900"/>
          <p14:tracePt t="30191" x="2984500" y="1346200"/>
          <p14:tracePt t="30207" x="3028950" y="1339850"/>
          <p14:tracePt t="30224" x="3124200" y="1320800"/>
          <p14:tracePt t="30240" x="3200400" y="1301750"/>
          <p14:tracePt t="30256" x="3251200" y="1276350"/>
          <p14:tracePt t="30273" x="3327400" y="1263650"/>
          <p14:tracePt t="30290" x="3371850" y="1257300"/>
          <p14:tracePt t="30308" x="3403600" y="1250950"/>
          <p14:tracePt t="30323" x="3422650" y="1250950"/>
          <p14:tracePt t="30340" x="3448050" y="1250950"/>
          <p14:tracePt t="30357" x="3467100" y="1250950"/>
          <p14:tracePt t="30373" x="3473450" y="1250950"/>
          <p14:tracePt t="30390" x="3486150" y="1250950"/>
          <p14:tracePt t="30423" x="3492500" y="1250950"/>
          <p14:tracePt t="31050" x="3486150" y="1250950"/>
          <p14:tracePt t="31071" x="3479800" y="1250950"/>
          <p14:tracePt t="31086" x="3473450" y="1250950"/>
          <p14:tracePt t="31092" x="3467100" y="1250950"/>
          <p14:tracePt t="31103" x="3467100" y="1244600"/>
          <p14:tracePt t="31122" x="3448050" y="1244600"/>
          <p14:tracePt t="31137" x="3429000" y="1244600"/>
          <p14:tracePt t="31154" x="3403600" y="1244600"/>
          <p14:tracePt t="31171" x="3384550" y="1244600"/>
          <p14:tracePt t="31187" x="3365500" y="1250950"/>
          <p14:tracePt t="31203" x="3359150" y="1250950"/>
          <p14:tracePt t="31220" x="3346450" y="1250950"/>
          <p14:tracePt t="31237" x="3333750" y="1250950"/>
          <p14:tracePt t="31254" x="3327400" y="1250950"/>
          <p14:tracePt t="31493" x="3340100" y="1257300"/>
          <p14:tracePt t="31499" x="3346450" y="1257300"/>
          <p14:tracePt t="31506" x="3352800" y="1257300"/>
          <p14:tracePt t="31519" x="3365500" y="1257300"/>
          <p14:tracePt t="31536" x="3416300" y="1263650"/>
          <p14:tracePt t="31552" x="3479800" y="1263650"/>
          <p14:tracePt t="31570" x="3613150" y="1263650"/>
          <p14:tracePt t="31585" x="3721100" y="1257300"/>
          <p14:tracePt t="31602" x="3822700" y="1244600"/>
          <p14:tracePt t="31619" x="4000500" y="1219200"/>
          <p14:tracePt t="31635" x="4114800" y="1200150"/>
          <p14:tracePt t="31652" x="4248150" y="1181100"/>
          <p14:tracePt t="31655" x="4324350" y="1181100"/>
          <p14:tracePt t="31669" x="4457700" y="1162050"/>
          <p14:tracePt t="31685" x="4572000" y="1155700"/>
          <p14:tracePt t="31702" x="4667250" y="1136650"/>
          <p14:tracePt t="31718" x="4794250" y="1092200"/>
          <p14:tracePt t="31735" x="4876800" y="1066800"/>
          <p14:tracePt t="31752" x="4953000" y="1047750"/>
          <p14:tracePt t="31768" x="4984750" y="1047750"/>
          <p14:tracePt t="31785" x="4997450" y="1047750"/>
          <p14:tracePt t="31818" x="4997450" y="1035050"/>
          <p14:tracePt t="31879" x="5003800" y="1035050"/>
          <p14:tracePt t="31886" x="5010150" y="1041400"/>
          <p14:tracePt t="31892" x="5016500" y="1041400"/>
          <p14:tracePt t="31902" x="5022850" y="1047750"/>
          <p14:tracePt t="31918" x="5041900" y="1060450"/>
          <p14:tracePt t="31935" x="5060950" y="1066800"/>
          <p14:tracePt t="31952" x="5073650" y="1079500"/>
          <p14:tracePt t="31968" x="5092700" y="1092200"/>
          <p14:tracePt t="31984" x="5111750" y="1111250"/>
          <p14:tracePt t="32001" x="5130800" y="1123950"/>
          <p14:tracePt t="32017" x="5143500" y="1136650"/>
          <p14:tracePt t="32034" x="5162550" y="1155700"/>
          <p14:tracePt t="32051" x="5168900" y="1162050"/>
          <p14:tracePt t="32068" x="5187950" y="1168400"/>
          <p14:tracePt t="32084" x="5187950" y="1174750"/>
          <p14:tracePt t="32101" x="5194300" y="1174750"/>
          <p14:tracePt t="32117" x="5207000" y="1187450"/>
          <p14:tracePt t="32134" x="5219700" y="1200150"/>
          <p14:tracePt t="32150" x="5226050" y="1206500"/>
          <p14:tracePt t="32167" x="5238750" y="1225550"/>
          <p14:tracePt t="32183" x="5245100" y="1238250"/>
          <p14:tracePt t="32201" x="5251450" y="1238250"/>
          <p14:tracePt t="32216" x="5257800" y="1250950"/>
          <p14:tracePt t="32250" x="5264150" y="1250950"/>
          <p14:tracePt t="32266" x="5270500" y="1250950"/>
          <p14:tracePt t="32678" x="5283200" y="1250950"/>
          <p14:tracePt t="32685" x="5302250" y="1250950"/>
          <p14:tracePt t="32699" x="5334000" y="1250950"/>
          <p14:tracePt t="32715" x="5384800" y="1250950"/>
          <p14:tracePt t="32731" x="5435600" y="1250950"/>
          <p14:tracePt t="32749" x="5511800" y="1270000"/>
          <p14:tracePt t="32765" x="5568950" y="1270000"/>
          <p14:tracePt t="32782" x="5638800" y="1263650"/>
          <p14:tracePt t="32798" x="5715000" y="1257300"/>
          <p14:tracePt t="32814" x="5784850" y="1250950"/>
          <p14:tracePt t="32831" x="5854700" y="1250950"/>
          <p14:tracePt t="32848" x="5949950" y="1250950"/>
          <p14:tracePt t="32864" x="6026150" y="1244600"/>
          <p14:tracePt t="32882" x="6108700" y="1244600"/>
          <p14:tracePt t="32897" x="6203950" y="1244600"/>
          <p14:tracePt t="32914" x="6235700" y="1244600"/>
          <p14:tracePt t="32931" x="6273800" y="1244600"/>
          <p14:tracePt t="32947" x="6299200" y="1244600"/>
          <p14:tracePt t="32964" x="6330950" y="1257300"/>
          <p14:tracePt t="32981" x="6375400" y="1276350"/>
          <p14:tracePt t="32997" x="6419850" y="1282700"/>
          <p14:tracePt t="33014" x="6457950" y="1295400"/>
          <p14:tracePt t="33031" x="6527800" y="1314450"/>
          <p14:tracePt t="33047" x="6578600" y="1320800"/>
          <p14:tracePt t="33064" x="6629400" y="1320800"/>
          <p14:tracePt t="33080" x="6692900" y="1320800"/>
          <p14:tracePt t="33097" x="6737350" y="1320800"/>
          <p14:tracePt t="33114" x="6819900" y="1314450"/>
          <p14:tracePt t="33131" x="6851650" y="1314450"/>
          <p14:tracePt t="33147" x="6883400" y="1301750"/>
          <p14:tracePt t="33150" x="6896100" y="1301750"/>
          <p14:tracePt t="33164" x="6921500" y="1301750"/>
          <p14:tracePt t="33180" x="6934200" y="1301750"/>
          <p14:tracePt t="33197" x="6946900" y="1301750"/>
          <p14:tracePt t="33213" x="6965950" y="1301750"/>
          <p14:tracePt t="33230" x="6972300" y="1301750"/>
          <p14:tracePt t="33262" x="6978650" y="1301750"/>
          <p14:tracePt t="33280" x="6985000" y="1301750"/>
          <p14:tracePt t="33408" x="6991350" y="1301750"/>
          <p14:tracePt t="33430" x="6997700" y="1301750"/>
          <p14:tracePt t="33436" x="7004050" y="1301750"/>
          <p14:tracePt t="33446" x="7010400" y="1295400"/>
          <p14:tracePt t="33465" x="7010400" y="1289050"/>
          <p14:tracePt t="34592" x="6985000" y="1289050"/>
          <p14:tracePt t="34598" x="6934200" y="1289050"/>
          <p14:tracePt t="34608" x="6870700" y="1289050"/>
          <p14:tracePt t="34625" x="6731000" y="1289050"/>
          <p14:tracePt t="34642" x="6496050" y="1301750"/>
          <p14:tracePt t="34658" x="6356350" y="1327150"/>
          <p14:tracePt t="34675" x="6197600" y="1352550"/>
          <p14:tracePt t="34691" x="5994400" y="1416050"/>
          <p14:tracePt t="34708" x="5886450" y="1435100"/>
          <p14:tracePt t="34726" x="5753100" y="1466850"/>
          <p14:tracePt t="34742" x="5664200" y="1492250"/>
          <p14:tracePt t="34758" x="5594350" y="1517650"/>
          <p14:tracePt t="34775" x="5518150" y="1543050"/>
          <p14:tracePt t="34791" x="5441950" y="1555750"/>
          <p14:tracePt t="34808" x="5397500" y="1581150"/>
          <p14:tracePt t="34825" x="5334000" y="1593850"/>
          <p14:tracePt t="34841" x="5289550" y="1600200"/>
          <p14:tracePt t="34858" x="5213350" y="1612900"/>
          <p14:tracePt t="34874" x="5149850" y="1638300"/>
          <p14:tracePt t="34891" x="5073650" y="1644650"/>
          <p14:tracePt t="34908" x="4991100" y="1663700"/>
          <p14:tracePt t="34924" x="4933950" y="1682750"/>
          <p14:tracePt t="34941" x="4883150" y="1701800"/>
          <p14:tracePt t="34957" x="4819650" y="1733550"/>
          <p14:tracePt t="34974" x="4756150" y="1752600"/>
          <p14:tracePt t="34991" x="4686300" y="1778000"/>
          <p14:tracePt t="35007" x="4559300" y="1822450"/>
          <p14:tracePt t="35023" x="4476750" y="1835150"/>
          <p14:tracePt t="35041" x="4349750" y="1866900"/>
          <p14:tracePt t="35057" x="4279900" y="1885950"/>
          <p14:tracePt t="35073" x="4229100" y="1911350"/>
          <p14:tracePt t="35090" x="4159250" y="1930400"/>
          <p14:tracePt t="35107" x="4102100" y="1936750"/>
          <p14:tracePt t="35124" x="4051300" y="1955800"/>
          <p14:tracePt t="35140" x="3962400" y="1987550"/>
          <p14:tracePt t="35157" x="3898900" y="2012950"/>
          <p14:tracePt t="35175" x="3835400" y="2038350"/>
          <p14:tracePt t="35190" x="3810000" y="2051050"/>
          <p14:tracePt t="35206" x="3771900" y="2070100"/>
          <p14:tracePt t="35224" x="3695700" y="2095500"/>
          <p14:tracePt t="35239" x="3644900" y="2108200"/>
          <p14:tracePt t="35256" x="3613150" y="2120900"/>
          <p14:tracePt t="35273" x="3587750" y="2114550"/>
          <p14:tracePt t="35290" x="3587750" y="2101850"/>
          <p14:tracePt t="35880" x="3581400" y="2101850"/>
          <p14:tracePt t="35887" x="3575050" y="2108200"/>
          <p14:tracePt t="35893" x="3562350" y="2108200"/>
          <p14:tracePt t="35904" x="3556000" y="2114550"/>
          <p14:tracePt t="35920" x="3536950" y="2120900"/>
          <p14:tracePt t="35937" x="3524250" y="2127250"/>
          <p14:tracePt t="35954" x="3511550" y="2139950"/>
          <p14:tracePt t="35971" x="3498850" y="2139950"/>
          <p14:tracePt t="35987" x="3498850" y="2146300"/>
          <p14:tracePt t="36003" x="3492500" y="2152650"/>
          <p14:tracePt t="36021" x="3486150" y="2152650"/>
          <p14:tracePt t="36082" x="3479800" y="2152650"/>
          <p14:tracePt t="36420" x="3486150" y="2152650"/>
          <p14:tracePt t="36427" x="3492500" y="2152650"/>
          <p14:tracePt t="36441" x="3498850" y="2152650"/>
          <p14:tracePt t="36452" x="3505200" y="2152650"/>
          <p14:tracePt t="36469" x="3517900" y="2152650"/>
          <p14:tracePt t="36485" x="3530600" y="2152650"/>
          <p14:tracePt t="36502" x="3536950" y="2152650"/>
          <p14:tracePt t="36539" x="3543300" y="2152650"/>
          <p14:tracePt t="36560" x="3549650" y="2152650"/>
          <p14:tracePt t="36588" x="3556000" y="2152650"/>
          <p14:tracePt t="36602" x="3562350" y="2152650"/>
          <p14:tracePt t="36609" x="3568700" y="2152650"/>
          <p14:tracePt t="36624" x="3575050" y="2152650"/>
          <p14:tracePt t="36635" x="3581400" y="2152650"/>
          <p14:tracePt t="36652" x="3619500" y="2146300"/>
          <p14:tracePt t="36668" x="3651250" y="2146300"/>
          <p14:tracePt t="36685" x="3721100" y="2139950"/>
          <p14:tracePt t="36701" x="3810000" y="2139950"/>
          <p14:tracePt t="36718" x="3835400" y="2139950"/>
          <p14:tracePt t="36736" x="3892550" y="2139950"/>
          <p14:tracePt t="36751" x="3943350" y="2139950"/>
          <p14:tracePt t="36768" x="3962400" y="2139950"/>
          <p14:tracePt t="36785" x="3994150" y="2139950"/>
          <p14:tracePt t="36801" x="4019550" y="2139950"/>
          <p14:tracePt t="36817" x="4051300" y="2146300"/>
          <p14:tracePt t="36834" x="4070350" y="2152650"/>
          <p14:tracePt t="36851" x="4089400" y="2152650"/>
          <p14:tracePt t="36867" x="4108450" y="2159000"/>
          <p14:tracePt t="36884" x="4121150" y="2159000"/>
          <p14:tracePt t="36900" x="4133850" y="2159000"/>
          <p14:tracePt t="36918" x="4152900" y="2165350"/>
          <p14:tracePt t="36934" x="4178300" y="2171700"/>
          <p14:tracePt t="36950" x="4191000" y="2171700"/>
          <p14:tracePt t="36967" x="4222750" y="2171700"/>
          <p14:tracePt t="36983" x="4248150" y="2171700"/>
          <p14:tracePt t="37000" x="4260850" y="2171700"/>
          <p14:tracePt t="37017" x="4292600" y="2171700"/>
          <p14:tracePt t="37033" x="4318000" y="2165350"/>
          <p14:tracePt t="37050" x="4330700" y="2159000"/>
          <p14:tracePt t="37066" x="4362450" y="2146300"/>
          <p14:tracePt t="37083" x="4387850" y="2139950"/>
          <p14:tracePt t="37101" x="4464050" y="2127250"/>
          <p14:tracePt t="37116" x="4489450" y="2127250"/>
          <p14:tracePt t="37133" x="4533900" y="2114550"/>
          <p14:tracePt t="37150" x="4610100" y="2108200"/>
          <p14:tracePt t="37166" x="4673600" y="2108200"/>
          <p14:tracePt t="37183" x="4718050" y="2101850"/>
          <p14:tracePt t="37199" x="4813300" y="2082800"/>
          <p14:tracePt t="37216" x="4876800" y="2076450"/>
          <p14:tracePt t="37233" x="4927600" y="2076450"/>
          <p14:tracePt t="37249" x="5048250" y="2057400"/>
          <p14:tracePt t="37266" x="5111750" y="2044700"/>
          <p14:tracePt t="37283" x="5270500" y="2038350"/>
          <p14:tracePt t="37299" x="5359400" y="2038350"/>
          <p14:tracePt t="37316" x="5537200" y="2038350"/>
          <p14:tracePt t="37333" x="5702300" y="2057400"/>
          <p14:tracePt t="37349" x="5822950" y="2070100"/>
          <p14:tracePt t="37366" x="5873750" y="2089150"/>
          <p14:tracePt t="37382" x="5892800" y="2089150"/>
          <p14:tracePt t="37399" x="5911850" y="2089150"/>
          <p14:tracePt t="37416" x="5918200" y="2089150"/>
          <p14:tracePt t="37432" x="5937250" y="2089150"/>
          <p14:tracePt t="37448" x="5943600" y="2089150"/>
          <p14:tracePt t="37466" x="5962650" y="2089150"/>
          <p14:tracePt t="37482" x="5981700" y="2082800"/>
          <p14:tracePt t="37498" x="6000750" y="2076450"/>
          <p14:tracePt t="37515" x="6026150" y="2076450"/>
          <p14:tracePt t="38085" x="6032500" y="2076450"/>
          <p14:tracePt t="38092" x="6045200" y="2076450"/>
          <p14:tracePt t="38114" x="6057900" y="2082800"/>
          <p14:tracePt t="38127" x="6064250" y="2082800"/>
          <p14:tracePt t="38163" x="6070600" y="2082800"/>
          <p14:tracePt t="38183" x="6076950" y="2089150"/>
          <p14:tracePt t="38205" x="6083300" y="2089150"/>
          <p14:tracePt t="38226" x="6089650" y="2089150"/>
          <p14:tracePt t="38233" x="6102350" y="2089150"/>
          <p14:tracePt t="38248" x="6115050" y="2095500"/>
          <p14:tracePt t="38262" x="6121400" y="2095500"/>
          <p14:tracePt t="38279" x="6140450" y="2101850"/>
          <p14:tracePt t="38296" x="6146800" y="2101850"/>
          <p14:tracePt t="38312" x="6165850" y="2101850"/>
          <p14:tracePt t="38329" x="6184900" y="2108200"/>
          <p14:tracePt t="38346" x="6197600" y="2114550"/>
          <p14:tracePt t="38362" x="6216650" y="2114550"/>
          <p14:tracePt t="38380" x="6242050" y="2120900"/>
          <p14:tracePt t="38396" x="6273800" y="2120900"/>
          <p14:tracePt t="38412" x="6286500" y="2127250"/>
          <p14:tracePt t="38429" x="6330950" y="2127250"/>
          <p14:tracePt t="38445" x="6362700" y="2133600"/>
          <p14:tracePt t="38462" x="6375400" y="2133600"/>
          <p14:tracePt t="38479" x="6388100" y="2133600"/>
          <p14:tracePt t="38780" x="6381750" y="2139950"/>
          <p14:tracePt t="38787" x="6369050" y="2139950"/>
          <p14:tracePt t="38796" x="6350000" y="2139950"/>
          <p14:tracePt t="38810" x="6318250" y="2139950"/>
          <p14:tracePt t="38827" x="6261100" y="2146300"/>
          <p14:tracePt t="38844" x="6070600" y="2159000"/>
          <p14:tracePt t="38861" x="5772150" y="2184400"/>
          <p14:tracePt t="38877" x="5581650" y="2197100"/>
          <p14:tracePt t="38893" x="5124450" y="2235200"/>
          <p14:tracePt t="38910" x="4724400" y="2298700"/>
          <p14:tracePt t="38928" x="4375150" y="2362200"/>
          <p14:tracePt t="38944" x="4241800" y="2406650"/>
          <p14:tracePt t="38960" x="4019550" y="2482850"/>
          <p14:tracePt t="38977" x="3873500" y="2571750"/>
          <p14:tracePt t="38993" x="3816350" y="2603500"/>
          <p14:tracePt t="39010" x="3759200" y="2641600"/>
          <p14:tracePt t="39026" x="3702050" y="2698750"/>
          <p14:tracePt t="39043" x="3676650" y="2717800"/>
          <p14:tracePt t="39060" x="3644900" y="2736850"/>
          <p14:tracePt t="39076" x="3632200" y="2749550"/>
          <p14:tracePt t="39093" x="3625850" y="2749550"/>
          <p14:tracePt t="39341" x="3632200" y="2749550"/>
          <p14:tracePt t="39347" x="3638550" y="2749550"/>
          <p14:tracePt t="39358" x="3657600" y="2743200"/>
          <p14:tracePt t="39376" x="3695700" y="2730500"/>
          <p14:tracePt t="39392" x="3727450" y="2724150"/>
          <p14:tracePt t="39408" x="3746500" y="2717800"/>
          <p14:tracePt t="39426" x="3822700" y="2705100"/>
          <p14:tracePt t="39442" x="3848100" y="2698750"/>
          <p14:tracePt t="39458" x="3867150" y="2698750"/>
          <p14:tracePt t="39475" x="3898900" y="2698750"/>
          <p14:tracePt t="39492" x="3930650" y="2698750"/>
          <p14:tracePt t="39508" x="3943350" y="2698750"/>
          <p14:tracePt t="39525" x="3968750" y="2698750"/>
          <p14:tracePt t="39541" x="3994150" y="2698750"/>
          <p14:tracePt t="39558" x="4006850" y="2698750"/>
          <p14:tracePt t="39575" x="4013200" y="2698750"/>
          <p14:tracePt t="39591" x="4032250" y="2698750"/>
          <p14:tracePt t="39608" x="4057650" y="2698750"/>
          <p14:tracePt t="39624" x="4076700" y="2692400"/>
          <p14:tracePt t="39641" x="4102100" y="2692400"/>
          <p14:tracePt t="39657" x="4133850" y="2692400"/>
          <p14:tracePt t="39674" x="4159250" y="2692400"/>
          <p14:tracePt t="39692" x="4171950" y="2692400"/>
          <p14:tracePt t="39707" x="4191000" y="2692400"/>
          <p14:tracePt t="39741" x="4197350" y="2692400"/>
          <p14:tracePt t="39757" x="4203700" y="2692400"/>
          <p14:tracePt t="39774" x="4210050" y="2692400"/>
          <p14:tracePt t="39909" x="4216400" y="2692400"/>
          <p14:tracePt t="40000" x="4222750" y="2692400"/>
          <p14:tracePt t="40807" x="4229100" y="2692400"/>
          <p14:tracePt t="40828" x="4235450" y="2692400"/>
          <p14:tracePt t="40849" x="4241800" y="2686050"/>
          <p14:tracePt t="40870" x="4248150" y="2679700"/>
          <p14:tracePt t="40898" x="4248150" y="2673350"/>
          <p14:tracePt t="40919" x="4254500" y="2667000"/>
          <p14:tracePt t="40954" x="4260850" y="2660650"/>
          <p14:tracePt t="41164" x="4286250" y="2647950"/>
          <p14:tracePt t="41171" x="4318000" y="2641600"/>
          <p14:tracePt t="41186" x="4368800" y="2635250"/>
          <p14:tracePt t="41202" x="4470400" y="2609850"/>
          <p14:tracePt t="41219" x="4546600" y="2597150"/>
          <p14:tracePt t="41235" x="4711700" y="2590800"/>
          <p14:tracePt t="41252" x="4902200" y="2578100"/>
          <p14:tracePt t="41270" x="5092700" y="2565400"/>
          <p14:tracePt t="41285" x="5181600" y="2559050"/>
          <p14:tracePt t="41302" x="5257800" y="2559050"/>
          <p14:tracePt t="41305" x="5340350" y="2546350"/>
          <p14:tracePt t="41319" x="5441950" y="2540000"/>
          <p14:tracePt t="41335" x="5492750" y="2540000"/>
          <p14:tracePt t="41352" x="5562600" y="2527300"/>
          <p14:tracePt t="41368" x="5638800" y="2520950"/>
          <p14:tracePt t="41385" x="5708650" y="2514600"/>
          <p14:tracePt t="41402" x="5721350" y="2514600"/>
          <p14:tracePt t="41418" x="5740400" y="2514600"/>
          <p14:tracePt t="41459" x="5746750" y="2514600"/>
          <p14:tracePt t="41563" x="5740400" y="2514600"/>
          <p14:tracePt t="41570" x="5727700" y="2514600"/>
          <p14:tracePt t="41587" x="5715000" y="2514600"/>
          <p14:tracePt t="41601" x="5651500" y="2514600"/>
          <p14:tracePt t="41617" x="5588000" y="2514600"/>
          <p14:tracePt t="41634" x="5492750" y="2527300"/>
          <p14:tracePt t="41651" x="5283200" y="2533650"/>
          <p14:tracePt t="41667" x="5016500" y="2546350"/>
          <p14:tracePt t="41684" x="4686300" y="2578100"/>
          <p14:tracePt t="41700" x="4489450" y="2622550"/>
          <p14:tracePt t="41717" x="4127500" y="2711450"/>
          <p14:tracePt t="41733" x="3968750" y="2762250"/>
          <p14:tracePt t="41751" x="3689350" y="2876550"/>
          <p14:tracePt t="41768" x="3448050" y="2952750"/>
          <p14:tracePt t="41783" x="3276600" y="3022600"/>
          <p14:tracePt t="41800" x="3213100" y="3041650"/>
          <p14:tracePt t="41817" x="3136900" y="3073400"/>
          <p14:tracePt t="41834" x="3092450" y="3086100"/>
          <p14:tracePt t="41850" x="3079750" y="3086100"/>
          <p14:tracePt t="41867" x="3073400" y="3098800"/>
          <p14:tracePt t="41883" x="3067050" y="3098800"/>
          <p14:tracePt t="41922" x="3060700" y="3098800"/>
          <p14:tracePt t="42076" x="3067050" y="3105150"/>
          <p14:tracePt t="42090" x="3073400" y="3105150"/>
          <p14:tracePt t="42104" x="3086100" y="3105150"/>
          <p14:tracePt t="42111" x="3092450" y="3105150"/>
          <p14:tracePt t="42125" x="3105150" y="3105150"/>
          <p14:tracePt t="42135" x="3124200" y="3105150"/>
          <p14:tracePt t="42148" x="3149600" y="3098800"/>
          <p14:tracePt t="42166" x="3232150" y="3092450"/>
          <p14:tracePt t="42183" x="3327400" y="3079750"/>
          <p14:tracePt t="42199" x="3390900" y="3073400"/>
          <p14:tracePt t="42216" x="3454400" y="3073400"/>
          <p14:tracePt t="42232" x="3746500" y="3054350"/>
          <p14:tracePt t="42248" x="3848100" y="3054350"/>
          <p14:tracePt t="42266" x="4051300" y="3054350"/>
          <p14:tracePt t="42282" x="4127500" y="3054350"/>
          <p14:tracePt t="42298" x="4260850" y="3067050"/>
          <p14:tracePt t="42315" x="4349750" y="3067050"/>
          <p14:tracePt t="42332" x="4381500" y="3067050"/>
          <p14:tracePt t="42348" x="4425950" y="3067050"/>
          <p14:tracePt t="42365" x="4476750" y="3067050"/>
          <p14:tracePt t="42381" x="4495800" y="3067050"/>
          <p14:tracePt t="42399" x="4546600" y="3067050"/>
          <p14:tracePt t="42415" x="4578350" y="3054350"/>
          <p14:tracePt t="42431" x="4603750" y="3048000"/>
          <p14:tracePt t="42448" x="4641850" y="3048000"/>
          <p14:tracePt t="42465" x="4699000" y="3054350"/>
          <p14:tracePt t="42482" x="4737100" y="3060700"/>
          <p14:tracePt t="42498" x="4832350" y="3060700"/>
          <p14:tracePt t="42514" x="4972050" y="3054350"/>
          <p14:tracePt t="42531" x="5048250" y="3054350"/>
          <p14:tracePt t="42548" x="5187950" y="3035300"/>
          <p14:tracePt t="42564" x="5257800" y="3028950"/>
          <p14:tracePt t="42582" x="5410200" y="2997200"/>
          <p14:tracePt t="42597" x="5492750" y="2990850"/>
          <p14:tracePt t="42615" x="5581650" y="2978150"/>
          <p14:tracePt t="42631" x="5746750" y="2959100"/>
          <p14:tracePt t="42648" x="5892800" y="2940050"/>
          <p14:tracePt t="42664" x="5956300" y="2940050"/>
          <p14:tracePt t="42681" x="6051550" y="2933700"/>
          <p14:tracePt t="42697" x="6127750" y="2933700"/>
          <p14:tracePt t="42714" x="6248400" y="2952750"/>
          <p14:tracePt t="42730" x="6311900" y="2959100"/>
          <p14:tracePt t="42747" x="6483350" y="2990850"/>
          <p14:tracePt t="42764" x="6629400" y="3016250"/>
          <p14:tracePt t="42780" x="6705600" y="3028950"/>
          <p14:tracePt t="42797" x="6813550" y="3054350"/>
          <p14:tracePt t="42813" x="6883400" y="3067050"/>
          <p14:tracePt t="42830" x="6915150" y="3067050"/>
          <p14:tracePt t="43242" x="6946900" y="3067050"/>
          <p14:tracePt t="43249" x="6991350" y="3067050"/>
          <p14:tracePt t="43262" x="7029450" y="3067050"/>
          <p14:tracePt t="43278" x="7105650" y="3067050"/>
          <p14:tracePt t="43295" x="7156450" y="3067050"/>
          <p14:tracePt t="43312" x="7200900" y="3067050"/>
          <p14:tracePt t="43328" x="7321550" y="3054350"/>
          <p14:tracePt t="43344" x="7359650" y="3054350"/>
          <p14:tracePt t="43362" x="7442200" y="3048000"/>
          <p14:tracePt t="43378" x="7480300" y="3048000"/>
          <p14:tracePt t="43395" x="7518400" y="3041650"/>
          <p14:tracePt t="43411" x="7562850" y="3041650"/>
          <p14:tracePt t="43428" x="7575550" y="3041650"/>
          <p14:tracePt t="43445" x="7607300" y="3041650"/>
          <p14:tracePt t="43461" x="7632700" y="3048000"/>
          <p14:tracePt t="43478" x="7645400" y="3048000"/>
          <p14:tracePt t="43495" x="7651750" y="3048000"/>
          <p14:tracePt t="43511" x="7664450" y="3054350"/>
          <p14:tracePt t="43789" x="7658100" y="3054350"/>
          <p14:tracePt t="43811" x="7651750" y="3054350"/>
          <p14:tracePt t="43818" x="7645400" y="3054350"/>
          <p14:tracePt t="43839" x="7639050" y="3054350"/>
          <p14:tracePt t="43861" x="7632700" y="3054350"/>
          <p14:tracePt t="61711" x="7620000" y="3054350"/>
          <p14:tracePt t="61718" x="7594600" y="3067050"/>
          <p14:tracePt t="61732" x="7537450" y="3073400"/>
          <p14:tracePt t="61748" x="7454900" y="3079750"/>
          <p14:tracePt t="61764" x="7359650" y="3098800"/>
          <p14:tracePt t="61782" x="7175500" y="3117850"/>
          <p14:tracePt t="61798" x="7023100" y="3124200"/>
          <p14:tracePt t="61814" x="6858000" y="3143250"/>
          <p14:tracePt t="61831" x="6597650" y="3155950"/>
          <p14:tracePt t="61847" x="6419850" y="3149600"/>
          <p14:tracePt t="61864" x="6254750" y="3149600"/>
          <p14:tracePt t="61881" x="6013450" y="3143250"/>
          <p14:tracePt t="61897" x="5873750" y="3143250"/>
          <p14:tracePt t="61914" x="5702300" y="3124200"/>
          <p14:tracePt t="61931" x="5448300" y="3111500"/>
          <p14:tracePt t="61947" x="5270500" y="3117850"/>
          <p14:tracePt t="61964" x="5041900" y="3117850"/>
          <p14:tracePt t="61980" x="4889500" y="3124200"/>
          <p14:tracePt t="61997" x="4768850" y="3130550"/>
          <p14:tracePt t="62014" x="4521200" y="3143250"/>
          <p14:tracePt t="62030" x="4394200" y="3168650"/>
          <p14:tracePt t="62048" x="4121150" y="3200400"/>
          <p14:tracePt t="62063" x="3949700" y="3238500"/>
          <p14:tracePt t="62080" x="3797300" y="3263900"/>
          <p14:tracePt t="62097" x="3536950" y="3282950"/>
          <p14:tracePt t="62113" x="3314700" y="3282950"/>
          <p14:tracePt t="62130" x="3181350" y="3251200"/>
          <p14:tracePt t="62729" x="3117850" y="3251200"/>
          <p14:tracePt t="62736" x="3048000" y="3263900"/>
          <p14:tracePt t="62744" x="2971800" y="3270250"/>
          <p14:tracePt t="62761" x="2825750" y="3308350"/>
          <p14:tracePt t="62778" x="2546350" y="3403600"/>
          <p14:tracePt t="62794" x="2387600" y="3460750"/>
          <p14:tracePt t="62811" x="2254250" y="3492500"/>
          <p14:tracePt t="62828" x="2114550" y="3536950"/>
          <p14:tracePt t="62844" x="2000250" y="3613150"/>
          <p14:tracePt t="62861" x="1924050" y="3644900"/>
          <p14:tracePt t="62877" x="1835150" y="3663950"/>
          <p14:tracePt t="62894" x="1797050" y="3683000"/>
          <p14:tracePt t="62911" x="1758950" y="3702050"/>
          <p14:tracePt t="62927" x="1739900" y="3733800"/>
          <p14:tracePt t="62944" x="1752600" y="3746500"/>
          <p14:tracePt t="62961" x="1828800" y="3771900"/>
          <p14:tracePt t="62977" x="1860550" y="3784600"/>
          <p14:tracePt t="64573" x="1847850" y="3784600"/>
          <p14:tracePt t="64579" x="1835150" y="3784600"/>
          <p14:tracePt t="64588" x="1828800" y="3784600"/>
          <p14:tracePt t="64604" x="1809750" y="3790950"/>
          <p14:tracePt t="64622" x="1778000" y="3797300"/>
          <p14:tracePt t="64638" x="1752600" y="3810000"/>
          <p14:tracePt t="64654" x="1733550" y="3816350"/>
          <p14:tracePt t="64658" x="1720850" y="3816350"/>
          <p14:tracePt t="64671" x="1689100" y="3822700"/>
          <p14:tracePt t="64688" x="1651000" y="3835400"/>
          <p14:tracePt t="64704" x="1619250" y="3848100"/>
          <p14:tracePt t="64721" x="1574800" y="3854450"/>
          <p14:tracePt t="64737" x="1555750" y="3860800"/>
          <p14:tracePt t="64755" x="1524000" y="3867150"/>
          <p14:tracePt t="64771" x="1511300" y="3867150"/>
          <p14:tracePt t="64787" x="1504950" y="3867150"/>
          <p14:tracePt t="64804" x="1479550" y="3867150"/>
          <p14:tracePt t="64821" x="1473200" y="3873500"/>
          <p14:tracePt t="64837" x="1466850" y="3873500"/>
          <p14:tracePt t="64854" x="1460500" y="3879850"/>
          <p14:tracePt t="64870" x="1447800" y="3886200"/>
          <p14:tracePt t="64887" x="1441450" y="3886200"/>
          <p14:tracePt t="64903" x="1435100" y="3892550"/>
          <p14:tracePt t="64920" x="1435100" y="3898900"/>
          <p14:tracePt t="64937" x="1422400" y="3898900"/>
          <p14:tracePt t="64953" x="1416050" y="3898900"/>
          <p14:tracePt t="64970" x="1416050" y="3905250"/>
          <p14:tracePt t="64987" x="1403350" y="3905250"/>
          <p14:tracePt t="65003" x="1397000" y="3905250"/>
          <p14:tracePt t="65020" x="1390650" y="3905250"/>
          <p14:tracePt t="65052" x="1384300" y="3905250"/>
          <p14:tracePt t="65072" x="1377950" y="3911600"/>
          <p14:tracePt t="65092" x="1371600" y="3911600"/>
          <p14:tracePt t="65120" x="1358900" y="3917950"/>
          <p14:tracePt t="65141" x="1352550" y="3917950"/>
          <p14:tracePt t="65168" x="1346200" y="3917950"/>
          <p14:tracePt t="65210" x="1339850" y="3924300"/>
          <p14:tracePt t="65239" x="1333500" y="3924300"/>
          <p14:tracePt t="65274" x="1327150" y="3924300"/>
          <p14:tracePt t="65309" x="1320800" y="3930650"/>
          <p14:tracePt t="65323" x="1314450" y="3930650"/>
          <p14:tracePt t="65329" x="1308100" y="3930650"/>
          <p14:tracePt t="65351" x="1301750" y="3930650"/>
          <p14:tracePt t="65358" x="1295400" y="3930650"/>
          <p14:tracePt t="65372" x="1289050" y="3930650"/>
          <p14:tracePt t="65386" x="1276350" y="3930650"/>
          <p14:tracePt t="65402" x="1263650" y="3930650"/>
          <p14:tracePt t="65418" x="1250950" y="3930650"/>
          <p14:tracePt t="65435" x="1231900" y="3930650"/>
          <p14:tracePt t="65452" x="1225550" y="3930650"/>
          <p14:tracePt t="65469" x="1219200" y="3937000"/>
          <p14:tracePt t="65486" x="1206500" y="3937000"/>
          <p14:tracePt t="65502" x="1193800" y="3937000"/>
          <p14:tracePt t="65519" x="1187450" y="3937000"/>
          <p14:tracePt t="65551" x="1181100" y="3937000"/>
          <p14:tracePt t="65569" x="1174750" y="3937000"/>
          <p14:tracePt t="65603" x="1168400" y="3930650"/>
          <p14:tracePt t="65624" x="1162050" y="3930650"/>
          <p14:tracePt t="65639" x="1155700" y="3930650"/>
          <p14:tracePt t="65659" x="1149350" y="3930650"/>
          <p14:tracePt t="65674" x="1143000" y="3930650"/>
          <p14:tracePt t="65695" x="1136650" y="3924300"/>
          <p14:tracePt t="65709" x="1130300" y="3924300"/>
          <p14:tracePt t="65730" x="1123950" y="3924300"/>
          <p14:tracePt t="65752" x="1117600" y="3924300"/>
          <p14:tracePt t="65842" x="1123950" y="3905250"/>
          <p14:tracePt t="65863" x="1130300" y="3905250"/>
          <p14:tracePt t="65869" x="1136650" y="3898900"/>
          <p14:tracePt t="65884" x="1143000" y="3898900"/>
          <p14:tracePt t="65900" x="1174750" y="3886200"/>
          <p14:tracePt t="65917" x="1200150" y="3879850"/>
          <p14:tracePt t="65934" x="1250950" y="3860800"/>
          <p14:tracePt t="65950" x="1295400" y="3854450"/>
          <p14:tracePt t="65967" x="1327150" y="3848100"/>
          <p14:tracePt t="65983" x="1377950" y="3841750"/>
          <p14:tracePt t="66000" x="1422400" y="3841750"/>
          <p14:tracePt t="66017" x="1492250" y="3835400"/>
          <p14:tracePt t="66033" x="1536700" y="3822700"/>
          <p14:tracePt t="66050" x="1587500" y="3816350"/>
          <p14:tracePt t="66067" x="1657350" y="3816350"/>
          <p14:tracePt t="66083" x="1714500" y="3810000"/>
          <p14:tracePt t="66099" x="1765300" y="3810000"/>
          <p14:tracePt t="66116" x="1841500" y="3810000"/>
          <p14:tracePt t="66132" x="1892300" y="3810000"/>
          <p14:tracePt t="66151" x="1943100" y="3810000"/>
          <p14:tracePt t="66166" x="1968500" y="3810000"/>
          <p14:tracePt t="66183" x="2000250" y="3810000"/>
          <p14:tracePt t="66200" x="2057400" y="3816350"/>
          <p14:tracePt t="66216" x="2089150" y="3816350"/>
          <p14:tracePt t="66232" x="2133600" y="3816350"/>
          <p14:tracePt t="66249" x="2235200" y="3810000"/>
          <p14:tracePt t="66265" x="2298700" y="3810000"/>
          <p14:tracePt t="66283" x="2374900" y="3810000"/>
          <p14:tracePt t="66299" x="2463800" y="3810000"/>
          <p14:tracePt t="66315" x="2514600" y="3810000"/>
          <p14:tracePt t="66333" x="2552700" y="3810000"/>
          <p14:tracePt t="66348" x="2590800" y="3803650"/>
          <p14:tracePt t="66365" x="2635250" y="3797300"/>
          <p14:tracePt t="66382" x="2711450" y="3797300"/>
          <p14:tracePt t="66398" x="2787650" y="3803650"/>
          <p14:tracePt t="66415" x="2921000" y="3803650"/>
          <p14:tracePt t="66432" x="3111500" y="3810000"/>
          <p14:tracePt t="66448" x="3200400" y="3810000"/>
          <p14:tracePt t="66465" x="3257550" y="3810000"/>
          <p14:tracePt t="66481" x="3327400" y="3810000"/>
          <p14:tracePt t="66498" x="3359150" y="3810000"/>
          <p14:tracePt t="66515" x="3422650" y="3816350"/>
          <p14:tracePt t="66531" x="3479800" y="3816350"/>
          <p14:tracePt t="66550" x="3536950" y="3816350"/>
          <p14:tracePt t="66564" x="3670300" y="3829050"/>
          <p14:tracePt t="66581" x="3797300" y="3848100"/>
          <p14:tracePt t="66598" x="3917950" y="3860800"/>
          <p14:tracePt t="66614" x="4089400" y="3879850"/>
          <p14:tracePt t="66632" x="4191000" y="3892550"/>
          <p14:tracePt t="66650" x="4400550" y="3898900"/>
          <p14:tracePt t="66665" x="4591050" y="3911600"/>
          <p14:tracePt t="66681" x="4768850" y="3930650"/>
          <p14:tracePt t="66698" x="5003800" y="3962400"/>
          <p14:tracePt t="66714" x="5086350" y="3981450"/>
          <p14:tracePt t="66731" x="5130800" y="3994150"/>
          <p14:tracePt t="66748" x="5200650" y="3994150"/>
          <p14:tracePt t="66764" x="5219700" y="3994150"/>
          <p14:tracePt t="66781" x="5276850" y="4006850"/>
          <p14:tracePt t="66798" x="5308600" y="4019550"/>
          <p14:tracePt t="66813" x="5314950" y="4032250"/>
          <p14:tracePt t="66831" x="5314950" y="4044950"/>
          <p14:tracePt t="67316" x="5340350" y="4044950"/>
          <p14:tracePt t="67323" x="5378450" y="4038600"/>
          <p14:tracePt t="67331" x="5435600" y="4038600"/>
          <p14:tracePt t="67345" x="5549900" y="4038600"/>
          <p14:tracePt t="67362" x="5715000" y="4006850"/>
          <p14:tracePt t="67379" x="6051550" y="3975100"/>
          <p14:tracePt t="67395" x="6242050" y="3968750"/>
          <p14:tracePt t="67412" x="6445250" y="3956050"/>
          <p14:tracePt t="67428" x="6724650" y="3943350"/>
          <p14:tracePt t="67445" x="6838950" y="3937000"/>
          <p14:tracePt t="67462" x="6934200" y="3930650"/>
          <p14:tracePt t="67478" x="7029450" y="3937000"/>
          <p14:tracePt t="67495" x="7112000" y="3937000"/>
          <p14:tracePt t="67512" x="7181850" y="3937000"/>
          <p14:tracePt t="67528" x="7200900" y="3937000"/>
          <p14:tracePt t="67544" x="7207250" y="3937000"/>
          <p14:tracePt t="67638" x="7213600" y="3937000"/>
          <p14:tracePt t="67645" x="7226300" y="3937000"/>
          <p14:tracePt t="67652" x="7232650" y="3937000"/>
          <p14:tracePt t="68114" x="7232650" y="3930650"/>
          <p14:tracePt t="68121" x="7239000" y="3924300"/>
          <p14:tracePt t="68129" x="7239000" y="3917950"/>
          <p14:tracePt t="68143" x="7245350" y="3911600"/>
          <p14:tracePt t="68159" x="7245350" y="3892550"/>
          <p14:tracePt t="68176" x="7245350" y="3860800"/>
          <p14:tracePt t="68192" x="7239000" y="3797300"/>
          <p14:tracePt t="68209" x="7239000" y="3740150"/>
          <p14:tracePt t="68227" x="7219950" y="3651250"/>
          <p14:tracePt t="68242" x="7213600" y="3600450"/>
          <p14:tracePt t="68259" x="7213600" y="3581400"/>
          <p14:tracePt t="68276" x="7207250" y="3543300"/>
          <p14:tracePt t="68292" x="7200900" y="3517900"/>
          <p14:tracePt t="68308" x="7200900" y="3498850"/>
          <p14:tracePt t="68325" x="7200900" y="3479800"/>
          <p14:tracePt t="68342" x="7207250" y="3467100"/>
          <p14:tracePt t="68359" x="7213600" y="3454400"/>
          <p14:tracePt t="68375" x="7219950" y="3435350"/>
          <p14:tracePt t="68392" x="7226300" y="3435350"/>
          <p14:tracePt t="68410" x="7232650" y="3422650"/>
          <p14:tracePt t="68425" x="7245350" y="3409950"/>
          <p14:tracePt t="68441" x="7258050" y="3397250"/>
          <p14:tracePt t="68458" x="7277100" y="3384550"/>
          <p14:tracePt t="68475" x="7296150" y="3365500"/>
          <p14:tracePt t="68491" x="7315200" y="3346450"/>
          <p14:tracePt t="68508" x="7353300" y="3314700"/>
          <p14:tracePt t="68525" x="7391400" y="3276600"/>
          <p14:tracePt t="68542" x="7442200" y="3219450"/>
          <p14:tracePt t="68557" x="7461250" y="3187700"/>
          <p14:tracePt t="68574" x="7473950" y="3155950"/>
          <p14:tracePt t="68591" x="7486650" y="3130550"/>
          <p14:tracePt t="68607" x="7505700" y="3098800"/>
          <p14:tracePt t="68624" x="7512050" y="3079750"/>
          <p14:tracePt t="68641" x="7518400" y="3067050"/>
          <p14:tracePt t="68657" x="7518400" y="3060700"/>
          <p14:tracePt t="68674" x="7512050" y="3060700"/>
          <p14:tracePt t="68691" x="7505700" y="3054350"/>
          <p14:tracePt t="68710" x="7499350" y="3048000"/>
          <p14:tracePt t="68725" x="7499350" y="3041650"/>
          <p14:tracePt t="68740" x="7499350" y="3035300"/>
          <p14:tracePt t="68757" x="7499350" y="3028950"/>
          <p14:tracePt t="68774" x="7499350" y="3022600"/>
          <p14:tracePt t="68790" x="7499350" y="3009900"/>
          <p14:tracePt t="68807" x="7499350" y="3003550"/>
          <p14:tracePt t="68824" x="7518400" y="2984500"/>
          <p14:tracePt t="68840" x="7531100" y="2984500"/>
          <p14:tracePt t="68857" x="7543800" y="2971800"/>
          <p14:tracePt t="68873" x="7550150" y="2971800"/>
          <p14:tracePt t="68890" x="7556500" y="2965450"/>
          <p14:tracePt t="68907" x="7562850" y="2959100"/>
          <p14:tracePt t="68923" x="7569200" y="2959100"/>
          <p14:tracePt t="68940" x="7588250" y="2959100"/>
          <p14:tracePt t="68956" x="7639050" y="2978150"/>
          <p14:tracePt t="68973" x="7677150" y="2990850"/>
          <p14:tracePt t="68990" x="7715250" y="3009900"/>
          <p14:tracePt t="69006" x="7740650" y="3016250"/>
          <p14:tracePt t="69022" x="7759700" y="3022600"/>
          <p14:tracePt t="69040" x="7772400" y="3028950"/>
          <p14:tracePt t="69056" x="7778750" y="3035300"/>
          <p14:tracePt t="69073" x="7772400" y="3035300"/>
          <p14:tracePt t="69090" x="7734300" y="3035300"/>
          <p14:tracePt t="69106" x="7702550" y="3035300"/>
          <p14:tracePt t="69123" x="7664450" y="3035300"/>
          <p14:tracePt t="69139" x="7607300" y="3041650"/>
          <p14:tracePt t="69155" x="7569200" y="3048000"/>
          <p14:tracePt t="69174" x="7537450" y="3060700"/>
          <p14:tracePt t="69189" x="7512050" y="3067050"/>
          <p14:tracePt t="69205" x="7499350" y="3073400"/>
          <p14:tracePt t="69223" x="7486650" y="3073400"/>
          <p14:tracePt t="69292" x="7493000" y="3073400"/>
          <p14:tracePt t="69300" x="7505700" y="3067050"/>
          <p14:tracePt t="69307" x="7518400" y="3067050"/>
          <p14:tracePt t="69322" x="7531100" y="3054350"/>
          <p14:tracePt t="69338" x="7556500" y="3054350"/>
          <p14:tracePt t="69356" x="7613650" y="3028950"/>
          <p14:tracePt t="69372" x="7645400" y="3016250"/>
          <p14:tracePt t="69388" x="7670800" y="3016250"/>
          <p14:tracePt t="69405" x="7702550" y="3003550"/>
          <p14:tracePt t="69421" x="7715250" y="3003550"/>
          <p14:tracePt t="69438" x="7715250" y="2997200"/>
          <p14:tracePt t="69489" x="7721600" y="2997200"/>
          <p14:tracePt t="69566" x="7715250" y="2997200"/>
          <p14:tracePt t="69573" x="7708900" y="2990850"/>
          <p14:tracePt t="69580" x="7702550" y="2990850"/>
          <p14:tracePt t="69590" x="7696200" y="2990850"/>
          <p14:tracePt t="69605" x="7683500" y="2984500"/>
          <p14:tracePt t="69621" x="7664450" y="2984500"/>
          <p14:tracePt t="69637" x="7632700" y="2984500"/>
          <p14:tracePt t="69654" x="7607300" y="2984500"/>
          <p14:tracePt t="69671" x="7588250" y="2990850"/>
          <p14:tracePt t="69687" x="7575550" y="2990850"/>
          <p14:tracePt t="69704" x="7569200" y="2990850"/>
          <p14:tracePt t="69723" x="7562850" y="2990850"/>
          <p14:tracePt t="69737" x="7562850" y="2997200"/>
          <p14:tracePt t="69860" x="7569200" y="2997200"/>
          <p14:tracePt t="69868" x="7575550" y="2997200"/>
          <p14:tracePt t="69875" x="7581900" y="2997200"/>
          <p14:tracePt t="69889" x="7594600" y="2997200"/>
          <p14:tracePt t="69910" x="7600950" y="2997200"/>
          <p14:tracePt t="69919" x="7607300" y="2997200"/>
          <p14:tracePt t="69936" x="7620000" y="2997200"/>
          <p14:tracePt t="69953" x="7626350" y="2997200"/>
          <p14:tracePt t="69989" x="7632700" y="2997200"/>
          <p14:tracePt t="70043" x="7645400" y="2997200"/>
          <p14:tracePt t="70050" x="7651750" y="3003550"/>
          <p14:tracePt t="70057" x="7658100" y="3003550"/>
          <p14:tracePt t="70069" x="7670800" y="3003550"/>
          <p14:tracePt t="70086" x="7696200" y="3009900"/>
          <p14:tracePt t="70597" x="7689850" y="3009900"/>
          <p14:tracePt t="70603" x="7677150" y="3009900"/>
          <p14:tracePt t="70618" x="7651750" y="3009900"/>
          <p14:tracePt t="70635" x="7626350" y="3009900"/>
          <p14:tracePt t="70651" x="7607300" y="3009900"/>
          <p14:tracePt t="70667" x="7588250" y="3009900"/>
          <p14:tracePt t="70684" x="7581900" y="3009900"/>
          <p14:tracePt t="70730" x="7575550" y="3016250"/>
          <p14:tracePt t="70814" x="7569200" y="3016250"/>
          <p14:tracePt t="70821" x="7569200" y="3022600"/>
          <p14:tracePt t="70836" x="7556500" y="3022600"/>
          <p14:tracePt t="70850" x="7524750" y="3028950"/>
          <p14:tracePt t="70866" x="7473950" y="3035300"/>
          <p14:tracePt t="70883" x="7397750" y="3054350"/>
          <p14:tracePt t="70900" x="7226300" y="3079750"/>
          <p14:tracePt t="70916" x="7067550" y="3111500"/>
          <p14:tracePt t="70933" x="6807200" y="3149600"/>
          <p14:tracePt t="70949" x="6648450" y="3187700"/>
          <p14:tracePt t="70966" x="6502400" y="3219450"/>
          <p14:tracePt t="70983" x="6330950" y="3263900"/>
          <p14:tracePt t="70999" x="6210300" y="3302000"/>
          <p14:tracePt t="71016" x="6108700" y="3346450"/>
          <p14:tracePt t="71033" x="5981700" y="3390900"/>
          <p14:tracePt t="71049" x="5930900" y="3409950"/>
          <p14:tracePt t="71067" x="5861050" y="3441700"/>
          <p14:tracePt t="71082" x="5822950" y="3460750"/>
          <p14:tracePt t="71099" x="5803900" y="3479800"/>
          <p14:tracePt t="71116" x="5797550" y="3486150"/>
          <p14:tracePt t="71132" x="5803900" y="3486150"/>
          <p14:tracePt t="71532" x="5784850" y="3486150"/>
          <p14:tracePt t="71540" x="5759450" y="3486150"/>
          <p14:tracePt t="71548" x="5708650" y="3486150"/>
          <p14:tracePt t="71564" x="5588000" y="3473450"/>
          <p14:tracePt t="71581" x="5410200" y="3441700"/>
          <p14:tracePt t="71597" x="5149850" y="3422650"/>
          <p14:tracePt t="71614" x="4984750" y="3416300"/>
          <p14:tracePt t="71631" x="4743450" y="3403600"/>
          <p14:tracePt t="71647" x="4591050" y="3409950"/>
          <p14:tracePt t="71663" x="4470400" y="3409950"/>
          <p14:tracePt t="71681" x="4286250" y="3435350"/>
          <p14:tracePt t="71697" x="4159250" y="3441700"/>
          <p14:tracePt t="71714" x="4025900" y="3460750"/>
          <p14:tracePt t="71717" x="3987800" y="3473450"/>
          <p14:tracePt t="71730" x="3905250" y="3479800"/>
          <p14:tracePt t="71747" x="3835400" y="3498850"/>
          <p14:tracePt t="71764" x="3765550" y="3505200"/>
          <p14:tracePt t="71780" x="3708400" y="3517900"/>
          <p14:tracePt t="71796" x="3657600" y="3543300"/>
          <p14:tracePt t="71814" x="3568700" y="3556000"/>
          <p14:tracePt t="71829" x="3505200" y="3581400"/>
          <p14:tracePt t="71846" x="3460750" y="3600450"/>
          <p14:tracePt t="73658" x="3467100" y="3594100"/>
          <p14:tracePt t="73664" x="3473450" y="3587750"/>
          <p14:tracePt t="73674" x="3486150" y="3575050"/>
          <p14:tracePt t="73690" x="3505200" y="3562350"/>
          <p14:tracePt t="73707" x="3536950" y="3511550"/>
          <p14:tracePt t="73723" x="3568700" y="3479800"/>
          <p14:tracePt t="73740" x="3594100" y="3441700"/>
          <p14:tracePt t="73757" x="3651250" y="3384550"/>
          <p14:tracePt t="73773" x="3676650" y="3359150"/>
          <p14:tracePt t="73790" x="3708400" y="3340100"/>
          <p14:tracePt t="73806" x="3765550" y="3270250"/>
          <p14:tracePt t="73823" x="3835400" y="3219450"/>
          <p14:tracePt t="73840" x="3867150" y="3194050"/>
          <p14:tracePt t="73856" x="3943350" y="3143250"/>
          <p14:tracePt t="73873" x="4032250" y="3092450"/>
          <p14:tracePt t="73890" x="4184650" y="3009900"/>
          <p14:tracePt t="73906" x="4254500" y="2978150"/>
          <p14:tracePt t="73922" x="4362450" y="2914650"/>
          <p14:tracePt t="73940" x="4451350" y="2870200"/>
          <p14:tracePt t="73956" x="4483100" y="2844800"/>
          <p14:tracePt t="73973" x="4527550" y="2806700"/>
          <p14:tracePt t="73989" x="4572000" y="2787650"/>
          <p14:tracePt t="74006" x="4603750" y="2774950"/>
          <p14:tracePt t="74023" x="4629150" y="2743200"/>
          <p14:tracePt t="74039" x="4641850" y="2730500"/>
          <p14:tracePt t="74055" x="4648200" y="2724150"/>
          <p14:tracePt t="74072" x="4648200" y="2717800"/>
          <p14:tracePt t="74093" x="4648200" y="2711450"/>
          <p14:tracePt t="74104" x="4641850" y="2711450"/>
          <p14:tracePt t="74122" x="4616450" y="2705100"/>
          <p14:tracePt t="74138" x="4597400" y="2698750"/>
          <p14:tracePt t="74156" x="4540250" y="2686050"/>
          <p14:tracePt t="74171" x="4432300" y="2654300"/>
          <p14:tracePt t="74188" x="4349750" y="2635250"/>
          <p14:tracePt t="74207" x="4178300" y="2597150"/>
          <p14:tracePt t="74221" x="3975100" y="2559050"/>
          <p14:tracePt t="74238" x="3873500" y="2533650"/>
          <p14:tracePt t="74241" x="3765550" y="2501900"/>
          <p14:tracePt t="74255" x="3676650" y="2482850"/>
          <p14:tracePt t="74271" x="3492500" y="2451100"/>
          <p14:tracePt t="74288" x="3429000" y="2444750"/>
          <p14:tracePt t="74304" x="3340100" y="2444750"/>
          <p14:tracePt t="74321" x="3289300" y="2451100"/>
          <p14:tracePt t="74338" x="3263900" y="2451100"/>
          <p14:tracePt t="74354" x="3257550" y="2457450"/>
          <p14:tracePt t="74371" x="3244850" y="2457450"/>
          <p14:tracePt t="74388" x="3238500" y="2457450"/>
          <p14:tracePt t="74472" x="3238500" y="2463800"/>
          <p14:tracePt t="74479" x="3244850" y="2463800"/>
          <p14:tracePt t="74493" x="3257550" y="2463800"/>
          <p14:tracePt t="74503" x="3270250" y="2470150"/>
          <p14:tracePt t="74521" x="3289300" y="2476500"/>
          <p14:tracePt t="74537" x="3308350" y="2476500"/>
          <p14:tracePt t="74553" x="3340100" y="2482850"/>
          <p14:tracePt t="74570" x="3390900" y="2495550"/>
          <p14:tracePt t="74587" x="3416300" y="2501900"/>
          <p14:tracePt t="74603" x="3498850" y="2520950"/>
          <p14:tracePt t="74620" x="3619500" y="2546350"/>
          <p14:tracePt t="74636" x="3689350" y="2559050"/>
          <p14:tracePt t="74653" x="3752850" y="2559050"/>
          <p14:tracePt t="74670" x="3994150" y="2578100"/>
          <p14:tracePt t="74686" x="4070350" y="2578100"/>
          <p14:tracePt t="74703" x="4133850" y="2578100"/>
          <p14:tracePt t="74720" x="4241800" y="2578100"/>
          <p14:tracePt t="74736" x="4330700" y="2571750"/>
          <p14:tracePt t="74740" x="4375150" y="2565400"/>
          <p14:tracePt t="74755" x="4400550" y="2565400"/>
          <p14:tracePt t="74769" x="4432300" y="2559050"/>
          <p14:tracePt t="74786" x="4470400" y="2559050"/>
          <p14:tracePt t="74803" x="4508500" y="2546350"/>
          <p14:tracePt t="74819" x="4508500" y="2540000"/>
          <p14:tracePt t="74836" x="4521200" y="2533650"/>
          <p14:tracePt t="74869" x="4514850" y="2527300"/>
          <p14:tracePt t="74886" x="4476750" y="2527300"/>
          <p14:tracePt t="74902" x="4387850" y="2527300"/>
          <p14:tracePt t="74919" x="4311650" y="2527300"/>
          <p14:tracePt t="74936" x="4159250" y="2527300"/>
          <p14:tracePt t="74952" x="3968750" y="2540000"/>
          <p14:tracePt t="74969" x="3867150" y="2552700"/>
          <p14:tracePt t="74985" x="3695700" y="2603500"/>
          <p14:tracePt t="75002" x="3613150" y="2622550"/>
          <p14:tracePt t="75020" x="3473450" y="2673350"/>
          <p14:tracePt t="75035" x="3454400" y="2679700"/>
          <p14:tracePt t="75052" x="3441700" y="2692400"/>
          <p14:tracePt t="75069" x="3429000" y="2711450"/>
          <p14:tracePt t="75085" x="3429000" y="2717800"/>
          <p14:tracePt t="75145" x="3435350" y="2724150"/>
          <p14:tracePt t="75153" x="3441700" y="2724150"/>
          <p14:tracePt t="75159" x="3454400" y="2724150"/>
          <p14:tracePt t="75173" x="3467100" y="2724150"/>
          <p14:tracePt t="75184" x="3498850" y="2724150"/>
          <p14:tracePt t="75202" x="3524250" y="2724150"/>
          <p14:tracePt t="75218" x="3600450" y="2724150"/>
          <p14:tracePt t="75235" x="3746500" y="2711450"/>
          <p14:tracePt t="75251" x="3911600" y="2711450"/>
          <p14:tracePt t="75268" x="3987800" y="2698750"/>
          <p14:tracePt t="75284" x="4083050" y="2679700"/>
          <p14:tracePt t="75301" x="4305300" y="2622550"/>
          <p14:tracePt t="75318" x="4362450" y="2603500"/>
          <p14:tracePt t="75335" x="4432300" y="2578100"/>
          <p14:tracePt t="75351" x="4464050" y="2571750"/>
          <p14:tracePt t="75367" x="4502150" y="2559050"/>
          <p14:tracePt t="75384" x="4546600" y="2559050"/>
          <p14:tracePt t="75400" x="4565650" y="2559050"/>
          <p14:tracePt t="75417" x="4603750" y="2559050"/>
          <p14:tracePt t="75434" x="4622800" y="2559050"/>
          <p14:tracePt t="75450" x="4629150" y="2559050"/>
          <p14:tracePt t="75483" x="4616450" y="2559050"/>
          <p14:tracePt t="75500" x="4603750" y="2559050"/>
          <p14:tracePt t="75518" x="4584700" y="2565400"/>
          <p14:tracePt t="75533" x="4533900" y="2571750"/>
          <p14:tracePt t="75550" x="4502150" y="2571750"/>
          <p14:tracePt t="75567" x="4387850" y="2584450"/>
          <p14:tracePt t="75583" x="4235450" y="2584450"/>
          <p14:tracePt t="75600" x="4146550" y="2578100"/>
          <p14:tracePt t="75617" x="3930650" y="2584450"/>
          <p14:tracePt t="75633" x="3829050" y="2584450"/>
          <p14:tracePt t="75651" x="3511550" y="2603500"/>
          <p14:tracePt t="75666" x="3422650" y="2609850"/>
          <p14:tracePt t="75683" x="3346450" y="2622550"/>
          <p14:tracePt t="75700" x="3251200" y="2628900"/>
          <p14:tracePt t="75716" x="3219450" y="2635250"/>
          <p14:tracePt t="75733" x="3213100" y="2635250"/>
          <p14:tracePt t="75766" x="3219450" y="2647950"/>
          <p14:tracePt t="75783" x="3232150" y="2654300"/>
          <p14:tracePt t="75799" x="3314700" y="2647950"/>
          <p14:tracePt t="76216" x="3333750" y="2647950"/>
          <p14:tracePt t="76223" x="3371850" y="2647950"/>
          <p14:tracePt t="76236" x="3409950" y="2647950"/>
          <p14:tracePt t="76247" x="3448050" y="2647950"/>
          <p14:tracePt t="76266" x="3556000" y="2647950"/>
          <p14:tracePt t="76281" x="3619500" y="2647950"/>
          <p14:tracePt t="76297" x="3784600" y="2628900"/>
          <p14:tracePt t="76315" x="3994150" y="2597150"/>
          <p14:tracePt t="76331" x="4121150" y="2578100"/>
          <p14:tracePt t="76347" x="4375150" y="2546350"/>
          <p14:tracePt t="76365" x="4578350" y="2514600"/>
          <p14:tracePt t="76381" x="4654550" y="2501900"/>
          <p14:tracePt t="76397" x="4737100" y="2482850"/>
          <p14:tracePt t="76414" x="4927600" y="2476500"/>
          <p14:tracePt t="76430" x="4991100" y="2476500"/>
          <p14:tracePt t="76448" x="5137150" y="2476500"/>
          <p14:tracePt t="76464" x="5200650" y="2489200"/>
          <p14:tracePt t="76481" x="5257800" y="2489200"/>
          <p14:tracePt t="76497" x="5302250" y="2495550"/>
          <p14:tracePt t="76513" x="5308600" y="2495550"/>
          <p14:tracePt t="76532" x="5321300" y="2495550"/>
          <p14:tracePt t="76547" x="5334000" y="2495550"/>
          <p14:tracePt t="76563" x="5340350" y="2495550"/>
          <p14:tracePt t="76580" x="5346700" y="2495550"/>
          <p14:tracePt t="76728" x="5340350" y="2501900"/>
          <p14:tracePt t="76735" x="5334000" y="2501900"/>
          <p14:tracePt t="76749" x="5327650" y="2501900"/>
          <p14:tracePt t="76764" x="5302250" y="2508250"/>
          <p14:tracePt t="76784" x="5289550" y="2508250"/>
          <p14:tracePt t="76799" x="5276850" y="2514600"/>
          <p14:tracePt t="76813" x="5264150" y="2514600"/>
          <p14:tracePt t="76829" x="5238750" y="2520950"/>
          <p14:tracePt t="76846" x="5219700" y="2520950"/>
          <p14:tracePt t="76862" x="5162550" y="2520950"/>
          <p14:tracePt t="76879" x="5092700" y="2520950"/>
          <p14:tracePt t="76896" x="5035550" y="2527300"/>
          <p14:tracePt t="76912" x="5016500" y="2527300"/>
          <p14:tracePt t="76928" x="4965700" y="2527300"/>
          <p14:tracePt t="76946" x="4946650" y="2527300"/>
          <p14:tracePt t="76962" x="4927600" y="2527300"/>
          <p14:tracePt t="76979" x="4921250" y="2527300"/>
          <p14:tracePt t="76996" x="4914900" y="2527300"/>
          <p14:tracePt t="77065" x="4908550" y="2527300"/>
          <p14:tracePt t="77079" x="4902200" y="2527300"/>
          <p14:tracePt t="77086" x="4895850" y="2527300"/>
          <p14:tracePt t="77100" x="4883150" y="2527300"/>
          <p14:tracePt t="77111" x="4876800" y="2527300"/>
          <p14:tracePt t="77129" x="4838700" y="2527300"/>
          <p14:tracePt t="77145" x="4813300" y="2527300"/>
          <p14:tracePt t="77161" x="4737100" y="2527300"/>
          <p14:tracePt t="77178" x="4616450" y="2527300"/>
          <p14:tracePt t="77194" x="4552950" y="2527300"/>
          <p14:tracePt t="77212" x="4425950" y="2527300"/>
          <p14:tracePt t="77228" x="4318000" y="2540000"/>
          <p14:tracePt t="77244" x="4267200" y="2540000"/>
          <p14:tracePt t="77261" x="4197350" y="2546350"/>
          <p14:tracePt t="77278" x="4159250" y="2552700"/>
          <p14:tracePt t="77294" x="4146550" y="2552700"/>
          <p14:tracePt t="77311" x="4121150" y="2559050"/>
          <p14:tracePt t="77327" x="4095750" y="2559050"/>
          <p14:tracePt t="77344" x="4089400" y="2565400"/>
          <p14:tracePt t="77361" x="4083050" y="2565400"/>
          <p14:tracePt t="77377" x="4076700" y="2565400"/>
          <p14:tracePt t="77436" x="4070350" y="2565400"/>
          <p14:tracePt t="77521" x="4076700" y="2559050"/>
          <p14:tracePt t="77528" x="4076700" y="2552700"/>
          <p14:tracePt t="77534" x="4083050" y="2546350"/>
          <p14:tracePt t="77549" x="4095750" y="2540000"/>
          <p14:tracePt t="77560" x="4108450" y="2527300"/>
          <p14:tracePt t="77577" x="4197350" y="2489200"/>
          <p14:tracePt t="77593" x="4267200" y="2438400"/>
          <p14:tracePt t="77609" x="4464050" y="2317750"/>
          <p14:tracePt t="77627" x="4699000" y="2165350"/>
          <p14:tracePt t="77643" x="4794250" y="2076450"/>
          <p14:tracePt t="77659" x="4908550" y="1974850"/>
          <p14:tracePt t="77676" x="5130800" y="1638300"/>
          <p14:tracePt t="77693" x="5181600" y="1517650"/>
          <p14:tracePt t="77710" x="5257800" y="1301750"/>
          <p14:tracePt t="77726" x="5289550" y="1206500"/>
          <p14:tracePt t="77742" x="5327650" y="1073150"/>
          <p14:tracePt t="77760" x="5359400" y="965200"/>
          <p14:tracePt t="77776" x="5359400" y="927100"/>
          <p14:tracePt t="77793" x="5378450" y="863600"/>
          <p14:tracePt t="77809" x="5378450" y="844550"/>
          <p14:tracePt t="77842" x="5378450" y="838200"/>
          <p14:tracePt t="78047" x="5372100" y="838200"/>
          <p14:tracePt t="78068" x="5365750" y="844550"/>
          <p14:tracePt t="78082" x="5359400" y="850900"/>
          <p14:tracePt t="78089" x="5353050" y="863600"/>
          <p14:tracePt t="78096" x="5346700" y="876300"/>
          <p14:tracePt t="78111" x="5340350" y="889000"/>
          <p14:tracePt t="78125" x="5314950" y="920750"/>
          <p14:tracePt t="78141" x="5270500" y="1054100"/>
          <p14:tracePt t="78158" x="5232400" y="1136650"/>
          <p14:tracePt t="78174" x="5137150" y="1346200"/>
          <p14:tracePt t="78191" x="5003800" y="1593850"/>
          <p14:tracePt t="78209" x="4819650" y="1854200"/>
          <p14:tracePt t="78224" x="4749800" y="1962150"/>
          <p14:tracePt t="78241" x="4572000" y="2165350"/>
          <p14:tracePt t="78258" x="4438650" y="2317750"/>
          <p14:tracePt t="78274" x="4368800" y="2381250"/>
          <p14:tracePt t="78291" x="4311650" y="2438400"/>
          <p14:tracePt t="78307" x="4127500" y="2565400"/>
          <p14:tracePt t="78324" x="4070350" y="2597150"/>
          <p14:tracePt t="78341" x="4013200" y="2622550"/>
          <p14:tracePt t="78357" x="3924300" y="2667000"/>
          <p14:tracePt t="78373" x="3841750" y="2686050"/>
          <p14:tracePt t="78391" x="3790950" y="2711450"/>
          <p14:tracePt t="78407" x="3771900" y="2730500"/>
          <p14:tracePt t="78424" x="3727450" y="2749550"/>
          <p14:tracePt t="78441" x="3708400" y="2762250"/>
          <p14:tracePt t="78457" x="3702050" y="2768600"/>
          <p14:tracePt t="78473" x="3695700" y="2774950"/>
          <p14:tracePt t="78490" x="3689350" y="2774950"/>
          <p14:tracePt t="78608" x="3702050" y="2774950"/>
          <p14:tracePt t="78622" x="3708400" y="2774950"/>
          <p14:tracePt t="78629" x="3727450" y="2768600"/>
          <p14:tracePt t="78643" x="3746500" y="2762250"/>
          <p14:tracePt t="78656" x="3784600" y="2749550"/>
          <p14:tracePt t="78673" x="3917950" y="2724150"/>
          <p14:tracePt t="78689" x="4006850" y="2724150"/>
          <p14:tracePt t="78706" x="4216400" y="2705100"/>
          <p14:tracePt t="78723" x="4438650" y="2705100"/>
          <p14:tracePt t="78739" x="4552950" y="2692400"/>
          <p14:tracePt t="78756" x="4768850" y="2692400"/>
          <p14:tracePt t="78773" x="4953000" y="2673350"/>
          <p14:tracePt t="78789" x="5041900" y="2660650"/>
          <p14:tracePt t="78806" x="5194300" y="2641600"/>
          <p14:tracePt t="78822" x="5302250" y="2635250"/>
          <p14:tracePt t="78839" x="5340350" y="2628900"/>
          <p14:tracePt t="78855" x="5384800" y="2609850"/>
          <p14:tracePt t="78872" x="5397500" y="2609850"/>
          <p14:tracePt t="78910" x="5378450" y="2609850"/>
          <p14:tracePt t="78925" x="5346700" y="2609850"/>
          <p14:tracePt t="78938" x="5251450" y="2590800"/>
          <p14:tracePt t="78955" x="5187950" y="2578100"/>
          <p14:tracePt t="78972" x="5124450" y="2559050"/>
          <p14:tracePt t="78988" x="4965700" y="2540000"/>
          <p14:tracePt t="79005" x="4800600" y="2514600"/>
          <p14:tracePt t="79022" x="4641850" y="2495550"/>
          <p14:tracePt t="79038" x="4565650" y="2495550"/>
          <p14:tracePt t="79055" x="4400550" y="2495550"/>
          <p14:tracePt t="79072" x="4254500" y="2508250"/>
          <p14:tracePt t="79088" x="4191000" y="2514600"/>
          <p14:tracePt t="79105" x="4095750" y="2533650"/>
          <p14:tracePt t="79122" x="4044950" y="2546350"/>
          <p14:tracePt t="79138" x="4025900" y="2552700"/>
          <p14:tracePt t="79155" x="3994150" y="2565400"/>
          <p14:tracePt t="79171" x="3968750" y="2578100"/>
          <p14:tracePt t="79187" x="3956050" y="2584450"/>
          <p14:tracePt t="79205" x="3949700" y="2590800"/>
          <p14:tracePt t="79255" x="3968750" y="2590800"/>
          <p14:tracePt t="79260" x="3994150" y="2590800"/>
          <p14:tracePt t="79274" x="4025900" y="2584450"/>
          <p14:tracePt t="79287" x="4076700" y="2584450"/>
          <p14:tracePt t="79304" x="4229100" y="2571750"/>
          <p14:tracePt t="79321" x="4318000" y="2571750"/>
          <p14:tracePt t="79338" x="4533900" y="2565400"/>
          <p14:tracePt t="79353" x="4762500" y="2565400"/>
          <p14:tracePt t="79371" x="4864100" y="2565400"/>
          <p14:tracePt t="79387" x="5029200" y="2578100"/>
          <p14:tracePt t="79404" x="5168900" y="2584450"/>
          <p14:tracePt t="79420" x="5226050" y="2584450"/>
          <p14:tracePt t="79437" x="5308600" y="2603500"/>
          <p14:tracePt t="79453" x="5353050" y="2603500"/>
          <p14:tracePt t="79470" x="5365750" y="2603500"/>
          <p14:tracePt t="79486" x="5372100" y="2603500"/>
          <p14:tracePt t="79513" x="5359400" y="2603500"/>
          <p14:tracePt t="79522" x="5334000" y="2597150"/>
          <p14:tracePt t="79536" x="5289550" y="2590800"/>
          <p14:tracePt t="79553" x="5226050" y="2578100"/>
          <p14:tracePt t="79570" x="4978400" y="2540000"/>
          <p14:tracePt t="79586" x="4864100" y="2527300"/>
          <p14:tracePt t="79603" x="4762500" y="2508250"/>
          <p14:tracePt t="79619" x="4533900" y="2489200"/>
          <p14:tracePt t="79636" x="4343400" y="2476500"/>
          <p14:tracePt t="79653" x="4210050" y="2489200"/>
          <p14:tracePt t="79669" x="4159250" y="2489200"/>
          <p14:tracePt t="79686" x="4108450" y="2495550"/>
          <p14:tracePt t="79703" x="4089400" y="2501900"/>
          <p14:tracePt t="79719" x="4083050" y="2508250"/>
          <p14:tracePt t="79736" x="4076700" y="2520950"/>
          <p14:tracePt t="79753" x="4083050" y="2527300"/>
          <p14:tracePt t="79768" x="4089400" y="2527300"/>
          <p14:tracePt t="79786" x="4114800" y="2533650"/>
          <p14:tracePt t="79802" x="4165600" y="2533650"/>
          <p14:tracePt t="79819" x="4203700" y="2540000"/>
          <p14:tracePt t="79836" x="4311650" y="2540000"/>
          <p14:tracePt t="79852" x="4438650" y="2546350"/>
          <p14:tracePt t="79868" x="4527550" y="2578100"/>
          <p14:tracePt t="79885" x="4699000" y="2597150"/>
          <p14:tracePt t="79902" x="4864100" y="2628900"/>
          <p14:tracePt t="79919" x="4933950" y="2635250"/>
          <p14:tracePt t="79935" x="5060950" y="2654300"/>
          <p14:tracePt t="79952" x="5118100" y="2654300"/>
          <p14:tracePt t="79968" x="5194300" y="2667000"/>
          <p14:tracePt t="79985" x="5226050" y="2667000"/>
          <p14:tracePt t="80002" x="5232400" y="2667000"/>
          <p14:tracePt t="80018" x="5245100" y="2667000"/>
          <p14:tracePt t="80061" x="5232400" y="2667000"/>
          <p14:tracePt t="80074" x="5207000" y="2667000"/>
          <p14:tracePt t="80084" x="5168900" y="2667000"/>
          <p14:tracePt t="80102" x="5099050" y="2667000"/>
          <p14:tracePt t="80118" x="4933950" y="2647950"/>
          <p14:tracePt t="80134" x="4718050" y="2622550"/>
          <p14:tracePt t="80152" x="4476750" y="2622550"/>
          <p14:tracePt t="80167" x="4349750" y="2622550"/>
          <p14:tracePt t="80184" x="4235450" y="2622550"/>
          <p14:tracePt t="80201" x="3911600" y="2628900"/>
          <p14:tracePt t="80217" x="3829050" y="2641600"/>
          <p14:tracePt t="80234" x="3765550" y="2647950"/>
          <p14:tracePt t="80251" x="3695700" y="2654300"/>
          <p14:tracePt t="80267" x="3670300" y="2679700"/>
          <p14:tracePt t="80284" x="3644900" y="2692400"/>
          <p14:tracePt t="80301" x="3619500" y="2705100"/>
          <p14:tracePt t="80317" x="3606800" y="2711450"/>
          <p14:tracePt t="80336" x="3600450" y="2711450"/>
          <p14:tracePt t="80376" x="3600450" y="2717800"/>
          <p14:tracePt t="80384" x="3606800" y="2717800"/>
          <p14:tracePt t="80390" x="3632200" y="2724150"/>
          <p14:tracePt t="80400" x="3651250" y="2730500"/>
          <p14:tracePt t="81455" x="3638550" y="2730500"/>
          <p14:tracePt t="81468" x="3613150" y="2711450"/>
          <p14:tracePt t="81476" x="3575050" y="2705100"/>
          <p14:tracePt t="81489" x="3556000" y="2692400"/>
          <p14:tracePt t="81499" x="3524250" y="2686050"/>
          <p14:tracePt t="81513" x="3498850" y="2679700"/>
          <p14:tracePt t="81530" x="3448050" y="2654300"/>
          <p14:tracePt t="81546" x="3403600" y="2635250"/>
          <p14:tracePt t="81563" x="3384550" y="2628900"/>
          <p14:tracePt t="81580" x="3352800" y="2609850"/>
          <p14:tracePt t="81596" x="3333750" y="2597150"/>
          <p14:tracePt t="81613" x="3333750" y="2590800"/>
          <p14:tracePt t="81629" x="3327400" y="2584450"/>
          <p14:tracePt t="81854" x="3333750" y="2584450"/>
          <p14:tracePt t="81868" x="3346450" y="2584450"/>
          <p14:tracePt t="81875" x="3378200" y="2584450"/>
          <p14:tracePt t="81889" x="3403600" y="2584450"/>
          <p14:tracePt t="81898" x="3454400" y="2584450"/>
          <p14:tracePt t="81912" x="3517900" y="2584450"/>
          <p14:tracePt t="81928" x="3683000" y="2584450"/>
          <p14:tracePt t="81947" x="3924300" y="2565400"/>
          <p14:tracePt t="81961" x="4051300" y="2552700"/>
          <p14:tracePt t="81978" x="4178300" y="2540000"/>
          <p14:tracePt t="81995" x="4419600" y="2533650"/>
          <p14:tracePt t="82012" x="4622800" y="2533650"/>
          <p14:tracePt t="82029" x="4724400" y="2546350"/>
          <p14:tracePt t="82045" x="4895850" y="2578100"/>
          <p14:tracePt t="82061" x="5054600" y="2622550"/>
          <p14:tracePt t="82077" x="5118100" y="2654300"/>
          <p14:tracePt t="82094" x="5232400" y="2711450"/>
          <p14:tracePt t="82111" x="5276850" y="2736850"/>
          <p14:tracePt t="82128" x="5295900" y="2749550"/>
          <p14:tracePt t="82144" x="5302250" y="2749550"/>
          <p14:tracePt t="82198" x="5302250" y="2755900"/>
          <p14:tracePt t="82457" x="5270500" y="2755900"/>
          <p14:tracePt t="82471" x="5207000" y="2755900"/>
          <p14:tracePt t="82479" x="5130800" y="2755900"/>
          <p14:tracePt t="82493" x="5054600" y="2755900"/>
          <p14:tracePt t="82510" x="4838700" y="2755900"/>
          <p14:tracePt t="82527" x="4724400" y="2768600"/>
          <p14:tracePt t="82543" x="4483100" y="2774950"/>
          <p14:tracePt t="82560" x="4260850" y="2774950"/>
          <p14:tracePt t="82578" x="4064000" y="2800350"/>
          <p14:tracePt t="82593" x="3987800" y="2806700"/>
          <p14:tracePt t="82609" x="3898900" y="2825750"/>
          <p14:tracePt t="82628" x="3740150" y="2851150"/>
          <p14:tracePt t="82642" x="3683000" y="2851150"/>
          <p14:tracePt t="82658" x="3644900" y="2863850"/>
          <p14:tracePt t="82676" x="3556000" y="2863850"/>
          <p14:tracePt t="82692" x="3511550" y="2863850"/>
          <p14:tracePt t="82709" x="3498850" y="2863850"/>
          <p14:tracePt t="82726" x="3492500" y="2863850"/>
          <p14:tracePt t="82742" x="3486150" y="2863850"/>
          <p14:tracePt t="82829" x="3486150" y="2857500"/>
          <p14:tracePt t="82850" x="3486150" y="2851150"/>
          <p14:tracePt t="82859" x="3498850" y="2851150"/>
          <p14:tracePt t="82873" x="3511550" y="2844800"/>
          <p14:tracePt t="82879" x="3524250" y="2838450"/>
          <p14:tracePt t="82894" x="3556000" y="2838450"/>
          <p14:tracePt t="82908" x="3638550" y="2825750"/>
          <p14:tracePt t="82925" x="3702050" y="2806700"/>
          <p14:tracePt t="82943" x="3848100" y="2787650"/>
          <p14:tracePt t="82958" x="3949700" y="2762250"/>
          <p14:tracePt t="82975" x="4165600" y="2730500"/>
          <p14:tracePt t="82992" x="4432300" y="2724150"/>
          <p14:tracePt t="83008" x="4572000" y="2724150"/>
          <p14:tracePt t="83024" x="4838700" y="2736850"/>
          <p14:tracePt t="83041" x="5080000" y="2730500"/>
          <p14:tracePt t="83057" x="5168900" y="2724150"/>
          <p14:tracePt t="83074" x="5276850" y="2698750"/>
          <p14:tracePt t="83090" x="5321300" y="2679700"/>
          <p14:tracePt t="83107" x="5327650" y="2679700"/>
          <p14:tracePt t="94747" x="5295900" y="2679700"/>
          <p14:tracePt t="94754" x="5270500" y="2679700"/>
          <p14:tracePt t="94767" x="5245100" y="2679700"/>
          <p14:tracePt t="94783" x="5149850" y="2692400"/>
          <p14:tracePt t="94800" x="5099050" y="2692400"/>
          <p14:tracePt t="94818" x="5003800" y="2717800"/>
          <p14:tracePt t="94833" x="4940300" y="2717800"/>
          <p14:tracePt t="94850" x="4883150" y="2730500"/>
          <p14:tracePt t="94867" x="4806950" y="2736850"/>
          <p14:tracePt t="94883" x="4756150" y="2736850"/>
          <p14:tracePt t="94900" x="4724400" y="2749550"/>
          <p14:tracePt t="94917" x="4686300" y="2749550"/>
          <p14:tracePt t="94933" x="4667250" y="2755900"/>
          <p14:tracePt t="94950" x="4660900" y="2755900"/>
          <p14:tracePt t="94966" x="4654550" y="2755900"/>
          <p14:tracePt t="95000" x="4648200" y="2762250"/>
          <p14:tracePt t="95016" x="4622800" y="2762250"/>
          <p14:tracePt t="95033" x="4597400" y="2768600"/>
          <p14:tracePt t="95050" x="4559300" y="2781300"/>
          <p14:tracePt t="95066" x="4521200" y="2794000"/>
          <p14:tracePt t="95083" x="4489450" y="2806700"/>
          <p14:tracePt t="95099" x="4445000" y="2832100"/>
          <p14:tracePt t="95116" x="4419600" y="2838450"/>
          <p14:tracePt t="95134" x="4356100" y="2838450"/>
          <p14:tracePt t="95149" x="4305300" y="2857500"/>
          <p14:tracePt t="95165" x="4267200" y="2857500"/>
          <p14:tracePt t="95183" x="4203700" y="2857500"/>
          <p14:tracePt t="95199" x="4165600" y="2844800"/>
          <p14:tracePt t="95215" x="4133850" y="2844800"/>
          <p14:tracePt t="95232" x="4095750" y="2844800"/>
          <p14:tracePt t="95249" x="4076700" y="2844800"/>
          <p14:tracePt t="95266" x="4044950" y="2832100"/>
          <p14:tracePt t="95282" x="4032250" y="2825750"/>
          <p14:tracePt t="95298" x="4000500" y="2819400"/>
          <p14:tracePt t="95316" x="3962400" y="2806700"/>
          <p14:tracePt t="95332" x="3943350" y="2806700"/>
          <p14:tracePt t="95348" x="3917950" y="2800350"/>
          <p14:tracePt t="95365" x="3911600" y="2800350"/>
          <p14:tracePt t="95414" x="3905250" y="2794000"/>
          <p14:tracePt t="95539" x="3898900" y="2787650"/>
          <p14:tracePt t="95589" x="3898900" y="2781300"/>
          <p14:tracePt t="95610" x="3892550" y="2774950"/>
          <p14:tracePt t="95624" x="3886200" y="2768600"/>
          <p14:tracePt t="95645" x="3886200" y="2755900"/>
          <p14:tracePt t="95652" x="3886200" y="2749550"/>
          <p14:tracePt t="95667" x="3886200" y="2743200"/>
          <p14:tracePt t="95681" x="3892550" y="2730500"/>
          <p14:tracePt t="95697" x="3905250" y="2711450"/>
          <p14:tracePt t="95714" x="3930650" y="2692400"/>
          <p14:tracePt t="95730" x="3994150" y="2654300"/>
          <p14:tracePt t="95748" x="4070350" y="2628900"/>
          <p14:tracePt t="95764" x="4178300" y="2590800"/>
          <p14:tracePt t="95780" x="4400550" y="2552700"/>
          <p14:tracePt t="95797" x="4578350" y="2533650"/>
          <p14:tracePt t="95814" x="4876800" y="2514600"/>
          <p14:tracePt t="95830" x="5054600" y="2514600"/>
          <p14:tracePt t="95847" x="5207000" y="2514600"/>
          <p14:tracePt t="95863" x="5353050" y="2514600"/>
          <p14:tracePt t="95880" x="5422900" y="2520950"/>
          <p14:tracePt t="95896" x="5461000" y="2514600"/>
          <p14:tracePt t="95913" x="5486400" y="2508250"/>
          <p14:tracePt t="95930" x="5486400" y="2501900"/>
          <p14:tracePt t="95996" x="5492750" y="2501900"/>
          <p14:tracePt t="96094" x="5499100" y="2501900"/>
          <p14:tracePt t="96108" x="5511800" y="2501900"/>
          <p14:tracePt t="96115" x="5537200" y="2501900"/>
          <p14:tracePt t="96130" x="5543550" y="2501900"/>
          <p14:tracePt t="96779" x="5524500" y="2501900"/>
          <p14:tracePt t="96786" x="5492750" y="2501900"/>
          <p14:tracePt t="96794" x="5461000" y="2501900"/>
          <p14:tracePt t="96810" x="5372100" y="2520950"/>
          <p14:tracePt t="96827" x="5264150" y="2546350"/>
          <p14:tracePt t="96843" x="5105400" y="2603500"/>
          <p14:tracePt t="96860" x="5016500" y="2635250"/>
          <p14:tracePt t="96877" x="4895850" y="2717800"/>
          <p14:tracePt t="96894" x="4819650" y="2749550"/>
          <p14:tracePt t="96909" x="4756150" y="2787650"/>
          <p14:tracePt t="96927" x="4699000" y="2806700"/>
          <p14:tracePt t="96943" x="4667250" y="2819400"/>
          <p14:tracePt t="96959" x="4629150" y="2838450"/>
          <p14:tracePt t="96976" x="4603750" y="2844800"/>
          <p14:tracePt t="96993" x="4591050" y="2844800"/>
          <p14:tracePt t="97010" x="4572000" y="2844800"/>
          <p14:tracePt t="97025" x="4565650" y="2851150"/>
          <p14:tracePt t="97043" x="4552950" y="2857500"/>
          <p14:tracePt t="97060" x="4546600" y="2870200"/>
          <p14:tracePt t="97076" x="4540250" y="2870200"/>
          <p14:tracePt t="97092" x="4540250" y="2876550"/>
          <p14:tracePt t="97109" x="4533900" y="2882900"/>
          <p14:tracePt t="97125" x="4527550" y="2882900"/>
          <p14:tracePt t="97143" x="4521200" y="2889250"/>
          <p14:tracePt t="97186" x="4527550" y="2889250"/>
          <p14:tracePt t="97194" x="4533900" y="2870200"/>
          <p14:tracePt t="97209" x="4552950" y="2863850"/>
          <p14:tracePt t="97720" x="4533900" y="2863850"/>
          <p14:tracePt t="97728" x="4470400" y="2863850"/>
          <p14:tracePt t="97740" x="4406900" y="2863850"/>
          <p14:tracePt t="97757" x="4152900" y="2870200"/>
          <p14:tracePt t="97774" x="3987800" y="2870200"/>
          <p14:tracePt t="97791" x="3746500" y="2889250"/>
          <p14:tracePt t="97806" x="3556000" y="2901950"/>
          <p14:tracePt t="97824" x="3435350" y="2908300"/>
          <p14:tracePt t="97840" x="3270250" y="2921000"/>
          <p14:tracePt t="97856" x="3124200" y="2946400"/>
          <p14:tracePt t="97873" x="3022600" y="2971800"/>
          <p14:tracePt t="97890" x="2921000" y="3009900"/>
          <p14:tracePt t="97906" x="2844800" y="3073400"/>
          <p14:tracePt t="97923" x="2768600" y="3105150"/>
          <p14:tracePt t="97939" x="2667000" y="3200400"/>
          <p14:tracePt t="97956" x="2616200" y="3238500"/>
          <p14:tracePt t="97973" x="2520950" y="3302000"/>
          <p14:tracePt t="97989" x="2470150" y="3346450"/>
          <p14:tracePt t="98006" x="2406650" y="3390900"/>
          <p14:tracePt t="98023" x="2343150" y="3435350"/>
          <p14:tracePt t="98039" x="2311400" y="3454400"/>
          <p14:tracePt t="98056" x="2292350" y="3473450"/>
          <p14:tracePt t="98073" x="2286000" y="3486150"/>
          <p14:tracePt t="98089" x="2286000" y="3492500"/>
          <p14:tracePt t="98122" x="2286000" y="3498850"/>
          <p14:tracePt t="98184" x="2286000" y="3505200"/>
          <p14:tracePt t="98191" x="2292350" y="3511550"/>
          <p14:tracePt t="98197" x="2292350" y="3517900"/>
          <p14:tracePt t="98208" x="2298700" y="3530600"/>
          <p14:tracePt t="98222" x="2311400" y="3536950"/>
          <p14:tracePt t="98238" x="2324100" y="3556000"/>
          <p14:tracePt t="98255" x="2343150" y="3581400"/>
          <p14:tracePt t="98271" x="2355850" y="3600450"/>
          <p14:tracePt t="98289" x="2368550" y="3613150"/>
          <p14:tracePt t="98305" x="2393950" y="3644900"/>
          <p14:tracePt t="98322" x="2413000" y="3657600"/>
          <p14:tracePt t="98338" x="2444750" y="3670300"/>
          <p14:tracePt t="98355" x="2470150" y="3676650"/>
          <p14:tracePt t="98371" x="2514600" y="3676650"/>
          <p14:tracePt t="98388" x="2565400" y="3670300"/>
          <p14:tracePt t="98404" x="2609850" y="3663950"/>
          <p14:tracePt t="98421" x="2647950" y="3657600"/>
          <p14:tracePt t="98437" x="2705100" y="3638550"/>
          <p14:tracePt t="98454" x="2736850" y="3632200"/>
          <p14:tracePt t="98471" x="2781300" y="3625850"/>
          <p14:tracePt t="98487" x="2851150" y="3625850"/>
          <p14:tracePt t="98504" x="2895600" y="3625850"/>
          <p14:tracePt t="98521" x="2984500" y="3632200"/>
          <p14:tracePt t="98538" x="3041650" y="3638550"/>
          <p14:tracePt t="98555" x="3124200" y="3644900"/>
          <p14:tracePt t="98571" x="3232150" y="3651250"/>
          <p14:tracePt t="98587" x="3308350" y="3651250"/>
          <p14:tracePt t="98604" x="3473450" y="3663950"/>
          <p14:tracePt t="98620" x="3568700" y="3670300"/>
          <p14:tracePt t="98637" x="3632200" y="3670300"/>
          <p14:tracePt t="98654" x="3727450" y="3676650"/>
          <p14:tracePt t="98670" x="3797300" y="3683000"/>
          <p14:tracePt t="98687" x="3886200" y="3683000"/>
          <p14:tracePt t="98703" x="4044950" y="3695700"/>
          <p14:tracePt t="98720" x="4121150" y="3695700"/>
          <p14:tracePt t="98723" x="4178300" y="3702050"/>
          <p14:tracePt t="98738" x="4216400" y="3702050"/>
          <p14:tracePt t="98753" x="4356100" y="3752850"/>
          <p14:tracePt t="98770" x="4394200" y="3778250"/>
          <p14:tracePt t="98787" x="4406900" y="3778250"/>
          <p14:tracePt t="98803" x="4413250" y="3778250"/>
          <p14:tracePt t="98839" x="4419600" y="3778250"/>
          <p14:tracePt t="98864" x="4413250" y="3778250"/>
          <p14:tracePt t="98872" x="4406900" y="3771900"/>
          <p14:tracePt t="98887" x="4375150" y="3752850"/>
          <p14:tracePt t="98903" x="4305300" y="3727450"/>
          <p14:tracePt t="98921" x="3968750" y="3663950"/>
          <p14:tracePt t="98936" x="3841750" y="3651250"/>
          <p14:tracePt t="98952" x="3714750" y="3632200"/>
          <p14:tracePt t="98970" x="3524250" y="3619500"/>
          <p14:tracePt t="98986" x="3390900" y="3632200"/>
          <p14:tracePt t="99002" x="3340100" y="3644900"/>
          <p14:tracePt t="99019" x="3251200" y="3670300"/>
          <p14:tracePt t="99036" x="3181350" y="3702050"/>
          <p14:tracePt t="99053" x="3155950" y="3714750"/>
          <p14:tracePt t="99069" x="3124200" y="3740150"/>
          <p14:tracePt t="99086" x="3111500" y="3752850"/>
          <p14:tracePt t="99124" x="3117850" y="3746500"/>
          <p14:tracePt t="99138" x="3136900" y="3733800"/>
          <p14:tracePt t="99153" x="3232150" y="3714750"/>
          <p14:tracePt t="99168" x="3282950" y="3708400"/>
          <p14:tracePt t="99185" x="3365500" y="3695700"/>
          <p14:tracePt t="99202" x="3517900" y="3689350"/>
          <p14:tracePt t="99218" x="3733800" y="3689350"/>
          <p14:tracePt t="99236" x="3848100" y="3689350"/>
          <p14:tracePt t="99238" x="3962400" y="3689350"/>
          <p14:tracePt t="99252" x="4064000" y="3689350"/>
          <p14:tracePt t="99268" x="4229100" y="3689350"/>
          <p14:tracePt t="99286" x="4343400" y="3689350"/>
          <p14:tracePt t="99301" x="4375150" y="3689350"/>
          <p14:tracePt t="99318" x="4419600" y="3689350"/>
          <p14:tracePt t="99335" x="4451350" y="3689350"/>
          <p14:tracePt t="99351" x="4464050" y="3689350"/>
          <p14:tracePt t="99368" x="4476750" y="3689350"/>
          <p14:tracePt t="99384" x="4483100" y="3689350"/>
          <p14:tracePt t="99425" x="4489450" y="3689350"/>
          <p14:tracePt t="99545" x="4495800" y="3689350"/>
          <p14:tracePt t="99580" x="4502150" y="3689350"/>
          <p14:tracePt t="99959" x="4533900" y="3689350"/>
          <p14:tracePt t="99974" x="4578350" y="3676650"/>
          <p14:tracePt t="99981" x="4635500" y="3663950"/>
          <p14:tracePt t="99995" x="4686300" y="3657600"/>
          <p14:tracePt t="100002" x="4749800" y="3644900"/>
          <p14:tracePt t="100018" x="4832350" y="3638550"/>
          <p14:tracePt t="100032" x="4997450" y="3606800"/>
          <p14:tracePt t="100049" x="5099050" y="3600450"/>
          <p14:tracePt t="100066" x="5353050" y="3575050"/>
          <p14:tracePt t="100082" x="5511800" y="3568700"/>
          <p14:tracePt t="100099" x="5778500" y="3556000"/>
          <p14:tracePt t="100115" x="5994400" y="3556000"/>
          <p14:tracePt t="100132" x="6083300" y="3556000"/>
          <p14:tracePt t="100149" x="6235700" y="3568700"/>
          <p14:tracePt t="100165" x="6407150" y="3587750"/>
          <p14:tracePt t="100181" x="6483350" y="3600450"/>
          <p14:tracePt t="100198" x="6699250" y="3625850"/>
          <p14:tracePt t="100215" x="6908800" y="3670300"/>
          <p14:tracePt t="100231" x="6959600" y="3676650"/>
          <p14:tracePt t="100248" x="7023100" y="3689350"/>
          <p14:tracePt t="100265" x="7054850" y="3695700"/>
          <p14:tracePt t="100282" x="7073900" y="3702050"/>
          <p14:tracePt t="100298" x="7080250" y="3702050"/>
          <p14:tracePt t="100380" x="7067550" y="3702050"/>
          <p14:tracePt t="100394" x="7042150" y="3695700"/>
          <p14:tracePt t="100402" x="6997700" y="3695700"/>
          <p14:tracePt t="100417" x="6946900" y="3695700"/>
          <p14:tracePt t="100431" x="6883400" y="3695700"/>
          <p14:tracePt t="100447" x="6718300" y="3695700"/>
          <p14:tracePt t="100464" x="6502400" y="3695700"/>
          <p14:tracePt t="100481" x="6388100" y="3695700"/>
          <p14:tracePt t="100497" x="6153150" y="3695700"/>
          <p14:tracePt t="100515" x="5911850" y="3695700"/>
          <p14:tracePt t="100530" x="5797550" y="3708400"/>
          <p14:tracePt t="100547" x="5556250" y="3740150"/>
          <p14:tracePt t="100564" x="5321300" y="3771900"/>
          <p14:tracePt t="100580" x="5194300" y="3803650"/>
          <p14:tracePt t="100597" x="4953000" y="3867150"/>
          <p14:tracePt t="100613" x="4705350" y="3943350"/>
          <p14:tracePt t="100630" x="4572000" y="3975100"/>
          <p14:tracePt t="100647" x="4400550" y="4038600"/>
          <p14:tracePt t="100663" x="4305300" y="4064000"/>
          <p14:tracePt t="100680" x="4273550" y="4076700"/>
          <p14:tracePt t="100697" x="4210050" y="4102100"/>
          <p14:tracePt t="100713" x="4178300" y="4108450"/>
          <p14:tracePt t="100730" x="4095750" y="4133850"/>
          <p14:tracePt t="100746" x="4000500" y="4140200"/>
          <p14:tracePt t="100763" x="3962400" y="4140200"/>
          <p14:tracePt t="100780" x="3911600" y="4133850"/>
          <p14:tracePt t="100796" x="3886200" y="4127500"/>
          <p14:tracePt t="100813" x="3879850" y="4121150"/>
          <p14:tracePt t="100830" x="3892550" y="4095750"/>
          <p14:tracePt t="100846" x="3943350" y="4064000"/>
          <p14:tracePt t="100863" x="3962400" y="4025900"/>
          <p14:tracePt t="101256" x="3956050" y="4013200"/>
          <p14:tracePt t="101277" x="3949700" y="4006850"/>
          <p14:tracePt t="101284" x="3943350" y="4006850"/>
          <p14:tracePt t="101298" x="3937000" y="4000500"/>
          <p14:tracePt t="101311" x="3924300" y="3994150"/>
          <p14:tracePt t="101327" x="3905250" y="3981450"/>
          <p14:tracePt t="101345" x="3892550" y="3975100"/>
          <p14:tracePt t="101361" x="3873500" y="3962400"/>
          <p14:tracePt t="101378" x="3860800" y="3956050"/>
          <p14:tracePt t="101394" x="3854450" y="3956050"/>
          <p14:tracePt t="101411" x="3835400" y="3956050"/>
          <p14:tracePt t="101427" x="3822700" y="3956050"/>
          <p14:tracePt t="101444" x="3816350" y="3956050"/>
          <p14:tracePt t="101460" x="3803650" y="3956050"/>
          <p14:tracePt t="101477" x="3797300" y="3956050"/>
          <p14:tracePt t="101510" x="3790950" y="3956050"/>
          <p14:tracePt t="101527" x="3784600" y="3956050"/>
          <p14:tracePt t="101558" x="3778250" y="3956050"/>
          <p14:tracePt t="101565" x="3771900" y="3956050"/>
          <p14:tracePt t="101614" x="3765550" y="3956050"/>
          <p14:tracePt t="101649" x="3759200" y="3956050"/>
          <p14:tracePt t="101698" x="3765550" y="3949700"/>
          <p14:tracePt t="101719" x="3778250" y="3943350"/>
          <p14:tracePt t="101727" x="3784600" y="3937000"/>
          <p14:tracePt t="101733" x="3790950" y="3937000"/>
          <p14:tracePt t="101747" x="3810000" y="3930650"/>
          <p14:tracePt t="101761" x="3822700" y="3924300"/>
          <p14:tracePt t="101776" x="3841750" y="3905250"/>
          <p14:tracePt t="101794" x="3873500" y="3892550"/>
          <p14:tracePt t="101811" x="3949700" y="3854450"/>
          <p14:tracePt t="101827" x="4057650" y="3803650"/>
          <p14:tracePt t="101843" x="4229100" y="3765550"/>
          <p14:tracePt t="101860" x="4387850" y="3727450"/>
          <p14:tracePt t="101876" x="4476750" y="3714750"/>
          <p14:tracePt t="101892" x="4635500" y="3689350"/>
          <p14:tracePt t="101909" x="4800600" y="3676650"/>
          <p14:tracePt t="101926" x="4902200" y="3670300"/>
          <p14:tracePt t="101942" x="5105400" y="3670300"/>
          <p14:tracePt t="101958" x="5321300" y="3670300"/>
          <p14:tracePt t="101975" x="5435600" y="3683000"/>
          <p14:tracePt t="101992" x="5651500" y="3702050"/>
          <p14:tracePt t="102008" x="5816600" y="3702050"/>
          <p14:tracePt t="102025" x="5880100" y="3702050"/>
          <p14:tracePt t="102042" x="5975350" y="3689350"/>
          <p14:tracePt t="102058" x="6057900" y="3676650"/>
          <p14:tracePt t="102075" x="6096000" y="3663950"/>
          <p14:tracePt t="102092" x="6178550" y="3657600"/>
          <p14:tracePt t="102108" x="6235700" y="3657600"/>
          <p14:tracePt t="102125" x="6248400" y="3657600"/>
          <p14:tracePt t="102142" x="6261100" y="3657600"/>
          <p14:tracePt t="102189" x="6254750" y="3657600"/>
          <p14:tracePt t="102196" x="6235700" y="3657600"/>
          <p14:tracePt t="102211" x="6203950" y="3657600"/>
          <p14:tracePt t="102225" x="6096000" y="3657600"/>
          <p14:tracePt t="102241" x="6007100" y="3657600"/>
          <p14:tracePt t="102259" x="5765800" y="3651250"/>
          <p14:tracePt t="102274" x="5588000" y="3638550"/>
          <p14:tracePt t="102291" x="5219700" y="3625850"/>
          <p14:tracePt t="102308" x="5010150" y="3625850"/>
          <p14:tracePt t="102324" x="4660900" y="3619500"/>
          <p14:tracePt t="102341" x="4394200" y="3619500"/>
          <p14:tracePt t="102358" x="4178300" y="3651250"/>
          <p14:tracePt t="102374" x="4102100" y="3670300"/>
          <p14:tracePt t="102391" x="4032250" y="3689350"/>
          <p14:tracePt t="102407" x="3911600" y="3727450"/>
          <p14:tracePt t="102424" x="3879850" y="3746500"/>
          <p14:tracePt t="102443" x="3841750" y="3765550"/>
          <p14:tracePt t="102547" x="3841750" y="3759200"/>
          <p14:tracePt t="102568" x="3854450" y="3752850"/>
          <p14:tracePt t="102575" x="3886200" y="3746500"/>
          <p14:tracePt t="102589" x="3911600" y="3746500"/>
          <p14:tracePt t="103067" x="3943350" y="3740150"/>
          <p14:tracePt t="103081" x="3994150" y="3727450"/>
          <p14:tracePt t="103089" x="4051300" y="3721100"/>
          <p14:tracePt t="103102" x="4127500" y="3708400"/>
          <p14:tracePt t="103108" x="4178300" y="3702050"/>
          <p14:tracePt t="103121" x="4260850" y="3702050"/>
          <p14:tracePt t="103138" x="4387850" y="3689350"/>
          <p14:tracePt t="103155" x="4464050" y="3689350"/>
          <p14:tracePt t="103172" x="4603750" y="3695700"/>
          <p14:tracePt t="103188" x="4787900" y="3727450"/>
          <p14:tracePt t="103204" x="4876800" y="3733800"/>
          <p14:tracePt t="103222" x="5067300" y="3746500"/>
          <p14:tracePt t="103238" x="5143500" y="3746500"/>
          <p14:tracePt t="103255" x="5257800" y="3746500"/>
          <p14:tracePt t="103257" x="5302250" y="3746500"/>
          <p14:tracePt t="103272" x="5327650" y="3746500"/>
          <p14:tracePt t="103288" x="5340350" y="3727450"/>
          <p14:tracePt t="103305" x="5365750" y="3714750"/>
          <p14:tracePt t="103321" x="5384800" y="3714750"/>
          <p14:tracePt t="103337" x="5391150" y="3708400"/>
          <p14:tracePt t="103354" x="5403850" y="3708400"/>
          <p14:tracePt t="103371" x="5403850" y="3702050"/>
          <p14:tracePt t="103431" x="5410200" y="3702050"/>
          <p14:tracePt t="103550" x="5403850" y="3702050"/>
          <p14:tracePt t="103558" x="5397500" y="3708400"/>
          <p14:tracePt t="103573" x="5391150" y="3708400"/>
          <p14:tracePt t="103586" x="5372100" y="3708400"/>
          <p14:tracePt t="103603" x="5321300" y="3721100"/>
          <p14:tracePt t="103620" x="5270500" y="3727450"/>
          <p14:tracePt t="103636" x="5111750" y="3740150"/>
          <p14:tracePt t="103653" x="4908550" y="3759200"/>
          <p14:tracePt t="103670" x="4692650" y="3778250"/>
          <p14:tracePt t="103686" x="4565650" y="3790950"/>
          <p14:tracePt t="103703" x="4337050" y="3822700"/>
          <p14:tracePt t="103719" x="4133850" y="3841750"/>
          <p14:tracePt t="103736" x="4032250" y="3854450"/>
          <p14:tracePt t="103753" x="3886200" y="3873500"/>
          <p14:tracePt t="103769" x="3835400" y="3873500"/>
          <p14:tracePt t="103786" x="3752850" y="3879850"/>
          <p14:tracePt t="103803" x="3695700" y="3879850"/>
          <p14:tracePt t="103819" x="3689350" y="3879850"/>
          <p14:tracePt t="103835" x="3676650" y="3879850"/>
          <p14:tracePt t="103853" x="3670300" y="3879850"/>
          <p14:tracePt t="103901" x="3663950" y="3879850"/>
          <p14:tracePt t="103908" x="3657600" y="3879850"/>
          <p14:tracePt t="103923" x="3644900" y="3879850"/>
          <p14:tracePt t="103935" x="3632200" y="3879850"/>
          <p14:tracePt t="103951" x="3600450" y="3879850"/>
          <p14:tracePt t="103968" x="3587750" y="3879850"/>
          <p14:tracePt t="103986" x="3562350" y="3879850"/>
          <p14:tracePt t="104036" x="3562350" y="3873500"/>
          <p14:tracePt t="104056" x="3575050" y="3867150"/>
          <p14:tracePt t="104457" x="3676650" y="3867150"/>
          <p14:tracePt t="104465" x="3816350" y="3867150"/>
          <p14:tracePt t="104478" x="3975100" y="3860800"/>
          <p14:tracePt t="104486" x="4184650" y="3848100"/>
          <p14:tracePt t="104500" x="4394200" y="3848100"/>
          <p14:tracePt t="104517" x="4724400" y="3835400"/>
          <p14:tracePt t="104533" x="4838700" y="3835400"/>
          <p14:tracePt t="104550" x="4978400" y="3854450"/>
          <p14:tracePt t="104566" x="5060950" y="3860800"/>
          <p14:tracePt t="104584" x="5118100" y="3879850"/>
          <p14:tracePt t="104599" x="5149850" y="3886200"/>
          <p14:tracePt t="104617" x="5162550" y="3886200"/>
          <p14:tracePt t="104633" x="5187950" y="3886200"/>
          <p14:tracePt t="104650" x="5187950" y="3879850"/>
          <p14:tracePt t="104666" x="5194300" y="3879850"/>
          <p14:tracePt t="104759" x="5194300" y="3873500"/>
          <p14:tracePt t="104844" x="5200650" y="3867150"/>
          <p14:tracePt t="104850" x="5200650" y="3860800"/>
          <p14:tracePt t="106463" x="5200650" y="3822700"/>
          <p14:tracePt t="106470" x="5200650" y="3790950"/>
          <p14:tracePt t="106479" x="5207000" y="3765550"/>
          <p14:tracePt t="106492" x="5226050" y="3733800"/>
          <p14:tracePt t="106510" x="5238750" y="3702050"/>
          <p14:tracePt t="106526" x="5289550" y="3644900"/>
          <p14:tracePt t="106543" x="5353050" y="3575050"/>
          <p14:tracePt t="106560" x="5391150" y="3543300"/>
          <p14:tracePt t="106576" x="5480050" y="3467100"/>
          <p14:tracePt t="106593" x="5575300" y="3352800"/>
          <p14:tracePt t="106610" x="5670550" y="3200400"/>
          <p14:tracePt t="106626" x="5695950" y="3130550"/>
          <p14:tracePt t="106643" x="5740400" y="3054350"/>
          <p14:tracePt t="106659" x="5803900" y="2927350"/>
          <p14:tracePt t="106676" x="5861050" y="2813050"/>
          <p14:tracePt t="106693" x="5892800" y="2755900"/>
          <p14:tracePt t="106709" x="5937250" y="2698750"/>
          <p14:tracePt t="106725" x="5943600" y="2692400"/>
          <p14:tracePt t="106743" x="5943600" y="2673350"/>
          <p14:tracePt t="106758" x="5956300" y="2660650"/>
          <p14:tracePt t="106776" x="5956300" y="2647950"/>
          <p14:tracePt t="106793" x="5956300" y="2635250"/>
          <p14:tracePt t="106810" x="5956300" y="2628900"/>
          <p14:tracePt t="106825" x="5949950" y="2609850"/>
          <p14:tracePt t="106842" x="5905500" y="2584450"/>
          <p14:tracePt t="106859" x="5867400" y="2565400"/>
          <p14:tracePt t="106875" x="5746750" y="2527300"/>
          <p14:tracePt t="106892" x="5562600" y="2476500"/>
          <p14:tracePt t="106908" x="5448300" y="2457450"/>
          <p14:tracePt t="106925" x="5200650" y="2393950"/>
          <p14:tracePt t="106942" x="4984750" y="2343150"/>
          <p14:tracePt t="106958" x="4883150" y="2317750"/>
          <p14:tracePt t="106975" x="4686300" y="2298700"/>
          <p14:tracePt t="106991" x="4572000" y="2279650"/>
          <p14:tracePt t="107008" x="4527550" y="2279650"/>
          <p14:tracePt t="107025" x="4495800" y="2279650"/>
          <p14:tracePt t="107041" x="4489450" y="2279650"/>
          <p14:tracePt t="107079" x="4495800" y="2279650"/>
          <p14:tracePt t="107094" x="4508500" y="2279650"/>
          <p14:tracePt t="107108" x="4565650" y="2292350"/>
          <p14:tracePt t="107124" x="4610100" y="2305050"/>
          <p14:tracePt t="107141" x="4648200" y="2305050"/>
          <p14:tracePt t="107158" x="4756150" y="2324100"/>
          <p14:tracePt t="107174" x="4908550" y="2343150"/>
          <p14:tracePt t="107191" x="5022850" y="2349500"/>
          <p14:tracePt t="107207" x="5251450" y="2349500"/>
          <p14:tracePt t="107224" x="5480050" y="2349500"/>
          <p14:tracePt t="107242" x="5683250" y="2324100"/>
          <p14:tracePt t="107257" x="5765800" y="2317750"/>
          <p14:tracePt t="107274" x="5867400" y="2298700"/>
          <p14:tracePt t="107291" x="5911850" y="2298700"/>
          <p14:tracePt t="107307" x="5918200" y="2298700"/>
          <p14:tracePt t="107324" x="5924550" y="2298700"/>
          <p14:tracePt t="107340" x="5924550" y="2305050"/>
          <p14:tracePt t="107357" x="5924550" y="2311400"/>
          <p14:tracePt t="107374" x="5918200" y="2324100"/>
          <p14:tracePt t="107390" x="5861050" y="2336800"/>
          <p14:tracePt t="107406" x="5842000" y="2343150"/>
          <p14:tracePt t="107424" x="5829300" y="2343150"/>
          <p14:tracePt t="107440" x="5835650" y="2343150"/>
          <p14:tracePt t="108663" x="5816600" y="2343150"/>
          <p14:tracePt t="108677" x="5810250" y="2349500"/>
          <p14:tracePt t="108684" x="5803900" y="2349500"/>
          <p14:tracePt t="108691" x="5791200" y="2362200"/>
          <p14:tracePt t="108705" x="5772150" y="2368550"/>
          <p14:tracePt t="108719" x="5753100" y="2368550"/>
          <p14:tracePt t="108736" x="5721350" y="2381250"/>
          <p14:tracePt t="108752" x="5689600" y="2387600"/>
          <p14:tracePt t="108769" x="5632450" y="2406650"/>
          <p14:tracePt t="108785" x="5562600" y="2425700"/>
          <p14:tracePt t="108802" x="5530850" y="2432050"/>
          <p14:tracePt t="108818" x="5461000" y="2451100"/>
          <p14:tracePt t="108835" x="5397500" y="2470150"/>
          <p14:tracePt t="108853" x="5314950" y="2495550"/>
          <p14:tracePt t="108868" x="5283200" y="2508250"/>
          <p14:tracePt t="108886" x="5245100" y="2520950"/>
          <p14:tracePt t="108902" x="5137150" y="2571750"/>
          <p14:tracePt t="108918" x="5105400" y="2584450"/>
          <p14:tracePt t="108935" x="5060950" y="2603500"/>
          <p14:tracePt t="108951" x="4997450" y="2635250"/>
          <p14:tracePt t="108968" x="4953000" y="2667000"/>
          <p14:tracePt t="108985" x="4933950" y="2679700"/>
          <p14:tracePt t="109001" x="4908550" y="2698750"/>
          <p14:tracePt t="109018" x="4895850" y="2717800"/>
          <p14:tracePt t="109035" x="4883150" y="2730500"/>
          <p14:tracePt t="109051" x="4883150" y="2736850"/>
          <p14:tracePt t="109067" x="4876800" y="2749550"/>
          <p14:tracePt t="109084" x="4864100" y="2762250"/>
          <p14:tracePt t="109101" x="4864100" y="2768600"/>
          <p14:tracePt t="109117" x="4857750" y="2794000"/>
          <p14:tracePt t="109134" x="4857750" y="2813050"/>
          <p14:tracePt t="109151" x="4851400" y="2825750"/>
          <p14:tracePt t="109168" x="4845050" y="2863850"/>
          <p14:tracePt t="109184" x="4838700" y="2882900"/>
          <p14:tracePt t="109217" x="4845050" y="2889250"/>
          <p14:tracePt t="109586" x="4806950" y="2914650"/>
          <p14:tracePt t="109593" x="4737100" y="2965450"/>
          <p14:tracePt t="109607" x="4667250" y="3003550"/>
          <p14:tracePt t="109615" x="4584700" y="3054350"/>
          <p14:tracePt t="109632" x="4514850" y="3105150"/>
          <p14:tracePt t="109649" x="4387850" y="3194050"/>
          <p14:tracePt t="109665" x="4184650" y="3295650"/>
          <p14:tracePt t="109682" x="4083050" y="3340100"/>
          <p14:tracePt t="109699" x="3835400" y="3422650"/>
          <p14:tracePt t="109715" x="3727450" y="3467100"/>
          <p14:tracePt t="109732" x="3568700" y="3549650"/>
          <p14:tracePt t="109749" x="3429000" y="3619500"/>
          <p14:tracePt t="109765" x="3384550" y="3632200"/>
          <p14:tracePt t="109782" x="3333750" y="3663950"/>
          <p14:tracePt t="109798" x="3314700" y="3676650"/>
          <p14:tracePt t="109815" x="3308350" y="3683000"/>
          <p14:tracePt t="109873" x="3321050" y="3676650"/>
          <p14:tracePt t="109888" x="3333750" y="3670300"/>
          <p14:tracePt t="109895" x="3352800" y="3670300"/>
          <p14:tracePt t="109909" x="3371850" y="3663950"/>
          <p14:tracePt t="109917" x="3409950" y="3657600"/>
          <p14:tracePt t="109932" x="3454400" y="3651250"/>
          <p14:tracePt t="109947" x="3549650" y="3638550"/>
          <p14:tracePt t="109965" x="3651250" y="3632200"/>
          <p14:tracePt t="109981" x="3727450" y="3632200"/>
          <p14:tracePt t="109998" x="3816350" y="3619500"/>
          <p14:tracePt t="110015" x="4229100" y="3613150"/>
          <p14:tracePt t="110031" x="4413250" y="3613150"/>
          <p14:tracePt t="110047" x="4591050" y="3613150"/>
          <p14:tracePt t="110064" x="4908550" y="3587750"/>
          <p14:tracePt t="110081" x="5137150" y="3587750"/>
          <p14:tracePt t="110098" x="5283200" y="3568700"/>
          <p14:tracePt t="110114" x="5346700" y="3568700"/>
          <p14:tracePt t="110130" x="5429250" y="3581400"/>
          <p14:tracePt t="110148" x="5467350" y="3594100"/>
          <p14:tracePt t="110164" x="5524500" y="3625850"/>
          <p14:tracePt t="110180" x="5549900" y="3670300"/>
          <p14:tracePt t="110197" x="5549900" y="3721100"/>
          <p14:tracePt t="110213" x="5537200" y="3740150"/>
          <p14:tracePt t="110230" x="5416550" y="3803650"/>
          <p14:tracePt t="110247" x="5187950" y="3848100"/>
          <p14:tracePt t="110263" x="5048250" y="3854450"/>
          <p14:tracePt t="110281" x="4679950" y="3892550"/>
          <p14:tracePt t="110296" x="4311650" y="3892550"/>
          <p14:tracePt t="110313" x="4121150" y="3886200"/>
          <p14:tracePt t="110330" x="3848100" y="3886200"/>
          <p14:tracePt t="110346" x="3663950" y="3867150"/>
          <p14:tracePt t="110363" x="3587750" y="3854450"/>
          <p14:tracePt t="110380" x="3517900" y="3841750"/>
          <p14:tracePt t="110396" x="3505200" y="3835400"/>
          <p14:tracePt t="110399" x="3492500" y="3835400"/>
          <p14:tracePt t="110414" x="3486150" y="3829050"/>
          <p14:tracePt t="110429" x="3486150" y="3816350"/>
          <p14:tracePt t="110446" x="3505200" y="3803650"/>
          <p14:tracePt t="110464" x="3619500" y="3746500"/>
          <p14:tracePt t="110480" x="3892550" y="3632200"/>
          <p14:tracePt t="110496" x="4102100" y="3562350"/>
          <p14:tracePt t="110513" x="4502150" y="3429000"/>
          <p14:tracePt t="110529" x="4667250" y="3365500"/>
          <p14:tracePt t="110546" x="4800600" y="3321050"/>
          <p14:tracePt t="110563" x="5010150" y="3276600"/>
          <p14:tracePt t="110579" x="5162550" y="3257550"/>
          <p14:tracePt t="110597" x="5295900" y="3289300"/>
          <p14:tracePt t="110612" x="5365750" y="3327400"/>
          <p14:tracePt t="110629" x="5435600" y="3359150"/>
          <p14:tracePt t="110646" x="5530850" y="3473450"/>
          <p14:tracePt t="110663" x="5543550" y="3505200"/>
          <p14:tracePt t="110679" x="5543550" y="3524250"/>
          <p14:tracePt t="110695" x="5543550" y="3556000"/>
          <p14:tracePt t="110712" x="5492750" y="3587750"/>
          <p14:tracePt t="110728" x="5448300" y="3594100"/>
          <p14:tracePt t="110745" x="5270500" y="3600450"/>
          <p14:tracePt t="110762" x="5003800" y="3587750"/>
          <p14:tracePt t="110779" x="4648200" y="3575050"/>
          <p14:tracePt t="110795" x="4483100" y="3568700"/>
          <p14:tracePt t="110812" x="4229100" y="3543300"/>
          <p14:tracePt t="110829" x="4000500" y="3536950"/>
          <p14:tracePt t="110845" x="3911600" y="3524250"/>
          <p14:tracePt t="110861" x="3816350" y="3505200"/>
          <p14:tracePt t="110878" x="3790950" y="3498850"/>
          <p14:tracePt t="110895" x="3784600" y="3498850"/>
          <p14:tracePt t="110919" x="3784600" y="3492500"/>
          <p14:tracePt t="110928" x="3803650" y="3486150"/>
          <p14:tracePt t="110944" x="3829050" y="3479800"/>
          <p14:tracePt t="110962" x="3911600" y="3467100"/>
          <p14:tracePt t="110977" x="3981450" y="3448050"/>
          <p14:tracePt t="110995" x="4089400" y="3397250"/>
          <p14:tracePt t="111012" x="4178300" y="3365500"/>
          <p14:tracePt t="111027" x="4197350" y="3352800"/>
          <p14:tracePt t="111044" x="4235450" y="3327400"/>
          <p14:tracePt t="111060" x="4248150" y="3321050"/>
          <p14:tracePt t="111077" x="4260850" y="3308350"/>
          <p14:tracePt t="111095" x="4324350" y="3289300"/>
          <p14:tracePt t="111110" x="4375150" y="3276600"/>
          <p14:tracePt t="111127" x="4508500" y="3238500"/>
          <p14:tracePt t="111144" x="4660900" y="3181350"/>
          <p14:tracePt t="111161" x="4781550" y="3111500"/>
          <p14:tracePt t="111177" x="4832350" y="3079750"/>
          <p14:tracePt t="111194" x="4902200" y="3009900"/>
          <p14:tracePt t="111210" x="4927600" y="2965450"/>
          <p14:tracePt t="111227" x="4933950" y="2959100"/>
          <p14:tracePt t="111243" x="4940300" y="2940050"/>
          <p14:tracePt t="111312" x="4933950" y="2940050"/>
          <p14:tracePt t="111319" x="4927600" y="2940050"/>
          <p14:tracePt t="111333" x="4908550" y="2933700"/>
          <p14:tracePt t="111343" x="4889500" y="2933700"/>
          <p14:tracePt t="111360" x="4876800" y="2933700"/>
          <p14:tracePt t="111376" x="4832350" y="2933700"/>
          <p14:tracePt t="111393" x="4775200" y="2921000"/>
          <p14:tracePt t="111410" x="4679950" y="2914650"/>
          <p14:tracePt t="111426" x="4616450" y="2914650"/>
          <p14:tracePt t="111443" x="4476750" y="2908300"/>
          <p14:tracePt t="111460" x="4318000" y="2908300"/>
          <p14:tracePt t="111476" x="4254500" y="2895600"/>
          <p14:tracePt t="111492" x="4140200" y="2895600"/>
          <p14:tracePt t="111509" x="4083050" y="2895600"/>
          <p14:tracePt t="111526" x="4070350" y="2895600"/>
          <p14:tracePt t="111543" x="4064000" y="2895600"/>
          <p14:tracePt t="111579" x="4070350" y="2889250"/>
          <p14:tracePt t="111594" x="4095750" y="2882900"/>
          <p14:tracePt t="111609" x="4140200" y="2876550"/>
          <p14:tracePt t="111625" x="4273550" y="2844800"/>
          <p14:tracePt t="111642" x="4419600" y="2806700"/>
          <p14:tracePt t="111658" x="4495800" y="2774950"/>
          <p14:tracePt t="111676" x="4635500" y="2717800"/>
          <p14:tracePt t="111692" x="4756150" y="2679700"/>
          <p14:tracePt t="111709" x="4800600" y="2667000"/>
          <p14:tracePt t="111725" x="4857750" y="2641600"/>
          <p14:tracePt t="111741" x="4921250" y="2635250"/>
          <p14:tracePt t="111758" x="4940300" y="2628900"/>
          <p14:tracePt t="111775" x="4978400" y="2622550"/>
          <p14:tracePt t="111792" x="4991100" y="2622550"/>
          <p14:tracePt t="111808" x="4997450" y="2616200"/>
          <p14:tracePt t="111859" x="4984750" y="2616200"/>
          <p14:tracePt t="111874" x="4972050" y="2616200"/>
          <p14:tracePt t="111880" x="4953000" y="2616200"/>
          <p14:tracePt t="111895" x="4927600" y="2616200"/>
          <p14:tracePt t="111908" x="4895850" y="2616200"/>
          <p14:tracePt t="111924" x="4781550" y="2628900"/>
          <p14:tracePt t="111941" x="4730750" y="2628900"/>
          <p14:tracePt t="111958" x="4603750" y="2641600"/>
          <p14:tracePt t="111974" x="4483100" y="2647950"/>
          <p14:tracePt t="111991" x="4432300" y="2660650"/>
          <p14:tracePt t="112007" x="4324350" y="2660650"/>
          <p14:tracePt t="112024" x="4210050" y="2667000"/>
          <p14:tracePt t="112040" x="4159250" y="2667000"/>
          <p14:tracePt t="112057" x="4076700" y="2667000"/>
          <p14:tracePt t="112074" x="4051300" y="2667000"/>
          <p14:tracePt t="112091" x="4044950" y="2667000"/>
          <p14:tracePt t="112107" x="4064000" y="2667000"/>
          <p14:tracePt t="112123" x="4140200" y="2667000"/>
          <p14:tracePt t="112141" x="4222750" y="2654300"/>
          <p14:tracePt t="112505" x="4210050" y="2654300"/>
          <p14:tracePt t="112512" x="4171950" y="2660650"/>
          <p14:tracePt t="112522" x="4133850" y="2660650"/>
          <p14:tracePt t="112539" x="4076700" y="2667000"/>
          <p14:tracePt t="112556" x="3937000" y="2673350"/>
          <p14:tracePt t="112572" x="3854450" y="2660650"/>
          <p14:tracePt t="112589" x="3702050" y="2654300"/>
          <p14:tracePt t="112605" x="3556000" y="2622550"/>
          <p14:tracePt t="112622" x="3492500" y="2616200"/>
          <p14:tracePt t="112639" x="3403600" y="2616200"/>
          <p14:tracePt t="112655" x="3352800" y="2609850"/>
          <p14:tracePt t="112672" x="3340100" y="2603500"/>
          <p14:tracePt t="112688" x="3327400" y="2603500"/>
          <p14:tracePt t="112705" x="3321050" y="2603500"/>
          <p14:tracePt t="112738" x="3327400" y="2603500"/>
          <p14:tracePt t="112755" x="3378200" y="2597150"/>
          <p14:tracePt t="112772" x="3486150" y="2571750"/>
          <p14:tracePt t="112788" x="3530600" y="2565400"/>
          <p14:tracePt t="112804" x="3638550" y="2540000"/>
          <p14:tracePt t="112822" x="3733800" y="2520950"/>
          <p14:tracePt t="112838" x="3784600" y="2520950"/>
          <p14:tracePt t="112854" x="3860800" y="2508250"/>
          <p14:tracePt t="112871" x="4165600" y="2501900"/>
          <p14:tracePt t="112888" x="4279900" y="2501900"/>
          <p14:tracePt t="112904" x="4438650" y="2514600"/>
          <p14:tracePt t="112921" x="4768850" y="2540000"/>
          <p14:tracePt t="112937" x="4984750" y="2571750"/>
          <p14:tracePt t="112941" x="5048250" y="2590800"/>
          <p14:tracePt t="112957" x="5105400" y="2609850"/>
          <p14:tracePt t="112971" x="5137150" y="2616200"/>
          <p14:tracePt t="112987" x="5162550" y="2622550"/>
          <p14:tracePt t="113004" x="5168900" y="2622550"/>
          <p14:tracePt t="113053" x="5168900" y="2628900"/>
          <p14:tracePt t="113116" x="5168900" y="2635250"/>
          <p14:tracePt t="113123" x="5187950" y="2635250"/>
          <p14:tracePt t="113137" x="5200650" y="2641600"/>
          <p14:tracePt t="113153" x="5232400" y="2641600"/>
          <p14:tracePt t="113743" x="5232400" y="2667000"/>
          <p14:tracePt t="113757" x="5226050" y="2679700"/>
          <p14:tracePt t="113763" x="5213350" y="2686050"/>
          <p14:tracePt t="113777" x="5200650" y="2698750"/>
          <p14:tracePt t="113787" x="5168900" y="2717800"/>
          <p14:tracePt t="113801" x="5137150" y="2743200"/>
          <p14:tracePt t="113818" x="5010150" y="2787650"/>
          <p14:tracePt t="113835" x="4851400" y="2819400"/>
          <p14:tracePt t="113851" x="4787900" y="2838450"/>
          <p14:tracePt t="113867" x="4724400" y="2844800"/>
          <p14:tracePt t="113884" x="4597400" y="2882900"/>
          <p14:tracePt t="113900" x="4584700" y="2882900"/>
          <p14:tracePt t="113918" x="4572000" y="2889250"/>
          <p14:tracePt t="113934" x="4565650" y="2889250"/>
          <p14:tracePt t="113951" x="4559300" y="2889250"/>
          <p14:tracePt t="113974" x="4559300" y="2901950"/>
          <p14:tracePt t="113995" x="4565650" y="2914650"/>
          <p14:tracePt t="114009" x="4565650" y="2921000"/>
          <p14:tracePt t="114018" x="4572000" y="2927350"/>
          <p14:tracePt t="114034" x="4578350" y="2933700"/>
          <p14:tracePt t="114051" x="4597400" y="2952750"/>
          <p14:tracePt t="114066" x="4610100" y="2971800"/>
          <p14:tracePt t="114083" x="4629150" y="2978150"/>
          <p14:tracePt t="114100" x="4667250" y="3003550"/>
          <p14:tracePt t="114117" x="4730750" y="3048000"/>
          <p14:tracePt t="114133" x="4756150" y="3060700"/>
          <p14:tracePt t="114150" x="4800600" y="3105150"/>
          <p14:tracePt t="114166" x="4819650" y="3143250"/>
          <p14:tracePt t="114183" x="4826000" y="3175000"/>
          <p14:tracePt t="114200" x="4800600" y="3225800"/>
          <p14:tracePt t="114216" x="4756150" y="3251200"/>
          <p14:tracePt t="114234" x="4527550" y="3352800"/>
          <p14:tracePt t="114250" x="4413250" y="3384550"/>
          <p14:tracePt t="114267" x="4286250" y="3416300"/>
          <p14:tracePt t="114283" x="4038600" y="3460750"/>
          <p14:tracePt t="114299" x="3860800" y="3498850"/>
          <p14:tracePt t="114316" x="3778250" y="3517900"/>
          <p14:tracePt t="114333" x="3695700" y="3543300"/>
          <p14:tracePt t="114350" x="3651250" y="3556000"/>
          <p14:tracePt t="114366" x="3632200" y="3568700"/>
          <p14:tracePt t="114382" x="3613150" y="3575050"/>
          <p14:tracePt t="114399" x="3600450" y="3587750"/>
          <p14:tracePt t="114416" x="3594100" y="3594100"/>
          <p14:tracePt t="114432" x="3594100" y="3600450"/>
          <p14:tracePt t="114449" x="3613150" y="3606800"/>
          <p14:tracePt t="114466" x="3638550" y="3613150"/>
          <p14:tracePt t="114482" x="3644900" y="3613150"/>
          <p14:tracePt t="114499" x="3657600" y="3613150"/>
          <p14:tracePt t="114515" x="3676650" y="3613150"/>
          <p14:tracePt t="114532" x="3683000" y="3613150"/>
          <p14:tracePt t="114549" x="3695700" y="3613150"/>
          <p14:tracePt t="114565" x="3708400" y="3613150"/>
          <p14:tracePt t="114582" x="3714750" y="3619500"/>
          <p14:tracePt t="114599" x="3752850" y="3625850"/>
          <p14:tracePt t="114615" x="3784600" y="3625850"/>
          <p14:tracePt t="114632" x="3860800" y="3632200"/>
          <p14:tracePt t="114648" x="3987800" y="3632200"/>
          <p14:tracePt t="114666" x="4051300" y="3632200"/>
          <p14:tracePt t="114681" x="4197350" y="3625850"/>
          <p14:tracePt t="114698" x="4337050" y="3606800"/>
          <p14:tracePt t="114715" x="4400550" y="3606800"/>
          <p14:tracePt t="114732" x="4533900" y="3600450"/>
          <p14:tracePt t="114748" x="4660900" y="3581400"/>
          <p14:tracePt t="114765" x="4718050" y="3581400"/>
          <p14:tracePt t="114782" x="4870450" y="3568700"/>
          <p14:tracePt t="114798" x="5035550" y="3568700"/>
          <p14:tracePt t="114814" x="5086350" y="3575050"/>
          <p14:tracePt t="114832" x="5219700" y="3575050"/>
          <p14:tracePt t="114847" x="5270500" y="3568700"/>
          <p14:tracePt t="114864" x="5384800" y="3568700"/>
          <p14:tracePt t="114881" x="5480050" y="3562350"/>
          <p14:tracePt t="114897" x="5505450" y="3562350"/>
          <p14:tracePt t="114915" x="5562600" y="3562350"/>
          <p14:tracePt t="114930" x="5607050" y="3562350"/>
          <p14:tracePt t="114947" x="5632450" y="3568700"/>
          <p14:tracePt t="114964" x="5683250" y="3587750"/>
          <p14:tracePt t="114981" x="5734050" y="3600450"/>
          <p14:tracePt t="114997" x="5753100" y="3600450"/>
          <p14:tracePt t="115014" x="5772150" y="3606800"/>
          <p14:tracePt t="115030" x="5784850" y="3613150"/>
          <p14:tracePt t="115047" x="5791200" y="3613150"/>
          <p14:tracePt t="115173" x="5791200" y="3606800"/>
          <p14:tracePt t="115188" x="5791200" y="3600450"/>
          <p14:tracePt t="115519" x="5784850" y="3600450"/>
          <p14:tracePt t="115533" x="5765800" y="3600450"/>
          <p14:tracePt t="115540" x="5734050" y="3600450"/>
          <p14:tracePt t="115548" x="5708650" y="3606800"/>
          <p14:tracePt t="115562" x="5676900" y="3606800"/>
          <p14:tracePt t="115578" x="5638800" y="3613150"/>
          <p14:tracePt t="115596" x="5537200" y="3613150"/>
          <p14:tracePt t="115611" x="5359400" y="3632200"/>
          <p14:tracePt t="115628" x="5257800" y="3632200"/>
          <p14:tracePt t="115646" x="5016500" y="3644900"/>
          <p14:tracePt t="115661" x="4749800" y="3651250"/>
          <p14:tracePt t="115678" x="4622800" y="3663950"/>
          <p14:tracePt t="115695" x="4394200" y="3663950"/>
          <p14:tracePt t="115711" x="4241800" y="3670300"/>
          <p14:tracePt t="115728" x="4191000" y="3683000"/>
          <p14:tracePt t="115744" x="4140200" y="3689350"/>
          <p14:tracePt t="115761" x="4127500" y="3702050"/>
          <p14:tracePt t="115778" x="4121150" y="3702050"/>
          <p14:tracePt t="115848" x="4127500" y="3702050"/>
          <p14:tracePt t="115863" x="4146550" y="3702050"/>
          <p14:tracePt t="115870" x="4165600" y="3708400"/>
          <p14:tracePt t="115878" x="4191000" y="3708400"/>
          <p14:tracePt t="115894" x="4216400" y="3708400"/>
          <p14:tracePt t="115911" x="4235450" y="3708400"/>
          <p14:tracePt t="115927" x="4298950" y="3695700"/>
          <p14:tracePt t="115944" x="4362450" y="3689350"/>
          <p14:tracePt t="115961" x="4432300" y="3689350"/>
          <p14:tracePt t="115977" x="4470400" y="3689350"/>
          <p14:tracePt t="115994" x="4584700" y="3683000"/>
          <p14:tracePt t="116011" x="4730750" y="3670300"/>
          <p14:tracePt t="116027" x="4832350" y="3670300"/>
          <p14:tracePt t="116043" x="5073650" y="3651250"/>
          <p14:tracePt t="116060" x="5340350" y="3632200"/>
          <p14:tracePt t="116077" x="5454650" y="3606800"/>
          <p14:tracePt t="116094" x="5556250" y="3606800"/>
          <p14:tracePt t="116110" x="5772150" y="3600450"/>
          <p14:tracePt t="116126" x="5835650" y="3600450"/>
          <p14:tracePt t="116143" x="5886450" y="3600450"/>
          <p14:tracePt t="116160" x="5981700" y="3600450"/>
          <p14:tracePt t="116176" x="6038850" y="3600450"/>
          <p14:tracePt t="116193" x="6057900" y="3606800"/>
          <p14:tracePt t="116209" x="6064250" y="3606800"/>
          <p14:tracePt t="116226" x="6070600" y="3606800"/>
          <p14:tracePt t="116515" x="6108700" y="3606800"/>
          <p14:tracePt t="116522" x="6165850" y="3606800"/>
          <p14:tracePt t="116529" x="6216650" y="3594100"/>
          <p14:tracePt t="116545" x="6280150" y="3587750"/>
          <p14:tracePt t="116558" x="6318250" y="3587750"/>
          <p14:tracePt t="116575" x="6413500" y="3581400"/>
          <p14:tracePt t="116593" x="6457950" y="3568700"/>
          <p14:tracePt t="116608" x="6477000" y="3562350"/>
          <p14:tracePt t="116625" x="6489700" y="3562350"/>
          <p14:tracePt t="116658" x="6496050" y="3562350"/>
          <p14:tracePt t="116675" x="6502400" y="3562350"/>
          <p14:tracePt t="116789" x="6502400" y="3556000"/>
          <p14:tracePt t="116810" x="6496050" y="3549650"/>
          <p14:tracePt t="117117" x="6534150" y="3549650"/>
          <p14:tracePt t="117124" x="6584950" y="3549650"/>
          <p14:tracePt t="117130" x="6623050" y="3549650"/>
          <p14:tracePt t="117145" x="6667500" y="3536950"/>
          <p14:tracePt t="117156" x="6718300" y="3536950"/>
          <p14:tracePt t="117173" x="6813550" y="3543300"/>
          <p14:tracePt t="117190" x="6864350" y="3543300"/>
          <p14:tracePt t="117206" x="6965950" y="3543300"/>
          <p14:tracePt t="117223" x="7073900" y="3549650"/>
          <p14:tracePt t="117239" x="7124700" y="3549650"/>
          <p14:tracePt t="117257" x="7207250" y="3562350"/>
          <p14:tracePt t="117272" x="7251700" y="3556000"/>
          <p14:tracePt t="117289" x="7277100" y="3556000"/>
          <p14:tracePt t="117306" x="7308850" y="3549650"/>
          <p14:tracePt t="117322" x="7321550" y="3549650"/>
          <p14:tracePt t="117339" x="7353300" y="3549650"/>
          <p14:tracePt t="117356" x="7378700" y="3549650"/>
          <p14:tracePt t="117372" x="7385050" y="3549650"/>
          <p14:tracePt t="117389" x="7391400" y="3549650"/>
          <p14:tracePt t="117405" x="7397750" y="3549650"/>
          <p14:tracePt t="117467" x="7404100" y="3549650"/>
          <p14:tracePt t="117545" x="7410450" y="3543300"/>
          <p14:tracePt t="117551" x="7416800" y="3536950"/>
          <p14:tracePt t="117566" x="7429500" y="3536950"/>
          <p14:tracePt t="117574" x="7435850" y="3524250"/>
          <p14:tracePt t="117588" x="7448550" y="3517900"/>
          <p14:tracePt t="117605" x="7454900" y="3505200"/>
          <p14:tracePt t="117622" x="7512050" y="3448050"/>
          <p14:tracePt t="117638" x="7524750" y="3416300"/>
          <p14:tracePt t="117654" x="7550150" y="3390900"/>
          <p14:tracePt t="117671" x="7575550" y="3340100"/>
          <p14:tracePt t="117688" x="7620000" y="3276600"/>
          <p14:tracePt t="117704" x="7626350" y="3257550"/>
          <p14:tracePt t="117721" x="7645400" y="3213100"/>
          <p14:tracePt t="117737" x="7670800" y="3162300"/>
          <p14:tracePt t="117755" x="7677150" y="3143250"/>
          <p14:tracePt t="117771" x="7689850" y="3117850"/>
          <p14:tracePt t="117787" x="7696200" y="3098800"/>
          <p14:tracePt t="117805" x="7702550" y="3079750"/>
          <p14:tracePt t="117821" x="7708900" y="3073400"/>
          <p14:tracePt t="117837" x="7708900" y="3067050"/>
          <p14:tracePt t="117923" x="7702550" y="3067050"/>
          <p14:tracePt t="117938" x="7696200" y="3067050"/>
          <p14:tracePt t="117945" x="7689850" y="3067050"/>
          <p14:tracePt t="117958" x="7683500" y="3067050"/>
          <p14:tracePt t="117969" x="7670800" y="3067050"/>
          <p14:tracePt t="117987" x="7632700" y="3073400"/>
          <p14:tracePt t="118004" x="7613650" y="3079750"/>
          <p14:tracePt t="118007" x="7588250" y="3079750"/>
          <p14:tracePt t="118020" x="7569200" y="3086100"/>
          <p14:tracePt t="118037" x="7537450" y="3092450"/>
          <p14:tracePt t="118053" x="7518400" y="3092450"/>
          <p14:tracePt t="118070" x="7499350" y="3092450"/>
          <p14:tracePt t="118106" x="7512050" y="3079750"/>
          <p14:tracePt t="118120" x="7524750" y="3067050"/>
          <p14:tracePt t="118136" x="7562850" y="3022600"/>
          <p14:tracePt t="118153" x="7588250" y="2990850"/>
          <p14:tracePt t="118170" x="7620000" y="2952750"/>
          <p14:tracePt t="118186" x="7639050" y="2927350"/>
          <p14:tracePt t="118203" x="7645400" y="2921000"/>
          <p14:tracePt t="118219" x="7645400" y="2908300"/>
          <p14:tracePt t="118267" x="7645400" y="2914650"/>
          <p14:tracePt t="118274" x="7639050" y="2921000"/>
          <p14:tracePt t="118289" x="7639050" y="2933700"/>
          <p14:tracePt t="118303" x="7620000" y="2940050"/>
          <p14:tracePt t="118319" x="7607300" y="2959100"/>
          <p14:tracePt t="118336" x="7594600" y="2965450"/>
          <p14:tracePt t="118352" x="7562850" y="2990850"/>
          <p14:tracePt t="118369" x="7556500" y="3009900"/>
          <p14:tracePt t="118385" x="7543800" y="3016250"/>
          <p14:tracePt t="118402" x="7537450" y="3016250"/>
          <p14:tracePt t="118450" x="7543800" y="3016250"/>
          <p14:tracePt t="118464" x="7550150" y="3016250"/>
          <p14:tracePt t="118486" x="7556500" y="3009900"/>
          <p14:tracePt t="118506" x="7562850" y="3003550"/>
          <p14:tracePt t="118569" x="7562850" y="3009900"/>
          <p14:tracePt t="118576" x="7562850" y="3016250"/>
          <p14:tracePt t="118597" x="7556500" y="3022600"/>
          <p14:tracePt t="118605" x="7556500" y="3028950"/>
          <p14:tracePt t="118621" x="7550150" y="3035300"/>
          <p14:tracePt t="118634" x="7543800" y="3048000"/>
          <p14:tracePt t="118651" x="7537450" y="3073400"/>
          <p14:tracePt t="118668" x="7537450" y="3086100"/>
          <p14:tracePt t="118684" x="7543800" y="3086100"/>
          <p14:tracePt t="118701" x="7575550" y="3086100"/>
          <p14:tracePt t="118717" x="7620000" y="3073400"/>
          <p14:tracePt t="118734" x="7639050" y="3060700"/>
          <p14:tracePt t="118751" x="7683500" y="3041650"/>
          <p14:tracePt t="118767" x="7708900" y="3028950"/>
          <p14:tracePt t="118784" x="7715250" y="3028950"/>
          <p14:tracePt t="118801" x="7721600" y="3022600"/>
          <p14:tracePt t="118885" x="7715250" y="3022600"/>
          <p14:tracePt t="118899" x="7708900" y="3028950"/>
          <p14:tracePt t="118926" x="7702550" y="3028950"/>
          <p14:tracePt t="118955" x="7702550" y="3035300"/>
          <p14:tracePt t="118976" x="7702550" y="3041650"/>
          <p14:tracePt t="119380" x="7689850" y="3041650"/>
          <p14:tracePt t="119387" x="7664450" y="3048000"/>
          <p14:tracePt t="119401" x="7632700" y="3054350"/>
          <p14:tracePt t="119415" x="7588250" y="3067050"/>
          <p14:tracePt t="119432" x="7512050" y="3073400"/>
          <p14:tracePt t="119448" x="7454900" y="3079750"/>
          <p14:tracePt t="119465" x="7359650" y="3111500"/>
          <p14:tracePt t="119482" x="7264400" y="3136900"/>
          <p14:tracePt t="119499" x="7156450" y="3168650"/>
          <p14:tracePt t="119515" x="7086600" y="3187700"/>
          <p14:tracePt t="119531" x="6965950" y="3225800"/>
          <p14:tracePt t="119549" x="6807200" y="3257550"/>
          <p14:tracePt t="119565" x="6718300" y="3276600"/>
          <p14:tracePt t="119581" x="6508750" y="3321050"/>
          <p14:tracePt t="119598" x="6305550" y="3340100"/>
          <p14:tracePt t="119614" x="6229350" y="3346450"/>
          <p14:tracePt t="119631" x="6140450" y="3346450"/>
          <p14:tracePt t="119647" x="5861050" y="3378200"/>
          <p14:tracePt t="119664" x="5778500" y="3378200"/>
          <p14:tracePt t="119682" x="5664200" y="3397250"/>
          <p14:tracePt t="119697" x="5607050" y="3416300"/>
          <p14:tracePt t="119714" x="5461000" y="3454400"/>
          <p14:tracePt t="119731" x="5264150" y="3505200"/>
          <p14:tracePt t="119747" x="5175250" y="3524250"/>
          <p14:tracePt t="119764" x="5003800" y="3600450"/>
          <p14:tracePt t="119781" x="4845050" y="3657600"/>
          <p14:tracePt t="119797" x="4775200" y="3695700"/>
          <p14:tracePt t="119814" x="4699000" y="3746500"/>
          <p14:tracePt t="119830" x="4660900" y="3784600"/>
          <p14:tracePt t="119847" x="4660900" y="3790950"/>
          <p14:tracePt t="119864" x="4660900" y="3784600"/>
          <p14:tracePt t="120351" x="4648200" y="3784600"/>
          <p14:tracePt t="120358" x="4603750" y="3790950"/>
          <p14:tracePt t="120372" x="4552950" y="3803650"/>
          <p14:tracePt t="120381" x="4502150" y="3810000"/>
          <p14:tracePt t="120395" x="4445000" y="3822700"/>
          <p14:tracePt t="120412" x="4387850" y="3835400"/>
          <p14:tracePt t="120429" x="4248150" y="3892550"/>
          <p14:tracePt t="120445" x="4197350" y="3911600"/>
          <p14:tracePt t="120462" x="4152900" y="3937000"/>
          <p14:tracePt t="120478" x="4064000" y="3968750"/>
          <p14:tracePt t="120495" x="4013200" y="4006850"/>
          <p14:tracePt t="120512" x="3987800" y="4019550"/>
          <p14:tracePt t="120528" x="3975100" y="4019550"/>
          <p14:tracePt t="133461" x="3956050" y="4064000"/>
          <p14:tracePt t="133468" x="3956050" y="4102100"/>
          <p14:tracePt t="133475" x="3956050" y="4121150"/>
          <p14:tracePt t="133483" x="3956050" y="4133850"/>
          <p14:tracePt t="133500" x="3956050" y="4146550"/>
          <p14:tracePt t="133517" x="3962400" y="4146550"/>
          <p14:tracePt t="133533" x="4006850" y="4146550"/>
          <p14:tracePt t="133550" x="4108450" y="4114800"/>
          <p14:tracePt t="133567" x="4298950" y="4038600"/>
          <p14:tracePt t="133583" x="4470400" y="3987800"/>
          <p14:tracePt t="133599" x="4641850" y="3917950"/>
          <p14:tracePt t="133616" x="4819650" y="3841750"/>
          <p14:tracePt t="133633" x="4921250" y="3797300"/>
          <p14:tracePt t="133650" x="5022850" y="3752850"/>
          <p14:tracePt t="133665" x="5194300" y="3695700"/>
          <p14:tracePt t="133683" x="5314950" y="3676650"/>
          <p14:tracePt t="133686" x="5384800" y="3644900"/>
          <p14:tracePt t="133700" x="5480050" y="3632200"/>
          <p14:tracePt t="133716" x="5575300" y="3594100"/>
          <p14:tracePt t="133733" x="5657850" y="3568700"/>
          <p14:tracePt t="133749" x="5753100" y="3530600"/>
          <p14:tracePt t="133765" x="5797550" y="3517900"/>
          <p14:tracePt t="133782" x="5816600" y="3505200"/>
          <p14:tracePt t="133799" x="5886450" y="3486150"/>
          <p14:tracePt t="133815" x="5943600" y="3454400"/>
          <p14:tracePt t="133833" x="6115050" y="3416300"/>
          <p14:tracePt t="133848" x="6235700" y="3390900"/>
          <p14:tracePt t="133865" x="6369050" y="3359150"/>
          <p14:tracePt t="133883" x="6508750" y="3333750"/>
          <p14:tracePt t="133898" x="6591300" y="3302000"/>
          <p14:tracePt t="133915" x="6750050" y="3263900"/>
          <p14:tracePt t="133932" x="6978650" y="3219450"/>
          <p14:tracePt t="133948" x="7105650" y="3200400"/>
          <p14:tracePt t="133965" x="7366000" y="3143250"/>
          <p14:tracePt t="133982" x="7581900" y="3105150"/>
          <p14:tracePt t="133998" x="7670800" y="3079750"/>
          <p14:tracePt t="134015" x="7772400" y="3054350"/>
          <p14:tracePt t="134031" x="7829550" y="3035300"/>
          <p14:tracePt t="134048" x="7835900" y="3028950"/>
          <p14:tracePt t="134065" x="7842250" y="3028950"/>
          <p14:tracePt t="134092" x="7848600" y="3022600"/>
          <p14:tracePt t="134359" x="7842250" y="3022600"/>
          <p14:tracePt t="134373" x="7810500" y="3022600"/>
          <p14:tracePt t="134383" x="7791450" y="3022600"/>
          <p14:tracePt t="134397" x="7753350" y="3022600"/>
          <p14:tracePt t="134413" x="7651750" y="3022600"/>
          <p14:tracePt t="134430" x="7531100" y="3041650"/>
          <p14:tracePt t="134446" x="7473950" y="3060700"/>
          <p14:tracePt t="134463" x="7435850" y="3073400"/>
          <p14:tracePt t="134479" x="7346950" y="3117850"/>
          <p14:tracePt t="134496" x="7334250" y="3130550"/>
          <p14:tracePt t="134515" x="7321550" y="3143250"/>
          <p14:tracePt t="134546" x="7327900" y="3143250"/>
          <p14:tracePt t="134563" x="7353300" y="3143250"/>
          <p14:tracePt t="134579" x="7366000" y="3143250"/>
          <p14:tracePt t="134596" x="7391400" y="3143250"/>
          <p14:tracePt t="134613" x="7404100" y="3143250"/>
          <p14:tracePt t="134629" x="7410450" y="3143250"/>
          <p14:tracePt t="134646" x="7429500" y="3143250"/>
          <p14:tracePt t="134662" x="7442200" y="3136900"/>
          <p14:tracePt t="134696" x="7467600" y="3124200"/>
          <p14:tracePt t="134712" x="7505700" y="3111500"/>
          <p14:tracePt t="134729" x="7524750" y="3098800"/>
          <p14:tracePt t="134745" x="7556500" y="3079750"/>
          <p14:tracePt t="134762" x="7594600" y="3054350"/>
          <p14:tracePt t="134780" x="7620000" y="3041650"/>
          <p14:tracePt t="134795" x="7626350" y="3041650"/>
          <p14:tracePt t="134812" x="7632700" y="3035300"/>
          <p14:tracePt t="134829" x="7639050" y="3028950"/>
          <p14:tracePt t="135004" x="7632700" y="3028950"/>
          <p14:tracePt t="135039" x="7626350" y="3035300"/>
          <p14:tracePt t="135109" x="7620000" y="3035300"/>
          <p14:tracePt t="135194" x="7613650" y="3035300"/>
          <p14:tracePt t="135222" x="7600950" y="3035300"/>
          <p14:tracePt t="135285" x="7594600" y="3041650"/>
          <p14:tracePt t="135313" x="7588250" y="3041650"/>
          <p14:tracePt t="135341" x="7581900" y="3048000"/>
          <p14:tracePt t="135362" x="7575550" y="3048000"/>
          <p14:tracePt t="135383" x="7569200" y="3054350"/>
          <p14:tracePt t="135453" x="7562850" y="3054350"/>
          <p14:tracePt t="136799" x="7518400" y="3054350"/>
          <p14:tracePt t="136806" x="7442200" y="3073400"/>
          <p14:tracePt t="136813" x="7359650" y="3105150"/>
          <p14:tracePt t="136827" x="7270750" y="3124200"/>
          <p14:tracePt t="136838" x="7188200" y="3155950"/>
          <p14:tracePt t="136855" x="7004050" y="3213100"/>
          <p14:tracePt t="136871" x="6902450" y="3244850"/>
          <p14:tracePt t="136888" x="6667500" y="3333750"/>
          <p14:tracePt t="136905" x="6419850" y="3416300"/>
          <p14:tracePt t="136921" x="6299200" y="3460750"/>
          <p14:tracePt t="136938" x="6146800" y="3517900"/>
          <p14:tracePt t="136954" x="5562600" y="3721100"/>
          <p14:tracePt t="136971" x="5372100" y="3790950"/>
          <p14:tracePt t="136989" x="5105400" y="3930650"/>
          <p14:tracePt t="137004" x="4851400" y="4070350"/>
          <p14:tracePt t="137021" x="4756150" y="4133850"/>
          <p14:tracePt t="137038" x="4591050" y="4241800"/>
          <p14:tracePt t="137054" x="4464050" y="4343400"/>
          <p14:tracePt t="137071" x="4425950" y="4387850"/>
          <p14:tracePt t="137088" x="4394200" y="4406900"/>
          <p14:tracePt t="143304" x="4318000" y="4425950"/>
          <p14:tracePt t="143311" x="4229100" y="4432300"/>
          <p14:tracePt t="143319" x="4133850" y="4464050"/>
          <p14:tracePt t="143333" x="3943350" y="4495800"/>
          <p14:tracePt t="143349" x="3740150" y="4527550"/>
          <p14:tracePt t="143366" x="3454400" y="4578350"/>
          <p14:tracePt t="143382" x="3289300" y="4584700"/>
          <p14:tracePt t="143399" x="3155950" y="4597400"/>
          <p14:tracePt t="143417" x="2971800" y="4622800"/>
          <p14:tracePt t="143432" x="2908300" y="4641850"/>
          <p14:tracePt t="143449" x="2844800" y="4648200"/>
          <p14:tracePt t="143466" x="2787650" y="4673600"/>
          <p14:tracePt t="143482" x="2762250" y="4705350"/>
          <p14:tracePt t="143498" x="2749550" y="4724400"/>
          <p14:tracePt t="143515" x="2736850" y="4737100"/>
          <p14:tracePt t="143532" x="2730500" y="4737100"/>
          <p14:tracePt t="143549" x="2711450" y="4768850"/>
          <p14:tracePt t="143565" x="2705100" y="4781550"/>
          <p14:tracePt t="143582" x="2705100" y="4775200"/>
          <p14:tracePt t="143598" x="2692400" y="4781550"/>
          <p14:tracePt t="143615" x="2692400" y="4787900"/>
          <p14:tracePt t="143631" x="2686050" y="4787900"/>
          <p14:tracePt t="143648" x="2667000" y="4794250"/>
          <p14:tracePt t="143664" x="2660650" y="4800600"/>
          <p14:tracePt t="143682" x="2654300" y="4800600"/>
          <p14:tracePt t="143697" x="2641600" y="4800600"/>
          <p14:tracePt t="143714" x="2622550" y="4800600"/>
          <p14:tracePt t="143731" x="2616200" y="4800600"/>
          <p14:tracePt t="143748" x="2609850" y="4800600"/>
          <p14:tracePt t="143764" x="2597150" y="4800600"/>
          <p14:tracePt t="143782" x="2584450" y="4806950"/>
          <p14:tracePt t="143797" x="2578100" y="4806950"/>
          <p14:tracePt t="143831" x="2571750" y="4806950"/>
          <p14:tracePt t="143879" x="2571750" y="4800600"/>
          <p14:tracePt t="143886" x="2571750" y="4794250"/>
          <p14:tracePt t="143900" x="2571750" y="4781550"/>
          <p14:tracePt t="143914" x="2590800" y="4762500"/>
          <p14:tracePt t="143931" x="2616200" y="4724400"/>
          <p14:tracePt t="143947" x="2641600" y="4679950"/>
          <p14:tracePt t="143964" x="2717800" y="4597400"/>
          <p14:tracePt t="143980" x="2749550" y="4565650"/>
          <p14:tracePt t="143996" x="2819400" y="4502150"/>
          <p14:tracePt t="144013" x="2870200" y="4457700"/>
          <p14:tracePt t="144030" x="2895600" y="4432300"/>
          <p14:tracePt t="144047" x="2952750" y="4419600"/>
          <p14:tracePt t="144063" x="3028950" y="4387850"/>
          <p14:tracePt t="144080" x="3054350" y="4375150"/>
          <p14:tracePt t="144096" x="3143250" y="4349750"/>
          <p14:tracePt t="144113" x="3238500" y="4318000"/>
          <p14:tracePt t="144130" x="3295650" y="4298950"/>
          <p14:tracePt t="144146" x="3378200" y="4260850"/>
          <p14:tracePt t="144163" x="3505200" y="4216400"/>
          <p14:tracePt t="144180" x="3613150" y="4178300"/>
          <p14:tracePt t="144196" x="3670300" y="4159250"/>
          <p14:tracePt t="144213" x="3803650" y="4121150"/>
          <p14:tracePt t="144230" x="3937000" y="4095750"/>
          <p14:tracePt t="144246" x="3987800" y="4076700"/>
          <p14:tracePt t="144262" x="4032250" y="4070350"/>
          <p14:tracePt t="144279" x="4095750" y="4044950"/>
          <p14:tracePt t="144296" x="4108450" y="4044950"/>
          <p14:tracePt t="144313" x="4114800" y="4044950"/>
          <p14:tracePt t="144329" x="4121150" y="4044950"/>
          <p14:tracePt t="144384" x="4133850" y="4044950"/>
          <p14:tracePt t="144391" x="4146550" y="4051300"/>
          <p14:tracePt t="144405" x="4159250" y="4064000"/>
          <p14:tracePt t="144415" x="4184650" y="4064000"/>
          <p14:tracePt t="144428" x="4203700" y="4064000"/>
          <p14:tracePt t="144445" x="4241800" y="4064000"/>
          <p14:tracePt t="144462" x="4248150" y="4064000"/>
          <p14:tracePt t="144792" x="4273550" y="4051300"/>
          <p14:tracePt t="144806" x="4330700" y="4025900"/>
          <p14:tracePt t="144814" x="4387850" y="4006850"/>
          <p14:tracePt t="144828" x="4451350" y="3987800"/>
          <p14:tracePt t="144844" x="4591050" y="3937000"/>
          <p14:tracePt t="144861" x="4654550" y="3917950"/>
          <p14:tracePt t="144877" x="4787900" y="3879850"/>
          <p14:tracePt t="144894" x="4921250" y="3854450"/>
          <p14:tracePt t="144912" x="5029200" y="3835400"/>
          <p14:tracePt t="144927" x="5080000" y="3829050"/>
          <p14:tracePt t="144943" x="5137150" y="3816350"/>
          <p14:tracePt t="144960" x="5232400" y="3790950"/>
          <p14:tracePt t="144977" x="5264150" y="3790950"/>
          <p14:tracePt t="144993" x="5276850" y="3790950"/>
          <p14:tracePt t="145010" x="5308600" y="3778250"/>
          <p14:tracePt t="145026" x="5340350" y="3765550"/>
          <p14:tracePt t="145043" x="5359400" y="3759200"/>
          <p14:tracePt t="145060" x="5372100" y="3752850"/>
          <p14:tracePt t="145076" x="5384800" y="3752850"/>
          <p14:tracePt t="145109" x="5391150" y="3752850"/>
          <p14:tracePt t="145136" x="5397500" y="3752850"/>
          <p14:tracePt t="145164" x="5397500" y="3746500"/>
          <p14:tracePt t="145171" x="5403850" y="3746500"/>
          <p14:tracePt t="145184" x="5416550" y="3746500"/>
          <p14:tracePt t="145193" x="5429250" y="3746500"/>
          <p14:tracePt t="145209" x="5441950" y="3746500"/>
          <p14:tracePt t="145226" x="5486400" y="3740150"/>
          <p14:tracePt t="145242" x="5549900" y="3733800"/>
          <p14:tracePt t="145259" x="5594350" y="3727450"/>
          <p14:tracePt t="145276" x="5702300" y="3708400"/>
          <p14:tracePt t="145292" x="5753100" y="3702050"/>
          <p14:tracePt t="145309" x="5892800" y="3689350"/>
          <p14:tracePt t="145326" x="6064250" y="3695700"/>
          <p14:tracePt t="145342" x="6153150" y="3695700"/>
          <p14:tracePt t="145359" x="6343650" y="3702050"/>
          <p14:tracePt t="145376" x="6521450" y="3702050"/>
          <p14:tracePt t="145392" x="6597650" y="3702050"/>
          <p14:tracePt t="145410" x="6737350" y="3721100"/>
          <p14:tracePt t="145425" x="6858000" y="3721100"/>
          <p14:tracePt t="145442" x="6908800" y="3721100"/>
          <p14:tracePt t="145459" x="6978650" y="3733800"/>
          <p14:tracePt t="145475" x="7023100" y="3733800"/>
          <p14:tracePt t="145492" x="7042150" y="3733800"/>
          <p14:tracePt t="145509" x="7054850" y="3733800"/>
          <p14:tracePt t="145525" x="7061200" y="3733800"/>
          <p14:tracePt t="145592" x="7067550" y="3733800"/>
          <p14:tracePt t="145718" x="7067550" y="3740150"/>
          <p14:tracePt t="145746" x="7067550" y="3746500"/>
          <p14:tracePt t="145802" x="7067550" y="3752850"/>
          <p14:tracePt t="145823" x="7061200" y="3752850"/>
          <p14:tracePt t="145837" x="7054850" y="3752850"/>
          <p14:tracePt t="145844" x="7054850" y="3759200"/>
          <p14:tracePt t="145860" x="7042150" y="3759200"/>
          <p14:tracePt t="145875" x="7029450" y="3759200"/>
          <p14:tracePt t="145890" x="7016750" y="3759200"/>
          <p14:tracePt t="145908" x="6965950" y="3765550"/>
          <p14:tracePt t="145924" x="6927850" y="3765550"/>
          <p14:tracePt t="145940" x="6813550" y="3765550"/>
          <p14:tracePt t="145957" x="6610350" y="3784600"/>
          <p14:tracePt t="145973" x="6483350" y="3797300"/>
          <p14:tracePt t="145990" x="6197600" y="3816350"/>
          <p14:tracePt t="146007" x="5734050" y="3860800"/>
          <p14:tracePt t="146023" x="5505450" y="3860800"/>
          <p14:tracePt t="146040" x="4972050" y="3886200"/>
          <p14:tracePt t="146057" x="4476750" y="3905250"/>
          <p14:tracePt t="146073" x="4229100" y="3930650"/>
          <p14:tracePt t="146090" x="3886200" y="3981450"/>
          <p14:tracePt t="146106" x="3657600" y="4032250"/>
          <p14:tracePt t="146123" x="3562350" y="4051300"/>
          <p14:tracePt t="146140" x="3403600" y="4114800"/>
          <p14:tracePt t="146156" x="3270250" y="4159250"/>
          <p14:tracePt t="146173" x="3225800" y="4191000"/>
          <p14:tracePt t="146189" x="3149600" y="4229100"/>
          <p14:tracePt t="146206" x="3105150" y="4241800"/>
          <p14:tracePt t="146223" x="3022600" y="4286250"/>
          <p14:tracePt t="146239" x="2990850" y="4298950"/>
          <p14:tracePt t="146255" x="2946400" y="4318000"/>
          <p14:tracePt t="146272" x="2863850" y="4349750"/>
          <p14:tracePt t="146289" x="2762250" y="4387850"/>
          <p14:tracePt t="146305" x="2711450" y="4394200"/>
          <p14:tracePt t="146322" x="2609850" y="4438650"/>
          <p14:tracePt t="146339" x="2501900" y="4470400"/>
          <p14:tracePt t="146355" x="2463800" y="4483100"/>
          <p14:tracePt t="146372" x="2413000" y="4502150"/>
          <p14:tracePt t="146388" x="2381250" y="4527550"/>
          <p14:tracePt t="146406" x="2368550" y="4540250"/>
          <p14:tracePt t="146422" x="2368550" y="4552950"/>
          <p14:tracePt t="146497" x="2374900" y="4552950"/>
          <p14:tracePt t="146505" x="2387600" y="4552950"/>
          <p14:tracePt t="146518" x="2400300" y="4552950"/>
          <p14:tracePt t="146525" x="2419350" y="4552950"/>
          <p14:tracePt t="146541" x="2432050" y="4552950"/>
          <p14:tracePt t="146555" x="2463800" y="4552950"/>
          <p14:tracePt t="146571" x="2508250" y="4559300"/>
          <p14:tracePt t="146589" x="2565400" y="4559300"/>
          <p14:tracePt t="146604" x="2590800" y="4559300"/>
          <p14:tracePt t="146621" x="2628900" y="4559300"/>
          <p14:tracePt t="146638" x="2667000" y="4559300"/>
          <p14:tracePt t="146654" x="2679700" y="4559300"/>
          <p14:tracePt t="146671" x="2711450" y="4559300"/>
          <p14:tracePt t="146687" x="2724150" y="4559300"/>
          <p14:tracePt t="146704" x="2730500" y="4559300"/>
          <p14:tracePt t="146721" x="2736850" y="4559300"/>
          <p14:tracePt t="146753" x="2743200" y="4552950"/>
          <p14:tracePt t="146773" x="2749550" y="4552950"/>
          <p14:tracePt t="146787" x="2749550" y="4546600"/>
          <p14:tracePt t="146804" x="2762250" y="4546600"/>
          <p14:tracePt t="146820" x="2794000" y="4533900"/>
          <p14:tracePt t="146837" x="2813050" y="4533900"/>
          <p14:tracePt t="146854" x="2851150" y="4521200"/>
          <p14:tracePt t="146870" x="2901950" y="4495800"/>
          <p14:tracePt t="146887" x="2927350" y="4483100"/>
          <p14:tracePt t="146904" x="3003550" y="4470400"/>
          <p14:tracePt t="146920" x="3086100" y="4445000"/>
          <p14:tracePt t="146937" x="3130550" y="4425950"/>
          <p14:tracePt t="146953" x="3225800" y="4406900"/>
          <p14:tracePt t="146970" x="3321050" y="4381500"/>
          <p14:tracePt t="146986" x="3371850" y="4362450"/>
          <p14:tracePt t="147003" x="3460750" y="4337050"/>
          <p14:tracePt t="147020" x="3530600" y="4311650"/>
          <p14:tracePt t="147037" x="3600450" y="4298950"/>
          <p14:tracePt t="147053" x="3632200" y="4292600"/>
          <p14:tracePt t="147069" x="3683000" y="4273550"/>
          <p14:tracePt t="147087" x="3727450" y="4254500"/>
          <p14:tracePt t="147103" x="3746500" y="4248150"/>
          <p14:tracePt t="147119" x="3778250" y="4241800"/>
          <p14:tracePt t="147136" x="3873500" y="4222750"/>
          <p14:tracePt t="147152" x="3898900" y="4222750"/>
          <p14:tracePt t="147169" x="3930650" y="4222750"/>
          <p14:tracePt t="147187" x="3981450" y="4222750"/>
          <p14:tracePt t="147202" x="4019550" y="4229100"/>
          <p14:tracePt t="147220" x="4076700" y="4229100"/>
          <p14:tracePt t="147235" x="4108450" y="4229100"/>
          <p14:tracePt t="147252" x="4178300" y="4241800"/>
          <p14:tracePt t="147269" x="4260850" y="4241800"/>
          <p14:tracePt t="147285" x="4311650" y="4241800"/>
          <p14:tracePt t="147303" x="4368800" y="4241800"/>
          <p14:tracePt t="147320" x="4400550" y="4235450"/>
          <p14:tracePt t="147335" x="4413250" y="4235450"/>
          <p14:tracePt t="147352" x="4419600" y="4235450"/>
          <p14:tracePt t="147368" x="4425950" y="4235450"/>
          <p14:tracePt t="147403" x="4432300" y="4229100"/>
          <p14:tracePt t="147780" x="4476750" y="4229100"/>
          <p14:tracePt t="147787" x="4540250" y="4216400"/>
          <p14:tracePt t="147803" x="4610100" y="4210050"/>
          <p14:tracePt t="147817" x="4711700" y="4197350"/>
          <p14:tracePt t="147833" x="4984750" y="4178300"/>
          <p14:tracePt t="147851" x="5321300" y="4178300"/>
          <p14:tracePt t="147867" x="5530850" y="4178300"/>
          <p14:tracePt t="147884" x="5911850" y="4152900"/>
          <p14:tracePt t="147900" x="6134100" y="4140200"/>
          <p14:tracePt t="147917" x="6229350" y="4133850"/>
          <p14:tracePt t="147934" x="6356350" y="4121150"/>
          <p14:tracePt t="147950" x="6413500" y="4121150"/>
          <p14:tracePt t="147966" x="6426200" y="4114800"/>
          <p14:tracePt t="147983" x="6438900" y="4114800"/>
          <p14:tracePt t="148000" x="6451600" y="4108450"/>
          <p14:tracePt t="148033" x="6457950" y="4108450"/>
          <p14:tracePt t="148053" x="6457950" y="4102100"/>
          <p14:tracePt t="148222" x="6470650" y="4102100"/>
          <p14:tracePt t="148229" x="6477000" y="4108450"/>
          <p14:tracePt t="148243" x="6489700" y="4108450"/>
          <p14:tracePt t="148251" x="6502400" y="4108450"/>
          <p14:tracePt t="148266" x="6515100" y="4114800"/>
          <p14:tracePt t="148282" x="6553200" y="4127500"/>
          <p14:tracePt t="148300" x="6623050" y="4146550"/>
          <p14:tracePt t="148315" x="6667500" y="4152900"/>
          <p14:tracePt t="148332" x="6731000" y="4165600"/>
          <p14:tracePt t="148349" x="6953250" y="4184650"/>
          <p14:tracePt t="148365" x="7042150" y="4191000"/>
          <p14:tracePt t="148382" x="7131050" y="4191000"/>
          <p14:tracePt t="148398" x="7283450" y="4191000"/>
          <p14:tracePt t="148415" x="7423150" y="4191000"/>
          <p14:tracePt t="148433" x="7543800" y="4203700"/>
          <p14:tracePt t="148448" x="7594600" y="4203700"/>
          <p14:tracePt t="148465" x="7677150" y="4203700"/>
          <p14:tracePt t="148482" x="7734300" y="4216400"/>
          <p14:tracePt t="148498" x="7747000" y="4216400"/>
          <p14:tracePt t="148514" x="7766050" y="4216400"/>
          <p14:tracePt t="148531" x="7772400" y="4222750"/>
          <p14:tracePt t="148629" x="7772400" y="4229100"/>
          <p14:tracePt t="148664" x="7759700" y="4229100"/>
          <p14:tracePt t="148671" x="7747000" y="4229100"/>
          <p14:tracePt t="148685" x="7721600" y="4229100"/>
          <p14:tracePt t="148697" x="7664450" y="4229100"/>
          <p14:tracePt t="148714" x="7473950" y="4203700"/>
          <p14:tracePt t="148730" x="7296150" y="4197350"/>
          <p14:tracePt t="148747" x="6769100" y="4165600"/>
          <p14:tracePt t="148763" x="6007100" y="4114800"/>
          <p14:tracePt t="148780" x="5594350" y="4114800"/>
          <p14:tracePt t="148797" x="4635500" y="4095750"/>
          <p14:tracePt t="148813" x="3670300" y="4146550"/>
          <p14:tracePt t="148830" x="3251200" y="4159250"/>
          <p14:tracePt t="148847" x="2552700" y="4260850"/>
          <p14:tracePt t="148863" x="2057400" y="4413250"/>
          <p14:tracePt t="148880" x="1860550" y="4508500"/>
          <p14:tracePt t="148896" x="1574800" y="4692650"/>
          <p14:tracePt t="148913" x="1428750" y="4838700"/>
          <p14:tracePt t="148931" x="1339850" y="4978400"/>
          <p14:tracePt t="148946" x="1314450" y="5022850"/>
          <p14:tracePt t="148963" x="1282700" y="5080000"/>
          <p14:tracePt t="148980" x="1238250" y="5175250"/>
          <p14:tracePt t="148996" x="1181100" y="5232400"/>
          <p14:tracePt t="149013" x="1168400" y="5245100"/>
          <p14:tracePt t="149029" x="1136650" y="5270500"/>
          <p14:tracePt t="149046" x="1111250" y="5283200"/>
          <p14:tracePt t="149063" x="1104900" y="5289550"/>
          <p14:tracePt t="149079" x="1092200" y="5289550"/>
          <p14:tracePt t="149113" x="1085850" y="5283200"/>
          <p14:tracePt t="149129" x="1085850" y="5276850"/>
          <p14:tracePt t="149146" x="1079500" y="5251450"/>
          <p14:tracePt t="149163" x="1085850" y="5226050"/>
          <p14:tracePt t="149180" x="1085850" y="5207000"/>
          <p14:tracePt t="149196" x="1111250" y="5168900"/>
          <p14:tracePt t="149212" x="1168400" y="5111750"/>
          <p14:tracePt t="149228" x="1225550" y="5060950"/>
          <p14:tracePt t="149246" x="1371600" y="4978400"/>
          <p14:tracePt t="149262" x="1574800" y="4889500"/>
          <p14:tracePt t="149278" x="1676400" y="4832350"/>
          <p14:tracePt t="149296" x="1885950" y="4781550"/>
          <p14:tracePt t="149312" x="1968500" y="4749800"/>
          <p14:tracePt t="149328" x="2101850" y="4711700"/>
          <p14:tracePt t="149345" x="2165350" y="4699000"/>
          <p14:tracePt t="149361" x="2190750" y="4699000"/>
          <p14:tracePt t="149378" x="2216150" y="4686300"/>
          <p14:tracePt t="149395" x="2228850" y="4679950"/>
          <p14:tracePt t="149412" x="2235200" y="4679950"/>
          <p14:tracePt t="149429" x="2241550" y="4679950"/>
          <p14:tracePt t="149492" x="2247900" y="4679950"/>
          <p14:tracePt t="149793" x="2317750" y="4679950"/>
          <p14:tracePt t="149808" x="2406650" y="4679950"/>
          <p14:tracePt t="149815" x="2508250" y="4679950"/>
          <p14:tracePt t="149827" x="2609850" y="4692650"/>
          <p14:tracePt t="149844" x="2800350" y="4699000"/>
          <p14:tracePt t="149860" x="2876550" y="4699000"/>
          <p14:tracePt t="149876" x="2965450" y="4699000"/>
          <p14:tracePt t="149893" x="3143250" y="4711700"/>
          <p14:tracePt t="149910" x="3200400" y="4711700"/>
          <p14:tracePt t="149927" x="3263900" y="4711700"/>
          <p14:tracePt t="149943" x="3282950" y="4711700"/>
          <p14:tracePt t="149960" x="3308350" y="4711700"/>
          <p14:tracePt t="149977" x="3333750" y="4718050"/>
          <p14:tracePt t="149993" x="3346450" y="4718050"/>
          <p14:tracePt t="150009" x="3371850" y="4718050"/>
          <p14:tracePt t="150026" x="3409950" y="4718050"/>
          <p14:tracePt t="150042" x="3422650" y="4718050"/>
          <p14:tracePt t="150060" x="3454400" y="4724400"/>
          <p14:tracePt t="150076" x="3492500" y="4724400"/>
          <p14:tracePt t="150093" x="3511550" y="4724400"/>
          <p14:tracePt t="150109" x="3568700" y="4724400"/>
          <p14:tracePt t="150126" x="3632200" y="4724400"/>
          <p14:tracePt t="150142" x="3670300" y="4724400"/>
          <p14:tracePt t="150159" x="3765550" y="4718050"/>
          <p14:tracePt t="150175" x="3867150" y="4724400"/>
          <p14:tracePt t="150192" x="3937000" y="4724400"/>
          <p14:tracePt t="150209" x="4064000" y="4724400"/>
          <p14:tracePt t="150225" x="4191000" y="4724400"/>
          <p14:tracePt t="150243" x="4254500" y="4724400"/>
          <p14:tracePt t="150258" x="4305300" y="4718050"/>
          <p14:tracePt t="150275" x="4425950" y="4705350"/>
          <p14:tracePt t="150292" x="4470400" y="4692650"/>
          <p14:tracePt t="150308" x="4540250" y="4679950"/>
          <p14:tracePt t="150325" x="4565650" y="4673600"/>
          <p14:tracePt t="150342" x="4622800" y="4673600"/>
          <p14:tracePt t="150358" x="4673600" y="4673600"/>
          <p14:tracePt t="150375" x="4705350" y="4673600"/>
          <p14:tracePt t="150391" x="4743450" y="4673600"/>
          <p14:tracePt t="150408" x="4775200" y="4667250"/>
          <p14:tracePt t="150797" x="4813300" y="4667250"/>
          <p14:tracePt t="150804" x="4870450" y="4654550"/>
          <p14:tracePt t="150818" x="4933950" y="4654550"/>
          <p14:tracePt t="150826" x="4984750" y="4648200"/>
          <p14:tracePt t="150840" x="5073650" y="4648200"/>
          <p14:tracePt t="150856" x="5149850" y="4648200"/>
          <p14:tracePt t="150874" x="5378450" y="4648200"/>
          <p14:tracePt t="150889" x="5435600" y="4648200"/>
          <p14:tracePt t="150906" x="5486400" y="4648200"/>
          <p14:tracePt t="150923" x="5524500" y="4648200"/>
          <p14:tracePt t="150940" x="5556250" y="4648200"/>
          <p14:tracePt t="150956" x="5568950" y="4648200"/>
          <p14:tracePt t="150973" x="5594350" y="4635500"/>
          <p14:tracePt t="150989" x="5619750" y="4635500"/>
          <p14:tracePt t="151006" x="5626100" y="4635500"/>
          <p14:tracePt t="151022" x="5651500" y="4635500"/>
          <p14:tracePt t="151039" x="5689600" y="4629150"/>
          <p14:tracePt t="151057" x="5721350" y="4629150"/>
          <p14:tracePt t="151072" x="5734050" y="4629150"/>
          <p14:tracePt t="151089" x="5765800" y="4635500"/>
          <p14:tracePt t="151106" x="5816600" y="4648200"/>
          <p14:tracePt t="151122" x="5848350" y="4654550"/>
          <p14:tracePt t="151139" x="5867400" y="4660900"/>
          <p14:tracePt t="151155" x="5930900" y="4686300"/>
          <p14:tracePt t="151172" x="5949950" y="4686300"/>
          <p14:tracePt t="151189" x="5975350" y="4692650"/>
          <p14:tracePt t="151205" x="6019800" y="4692650"/>
          <p14:tracePt t="151222" x="6070600" y="4692650"/>
          <p14:tracePt t="151239" x="6140450" y="4679950"/>
          <p14:tracePt t="151255" x="6178550" y="4686300"/>
          <p14:tracePt t="151272" x="6273800" y="4686300"/>
          <p14:tracePt t="151289" x="6362700" y="4692650"/>
          <p14:tracePt t="151305" x="6407150" y="4692650"/>
          <p14:tracePt t="151321" x="6432550" y="4699000"/>
          <p14:tracePt t="151338" x="6502400" y="4699000"/>
          <p14:tracePt t="151355" x="6540500" y="4705350"/>
          <p14:tracePt t="151372" x="6610350" y="4718050"/>
          <p14:tracePt t="151388" x="6635750" y="4718050"/>
          <p14:tracePt t="151404" x="6654800" y="4718050"/>
          <p14:tracePt t="151422" x="6699250" y="4724400"/>
          <p14:tracePt t="151437" x="6724650" y="4724400"/>
          <p14:tracePt t="151454" x="6750050" y="4724400"/>
          <p14:tracePt t="151471" x="6788150" y="4724400"/>
          <p14:tracePt t="151487" x="6800850" y="4724400"/>
          <p14:tracePt t="151504" x="6826250" y="4724400"/>
          <p14:tracePt t="151537" x="6832600" y="4724400"/>
          <p14:tracePt t="152249" x="6832600" y="4730750"/>
          <p14:tracePt t="152298" x="6826250" y="4730750"/>
          <p14:tracePt t="152312" x="6819900" y="4730750"/>
          <p14:tracePt t="152326" x="6813550" y="4730750"/>
          <p14:tracePt t="152335" x="6807200" y="4730750"/>
          <p14:tracePt t="152351" x="6800850" y="4730750"/>
          <p14:tracePt t="152370" x="6794500" y="4730750"/>
          <p14:tracePt t="152384" x="6775450" y="4737100"/>
          <p14:tracePt t="152401" x="6762750" y="4743450"/>
          <p14:tracePt t="152418" x="6686550" y="4762500"/>
          <p14:tracePt t="152434" x="6642100" y="4775200"/>
          <p14:tracePt t="152451" x="6584950" y="4787900"/>
          <p14:tracePt t="152454" x="6508750" y="4806950"/>
          <p14:tracePt t="152468" x="6419850" y="4813300"/>
          <p14:tracePt t="152484" x="6172200" y="4857750"/>
          <p14:tracePt t="152501" x="6013450" y="4883150"/>
          <p14:tracePt t="152517" x="5575300" y="4933950"/>
          <p14:tracePt t="152534" x="5130800" y="4991100"/>
          <p14:tracePt t="152551" x="4737100" y="5054600"/>
          <p14:tracePt t="152567" x="4591050" y="5080000"/>
          <p14:tracePt t="152584" x="4337050" y="5137150"/>
          <p14:tracePt t="152601" x="4165600" y="5175250"/>
          <p14:tracePt t="152617" x="4108450" y="5194300"/>
          <p14:tracePt t="152634" x="4057650" y="5213350"/>
          <p14:tracePt t="152650" x="4038600" y="5219700"/>
          <p14:tracePt t="152684" x="4038600" y="5226050"/>
          <p14:tracePt t="152740" x="4032250" y="5226050"/>
          <p14:tracePt t="153000" x="4044950" y="5232400"/>
          <p14:tracePt t="153014" x="4057650" y="5238750"/>
          <p14:tracePt t="153021" x="4083050" y="5245100"/>
          <p14:tracePt t="153035" x="4102100" y="5264150"/>
          <p14:tracePt t="153049" x="4152900" y="5283200"/>
          <p14:tracePt t="153065" x="4184650" y="5289550"/>
          <p14:tracePt t="153082" x="4210050" y="5295900"/>
          <p14:tracePt t="153099" x="4279900" y="5314950"/>
          <p14:tracePt t="153115" x="4343400" y="5327650"/>
          <p14:tracePt t="153132" x="4356100" y="5334000"/>
          <p14:tracePt t="153148" x="4387850" y="5334000"/>
          <p14:tracePt t="153165" x="4406900" y="5340350"/>
          <p14:tracePt t="153365" x="4413250" y="5340350"/>
          <p14:tracePt t="153372" x="4419600" y="5340350"/>
          <p14:tracePt t="153385" x="4425950" y="5340350"/>
          <p14:tracePt t="153398" x="4438650" y="5340350"/>
          <p14:tracePt t="153415" x="4464050" y="5340350"/>
          <p14:tracePt t="153431" x="4483100" y="5340350"/>
          <p14:tracePt t="153448" x="4533900" y="5340350"/>
          <p14:tracePt t="153464" x="4597400" y="5334000"/>
          <p14:tracePt t="153481" x="4641850" y="5321300"/>
          <p14:tracePt t="153498" x="4724400" y="5314950"/>
          <p14:tracePt t="153514" x="4787900" y="5308600"/>
          <p14:tracePt t="153530" x="4819650" y="5308600"/>
          <p14:tracePt t="153547" x="4883150" y="5302250"/>
          <p14:tracePt t="153564" x="4933950" y="5295900"/>
          <p14:tracePt t="153580" x="4953000" y="5295900"/>
          <p14:tracePt t="153597" x="4984750" y="5295900"/>
          <p14:tracePt t="153613" x="5010150" y="5295900"/>
          <p14:tracePt t="153630" x="5022850" y="5302250"/>
          <p14:tracePt t="153647" x="5041900" y="5302250"/>
          <p14:tracePt t="153663" x="5054600" y="5302250"/>
          <p14:tracePt t="153680" x="5067300" y="5302250"/>
          <p14:tracePt t="153696" x="5080000" y="5295900"/>
          <p14:tracePt t="153713" x="5086350" y="5295900"/>
          <p14:tracePt t="153730" x="5099050" y="5295900"/>
          <p14:tracePt t="153763" x="5105400" y="5295900"/>
          <p14:tracePt t="153792" x="5111750" y="5295900"/>
          <p14:tracePt t="153884" x="5111750" y="5289550"/>
          <p14:tracePt t="153912" x="5124450" y="5289550"/>
          <p14:tracePt t="153933" x="5130800" y="5289550"/>
          <p14:tracePt t="153947" x="5143500" y="5289550"/>
          <p14:tracePt t="153954" x="5162550" y="5289550"/>
          <p14:tracePt t="153962" x="5194300" y="5283200"/>
          <p14:tracePt t="153979" x="5219700" y="5283200"/>
          <p14:tracePt t="153996" x="5302250" y="5276850"/>
          <p14:tracePt t="154012" x="5327650" y="5276850"/>
          <p14:tracePt t="154029" x="5416550" y="5257800"/>
          <p14:tracePt t="154046" x="5499100" y="5257800"/>
          <p14:tracePt t="154062" x="5549900" y="5257800"/>
          <p14:tracePt t="154079" x="5638800" y="5257800"/>
          <p14:tracePt t="154095" x="5746750" y="5257800"/>
          <p14:tracePt t="154112" x="5797550" y="5257800"/>
          <p14:tracePt t="154128" x="5899150" y="5257800"/>
          <p14:tracePt t="154145" x="6013450" y="5257800"/>
          <p14:tracePt t="154161" x="6064250" y="5257800"/>
          <p14:tracePt t="154179" x="6172200" y="5257800"/>
          <p14:tracePt t="154195" x="6267450" y="5270500"/>
          <p14:tracePt t="154211" x="6292850" y="5276850"/>
          <p14:tracePt t="154228" x="6343650" y="5283200"/>
          <p14:tracePt t="154245" x="6381750" y="5283200"/>
          <p14:tracePt t="154261" x="6394450" y="5289550"/>
          <p14:tracePt t="154278" x="6432550" y="5289550"/>
          <p14:tracePt t="154294" x="6438900" y="5289550"/>
          <p14:tracePt t="154313" x="6489700" y="5295900"/>
          <p14:tracePt t="154328" x="6508750" y="5302250"/>
          <p14:tracePt t="154344" x="6521450" y="5302250"/>
          <p14:tracePt t="154361" x="6534150" y="5302250"/>
          <p14:tracePt t="154378" x="6546850" y="5302250"/>
          <p14:tracePt t="154394" x="6553200" y="5302250"/>
          <p14:tracePt t="154411" x="6559550" y="5302250"/>
          <p14:tracePt t="154427" x="6565900" y="5302250"/>
          <p14:tracePt t="154487" x="6572250" y="5308600"/>
          <p14:tracePt t="154543" x="6578600" y="5308600"/>
          <p14:tracePt t="154845" x="6534150" y="5308600"/>
          <p14:tracePt t="154860" x="6445250" y="5308600"/>
          <p14:tracePt t="154866" x="6318250" y="5308600"/>
          <p14:tracePt t="154876" x="6178550" y="5327650"/>
          <p14:tracePt t="154892" x="6038850" y="5334000"/>
          <p14:tracePt t="154910" x="5683250" y="5372100"/>
          <p14:tracePt t="154925" x="5518150" y="5397500"/>
          <p14:tracePt t="154943" x="5207000" y="5435600"/>
          <p14:tracePt t="154959" x="4972050" y="5461000"/>
          <p14:tracePt t="154975" x="4870450" y="5486400"/>
          <p14:tracePt t="154993" x="4724400" y="5511800"/>
          <p14:tracePt t="155009" x="4603750" y="5543550"/>
          <p14:tracePt t="155025" x="4552950" y="5549900"/>
          <p14:tracePt t="155042" x="4457700" y="5568950"/>
          <p14:tracePt t="155059" x="4400550" y="5581650"/>
          <p14:tracePt t="155075" x="4381500" y="5588000"/>
          <p14:tracePt t="155092" x="4330700" y="5600700"/>
          <p14:tracePt t="155108" x="4286250" y="5619750"/>
          <p14:tracePt t="155126" x="4241800" y="5632450"/>
          <p14:tracePt t="155141" x="4229100" y="5638800"/>
          <p14:tracePt t="155158" x="4203700" y="5645150"/>
          <p14:tracePt t="155175" x="4165600" y="5651500"/>
          <p14:tracePt t="155191" x="4133850" y="5657850"/>
          <p14:tracePt t="155208" x="4114800" y="5657850"/>
          <p14:tracePt t="155225" x="4013200" y="5683250"/>
          <p14:tracePt t="155241" x="3975100" y="5689600"/>
          <p14:tracePt t="155258" x="3943350" y="5695950"/>
          <p14:tracePt t="155274" x="3873500" y="5721350"/>
          <p14:tracePt t="155291" x="3790950" y="5746750"/>
          <p14:tracePt t="155308" x="3695700" y="5765800"/>
          <p14:tracePt t="155324" x="3638550" y="5765800"/>
          <p14:tracePt t="155341" x="3549650" y="5765800"/>
          <p14:tracePt t="155358" x="3460750" y="5759450"/>
          <p14:tracePt t="155374" x="3429000" y="5759450"/>
          <p14:tracePt t="155391" x="3371850" y="5746750"/>
          <p14:tracePt t="155407" x="3314700" y="5746750"/>
          <p14:tracePt t="155424" x="3302000" y="5753100"/>
          <p14:tracePt t="155441" x="3282950" y="5765800"/>
          <p14:tracePt t="155457" x="3276600" y="5765800"/>
          <p14:tracePt t="155826" x="3244850" y="5765800"/>
          <p14:tracePt t="155840" x="3175000" y="5759450"/>
          <p14:tracePt t="155847" x="3111500" y="5746750"/>
          <p14:tracePt t="155861" x="3048000" y="5740400"/>
          <p14:tracePt t="155872" x="2978150" y="5727700"/>
          <p14:tracePt t="155890" x="2863850" y="5721350"/>
          <p14:tracePt t="155906" x="2787650" y="5721350"/>
          <p14:tracePt t="155923" x="2660650" y="5721350"/>
          <p14:tracePt t="155939" x="2565400" y="5721350"/>
          <p14:tracePt t="155956" x="2514600" y="5734050"/>
          <p14:tracePt t="155973" x="2406650" y="5746750"/>
          <p14:tracePt t="155989" x="2298700" y="5759450"/>
          <p14:tracePt t="156006" x="2247900" y="5759450"/>
          <p14:tracePt t="156009" x="2197100" y="5765800"/>
          <p14:tracePt t="156022" x="2152650" y="5765800"/>
          <p14:tracePt t="156039" x="2089150" y="5765800"/>
          <p14:tracePt t="156055" x="2051050" y="5765800"/>
          <p14:tracePt t="156072" x="1993900" y="5765800"/>
          <p14:tracePt t="156088" x="1962150" y="5765800"/>
          <p14:tracePt t="156105" x="1949450" y="5765800"/>
          <p14:tracePt t="156122" x="1930400" y="5765800"/>
          <p14:tracePt t="156138" x="1924050" y="5765800"/>
          <p14:tracePt t="156155" x="1911350" y="5765800"/>
          <p14:tracePt t="156282" x="1917700" y="5765800"/>
          <p14:tracePt t="156290" x="1930400" y="5765800"/>
          <p14:tracePt t="156296" x="1936750" y="5759450"/>
          <p14:tracePt t="156311" x="1949450" y="5759450"/>
          <p14:tracePt t="156320" x="1968500" y="5759450"/>
          <p14:tracePt t="156337" x="1981200" y="5753100"/>
          <p14:tracePt t="156354" x="2032000" y="5740400"/>
          <p14:tracePt t="156370" x="2082800" y="5734050"/>
          <p14:tracePt t="156388" x="2101850" y="5734050"/>
          <p14:tracePt t="156403" x="2159000" y="5727700"/>
          <p14:tracePt t="156420" x="2178050" y="5727700"/>
          <p14:tracePt t="156437" x="2228850" y="5721350"/>
          <p14:tracePt t="156454" x="2254250" y="5715000"/>
          <p14:tracePt t="156470" x="2260600" y="5715000"/>
          <p14:tracePt t="156487" x="2273300" y="5708650"/>
          <p14:tracePt t="156503" x="2279650" y="5708650"/>
          <p14:tracePt t="156521" x="2286000" y="5708650"/>
          <p14:tracePt t="156598" x="2298700" y="5708650"/>
          <p14:tracePt t="156619" x="2311400" y="5708650"/>
          <p14:tracePt t="156633" x="2317750" y="5708650"/>
          <p14:tracePt t="156640" x="2324100" y="5708650"/>
          <p14:tracePt t="156653" x="2336800" y="5708650"/>
          <p14:tracePt t="156670" x="2381250" y="5708650"/>
          <p14:tracePt t="156686" x="2406650" y="5708650"/>
          <p14:tracePt t="156704" x="2476500" y="5708650"/>
          <p14:tracePt t="156719" x="2552700" y="5708650"/>
          <p14:tracePt t="156736" x="2603500" y="5715000"/>
          <p14:tracePt t="156753" x="2698750" y="5715000"/>
          <p14:tracePt t="156769" x="2736850" y="5715000"/>
          <p14:tracePt t="156786" x="2825750" y="5727700"/>
          <p14:tracePt t="156803" x="2889250" y="5734050"/>
          <p14:tracePt t="156819" x="2914650" y="5734050"/>
          <p14:tracePt t="156836" x="2946400" y="5734050"/>
          <p14:tracePt t="156852" x="2965450" y="5734050"/>
          <p14:tracePt t="156869" x="2971800" y="5734050"/>
          <p14:tracePt t="156886" x="2978150" y="5734050"/>
          <p14:tracePt t="156918" x="2984500" y="5734050"/>
          <p14:tracePt t="157068" x="2984500" y="5727700"/>
          <p14:tracePt t="157522" x="2978150" y="5727700"/>
          <p14:tracePt t="157529" x="2959100" y="5727700"/>
          <p14:tracePt t="157543" x="2927350" y="5727700"/>
          <p14:tracePt t="157552" x="2895600" y="5721350"/>
          <p14:tracePt t="157566" x="2844800" y="5721350"/>
          <p14:tracePt t="157583" x="2794000" y="5721350"/>
          <p14:tracePt t="157600" x="2628900" y="5715000"/>
          <p14:tracePt t="157616" x="2584450" y="5715000"/>
          <p14:tracePt t="157633" x="2533650" y="5715000"/>
          <p14:tracePt t="157650" x="2425700" y="5721350"/>
          <p14:tracePt t="157666" x="2349500" y="5734050"/>
          <p14:tracePt t="157683" x="2317750" y="5740400"/>
          <p14:tracePt t="157699" x="2266950" y="5753100"/>
          <p14:tracePt t="157716" x="2228850" y="5759450"/>
          <p14:tracePt t="157733" x="2190750" y="5765800"/>
          <p14:tracePt t="157749" x="2171700" y="5765800"/>
          <p14:tracePt t="157766" x="2146300" y="5772150"/>
          <p14:tracePt t="157783" x="2127250" y="5772150"/>
          <p14:tracePt t="157799" x="2120900" y="5772150"/>
          <p14:tracePt t="157816" x="2101850" y="5765800"/>
          <p14:tracePt t="157832" x="2095500" y="5765800"/>
          <p14:tracePt t="157866" x="2108200" y="5772150"/>
          <p14:tracePt t="157882" x="2139950" y="5778500"/>
          <p14:tracePt t="158345" x="2159000" y="5778500"/>
          <p14:tracePt t="158352" x="2197100" y="5778500"/>
          <p14:tracePt t="158367" x="2241550" y="5778500"/>
          <p14:tracePt t="158381" x="2279650" y="5778500"/>
          <p14:tracePt t="158396" x="2355850" y="5778500"/>
          <p14:tracePt t="158413" x="2393950" y="5778500"/>
          <p14:tracePt t="158430" x="2476500" y="5778500"/>
          <p14:tracePt t="158447" x="2546350" y="5759450"/>
          <p14:tracePt t="158463" x="2571750" y="5746750"/>
          <p14:tracePt t="158480" x="2628900" y="5734050"/>
          <p14:tracePt t="158497" x="2686050" y="5727700"/>
          <p14:tracePt t="158514" x="2730500" y="5721350"/>
          <p14:tracePt t="158530" x="2743200" y="5721350"/>
          <p14:tracePt t="158547" x="2755900" y="5715000"/>
          <p14:tracePt t="158563" x="2762250" y="5715000"/>
          <p14:tracePt t="158584" x="2768600" y="5715000"/>
          <p14:tracePt t="158612" x="2774950" y="5715000"/>
          <p14:tracePt t="158836" x="2781300" y="5715000"/>
          <p14:tracePt t="158843" x="2787650" y="5715000"/>
          <p14:tracePt t="158857" x="2794000" y="5715000"/>
          <p14:tracePt t="158865" x="2800350" y="5715000"/>
          <p14:tracePt t="158881" x="2806700" y="5715000"/>
          <p14:tracePt t="158895" x="2813050" y="5715000"/>
          <p14:tracePt t="158915" x="2819400" y="5715000"/>
          <p14:tracePt t="158956" x="2825750" y="5715000"/>
          <p14:tracePt t="159033" x="2832100" y="5715000"/>
          <p14:tracePt t="159089" x="2838450" y="5715000"/>
          <p14:tracePt t="159377" x="2832100" y="5715000"/>
          <p14:tracePt t="159384" x="2819400" y="5715000"/>
          <p14:tracePt t="159398" x="2806700" y="5715000"/>
          <p14:tracePt t="159410" x="2800350" y="5715000"/>
          <p14:tracePt t="159427" x="2787650" y="5715000"/>
          <p14:tracePt t="159443" x="2781300" y="5715000"/>
          <p14:tracePt t="159460" x="2774950" y="5715000"/>
          <p14:tracePt t="159517" x="2781300" y="5715000"/>
          <p14:tracePt t="159524" x="2787650" y="5715000"/>
          <p14:tracePt t="159538" x="2794000" y="5715000"/>
          <p14:tracePt t="159546" x="2800350" y="5715000"/>
          <p14:tracePt t="159562" x="2813050" y="5715000"/>
          <p14:tracePt t="159576" x="2832100" y="5715000"/>
          <p14:tracePt t="159593" x="2882900" y="5708650"/>
          <p14:tracePt t="159609" x="2933700" y="5708650"/>
          <p14:tracePt t="159626" x="2959100" y="5708650"/>
          <p14:tracePt t="159643" x="3003550" y="5702300"/>
          <p14:tracePt t="159659" x="3035300" y="5702300"/>
          <p14:tracePt t="159676" x="3048000" y="5702300"/>
          <p14:tracePt t="159693" x="3060700" y="5702300"/>
          <p14:tracePt t="159709" x="3067050" y="5702300"/>
          <p14:tracePt t="159874" x="3054350" y="5702300"/>
          <p14:tracePt t="159889" x="3035300" y="5702300"/>
          <p14:tracePt t="159896" x="3016250" y="5702300"/>
          <p14:tracePt t="159911" x="2978150" y="5702300"/>
          <p14:tracePt t="159925" x="2933700" y="5702300"/>
          <p14:tracePt t="159942" x="2806700" y="5702300"/>
          <p14:tracePt t="159959" x="2717800" y="5702300"/>
          <p14:tracePt t="159976" x="2540000" y="5721350"/>
          <p14:tracePt t="159991" x="2336800" y="5734050"/>
          <p14:tracePt t="160009" x="2139950" y="5753100"/>
          <p14:tracePt t="160025" x="2063750" y="5765800"/>
          <p14:tracePt t="160041" x="1917700" y="5784850"/>
          <p14:tracePt t="160058" x="1847850" y="5797550"/>
          <p14:tracePt t="160075" x="1828800" y="5797550"/>
          <p14:tracePt t="160078" x="1816100" y="5797550"/>
          <p14:tracePt t="160092" x="1803400" y="5803900"/>
          <p14:tracePt t="160108" x="1797050" y="5803900"/>
          <p14:tracePt t="160142" x="1790700" y="5803900"/>
          <p14:tracePt t="161730" x="1797050" y="5803900"/>
          <p14:tracePt t="161744" x="1803400" y="5791200"/>
          <p14:tracePt t="161752" x="1816100" y="5778500"/>
          <p14:tracePt t="161765" x="1822450" y="5772150"/>
          <p14:tracePt t="161772" x="1822450" y="5765800"/>
          <p14:tracePt t="161786" x="1822450" y="5759450"/>
          <p14:tracePt t="161802" x="1828800" y="5759450"/>
          <p14:tracePt t="161843" x="1828800" y="5753100"/>
          <p14:tracePt t="161864" x="1822450" y="5740400"/>
          <p14:tracePt t="161878" x="1822450" y="5734050"/>
          <p14:tracePt t="161886" x="1816100" y="5715000"/>
          <p14:tracePt t="161899" x="1809750" y="5702300"/>
          <p14:tracePt t="161913" x="1790700" y="5683250"/>
          <p14:tracePt t="161921" x="1778000" y="5657850"/>
          <p14:tracePt t="161935" x="1752600" y="5619750"/>
          <p14:tracePt t="161951" x="1689100" y="5537200"/>
          <p14:tracePt t="161969" x="1619250" y="5461000"/>
          <p14:tracePt t="161984" x="1536700" y="5378450"/>
          <p14:tracePt t="162001" x="1492250" y="5353050"/>
          <p14:tracePt t="162018" x="1409700" y="5308600"/>
          <p14:tracePt t="162035" x="1308100" y="5276850"/>
          <p14:tracePt t="162051" x="1257300" y="5276850"/>
          <p14:tracePt t="162068" x="1143000" y="5276850"/>
          <p14:tracePt t="162084" x="1009650" y="5302250"/>
          <p14:tracePt t="162101" x="946150" y="5308600"/>
          <p14:tracePt t="162105" x="901700" y="5327650"/>
          <p14:tracePt t="162118" x="869950" y="5334000"/>
          <p14:tracePt t="162134" x="819150" y="5365750"/>
          <p14:tracePt t="162151" x="812800" y="5378450"/>
          <p14:tracePt t="162167" x="806450" y="5403850"/>
          <p14:tracePt t="162184" x="819150" y="5435600"/>
          <p14:tracePt t="162201" x="895350" y="5518150"/>
          <p14:tracePt t="162217" x="1009650" y="5613400"/>
          <p14:tracePt t="162234" x="1066800" y="5664200"/>
          <p14:tracePt t="162250" x="1162050" y="5734050"/>
          <p14:tracePt t="162267" x="1257300" y="5772150"/>
          <p14:tracePt t="162284" x="1308100" y="5778500"/>
          <p14:tracePt t="162300" x="1416050" y="5778500"/>
          <p14:tracePt t="162317" x="1536700" y="5721350"/>
          <p14:tracePt t="162334" x="1593850" y="5683250"/>
          <p14:tracePt t="162350" x="1651000" y="5594350"/>
          <p14:tracePt t="162366" x="1657350" y="5549900"/>
          <p14:tracePt t="162383" x="1644650" y="5461000"/>
          <p14:tracePt t="162400" x="1619250" y="5441950"/>
          <p14:tracePt t="162416" x="1562100" y="5384800"/>
          <p14:tracePt t="162434" x="1485900" y="5321300"/>
          <p14:tracePt t="162449" x="1441450" y="5295900"/>
          <p14:tracePt t="162466" x="1384300" y="5264150"/>
          <p14:tracePt t="162482" x="1219200" y="5213350"/>
          <p14:tracePt t="162499" x="1162050" y="5200650"/>
          <p14:tracePt t="162516" x="1035050" y="5194300"/>
          <p14:tracePt t="162533" x="984250" y="5194300"/>
          <p14:tracePt t="162549" x="882650" y="5219700"/>
          <p14:tracePt t="162566" x="819150" y="5270500"/>
          <p14:tracePt t="162582" x="793750" y="5283200"/>
          <p14:tracePt t="162599" x="774700" y="5321300"/>
          <p14:tracePt t="162616" x="762000" y="5359400"/>
          <p14:tracePt t="162632" x="755650" y="5372100"/>
          <p14:tracePt t="162649" x="755650" y="5391150"/>
          <p14:tracePt t="162665" x="755650" y="5435600"/>
          <p14:tracePt t="162682" x="755650" y="5473700"/>
          <p14:tracePt t="162699" x="755650" y="5499100"/>
          <p14:tracePt t="162715" x="755650" y="5511800"/>
          <p14:tracePt t="162732" x="762000" y="5524500"/>
          <p14:tracePt t="162749" x="762000" y="5530850"/>
          <p14:tracePt t="162765" x="762000" y="5537200"/>
          <p14:tracePt t="162811" x="768350" y="5537200"/>
          <p14:tracePt t="162824" x="774700" y="5537200"/>
          <p14:tracePt t="162834" x="774700" y="5530850"/>
          <p14:tracePt t="162848" x="787400" y="5530850"/>
          <p14:tracePt t="165025" x="787400" y="5537200"/>
          <p14:tracePt t="165067" x="787400" y="5549900"/>
          <p14:tracePt t="165109" x="787400" y="5556250"/>
          <p14:tracePt t="165130" x="787400" y="5562600"/>
          <p14:tracePt t="165137" x="793750" y="5568950"/>
          <p14:tracePt t="165151" x="806450" y="5575300"/>
          <p14:tracePt t="165160" x="819150" y="5588000"/>
          <p14:tracePt t="165175" x="831850" y="5600700"/>
          <p14:tracePt t="165190" x="844550" y="5619750"/>
          <p14:tracePt t="165207" x="946150" y="5689600"/>
          <p14:tracePt t="165223" x="990600" y="5715000"/>
          <p14:tracePt t="165240" x="1035050" y="5753100"/>
          <p14:tracePt t="165257" x="1123950" y="5822950"/>
          <p14:tracePt t="165273" x="1225550" y="5899150"/>
          <p14:tracePt t="165290" x="1263650" y="5937250"/>
          <p14:tracePt t="165306" x="1333500" y="5994400"/>
          <p14:tracePt t="165323" x="1384300" y="6051550"/>
          <p14:tracePt t="165340" x="1397000" y="6057900"/>
          <p14:tracePt t="165356" x="1416050" y="6076950"/>
          <p14:tracePt t="165373" x="1428750" y="6089650"/>
          <p14:tracePt t="165390" x="1441450" y="6096000"/>
          <p14:tracePt t="165406" x="1447800" y="6096000"/>
          <p14:tracePt t="165423" x="1454150" y="6102350"/>
          <p14:tracePt t="165439" x="1460500" y="6108700"/>
          <p14:tracePt t="165456" x="1473200" y="6121400"/>
          <p14:tracePt t="165473" x="1485900" y="6121400"/>
          <p14:tracePt t="165489" x="1517650" y="6153150"/>
          <p14:tracePt t="165506" x="1524000" y="6159500"/>
          <p14:tracePt t="165524" x="1549400" y="6184900"/>
          <p14:tracePt t="165539" x="1562100" y="6191250"/>
          <p14:tracePt t="165556" x="1574800" y="6203950"/>
          <p14:tracePt t="165572" x="1581150" y="6210300"/>
          <p14:tracePt t="165589" x="1587500" y="6210300"/>
          <p14:tracePt t="165626" x="1593850" y="6210300"/>
          <p14:tracePt t="165648" x="1600200" y="6210300"/>
          <p14:tracePt t="165668" x="1606550" y="6210300"/>
          <p14:tracePt t="165675" x="1619250" y="6210300"/>
          <p14:tracePt t="165691" x="1631950" y="6210300"/>
          <p14:tracePt t="165705" x="1651000" y="6210300"/>
          <p14:tracePt t="165721" x="1695450" y="6210300"/>
          <p14:tracePt t="165739" x="1720850" y="6210300"/>
          <p14:tracePt t="165755" x="1790700" y="6197600"/>
          <p14:tracePt t="165772" x="1885950" y="6172200"/>
          <p14:tracePt t="165788" x="1974850" y="6140450"/>
          <p14:tracePt t="165804" x="2025650" y="6121400"/>
          <p14:tracePt t="165822" x="2114550" y="6064250"/>
          <p14:tracePt t="165838" x="2209800" y="6007100"/>
          <p14:tracePt t="165854" x="2241550" y="5969000"/>
          <p14:tracePt t="165872" x="2311400" y="5886450"/>
          <p14:tracePt t="165888" x="2374900" y="5797550"/>
          <p14:tracePt t="165904" x="2393950" y="5753100"/>
          <p14:tracePt t="165922" x="2432050" y="5657850"/>
          <p14:tracePt t="165937" x="2438400" y="5600700"/>
          <p14:tracePt t="165955" x="2451100" y="5537200"/>
          <p14:tracePt t="165971" x="2476500" y="5257800"/>
          <p14:tracePt t="165987" x="2476500" y="5143500"/>
          <p14:tracePt t="166004" x="2533650" y="4908550"/>
          <p14:tracePt t="166020" x="2597150" y="4654550"/>
          <p14:tracePt t="166037" x="2654300" y="4483100"/>
          <p14:tracePt t="166054" x="2813050" y="4057650"/>
          <p14:tracePt t="166071" x="3041650" y="3448050"/>
          <p14:tracePt t="166087" x="3143250" y="3130550"/>
          <p14:tracePt t="166104" x="3282950" y="2597150"/>
          <p14:tracePt t="166120" x="3378200" y="2292350"/>
          <p14:tracePt t="166137" x="3416300" y="2216150"/>
          <p14:tracePt t="166154" x="3549650" y="2057400"/>
          <p14:tracePt t="166170" x="3581400" y="2051050"/>
          <p14:tracePt t="166187" x="3708400" y="2044700"/>
          <p14:tracePt t="166654" x="3702050" y="2197100"/>
          <p14:tracePt t="166662" x="3676650" y="2393950"/>
          <p14:tracePt t="166675" x="3651250" y="2609850"/>
          <p14:tracePt t="166685" x="3638550" y="2851150"/>
          <p14:tracePt t="166702" x="3625850" y="3067050"/>
          <p14:tracePt t="166718" x="3568700" y="3556000"/>
          <p14:tracePt t="166735" x="3606800" y="4089400"/>
          <p14:tracePt t="166752" x="3657600" y="4483100"/>
          <p14:tracePt t="166768" x="3708400" y="4667250"/>
          <p14:tracePt t="166784" x="3784600" y="4927600"/>
          <p14:tracePt t="166802" x="3879850" y="5111750"/>
          <p14:tracePt t="166818" x="3917950" y="5168900"/>
          <p14:tracePt t="166834" x="3968750" y="5257800"/>
          <p14:tracePt t="166852" x="3994150" y="5283200"/>
          <p14:tracePt t="166868" x="3994150" y="5289550"/>
          <p14:tracePt t="166885" x="4000500" y="5289550"/>
          <p14:tracePt t="166935" x="4000500" y="5295900"/>
          <p14:tracePt t="166941" x="4000500" y="5302250"/>
          <p14:tracePt t="166956" x="4000500" y="5314950"/>
          <p14:tracePt t="166967" x="4006850" y="5334000"/>
          <p14:tracePt t="166984" x="4032250" y="5403850"/>
          <p14:tracePt t="167001" x="4044950" y="5473700"/>
          <p14:tracePt t="167017" x="4089400" y="5619750"/>
          <p14:tracePt t="167034" x="4140200" y="5740400"/>
          <p14:tracePt t="167050" x="4159250" y="5797550"/>
          <p14:tracePt t="167068" x="4222750" y="5924550"/>
          <p14:tracePt t="167083" x="4298950" y="6038850"/>
          <p14:tracePt t="167100" x="4337050" y="6096000"/>
          <p14:tracePt t="167118" x="4445000" y="6191250"/>
          <p14:tracePt t="167133" x="4521200" y="6254750"/>
          <p14:tracePt t="167150" x="4546600" y="6267450"/>
          <p14:tracePt t="167167" x="4565650" y="6273800"/>
          <p14:tracePt t="167183" x="4572000" y="6273800"/>
          <p14:tracePt t="167217" x="4565650" y="6280150"/>
          <p14:tracePt t="167233" x="4552950" y="6280150"/>
          <p14:tracePt t="167250" x="4419600" y="6292850"/>
          <p14:tracePt t="167266" x="4362450" y="6305550"/>
          <p14:tracePt t="167283" x="4311650" y="6324600"/>
          <p14:tracePt t="167300" x="4165600" y="6350000"/>
          <p14:tracePt t="167316" x="4019550" y="6388100"/>
          <p14:tracePt t="167332" x="3949700" y="6407150"/>
          <p14:tracePt t="167349" x="3841750" y="6457950"/>
          <p14:tracePt t="167366" x="3765550" y="6496050"/>
          <p14:tracePt t="167383" x="3746500" y="6515100"/>
          <p14:tracePt t="167399" x="3721100" y="6534150"/>
          <p14:tracePt t="167416" x="3721100" y="6540500"/>
          <p14:tracePt t="167475" x="3721100" y="6546850"/>
          <p14:tracePt t="167483" x="3727450" y="6546850"/>
          <p14:tracePt t="167496" x="3733800" y="6553200"/>
          <p14:tracePt t="167503" x="3752850" y="6553200"/>
          <p14:tracePt t="167518" x="3778250" y="6553200"/>
          <p14:tracePt t="167532" x="3873500" y="6553200"/>
          <p14:tracePt t="167549" x="3937000" y="6553200"/>
          <p14:tracePt t="167566" x="4102100" y="6527800"/>
          <p14:tracePt t="167582" x="4203700" y="6521450"/>
          <p14:tracePt t="167598" x="4375150" y="6489700"/>
          <p14:tracePt t="167615" x="4552950" y="6470650"/>
          <p14:tracePt t="167632" x="4622800" y="6451600"/>
          <p14:tracePt t="167648" x="4686300" y="6438900"/>
          <p14:tracePt t="167665" x="4794250" y="6432550"/>
          <p14:tracePt t="167681" x="4889500" y="6413500"/>
          <p14:tracePt t="167685" x="4914900" y="6413500"/>
          <p14:tracePt t="167701" x="4927600" y="6413500"/>
          <p14:tracePt t="167715" x="4953000" y="6407150"/>
          <p14:tracePt t="167731" x="4959350" y="6407150"/>
          <p14:tracePt t="167748" x="4972050" y="6407150"/>
          <p14:tracePt t="167764" x="4978400" y="6407150"/>
          <p14:tracePt t="167781" x="4991100" y="6407150"/>
          <p14:tracePt t="167798" x="5003800" y="6407150"/>
          <p14:tracePt t="167814" x="5010150" y="6407150"/>
          <p14:tracePt t="167847" x="5016500" y="6407150"/>
          <p14:tracePt t="167864" x="5048250" y="6407150"/>
          <p14:tracePt t="167882" x="5086350" y="6407150"/>
          <p14:tracePt t="167897" x="5105400" y="6407150"/>
          <p14:tracePt t="167914" x="5130800" y="6407150"/>
          <p14:tracePt t="167931" x="5245100" y="6426200"/>
          <p14:tracePt t="167947" x="5295900" y="6432550"/>
          <p14:tracePt t="167964" x="5397500" y="6432550"/>
          <p14:tracePt t="167980" x="5511800" y="6432550"/>
          <p14:tracePt t="167997" x="5568950" y="6432550"/>
          <p14:tracePt t="168014" x="5607050" y="6419850"/>
          <p14:tracePt t="168030" x="5670550" y="6407150"/>
          <p14:tracePt t="168047" x="5715000" y="6400800"/>
          <p14:tracePt t="168064" x="5746750" y="6394450"/>
          <p14:tracePt t="168080" x="5759450" y="6394450"/>
          <p14:tracePt t="168097" x="5772150" y="6388100"/>
          <p14:tracePt t="168114" x="5778500" y="6381750"/>
          <p14:tracePt t="168162" x="5772150" y="6375400"/>
          <p14:tracePt t="168176" x="5759450" y="6375400"/>
          <p14:tracePt t="168183" x="5746750" y="6369050"/>
          <p14:tracePt t="168199" x="5721350" y="6362700"/>
          <p14:tracePt t="168213" x="5651500" y="6350000"/>
          <p14:tracePt t="168230" x="5600700" y="6337300"/>
          <p14:tracePt t="168247" x="5467350" y="6330950"/>
          <p14:tracePt t="168263" x="5391150" y="6330950"/>
          <p14:tracePt t="168279" x="5276850" y="6330950"/>
          <p14:tracePt t="168296" x="5194300" y="6350000"/>
          <p14:tracePt t="168313" x="5162550" y="6356350"/>
          <p14:tracePt t="168330" x="5124450" y="6369050"/>
          <p14:tracePt t="168346" x="5105400" y="6375400"/>
          <p14:tracePt t="168362" x="5099050" y="6375400"/>
          <p14:tracePt t="168379" x="5092700" y="6375400"/>
          <p14:tracePt t="168443" x="5092700" y="6381750"/>
          <p14:tracePt t="168464" x="5099050" y="6381750"/>
          <p14:tracePt t="168478" x="5105400" y="6381750"/>
          <p14:tracePt t="168485" x="5124450" y="6381750"/>
          <p14:tracePt t="168495" x="5143500" y="6381750"/>
          <p14:tracePt t="168512" x="5168900" y="6381750"/>
          <p14:tracePt t="168528" x="5251450" y="6381750"/>
          <p14:tracePt t="168545" x="5302250" y="6375400"/>
          <p14:tracePt t="168562" x="5410200" y="6369050"/>
          <p14:tracePt t="168578" x="5473700" y="6369050"/>
          <p14:tracePt t="168595" x="5505450" y="6369050"/>
          <p14:tracePt t="168612" x="5549900" y="6356350"/>
          <p14:tracePt t="168628" x="5556250" y="6350000"/>
          <p14:tracePt t="168645" x="5562600" y="6337300"/>
          <p14:tracePt t="168662" x="5562600" y="6305550"/>
          <p14:tracePt t="168944" x="5568950" y="6324600"/>
          <p14:tracePt t="168958" x="5588000" y="6337300"/>
          <p14:tracePt t="168966" x="5613400" y="6356350"/>
          <p14:tracePt t="168980" x="5645150" y="6381750"/>
          <p14:tracePt t="168994" x="5689600" y="6407150"/>
          <p14:tracePt t="169011" x="5778500" y="6464300"/>
          <p14:tracePt t="169027" x="5822950" y="6477000"/>
          <p14:tracePt t="169043" x="5956300" y="6540500"/>
          <p14:tracePt t="169060" x="6140450" y="6591300"/>
          <p14:tracePt t="169077" x="6223000" y="6616700"/>
          <p14:tracePt t="169094" x="6375400" y="6635750"/>
          <p14:tracePt t="169110" x="6470650" y="6635750"/>
          <p14:tracePt t="169128" x="6508750" y="6635750"/>
          <p14:tracePt t="169143" x="6521450" y="6635750"/>
          <p14:tracePt t="169160" x="6534150" y="6635750"/>
          <p14:tracePt t="169177" x="6534150" y="6629400"/>
          <p14:tracePt t="169212" x="6521450" y="6629400"/>
          <p14:tracePt t="169226" x="6483350" y="6616700"/>
          <p14:tracePt t="169243" x="6451600" y="6610350"/>
          <p14:tracePt t="169260" x="6356350" y="6604000"/>
          <p14:tracePt t="169277" x="6292850" y="6604000"/>
          <p14:tracePt t="169293" x="6178550" y="6604000"/>
          <p14:tracePt t="169310" x="6089650" y="6604000"/>
          <p14:tracePt t="169326" x="6045200" y="6604000"/>
          <p14:tracePt t="169342" x="6007100" y="6610350"/>
          <p14:tracePt t="169359" x="5994400" y="6610350"/>
          <p14:tracePt t="169376" x="5988050" y="6616700"/>
          <p14:tracePt t="169393" x="5981700" y="6616700"/>
          <p14:tracePt t="169478" x="5994400" y="6610350"/>
          <p14:tracePt t="169492" x="6000750" y="6610350"/>
          <p14:tracePt t="169499" x="6013450" y="6604000"/>
          <p14:tracePt t="169508" x="6026150" y="6597650"/>
          <p14:tracePt t="169525" x="6045200" y="6584950"/>
          <p14:tracePt t="169542" x="6108700" y="6546850"/>
          <p14:tracePt t="169558" x="6127750" y="6527800"/>
          <p14:tracePt t="169576" x="6210300" y="6451600"/>
          <p14:tracePt t="169591" x="6223000" y="6426200"/>
          <p14:tracePt t="169608" x="6235700" y="6413500"/>
          <p14:tracePt t="169625" x="6248400" y="6381750"/>
          <p14:tracePt t="169641" x="6210300" y="6369050"/>
          <p14:tracePt t="169658" x="6178550" y="6350000"/>
          <p14:tracePt t="169675" x="6115050" y="6318250"/>
          <p14:tracePt t="169691" x="6064250" y="6299200"/>
          <p14:tracePt t="169709" x="6019800" y="6292850"/>
          <p14:tracePt t="169724" x="6013450" y="6292850"/>
          <p14:tracePt t="169741" x="6007100" y="6286500"/>
          <p14:tracePt t="169779" x="6000750" y="6286500"/>
          <p14:tracePt t="169842" x="5994400" y="6286500"/>
          <p14:tracePt t="169856" x="5988050" y="6286500"/>
          <p14:tracePt t="169870" x="5981700" y="6286500"/>
          <p14:tracePt t="169877" x="5975350" y="6292850"/>
          <p14:tracePt t="169898" x="5969000" y="6299200"/>
          <p14:tracePt t="169912" x="5962650" y="6299200"/>
          <p14:tracePt t="169924" x="5949950" y="6299200"/>
          <p14:tracePt t="169941" x="5918200" y="6318250"/>
          <p14:tracePt t="169957" x="5886450" y="6324600"/>
          <p14:tracePt t="169973" x="5822950" y="6356350"/>
          <p14:tracePt t="169990" x="5702300" y="6381750"/>
          <p14:tracePt t="170006" x="5645150" y="6413500"/>
          <p14:tracePt t="170024" x="5511800" y="6451600"/>
          <p14:tracePt t="170040" x="5365750" y="6489700"/>
          <p14:tracePt t="170056" x="5302250" y="6508750"/>
          <p14:tracePt t="170074" x="5194300" y="6534150"/>
          <p14:tracePt t="170090" x="5137150" y="6559550"/>
          <p14:tracePt t="170106" x="5118100" y="6559550"/>
          <p14:tracePt t="170124" x="5105400" y="6565900"/>
          <p14:tracePt t="170221" x="5111750" y="6565900"/>
          <p14:tracePt t="170228" x="5118100" y="6559550"/>
          <p14:tracePt t="170242" x="5130800" y="6559550"/>
          <p14:tracePt t="170256" x="5143500" y="6553200"/>
          <p14:tracePt t="170272" x="5162550" y="6546850"/>
          <p14:tracePt t="170289" x="5175250" y="6540500"/>
          <p14:tracePt t="170306" x="5181600" y="6527800"/>
          <p14:tracePt t="170322" x="5187950" y="6527800"/>
          <p14:tracePt t="170339" x="5187950" y="6521450"/>
          <p14:tracePt t="170356" x="5168900" y="6508750"/>
          <p14:tracePt t="170372" x="5092700" y="6489700"/>
          <p14:tracePt t="170389" x="5041900" y="6470650"/>
          <p14:tracePt t="170405" x="4908550" y="6438900"/>
          <p14:tracePt t="170423" x="4737100" y="6388100"/>
          <p14:tracePt t="170439" x="4565650" y="6350000"/>
          <p14:tracePt t="170456" x="4470400" y="6318250"/>
          <p14:tracePt t="170472" x="4394200" y="6299200"/>
          <p14:tracePt t="170489" x="4159250" y="6248400"/>
          <p14:tracePt t="170505" x="4095750" y="6242050"/>
          <p14:tracePt t="170522" x="3962400" y="6223000"/>
          <p14:tracePt t="170538" x="3892550" y="6203950"/>
          <p14:tracePt t="170555" x="3778250" y="6184900"/>
          <p14:tracePt t="170572" x="3702050" y="6172200"/>
          <p14:tracePt t="170588" x="3676650" y="6159500"/>
          <p14:tracePt t="170605" x="3644900" y="6159500"/>
          <p14:tracePt t="170622" x="3638550" y="6159500"/>
          <p14:tracePt t="170638" x="3632200" y="6159500"/>
          <p14:tracePt t="170740" x="3613150" y="6159500"/>
          <p14:tracePt t="170755" x="3600450" y="6159500"/>
          <p14:tracePt t="170762" x="3587750" y="6159500"/>
          <p14:tracePt t="170770" x="3568700" y="6146800"/>
          <p14:tracePt t="170787" x="3549650" y="6140450"/>
          <p14:tracePt t="170804" x="3479800" y="6134100"/>
          <p14:tracePt t="170821" x="3454400" y="6134100"/>
          <p14:tracePt t="170838" x="3371850" y="6134100"/>
          <p14:tracePt t="170854" x="3302000" y="6153150"/>
          <p14:tracePt t="170870" x="3270250" y="6159500"/>
          <p14:tracePt t="170887" x="3219450" y="6172200"/>
          <p14:tracePt t="170904" x="3187700" y="6203950"/>
          <p14:tracePt t="170920" x="3175000" y="6216650"/>
          <p14:tracePt t="170937" x="3155950" y="6235700"/>
          <p14:tracePt t="170953" x="3143250" y="6261100"/>
          <p14:tracePt t="170970" x="3136900" y="6267450"/>
          <p14:tracePt t="170987" x="3136900" y="6273800"/>
          <p14:tracePt t="171003" x="3136900" y="6280150"/>
          <p14:tracePt t="171036" x="3136900" y="6286500"/>
          <p14:tracePt t="171052" x="3149600" y="6286500"/>
          <p14:tracePt t="171070" x="3155950" y="6292850"/>
          <p14:tracePt t="171086" x="3168650" y="6292850"/>
          <p14:tracePt t="171103" x="3175000" y="6292850"/>
          <p14:tracePt t="171120" x="3225800" y="6292850"/>
          <p14:tracePt t="171136" x="3257550" y="6292850"/>
          <p14:tracePt t="171153" x="3282950" y="6292850"/>
          <p14:tracePt t="171170" x="3384550" y="6280150"/>
          <p14:tracePt t="171186" x="3581400" y="6261100"/>
          <p14:tracePt t="171203" x="3848100" y="6254750"/>
          <p14:tracePt t="171219" x="4013200" y="6242050"/>
          <p14:tracePt t="171236" x="4508500" y="6229350"/>
          <p14:tracePt t="171253" x="4749800" y="6235700"/>
          <p14:tracePt t="171269" x="5257800" y="6280150"/>
          <p14:tracePt t="171286" x="5619750" y="6311900"/>
          <p14:tracePt t="171302" x="5816600" y="6343650"/>
          <p14:tracePt t="171319" x="5880100" y="6362700"/>
          <p14:tracePt t="171336" x="5969000" y="6394450"/>
          <p14:tracePt t="171352" x="6000750" y="6413500"/>
          <p14:tracePt t="171369" x="6007100" y="6413500"/>
          <p14:tracePt t="171386" x="6013450" y="6413500"/>
          <p14:tracePt t="171492" x="6019800" y="6413500"/>
          <p14:tracePt t="171716" x="6064250" y="6407150"/>
          <p14:tracePt t="171723" x="6102350" y="6400800"/>
          <p14:tracePt t="171737" x="6172200" y="6381750"/>
          <p14:tracePt t="171751" x="6311900" y="6350000"/>
          <p14:tracePt t="171767" x="6394450" y="6330950"/>
          <p14:tracePt t="171784" x="6483350" y="6311900"/>
          <p14:tracePt t="171801" x="6642100" y="6261100"/>
          <p14:tracePt t="171817" x="6756400" y="6216650"/>
          <p14:tracePt t="171834" x="6794500" y="6197600"/>
          <p14:tracePt t="171850" x="6858000" y="6165850"/>
          <p14:tracePt t="171867" x="6896100" y="6127750"/>
          <p14:tracePt t="171885" x="6908800" y="6121400"/>
          <p14:tracePt t="171916" x="6915150" y="6115050"/>
          <p14:tracePt t="172976" x="6883400" y="6115050"/>
          <p14:tracePt t="172990" x="6845300" y="6127750"/>
          <p14:tracePt t="172999" x="6788150" y="6146800"/>
          <p14:tracePt t="173013" x="6731000" y="6159500"/>
          <p14:tracePt t="173030" x="6642100" y="6216650"/>
          <p14:tracePt t="173047" x="6553200" y="6299200"/>
          <p14:tracePt t="173063" x="6496050" y="6337300"/>
          <p14:tracePt t="173079" x="6388100" y="6432550"/>
          <p14:tracePt t="173096" x="6292850" y="6515100"/>
          <p14:tracePt t="173113" x="6248400" y="6553200"/>
          <p14:tracePt t="173129" x="6203950" y="6578600"/>
          <p14:tracePt t="173146" x="6121400" y="6623050"/>
          <p14:tracePt t="173162" x="6102350" y="6635750"/>
          <p14:tracePt t="173180" x="6089650" y="6635750"/>
          <p14:tracePt t="173196" x="6083300" y="6635750"/>
          <p14:tracePt t="173212" x="6057900" y="6635750"/>
          <p14:tracePt t="173229" x="6019800" y="6616700"/>
          <p14:tracePt t="173246" x="5994400" y="6616700"/>
          <p14:tracePt t="173262" x="5956300" y="6597650"/>
          <p14:tracePt t="173279" x="5911850" y="6591300"/>
          <p14:tracePt t="173296" x="5892800" y="6591300"/>
          <p14:tracePt t="173312" x="5873750" y="6584950"/>
          <p14:tracePt t="173329" x="5867400" y="6578600"/>
          <p14:tracePt t="173411" x="5867400" y="6572250"/>
          <p14:tracePt t="173509" x="5867400" y="6565900"/>
          <p14:tracePt t="173777" x="5861050" y="6565900"/>
          <p14:tracePt t="173790" x="5861050" y="6572250"/>
          <p14:tracePt t="173818" x="5854700" y="6578600"/>
          <p14:tracePt t="173846" x="5854700" y="6584950"/>
          <p14:tracePt t="173867" x="5848350" y="6591300"/>
          <p14:tracePt t="173902" x="5842000" y="6591300"/>
          <p14:tracePt t="173937" x="5835650" y="6597650"/>
          <p14:tracePt t="173959" x="5835650" y="6604000"/>
          <p14:tracePt t="174000" x="5842000" y="6604000"/>
          <p14:tracePt t="174008" x="5848350" y="6604000"/>
          <p14:tracePt t="174021" x="5861050" y="6604000"/>
          <p14:tracePt t="174029" x="5867400" y="6597650"/>
          <p14:tracePt t="174045" x="5873750" y="6591300"/>
          <p14:tracePt t="174059" x="5899150" y="6578600"/>
          <p14:tracePt t="174076" x="5924550" y="6565900"/>
          <p14:tracePt t="174093" x="5956300" y="6540500"/>
          <p14:tracePt t="174109" x="5981700" y="6515100"/>
          <p14:tracePt t="174127" x="6038850" y="6457950"/>
          <p14:tracePt t="174142" x="6057900" y="6438900"/>
          <p14:tracePt t="174159" x="6076950" y="6413500"/>
          <p14:tracePt t="174176" x="6127750" y="6369050"/>
          <p14:tracePt t="174192" x="6184900" y="6311900"/>
          <p14:tracePt t="174209" x="6216650" y="6292850"/>
          <p14:tracePt t="174226" x="6261100" y="6248400"/>
          <p14:tracePt t="174242" x="6299200" y="6210300"/>
          <p14:tracePt t="174259" x="6311900" y="6197600"/>
          <p14:tracePt t="174275" x="6343650" y="6159500"/>
          <p14:tracePt t="174292" x="6375400" y="6108700"/>
          <p14:tracePt t="174309" x="6400800" y="6064250"/>
          <p14:tracePt t="174325" x="6426200" y="6045200"/>
          <p14:tracePt t="174342" x="6445250" y="6019800"/>
          <p14:tracePt t="174359" x="6457950" y="6000750"/>
          <p14:tracePt t="174375" x="6457950" y="5994400"/>
          <p14:tracePt t="174392" x="6457950" y="5988050"/>
          <p14:tracePt t="174408" x="6457950" y="5981700"/>
          <p14:tracePt t="174492" x="6457950" y="5988050"/>
          <p14:tracePt t="174513" x="6451600" y="5994400"/>
          <p14:tracePt t="174534" x="6445250" y="6000750"/>
          <p14:tracePt t="174542" x="6445250" y="6007100"/>
          <p14:tracePt t="174569" x="6438900" y="6007100"/>
          <p14:tracePt t="174590" x="6438900" y="6013450"/>
          <p14:tracePt t="174604" x="6432550" y="6019800"/>
          <p14:tracePt t="174611" x="6426200" y="6026150"/>
          <p14:tracePt t="174626" x="6419850" y="6032500"/>
          <p14:tracePt t="174641" x="6407150" y="6057900"/>
          <p14:tracePt t="174657" x="6400800" y="6076950"/>
          <p14:tracePt t="174674" x="6362700" y="6140450"/>
          <p14:tracePt t="174691" x="6318250" y="6203950"/>
          <p14:tracePt t="174707" x="6305550" y="6248400"/>
          <p14:tracePt t="174724" x="6254750" y="6324600"/>
          <p14:tracePt t="174741" x="6235700" y="6369050"/>
          <p14:tracePt t="174757" x="6203950" y="6407150"/>
          <p14:tracePt t="174774" x="6191250" y="6432550"/>
          <p14:tracePt t="174790" x="6191250" y="6438900"/>
          <p14:tracePt t="174807" x="6184900" y="6445250"/>
          <p14:tracePt t="174840" x="6178550" y="6451600"/>
          <p14:tracePt t="175320" x="6172200" y="6457950"/>
          <p14:tracePt t="175334" x="6165850" y="6464300"/>
          <p14:tracePt t="175341" x="6159500" y="6470650"/>
          <p14:tracePt t="175358" x="6153150" y="6470650"/>
          <p14:tracePt t="175372" x="6153150" y="6477000"/>
          <p14:tracePt t="175388" x="6146800" y="6483350"/>
          <p14:tracePt t="175405" x="6146800" y="6489700"/>
          <p14:tracePt t="175421" x="6140450" y="6496050"/>
          <p14:tracePt t="175460" x="6134100" y="6496050"/>
          <p14:tracePt t="175495" x="6127750" y="6502400"/>
          <p14:tracePt t="175523" x="6127750" y="6508750"/>
          <p14:tracePt t="175593" x="6121400" y="6508750"/>
          <p14:tracePt t="175811" x="6121400" y="6451600"/>
          <p14:tracePt t="175825" x="6127750" y="6375400"/>
          <p14:tracePt t="175832" x="6127750" y="6299200"/>
          <p14:tracePt t="175846" x="6134100" y="6242050"/>
          <p14:tracePt t="175856" x="6134100" y="6165850"/>
          <p14:tracePt t="175869" x="6146800" y="6115050"/>
          <p14:tracePt t="175886" x="6146800" y="6045200"/>
          <p14:tracePt t="175903" x="6153150" y="6013450"/>
          <p14:tracePt t="175920" x="6153150" y="6000750"/>
          <p14:tracePt t="175937" x="6159500" y="5988050"/>
          <p14:tracePt t="175993" x="6159500" y="5981700"/>
          <p14:tracePt t="176414" x="6165850" y="5975350"/>
          <p14:tracePt t="176484" x="6172200" y="5975350"/>
          <p14:tracePt t="176576" x="6172200" y="5969000"/>
          <p14:tracePt t="176779" x="6178550" y="5962650"/>
          <p14:tracePt t="176786" x="6178550" y="5949950"/>
          <p14:tracePt t="176793" x="6184900" y="5937250"/>
          <p14:tracePt t="176807" x="6191250" y="5918200"/>
          <p14:tracePt t="176816" x="6210300" y="5886450"/>
          <p14:tracePt t="176834" x="6216650" y="5848350"/>
          <p14:tracePt t="176849" x="6229350" y="5778500"/>
          <p14:tracePt t="176866" x="6248400" y="5715000"/>
          <p14:tracePt t="176883" x="6248400" y="5689600"/>
          <p14:tracePt t="176900" x="6261100" y="5657850"/>
          <p14:tracePt t="176916" x="6261100" y="5651500"/>
          <p14:tracePt t="176934" x="6267450" y="5632450"/>
          <p14:tracePt t="176950" x="6267450" y="5626100"/>
          <p14:tracePt t="176990" x="6273800" y="5626100"/>
          <p14:tracePt t="177032" x="6273800" y="561975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unctions can be passed around and used as arguments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(string, </a:t>
            </a:r>
            <a:r>
              <a:rPr kumimoji="0" lang="en-US" altLang="en-US" sz="2800" b="0" i="0" u="none" strike="noStrike" cap="none" spc="-30" normalizeH="0" baseline="0" dirty="0" err="1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55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71"/>
    </mc:Choice>
    <mc:Fallback>
      <p:transition spd="slow" advTm="160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05" x="742950" y="647700"/>
          <p14:tracePt t="619" x="736600" y="654050"/>
          <p14:tracePt t="627" x="736600" y="660400"/>
          <p14:tracePt t="633" x="730250" y="666750"/>
          <p14:tracePt t="647" x="723900" y="673100"/>
          <p14:tracePt t="675" x="717550" y="673100"/>
          <p14:tracePt t="780" x="730250" y="666750"/>
          <p14:tracePt t="787" x="736600" y="660400"/>
          <p14:tracePt t="808" x="749300" y="647700"/>
          <p14:tracePt t="822" x="755650" y="641350"/>
          <p14:tracePt t="829" x="768350" y="635000"/>
          <p14:tracePt t="844" x="793750" y="615950"/>
          <p14:tracePt t="859" x="838200" y="596900"/>
          <p14:tracePt t="876" x="901700" y="571500"/>
          <p14:tracePt t="879" x="927100" y="558800"/>
          <p14:tracePt t="893" x="1028700" y="533400"/>
          <p14:tracePt t="909" x="1123950" y="514350"/>
          <p14:tracePt t="926" x="1225550" y="495300"/>
          <p14:tracePt t="942" x="1384300" y="476250"/>
          <p14:tracePt t="959" x="1466850" y="469900"/>
          <p14:tracePt t="976" x="1543050" y="463550"/>
          <p14:tracePt t="992" x="1574800" y="457200"/>
          <p14:tracePt t="1009" x="1606550" y="457200"/>
          <p14:tracePt t="1026" x="1631950" y="457200"/>
          <p14:tracePt t="1042" x="1695450" y="457200"/>
          <p14:tracePt t="1058" x="1752600" y="463550"/>
          <p14:tracePt t="1075" x="1835150" y="463550"/>
          <p14:tracePt t="1092" x="1917700" y="450850"/>
          <p14:tracePt t="1109" x="2038350" y="450850"/>
          <p14:tracePt t="1125" x="2254250" y="444500"/>
          <p14:tracePt t="1141" x="2406650" y="431800"/>
          <p14:tracePt t="1159" x="2616200" y="425450"/>
          <p14:tracePt t="1175" x="2730500" y="425450"/>
          <p14:tracePt t="1192" x="2800350" y="425450"/>
          <p14:tracePt t="1208" x="2876550" y="425450"/>
          <p14:tracePt t="1225" x="2908300" y="425450"/>
          <p14:tracePt t="1241" x="2940050" y="419100"/>
          <p14:tracePt t="1258" x="2971800" y="419100"/>
          <p14:tracePt t="1274" x="2984500" y="419100"/>
          <p14:tracePt t="1291" x="2997200" y="419100"/>
          <p14:tracePt t="1308" x="3035300" y="431800"/>
          <p14:tracePt t="1324" x="3060700" y="438150"/>
          <p14:tracePt t="1342" x="3111500" y="457200"/>
          <p14:tracePt t="1358" x="3162300" y="476250"/>
          <p14:tracePt t="1374" x="3225800" y="520700"/>
          <p14:tracePt t="1902" x="3244850" y="520700"/>
          <p14:tracePt t="1909" x="3263900" y="520700"/>
          <p14:tracePt t="1922" x="3302000" y="514350"/>
          <p14:tracePt t="1939" x="3409950" y="514350"/>
          <p14:tracePt t="1955" x="3492500" y="508000"/>
          <p14:tracePt t="1973" x="3568700" y="508000"/>
          <p14:tracePt t="1989" x="3714750" y="501650"/>
          <p14:tracePt t="2005" x="3822700" y="482600"/>
          <p14:tracePt t="2022" x="4064000" y="450850"/>
          <p14:tracePt t="2039" x="4254500" y="444500"/>
          <p14:tracePt t="2055" x="4413250" y="419100"/>
          <p14:tracePt t="2072" x="4622800" y="406400"/>
          <p14:tracePt t="2088" x="4724400" y="393700"/>
          <p14:tracePt t="2105" x="4794250" y="393700"/>
          <p14:tracePt t="2121" x="4864100" y="381000"/>
          <p14:tracePt t="2138" x="4902200" y="374650"/>
          <p14:tracePt t="2155" x="4959350" y="368300"/>
          <p14:tracePt t="2171" x="4997450" y="361950"/>
          <p14:tracePt t="2188" x="5048250" y="361950"/>
          <p14:tracePt t="2205" x="5111750" y="355600"/>
          <p14:tracePt t="2221" x="5143500" y="342900"/>
          <p14:tracePt t="2238" x="5175250" y="342900"/>
          <p14:tracePt t="2255" x="5226050" y="336550"/>
          <p14:tracePt t="2271" x="5251450" y="330200"/>
          <p14:tracePt t="2288" x="5308600" y="323850"/>
          <p14:tracePt t="2304" x="5340350" y="323850"/>
          <p14:tracePt t="2321" x="5365750" y="317500"/>
          <p14:tracePt t="2338" x="5422900" y="311150"/>
          <p14:tracePt t="2354" x="5461000" y="311150"/>
          <p14:tracePt t="2372" x="5518150" y="304800"/>
          <p14:tracePt t="2388" x="5607050" y="298450"/>
          <p14:tracePt t="2404" x="5683250" y="285750"/>
          <p14:tracePt t="2407" x="5721350" y="279400"/>
          <p14:tracePt t="2422" x="5803900" y="273050"/>
          <p14:tracePt t="2437" x="5886450" y="266700"/>
          <p14:tracePt t="2454" x="5962650" y="266700"/>
          <p14:tracePt t="2471" x="6051550" y="266700"/>
          <p14:tracePt t="2487" x="6108700" y="266700"/>
          <p14:tracePt t="2504" x="6146800" y="266700"/>
          <p14:tracePt t="2520" x="6210300" y="266700"/>
          <p14:tracePt t="2537" x="6242050" y="266700"/>
          <p14:tracePt t="2553" x="6261100" y="266700"/>
          <p14:tracePt t="2570" x="6286500" y="273050"/>
          <p14:tracePt t="2587" x="6299200" y="273050"/>
          <p14:tracePt t="2604" x="6311900" y="279400"/>
          <p14:tracePt t="2620" x="6330950" y="285750"/>
          <p14:tracePt t="2636" x="6337300" y="292100"/>
          <p14:tracePt t="2653" x="6369050" y="311150"/>
          <p14:tracePt t="2670" x="6400800" y="323850"/>
          <p14:tracePt t="2686" x="6445250" y="349250"/>
          <p14:tracePt t="2703" x="6508750" y="381000"/>
          <p14:tracePt t="2719" x="6540500" y="400050"/>
          <p14:tracePt t="2737" x="6597650" y="412750"/>
          <p14:tracePt t="2752" x="6629400" y="425450"/>
          <p14:tracePt t="2770" x="6654800" y="431800"/>
          <p14:tracePt t="2786" x="6680200" y="438150"/>
          <p14:tracePt t="2803" x="6718300" y="450850"/>
          <p14:tracePt t="2819" x="6743700" y="457200"/>
          <p14:tracePt t="2836" x="6788150" y="482600"/>
          <p14:tracePt t="2852" x="6826250" y="501650"/>
          <p14:tracePt t="2870" x="6851650" y="501650"/>
          <p14:tracePt t="2886" x="6864350" y="501650"/>
          <p14:tracePt t="3372" x="6877050" y="508000"/>
          <p14:tracePt t="3379" x="6902450" y="508000"/>
          <p14:tracePt t="3387" x="6934200" y="508000"/>
          <p14:tracePt t="3401" x="6991350" y="514350"/>
          <p14:tracePt t="3417" x="7048500" y="514350"/>
          <p14:tracePt t="3435" x="7169150" y="501650"/>
          <p14:tracePt t="3451" x="7264400" y="508000"/>
          <p14:tracePt t="3467" x="7321550" y="508000"/>
          <p14:tracePt t="3484" x="7397750" y="508000"/>
          <p14:tracePt t="3499" x="7429500" y="495300"/>
          <p14:tracePt t="3517" x="7461250" y="501650"/>
          <p14:tracePt t="3534" x="7505700" y="501650"/>
          <p14:tracePt t="3550" x="7550150" y="501650"/>
          <p14:tracePt t="3567" x="7588250" y="501650"/>
          <p14:tracePt t="3583" x="7658100" y="495300"/>
          <p14:tracePt t="3600" x="7702550" y="488950"/>
          <p14:tracePt t="3617" x="7772400" y="482600"/>
          <p14:tracePt t="3633" x="7791450" y="476250"/>
          <p14:tracePt t="3650" x="7816850" y="476250"/>
          <p14:tracePt t="3667" x="7854950" y="469900"/>
          <p14:tracePt t="3683" x="7899400" y="463550"/>
          <p14:tracePt t="3699" x="7937500" y="463550"/>
          <p14:tracePt t="3716" x="8013700" y="457200"/>
          <p14:tracePt t="3733" x="8058150" y="450850"/>
          <p14:tracePt t="3749" x="8089900" y="450850"/>
          <p14:tracePt t="3766" x="8140700" y="450850"/>
          <p14:tracePt t="3782" x="8185150" y="450850"/>
          <p14:tracePt t="3801" x="8223250" y="450850"/>
          <p14:tracePt t="3816" x="8248650" y="450850"/>
          <p14:tracePt t="3832" x="8255000" y="457200"/>
          <p14:tracePt t="3849" x="8280400" y="463550"/>
          <p14:tracePt t="3865" x="8293100" y="463550"/>
          <p14:tracePt t="3882" x="8299450" y="469900"/>
          <p14:tracePt t="3899" x="8305800" y="469900"/>
          <p14:tracePt t="3915" x="8318500" y="469900"/>
          <p14:tracePt t="3954" x="8324850" y="476250"/>
          <p14:tracePt t="4206" x="8267700" y="476250"/>
          <p14:tracePt t="4214" x="8140700" y="476250"/>
          <p14:tracePt t="4220" x="8020050" y="476250"/>
          <p14:tracePt t="4230" x="7893050" y="488950"/>
          <p14:tracePt t="4248" x="7556500" y="488950"/>
          <p14:tracePt t="4264" x="6845300" y="501650"/>
          <p14:tracePt t="4281" x="6362700" y="546100"/>
          <p14:tracePt t="4298" x="5448300" y="654050"/>
          <p14:tracePt t="4314" x="4902200" y="730250"/>
          <p14:tracePt t="4331" x="4387850" y="850900"/>
          <p14:tracePt t="4347" x="3822700" y="996950"/>
          <p14:tracePt t="4364" x="3511550" y="1079500"/>
          <p14:tracePt t="4381" x="3340100" y="1136650"/>
          <p14:tracePt t="4397" x="3111500" y="1238250"/>
          <p14:tracePt t="4414" x="2978150" y="1270000"/>
          <p14:tracePt t="4431" x="2832100" y="1295400"/>
          <p14:tracePt t="4447" x="2749550" y="1295400"/>
          <p14:tracePt t="4463" x="2705100" y="1295400"/>
          <p14:tracePt t="4481" x="2641600" y="1308100"/>
          <p14:tracePt t="4497" x="2603500" y="1314450"/>
          <p14:tracePt t="4513" x="2571750" y="1320800"/>
          <p14:tracePt t="4531" x="2514600" y="1358900"/>
          <p14:tracePt t="4546" x="2508250" y="1365250"/>
          <p14:tracePt t="4563" x="2501900" y="1384300"/>
          <p14:tracePt t="4580" x="2482850" y="1384300"/>
          <p14:tracePt t="4596" x="2470150" y="1390650"/>
          <p14:tracePt t="4614" x="2463800" y="1397000"/>
          <p14:tracePt t="4649" x="2457450" y="1397000"/>
          <p14:tracePt t="4663" x="2451100" y="1397000"/>
          <p14:tracePt t="4679" x="2444750" y="1390650"/>
          <p14:tracePt t="4705" x="2438400" y="1384300"/>
          <p14:tracePt t="4740" x="2438400" y="1377950"/>
          <p14:tracePt t="4753" x="2438400" y="1371600"/>
          <p14:tracePt t="4789" x="2444750" y="1371600"/>
          <p14:tracePt t="4796" x="2451100" y="1371600"/>
          <p14:tracePt t="4810" x="2463800" y="1365250"/>
          <p14:tracePt t="4824" x="2470150" y="1365250"/>
          <p14:tracePt t="4838" x="2482850" y="1358900"/>
          <p14:tracePt t="4847" x="2495550" y="1358900"/>
          <p14:tracePt t="4862" x="2508250" y="1352550"/>
          <p14:tracePt t="4879" x="2520950" y="1346200"/>
          <p14:tracePt t="4895" x="2584450" y="1314450"/>
          <p14:tracePt t="4912" x="2603500" y="1301750"/>
          <p14:tracePt t="4929" x="2647950" y="1282700"/>
          <p14:tracePt t="4945" x="2679700" y="1270000"/>
          <p14:tracePt t="4962" x="2730500" y="1244600"/>
          <p14:tracePt t="4979" x="2774950" y="1225550"/>
          <p14:tracePt t="4995" x="2794000" y="1212850"/>
          <p14:tracePt t="5012" x="2825750" y="1200150"/>
          <p14:tracePt t="5028" x="2870200" y="1193800"/>
          <p14:tracePt t="5045" x="2889250" y="1181100"/>
          <p14:tracePt t="5062" x="2940050" y="1162050"/>
          <p14:tracePt t="5078" x="2971800" y="1149350"/>
          <p14:tracePt t="5095" x="2984500" y="1143000"/>
          <p14:tracePt t="5112" x="3041650" y="1117600"/>
          <p14:tracePt t="5128" x="3092450" y="1098550"/>
          <p14:tracePt t="5144" x="3117850" y="1085850"/>
          <p14:tracePt t="5161" x="3194050" y="1060450"/>
          <p14:tracePt t="5178" x="3251200" y="1035050"/>
          <p14:tracePt t="5195" x="3276600" y="1022350"/>
          <p14:tracePt t="5211" x="3321050" y="1003300"/>
          <p14:tracePt t="5227" x="3346450" y="996950"/>
          <p14:tracePt t="5245" x="3435350" y="965200"/>
          <p14:tracePt t="5261" x="3467100" y="965200"/>
          <p14:tracePt t="5277" x="3498850" y="958850"/>
          <p14:tracePt t="5294" x="3536950" y="946150"/>
          <p14:tracePt t="5310" x="3568700" y="946150"/>
          <p14:tracePt t="5327" x="3587750" y="946150"/>
          <p14:tracePt t="5344" x="3606800" y="939800"/>
          <p14:tracePt t="5360" x="3632200" y="933450"/>
          <p14:tracePt t="5378" x="3651250" y="927100"/>
          <p14:tracePt t="5394" x="3689350" y="914400"/>
          <p14:tracePt t="5410" x="3714750" y="908050"/>
          <p14:tracePt t="5428" x="3733800" y="901700"/>
          <p14:tracePt t="5460" x="3740150" y="895350"/>
          <p14:tracePt t="5479" x="3746500" y="895350"/>
          <p14:tracePt t="5497" x="3752850" y="895350"/>
          <p14:tracePt t="5512" x="3759200" y="895350"/>
          <p14:tracePt t="5526" x="3765550" y="895350"/>
          <p14:tracePt t="5543" x="3771900" y="895350"/>
          <p14:tracePt t="5561" x="3784600" y="901700"/>
          <p14:tracePt t="5576" x="3790950" y="908050"/>
          <p14:tracePt t="5593" x="3803650" y="908050"/>
          <p14:tracePt t="5610" x="3803650" y="914400"/>
          <p14:tracePt t="5626" x="3810000" y="920750"/>
          <p14:tracePt t="5643" x="3822700" y="927100"/>
          <p14:tracePt t="5659" x="3841750" y="927100"/>
          <p14:tracePt t="5676" x="3860800" y="927100"/>
          <p14:tracePt t="5693" x="3905250" y="933450"/>
          <p14:tracePt t="5709" x="3962400" y="939800"/>
          <p14:tracePt t="5726" x="3987800" y="946150"/>
          <p14:tracePt t="5743" x="4044950" y="958850"/>
          <p14:tracePt t="5759" x="4095750" y="984250"/>
          <p14:tracePt t="5776" x="4127500" y="990600"/>
          <p14:tracePt t="5792" x="4210050" y="1022350"/>
          <p14:tracePt t="5809" x="4318000" y="1054100"/>
          <p14:tracePt t="5826" x="4362450" y="1060450"/>
          <p14:tracePt t="5842" x="4413250" y="1066800"/>
          <p14:tracePt t="5859" x="4419600" y="1066800"/>
          <p14:tracePt t="5877" x="4451350" y="1066800"/>
          <p14:tracePt t="5892" x="4457700" y="1066800"/>
          <p14:tracePt t="5908" x="4470400" y="1066800"/>
          <p14:tracePt t="5926" x="4495800" y="1066800"/>
          <p14:tracePt t="5942" x="4527550" y="1066800"/>
          <p14:tracePt t="5958" x="4540250" y="1066800"/>
          <p14:tracePt t="5975" x="4578350" y="1066800"/>
          <p14:tracePt t="5992" x="4616450" y="1066800"/>
          <p14:tracePt t="6008" x="4629150" y="1066800"/>
          <p14:tracePt t="6025" x="4654550" y="1060450"/>
          <p14:tracePt t="6041" x="4660900" y="1060450"/>
          <p14:tracePt t="6086" x="4667250" y="1060450"/>
          <p14:tracePt t="6185" x="4673600" y="1060450"/>
          <p14:tracePt t="6738" x="4679950" y="1060450"/>
          <p14:tracePt t="6752" x="4692650" y="1047750"/>
          <p14:tracePt t="6759" x="4705350" y="1047750"/>
          <p14:tracePt t="6775" x="4718050" y="1035050"/>
          <p14:tracePt t="6789" x="4743450" y="1009650"/>
          <p14:tracePt t="6805" x="4762500" y="990600"/>
          <p14:tracePt t="6822" x="4800600" y="971550"/>
          <p14:tracePt t="6838" x="4819650" y="952500"/>
          <p14:tracePt t="6855" x="4895850" y="914400"/>
          <p14:tracePt t="6872" x="4946650" y="889000"/>
          <p14:tracePt t="6888" x="4978400" y="869950"/>
          <p14:tracePt t="6906" x="4997450" y="857250"/>
          <p14:tracePt t="6921" x="5010150" y="857250"/>
          <p14:tracePt t="6938" x="5016500" y="850900"/>
          <p14:tracePt t="7123" x="5003800" y="850900"/>
          <p14:tracePt t="7130" x="4997450" y="850900"/>
          <p14:tracePt t="7144" x="4991100" y="850900"/>
          <p14:tracePt t="7154" x="4984750" y="850900"/>
          <p14:tracePt t="7171" x="4972050" y="850900"/>
          <p14:tracePt t="7188" x="4927600" y="850900"/>
          <p14:tracePt t="7205" x="4876800" y="850900"/>
          <p14:tracePt t="7221" x="4851400" y="844550"/>
          <p14:tracePt t="7237" x="4794250" y="844550"/>
          <p14:tracePt t="7254" x="4743450" y="844550"/>
          <p14:tracePt t="7271" x="4705350" y="850900"/>
          <p14:tracePt t="7287" x="4692650" y="850900"/>
          <p14:tracePt t="7303" x="4654550" y="857250"/>
          <p14:tracePt t="7321" x="4635500" y="857250"/>
          <p14:tracePt t="7354" x="4622800" y="857250"/>
          <p14:tracePt t="7386" x="4616450" y="857250"/>
          <p14:tracePt t="7481" x="4616450" y="863600"/>
          <p14:tracePt t="7523" x="4610100" y="869950"/>
          <p14:tracePt t="7530" x="4603750" y="869950"/>
          <p14:tracePt t="7573" x="4597400" y="876300"/>
          <p14:tracePt t="7601" x="4597400" y="882650"/>
          <p14:tracePt t="7642" x="4591050" y="889000"/>
          <p14:tracePt t="7733" x="4591050" y="895350"/>
          <p14:tracePt t="7782" x="4603750" y="895350"/>
          <p14:tracePt t="7789" x="4616450" y="895350"/>
          <p14:tracePt t="7804" x="4648200" y="889000"/>
          <p14:tracePt t="7819" x="4686300" y="876300"/>
          <p14:tracePt t="7835" x="4806950" y="857250"/>
          <p14:tracePt t="7854" x="5010150" y="838200"/>
          <p14:tracePt t="7868" x="5111750" y="819150"/>
          <p14:tracePt t="7885" x="5321300" y="793750"/>
          <p14:tracePt t="7903" x="5473700" y="768350"/>
          <p14:tracePt t="7919" x="5530850" y="755650"/>
          <p14:tracePt t="7935" x="5600700" y="749300"/>
          <p14:tracePt t="7952" x="5645150" y="742950"/>
          <p14:tracePt t="7969" x="5651500" y="742950"/>
          <p14:tracePt t="7985" x="5657850" y="742950"/>
          <p14:tracePt t="8002" x="5664200" y="742950"/>
          <p14:tracePt t="8225" x="5670550" y="742950"/>
          <p14:tracePt t="8232" x="5683250" y="742950"/>
          <p14:tracePt t="8246" x="5695950" y="742950"/>
          <p14:tracePt t="8253" x="5708650" y="742950"/>
          <p14:tracePt t="8267" x="5727700" y="742950"/>
          <p14:tracePt t="8284" x="5778500" y="749300"/>
          <p14:tracePt t="8300" x="5816600" y="749300"/>
          <p14:tracePt t="8317" x="5911850" y="762000"/>
          <p14:tracePt t="8333" x="5949950" y="768350"/>
          <p14:tracePt t="8350" x="6019800" y="774700"/>
          <p14:tracePt t="8366" x="6076950" y="774700"/>
          <p14:tracePt t="8383" x="6096000" y="774700"/>
          <p14:tracePt t="8400" x="6127750" y="774700"/>
          <p14:tracePt t="8416" x="6146800" y="774700"/>
          <p14:tracePt t="8450" x="6153150" y="774700"/>
          <p14:tracePt t="8976" x="6134100" y="774700"/>
          <p14:tracePt t="8983" x="6108700" y="774700"/>
          <p14:tracePt t="8998" x="6070600" y="774700"/>
          <p14:tracePt t="9004" x="6038850" y="774700"/>
          <p14:tracePt t="9018" x="6000750" y="774700"/>
          <p14:tracePt t="9031" x="5962650" y="774700"/>
          <p14:tracePt t="9047" x="5886450" y="774700"/>
          <p14:tracePt t="9064" x="5829300" y="774700"/>
          <p14:tracePt t="9081" x="5765800" y="768350"/>
          <p14:tracePt t="9097" x="5708650" y="768350"/>
          <p14:tracePt t="9114" x="5676900" y="774700"/>
          <p14:tracePt t="9131" x="5645150" y="781050"/>
          <p14:tracePt t="9147" x="5613400" y="787400"/>
          <p14:tracePt t="9164" x="5594350" y="793750"/>
          <p14:tracePt t="9180" x="5568950" y="806450"/>
          <p14:tracePt t="9196" x="5549900" y="819150"/>
          <p14:tracePt t="9215" x="5537200" y="825500"/>
          <p14:tracePt t="9230" x="5530850" y="831850"/>
          <p14:tracePt t="9266" x="5537200" y="831850"/>
          <p14:tracePt t="10098" x="5492750" y="825500"/>
          <p14:tracePt t="10105" x="5416550" y="812800"/>
          <p14:tracePt t="10120" x="5327650" y="806450"/>
          <p14:tracePt t="10128" x="5200650" y="793750"/>
          <p14:tracePt t="10144" x="5080000" y="781050"/>
          <p14:tracePt t="10161" x="4870450" y="781050"/>
          <p14:tracePt t="10177" x="4692650" y="774700"/>
          <p14:tracePt t="10194" x="4597400" y="774700"/>
          <p14:tracePt t="10211" x="4445000" y="787400"/>
          <p14:tracePt t="10227" x="4311650" y="806450"/>
          <p14:tracePt t="10243" x="4273550" y="812800"/>
          <p14:tracePt t="10260" x="4178300" y="825500"/>
          <p14:tracePt t="10277" x="4140200" y="831850"/>
          <p14:tracePt t="10293" x="4083050" y="844550"/>
          <p14:tracePt t="10310" x="4019550" y="863600"/>
          <p14:tracePt t="10327" x="3981450" y="869950"/>
          <p14:tracePt t="10344" x="3860800" y="889000"/>
          <p14:tracePt t="10360" x="3829050" y="895350"/>
          <p14:tracePt t="10376" x="3797300" y="901700"/>
          <p14:tracePt t="10393" x="3746500" y="914400"/>
          <p14:tracePt t="10410" x="3721100" y="920750"/>
          <p14:tracePt t="10426" x="3721100" y="927100"/>
          <p14:tracePt t="10443" x="3708400" y="939800"/>
          <p14:tracePt t="10459" x="3708400" y="94615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unctions can be passed around and used as arguments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source sans pro"/>
              </a:rPr>
              <a:t>string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</a:t>
            </a:r>
            <a:r>
              <a:rPr kumimoji="0" lang="en-US" altLang="en-US" sz="2800" b="0" i="0" u="none" strike="noStrike" cap="none" spc="-30" normalizeH="0" baseline="0" dirty="0" err="1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def </a:t>
            </a:r>
            <a:r>
              <a:rPr lang="en-US" altLang="en-US" sz="24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(name):         </a:t>
            </a:r>
            <a:r>
              <a:rPr lang="en-US" altLang="en-US" sz="2400" spc="-4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#Receives a string-type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rgbClr val="E06060"/>
              </a:solidFill>
              <a:latin typeface="Lucida Console" panose="020B0609040504020204" pitchFamily="49" charset="0"/>
              <a:sym typeface="Wingdings 3" panose="05040102010807070707" pitchFamily="18" charset="2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85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07"/>
    </mc:Choice>
    <mc:Fallback>
      <p:transition spd="slow" advTm="380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07" x="19050" y="2203450"/>
          <p14:tracePt t="1517" x="50800" y="2190750"/>
          <p14:tracePt t="1535" x="165100" y="2114550"/>
          <p14:tracePt t="1551" x="279400" y="2025650"/>
          <p14:tracePt t="1567" x="425450" y="1981200"/>
          <p14:tracePt t="1584" x="704850" y="1866900"/>
          <p14:tracePt t="1601" x="914400" y="1778000"/>
          <p14:tracePt t="1617" x="1098550" y="1708150"/>
          <p14:tracePt t="1634" x="1282700" y="1612900"/>
          <p14:tracePt t="1650" x="1371600" y="1549400"/>
          <p14:tracePt t="1667" x="1447800" y="1492250"/>
          <p14:tracePt t="1683" x="1524000" y="1428750"/>
          <p14:tracePt t="1700" x="1581150" y="1390650"/>
          <p14:tracePt t="1718" x="1663700" y="1346200"/>
          <p14:tracePt t="1733" x="1720850" y="1308100"/>
          <p14:tracePt t="1750" x="1797050" y="1276350"/>
          <p14:tracePt t="1767" x="1892300" y="1231900"/>
          <p14:tracePt t="1783" x="1962150" y="1212850"/>
          <p14:tracePt t="1800" x="2006600" y="1181100"/>
          <p14:tracePt t="1817" x="2108200" y="1155700"/>
          <p14:tracePt t="1833" x="2152650" y="1149350"/>
          <p14:tracePt t="1850" x="2203450" y="1130300"/>
          <p14:tracePt t="1866" x="2228850" y="1130300"/>
          <p14:tracePt t="1883" x="2247900" y="1130300"/>
          <p14:tracePt t="1900" x="2254250" y="1130300"/>
          <p14:tracePt t="1916" x="2260600" y="1130300"/>
          <p14:tracePt t="1948" x="2260600" y="1136650"/>
          <p14:tracePt t="1955" x="2266950" y="1136650"/>
          <p14:tracePt t="1966" x="2273300" y="1143000"/>
          <p14:tracePt t="1984" x="2273300" y="1162050"/>
          <p14:tracePt t="2000" x="2273300" y="1181100"/>
          <p14:tracePt t="2016" x="2273300" y="1187450"/>
          <p14:tracePt t="2033" x="2273300" y="1206500"/>
          <p14:tracePt t="2049" x="2273300" y="1219200"/>
          <p14:tracePt t="2066" x="2273300" y="1225550"/>
          <p14:tracePt t="2082" x="2266950" y="1231900"/>
          <p14:tracePt t="2099" x="2266950" y="1244600"/>
          <p14:tracePt t="2159" x="2260600" y="1244600"/>
          <p14:tracePt t="2250" x="2266950" y="1244600"/>
          <p14:tracePt t="2257" x="2273300" y="1244600"/>
          <p14:tracePt t="2265" x="2279650" y="1244600"/>
          <p14:tracePt t="2282" x="2292350" y="1244600"/>
          <p14:tracePt t="2300" x="2317750" y="1238250"/>
          <p14:tracePt t="2315" x="2336800" y="1231900"/>
          <p14:tracePt t="2331" x="2368550" y="1219200"/>
          <p14:tracePt t="2349" x="2425700" y="1212850"/>
          <p14:tracePt t="2365" x="2463800" y="1200150"/>
          <p14:tracePt t="2381" x="2514600" y="1187450"/>
          <p14:tracePt t="2398" x="2584450" y="1174750"/>
          <p14:tracePt t="2414" x="2641600" y="1174750"/>
          <p14:tracePt t="2431" x="2686050" y="1174750"/>
          <p14:tracePt t="2448" x="2755900" y="1168400"/>
          <p14:tracePt t="2464" x="2781300" y="1155700"/>
          <p14:tracePt t="2481" x="2813050" y="1149350"/>
          <p14:tracePt t="2497" x="2832100" y="1143000"/>
          <p14:tracePt t="2514" x="2851150" y="1136650"/>
          <p14:tracePt t="2531" x="2870200" y="1136650"/>
          <p14:tracePt t="2548" x="2876550" y="1136650"/>
          <p14:tracePt t="2564" x="2889250" y="1136650"/>
          <p14:tracePt t="2581" x="2908300" y="1149350"/>
          <p14:tracePt t="2597" x="2921000" y="1155700"/>
          <p14:tracePt t="3077" x="2914650" y="1155700"/>
          <p14:tracePt t="3084" x="2882900" y="1155700"/>
          <p14:tracePt t="3096" x="2863850" y="1155700"/>
          <p14:tracePt t="3112" x="2787650" y="1155700"/>
          <p14:tracePt t="3129" x="2730500" y="1155700"/>
          <p14:tracePt t="3146" x="2660650" y="1149350"/>
          <p14:tracePt t="3163" x="2527300" y="1136650"/>
          <p14:tracePt t="3179" x="2451100" y="1136650"/>
          <p14:tracePt t="3196" x="2393950" y="1136650"/>
          <p14:tracePt t="3212" x="2298700" y="1136650"/>
          <p14:tracePt t="3229" x="2222500" y="1136650"/>
          <p14:tracePt t="3246" x="2139950" y="1136650"/>
          <p14:tracePt t="3262" x="2095500" y="1136650"/>
          <p14:tracePt t="3278" x="2032000" y="1123950"/>
          <p14:tracePt t="3295" x="1974850" y="1104900"/>
          <p14:tracePt t="3311" x="1930400" y="1104900"/>
          <p14:tracePt t="3329" x="1898650" y="1098550"/>
          <p14:tracePt t="3344" x="1854200" y="1098550"/>
          <p14:tracePt t="3361" x="1816100" y="1111250"/>
          <p14:tracePt t="3379" x="1746250" y="1117600"/>
          <p14:tracePt t="3394" x="1708150" y="1117600"/>
          <p14:tracePt t="3411" x="1663700" y="1117600"/>
          <p14:tracePt t="3428" x="1638300" y="1117600"/>
          <p14:tracePt t="3444" x="1625600" y="1117600"/>
          <p14:tracePt t="3461" x="1619250" y="1117600"/>
          <p14:tracePt t="3477" x="1612900" y="1117600"/>
          <p14:tracePt t="3799" x="1612900" y="1111250"/>
          <p14:tracePt t="3820" x="1619250" y="1111250"/>
          <p14:tracePt t="3834" x="1631950" y="1111250"/>
          <p14:tracePt t="3841" x="1644650" y="1117600"/>
          <p14:tracePt t="3848" x="1657350" y="1117600"/>
          <p14:tracePt t="3860" x="1670050" y="1117600"/>
          <p14:tracePt t="3877" x="1720850" y="1130300"/>
          <p14:tracePt t="3893" x="1771650" y="1136650"/>
          <p14:tracePt t="3909" x="1828800" y="1155700"/>
          <p14:tracePt t="3926" x="1917700" y="1168400"/>
          <p14:tracePt t="3943" x="1987550" y="1187450"/>
          <p14:tracePt t="3960" x="2089150" y="1200150"/>
          <p14:tracePt t="3976" x="2159000" y="1200150"/>
          <p14:tracePt t="3992" x="2203450" y="1200150"/>
          <p14:tracePt t="4009" x="2235200" y="1200150"/>
          <p14:tracePt t="4026" x="2260600" y="1200150"/>
          <p14:tracePt t="4043" x="2273300" y="1200150"/>
          <p14:tracePt t="4121" x="2279650" y="1200150"/>
          <p14:tracePt t="4325" x="2286000" y="1193800"/>
          <p14:tracePt t="4332" x="2292350" y="1193800"/>
          <p14:tracePt t="4341" x="2298700" y="1193800"/>
          <p14:tracePt t="4358" x="2311400" y="1193800"/>
          <p14:tracePt t="4374" x="2336800" y="1187450"/>
          <p14:tracePt t="4391" x="2362200" y="1181100"/>
          <p14:tracePt t="4408" x="2393950" y="1181100"/>
          <p14:tracePt t="4424" x="2470150" y="1174750"/>
          <p14:tracePt t="4441" x="2514600" y="1174750"/>
          <p14:tracePt t="4458" x="2584450" y="1174750"/>
          <p14:tracePt t="4474" x="2622550" y="1174750"/>
          <p14:tracePt t="4491" x="2641600" y="1174750"/>
          <p14:tracePt t="4507" x="2654300" y="1174750"/>
          <p14:tracePt t="4524" x="2660650" y="1174750"/>
          <p14:tracePt t="4541" x="2660650" y="1181100"/>
          <p14:tracePt t="4613" x="2667000" y="1181100"/>
          <p14:tracePt t="5692" x="2679700" y="1187450"/>
          <p14:tracePt t="5707" x="2686050" y="1193800"/>
          <p14:tracePt t="5714" x="2698750" y="1193800"/>
          <p14:tracePt t="5722" x="2711450" y="1200150"/>
          <p14:tracePt t="5736" x="2724150" y="1200150"/>
          <p14:tracePt t="5753" x="2743200" y="1206500"/>
          <p14:tracePt t="5770" x="2768600" y="1212850"/>
          <p14:tracePt t="5786" x="2806700" y="1212850"/>
          <p14:tracePt t="5803" x="2819400" y="1212850"/>
          <p14:tracePt t="5819" x="2863850" y="1212850"/>
          <p14:tracePt t="5836" x="2895600" y="1212850"/>
          <p14:tracePt t="5853" x="2914650" y="1212850"/>
          <p14:tracePt t="5870" x="2946400" y="1212850"/>
          <p14:tracePt t="5886" x="2990850" y="1212850"/>
          <p14:tracePt t="5904" x="3028950" y="1212850"/>
          <p14:tracePt t="5919" x="3048000" y="1212850"/>
          <p14:tracePt t="5936" x="3073400" y="1212850"/>
          <p14:tracePt t="5953" x="3092450" y="1212850"/>
          <p14:tracePt t="5969" x="3098800" y="1212850"/>
          <p14:tracePt t="5986" x="3105150" y="1212850"/>
          <p14:tracePt t="6002" x="3117850" y="1212850"/>
          <p14:tracePt t="6019" x="3124200" y="1212850"/>
          <p14:tracePt t="6051" x="3130550" y="1212850"/>
          <p14:tracePt t="6071" x="3136900" y="1212850"/>
          <p14:tracePt t="6127" x="3143250" y="1206500"/>
          <p14:tracePt t="9692" x="3130550" y="1225550"/>
          <p14:tracePt t="9700" x="3098800" y="1257300"/>
          <p14:tracePt t="9708" x="3073400" y="1295400"/>
          <p14:tracePt t="9722" x="3048000" y="1327150"/>
          <p14:tracePt t="9740" x="3035300" y="1358900"/>
          <p14:tracePt t="9756" x="2978150" y="1422400"/>
          <p14:tracePt t="9772" x="2952750" y="1454150"/>
          <p14:tracePt t="9789" x="2921000" y="1479550"/>
          <p14:tracePt t="9805" x="2857500" y="1549400"/>
          <p14:tracePt t="9822" x="2806700" y="1593850"/>
          <p14:tracePt t="9840" x="2749550" y="1644650"/>
          <p14:tracePt t="9855" x="2724150" y="1657350"/>
          <p14:tracePt t="9872" x="2705100" y="1676400"/>
          <p14:tracePt t="9890" x="2698750" y="1689100"/>
          <p14:tracePt t="9922" x="2692400" y="1689100"/>
          <p14:tracePt t="9939" x="2686050" y="1689100"/>
          <p14:tracePt t="9955" x="2686050" y="1695450"/>
          <p14:tracePt t="9972" x="2679700" y="1695450"/>
          <p14:tracePt t="9988" x="2667000" y="1701800"/>
          <p14:tracePt t="10078" x="2667000" y="1695450"/>
          <p14:tracePt t="10092" x="2667000" y="1689100"/>
          <p14:tracePt t="10099" x="2673350" y="1682750"/>
          <p14:tracePt t="10113" x="2679700" y="1676400"/>
          <p14:tracePt t="10122" x="2679700" y="1670050"/>
          <p14:tracePt t="10138" x="2686050" y="1663700"/>
          <p14:tracePt t="10155" x="2717800" y="1651000"/>
          <p14:tracePt t="10171" x="2768600" y="1625600"/>
          <p14:tracePt t="10188" x="2813050" y="1606550"/>
          <p14:tracePt t="10205" x="2895600" y="1581150"/>
          <p14:tracePt t="10221" x="3016250" y="1555750"/>
          <p14:tracePt t="10237" x="3060700" y="1536700"/>
          <p14:tracePt t="10255" x="3168650" y="1517650"/>
          <p14:tracePt t="10271" x="3238500" y="1504950"/>
          <p14:tracePt t="10288" x="3295650" y="1492250"/>
          <p14:tracePt t="10304" x="3321050" y="1485900"/>
          <p14:tracePt t="10321" x="3340100" y="1479550"/>
          <p14:tracePt t="10338" x="3365500" y="1473200"/>
          <p14:tracePt t="10354" x="3378200" y="1466850"/>
          <p14:tracePt t="10387" x="3390900" y="1466850"/>
          <p14:tracePt t="10420" x="3397250" y="1466850"/>
          <p14:tracePt t="10499" x="3403600" y="1466850"/>
          <p14:tracePt t="10709" x="3435350" y="1466850"/>
          <p14:tracePt t="10723" x="3486150" y="1460500"/>
          <p14:tracePt t="10730" x="3543300" y="1454150"/>
          <p14:tracePt t="10744" x="3606800" y="1441450"/>
          <p14:tracePt t="10752" x="3670300" y="1422400"/>
          <p14:tracePt t="10769" x="3740150" y="1416050"/>
          <p14:tracePt t="10786" x="3848100" y="1377950"/>
          <p14:tracePt t="10802" x="3917950" y="1358900"/>
          <p14:tracePt t="10819" x="3949700" y="1352550"/>
          <p14:tracePt t="10836" x="4000500" y="1352550"/>
          <p14:tracePt t="10852" x="4057650" y="1352550"/>
          <p14:tracePt t="10869" x="4070350" y="1358900"/>
          <p14:tracePt t="10885" x="4102100" y="1371600"/>
          <p14:tracePt t="10902" x="4127500" y="1384300"/>
          <p14:tracePt t="10920" x="4140200" y="1384300"/>
          <p14:tracePt t="10934" x="4146550" y="1390650"/>
          <p14:tracePt t="10952" x="4152900" y="1390650"/>
          <p14:tracePt t="10969" x="4152900" y="1397000"/>
          <p14:tracePt t="11002" x="4159250" y="1397000"/>
          <p14:tracePt t="11039" x="4165600" y="1397000"/>
          <p14:tracePt t="11150" x="4159250" y="1397000"/>
          <p14:tracePt t="11814" x="4108450" y="1397000"/>
          <p14:tracePt t="11820" x="4032250" y="1397000"/>
          <p14:tracePt t="11835" x="3943350" y="1397000"/>
          <p14:tracePt t="11849" x="3841750" y="1397000"/>
          <p14:tracePt t="11865" x="3638550" y="1403350"/>
          <p14:tracePt t="11882" x="3524250" y="1409700"/>
          <p14:tracePt t="11898" x="3308350" y="1422400"/>
          <p14:tracePt t="11915" x="3098800" y="1454150"/>
          <p14:tracePt t="11932" x="3009900" y="1473200"/>
          <p14:tracePt t="11948" x="2781300" y="1517650"/>
          <p14:tracePt t="11965" x="2571750" y="1581150"/>
          <p14:tracePt t="11983" x="2438400" y="1625600"/>
          <p14:tracePt t="11998" x="2381250" y="1657350"/>
          <p14:tracePt t="12015" x="2279650" y="1708150"/>
          <p14:tracePt t="12031" x="2190750" y="1752600"/>
          <p14:tracePt t="12047" x="2152650" y="1765300"/>
          <p14:tracePt t="12066" x="2063750" y="1797050"/>
          <p14:tracePt t="12082" x="2000250" y="1828800"/>
          <p14:tracePt t="12098" x="1968500" y="1841500"/>
          <p14:tracePt t="12116" x="1905000" y="1873250"/>
          <p14:tracePt t="12131" x="1854200" y="1885950"/>
          <p14:tracePt t="12147" x="1746250" y="1911350"/>
          <p14:tracePt t="12165" x="1638300" y="1949450"/>
          <p14:tracePt t="12181" x="1568450" y="1968500"/>
          <p14:tracePt t="12197" x="1447800" y="2006600"/>
          <p14:tracePt t="12214" x="1352550" y="2032000"/>
          <p14:tracePt t="12231" x="1327150" y="2044700"/>
          <p14:tracePt t="12234" x="1308100" y="2057400"/>
          <p14:tracePt t="12248" x="1295400" y="2063750"/>
          <p14:tracePt t="12264" x="1276350" y="2082800"/>
          <p14:tracePt t="12281" x="1263650" y="2082800"/>
          <p14:tracePt t="12298" x="1276350" y="2101850"/>
          <p14:tracePt t="12974" x="1263650" y="2095500"/>
          <p14:tracePt t="12981" x="1250950" y="2089150"/>
          <p14:tracePt t="12997" x="1238250" y="2076450"/>
          <p14:tracePt t="13011" x="1231900" y="2070100"/>
          <p14:tracePt t="13028" x="1219200" y="2051050"/>
          <p14:tracePt t="13045" x="1212850" y="2038350"/>
          <p14:tracePt t="13061" x="1206500" y="2025650"/>
          <p14:tracePt t="13078" x="1200150" y="2006600"/>
          <p14:tracePt t="13094" x="1193800" y="1981200"/>
          <p14:tracePt t="13111" x="1187450" y="1974850"/>
          <p14:tracePt t="13128" x="1187450" y="1949450"/>
          <p14:tracePt t="13144" x="1181100" y="1924050"/>
          <p14:tracePt t="13161" x="1174750" y="1911350"/>
          <p14:tracePt t="13178" x="1168400" y="1898650"/>
          <p14:tracePt t="13194" x="1168400" y="1885950"/>
          <p14:tracePt t="13227" x="1168400" y="1879600"/>
          <p14:tracePt t="13248" x="1162050" y="1879600"/>
          <p14:tracePt t="13584" x="1162050" y="1873250"/>
          <p14:tracePt t="13598" x="1162050" y="1866900"/>
          <p14:tracePt t="13612" x="1168400" y="1866900"/>
          <p14:tracePt t="13627" x="1168400" y="1860550"/>
          <p14:tracePt t="13633" x="1168400" y="1854200"/>
          <p14:tracePt t="13654" x="1174750" y="1847850"/>
          <p14:tracePt t="13676" x="1181100" y="1841500"/>
          <p14:tracePt t="13682" x="1181100" y="1835150"/>
          <p14:tracePt t="13696" x="1187450" y="1828800"/>
          <p14:tracePt t="13709" x="1193800" y="1828800"/>
          <p14:tracePt t="13725" x="1200150" y="1828800"/>
          <p14:tracePt t="13745" x="1206500" y="1828800"/>
          <p14:tracePt t="13773" x="1206500" y="1822450"/>
          <p14:tracePt t="13808" x="1212850" y="1816100"/>
          <p14:tracePt t="13843" x="1225550" y="1816100"/>
          <p14:tracePt t="13878" x="1231900" y="1809750"/>
          <p14:tracePt t="13913" x="1231900" y="1803400"/>
          <p14:tracePt t="13963" x="1231900" y="1797050"/>
          <p14:tracePt t="14004" x="1231900" y="1790700"/>
          <p14:tracePt t="14019" x="1225550" y="1790700"/>
          <p14:tracePt t="14027" x="1219200" y="1790700"/>
          <p14:tracePt t="14047" x="1212850" y="1784350"/>
          <p14:tracePt t="14057" x="1200150" y="1778000"/>
          <p14:tracePt t="14075" x="1162050" y="1765300"/>
          <p14:tracePt t="14091" x="1136650" y="1765300"/>
          <p14:tracePt t="14107" x="1079500" y="1746250"/>
          <p14:tracePt t="14125" x="1022350" y="1746250"/>
          <p14:tracePt t="14141" x="990600" y="1752600"/>
          <p14:tracePt t="14157" x="971550" y="1752600"/>
          <p14:tracePt t="14174" x="920750" y="1765300"/>
          <p14:tracePt t="14194" x="920750" y="1771650"/>
          <p14:tracePt t="14210" x="920750" y="1784350"/>
          <p14:tracePt t="14224" x="920750" y="1790700"/>
          <p14:tracePt t="14240" x="933450" y="1809750"/>
          <p14:tracePt t="14257" x="952500" y="1828800"/>
          <p14:tracePt t="14273" x="965200" y="1841500"/>
          <p14:tracePt t="14290" x="990600" y="1860550"/>
          <p14:tracePt t="14307" x="1016000" y="1873250"/>
          <p14:tracePt t="14323" x="1035050" y="1879600"/>
          <p14:tracePt t="14340" x="1054100" y="1885950"/>
          <p14:tracePt t="14356" x="1066800" y="1898650"/>
          <p14:tracePt t="14390" x="1073150" y="1898650"/>
          <p14:tracePt t="14406" x="1073150" y="1905000"/>
          <p14:tracePt t="14426" x="1073150" y="1911350"/>
          <p14:tracePt t="14442" x="1066800" y="1911350"/>
          <p14:tracePt t="14456" x="1060450" y="1917700"/>
          <p14:tracePt t="14490" x="1047750" y="1917700"/>
          <p14:tracePt t="14506" x="1041400" y="1924050"/>
          <p14:tracePt t="14523" x="1003300" y="1930400"/>
          <p14:tracePt t="14539" x="990600" y="1930400"/>
          <p14:tracePt t="14556" x="977900" y="1930400"/>
          <p14:tracePt t="14573" x="958850" y="1936750"/>
          <p14:tracePt t="14589" x="946150" y="1936750"/>
          <p14:tracePt t="14606" x="939800" y="1936750"/>
          <p14:tracePt t="14622" x="933450" y="1936750"/>
          <p14:tracePt t="14638" x="939800" y="1936750"/>
          <p14:tracePt t="14656" x="952500" y="1936750"/>
          <p14:tracePt t="14672" x="977900" y="1930400"/>
          <p14:tracePt t="14689" x="1022350" y="1930400"/>
          <p14:tracePt t="14706" x="1092200" y="1917700"/>
          <p14:tracePt t="14722" x="1136650" y="1917700"/>
          <p14:tracePt t="14739" x="1200150" y="1911350"/>
          <p14:tracePt t="14756" x="1270000" y="1905000"/>
          <p14:tracePt t="14771" x="1289050" y="1905000"/>
          <p14:tracePt t="14788" x="1308100" y="1898650"/>
          <p14:tracePt t="14805" x="1358900" y="1898650"/>
          <p14:tracePt t="14821" x="1365250" y="1898650"/>
          <p14:tracePt t="14839" x="1371600" y="1892300"/>
          <p14:tracePt t="14871" x="1377950" y="1892300"/>
          <p14:tracePt t="14908" x="1384300" y="1885950"/>
          <p14:tracePt t="14944" x="1390650" y="1885950"/>
          <p14:tracePt t="14965" x="1403350" y="1885950"/>
          <p14:tracePt t="14979" x="1409700" y="1885950"/>
          <p14:tracePt t="14986" x="1416050" y="1892300"/>
          <p14:tracePt t="15007" x="1428750" y="1898650"/>
          <p14:tracePt t="15014" x="1454150" y="1905000"/>
          <p14:tracePt t="15028" x="1466850" y="1905000"/>
          <p14:tracePt t="15037" x="1485900" y="1911350"/>
          <p14:tracePt t="15054" x="1504950" y="1917700"/>
          <p14:tracePt t="15071" x="1549400" y="1924050"/>
          <p14:tracePt t="15087" x="1587500" y="1936750"/>
          <p14:tracePt t="15104" x="1600200" y="1936750"/>
          <p14:tracePt t="15120" x="1625600" y="1943100"/>
          <p14:tracePt t="15140" x="1631950" y="1943100"/>
          <p14:tracePt t="15154" x="1638300" y="1943100"/>
          <p14:tracePt t="15189" x="1644650" y="1943100"/>
          <p14:tracePt t="15245" x="1651000" y="1943100"/>
          <p14:tracePt t="15266" x="1657350" y="1936750"/>
          <p14:tracePt t="15288" x="1663700" y="1930400"/>
          <p14:tracePt t="15316" x="1663700" y="1917700"/>
          <p14:tracePt t="15336" x="1663700" y="1911350"/>
          <p14:tracePt t="15350" x="1657350" y="1911350"/>
          <p14:tracePt t="15357" x="1651000" y="1905000"/>
          <p14:tracePt t="15378" x="1644650" y="1905000"/>
          <p14:tracePt t="15387" x="1631950" y="1898650"/>
          <p14:tracePt t="15402" x="1619250" y="1892300"/>
          <p14:tracePt t="15421" x="1612900" y="1873250"/>
          <p14:tracePt t="15436" x="1600200" y="1841500"/>
          <p14:tracePt t="15453" x="1600200" y="1822450"/>
          <p14:tracePt t="15470" x="1600200" y="1797050"/>
          <p14:tracePt t="15486" x="1631950" y="1758950"/>
          <p14:tracePt t="15503" x="1676400" y="1708150"/>
          <p14:tracePt t="15519" x="1739900" y="1663700"/>
          <p14:tracePt t="15537" x="1771650" y="1644650"/>
          <p14:tracePt t="15553" x="1847850" y="1606550"/>
          <p14:tracePt t="15569" x="1924050" y="1568450"/>
          <p14:tracePt t="15586" x="1955800" y="1555750"/>
          <p14:tracePt t="15603" x="1993900" y="1536700"/>
          <p14:tracePt t="15619" x="2025650" y="1536700"/>
          <p14:tracePt t="15635" x="2038350" y="1536700"/>
          <p14:tracePt t="15652" x="2051050" y="1536700"/>
          <p14:tracePt t="15668" x="2057400" y="1536700"/>
          <p14:tracePt t="15757" x="2051050" y="1536700"/>
          <p14:tracePt t="15771" x="2044700" y="1543050"/>
          <p14:tracePt t="15786" x="2032000" y="1543050"/>
          <p14:tracePt t="15799" x="2025650" y="1549400"/>
          <p14:tracePt t="15806" x="2006600" y="1555750"/>
          <p14:tracePt t="15821" x="1993900" y="1562100"/>
          <p14:tracePt t="15835" x="1974850" y="1568450"/>
          <p14:tracePt t="15852" x="1911350" y="1606550"/>
          <p14:tracePt t="15868" x="1873250" y="1631950"/>
          <p14:tracePt t="15884" x="1809750" y="1695450"/>
          <p14:tracePt t="15902" x="1733550" y="1784350"/>
          <p14:tracePt t="15919" x="1682750" y="1885950"/>
          <p14:tracePt t="15934" x="1663700" y="1943100"/>
          <p14:tracePt t="15951" x="1644650" y="2038350"/>
          <p14:tracePt t="15968" x="1644650" y="2127250"/>
          <p14:tracePt t="15984" x="1663700" y="2171700"/>
          <p14:tracePt t="16001" x="1727200" y="2247900"/>
          <p14:tracePt t="16018" x="1803400" y="2311400"/>
          <p14:tracePt t="16035" x="1847850" y="2349500"/>
          <p14:tracePt t="16052" x="1911350" y="2381250"/>
          <p14:tracePt t="16068" x="1936750" y="2387600"/>
          <p14:tracePt t="16084" x="1949450" y="2387600"/>
          <p14:tracePt t="16101" x="1968500" y="2387600"/>
          <p14:tracePt t="16117" x="1981200" y="2381250"/>
          <p14:tracePt t="16134" x="2000250" y="2374900"/>
          <p14:tracePt t="16150" x="2006600" y="2362200"/>
          <p14:tracePt t="16167" x="2012950" y="2362200"/>
          <p14:tracePt t="16184" x="2012950" y="2355850"/>
          <p14:tracePt t="16227" x="2019300" y="2349500"/>
          <p14:tracePt t="16297" x="2025650" y="2343150"/>
          <p14:tracePt t="16311" x="2025650" y="2336800"/>
          <p14:tracePt t="16333" x="2032000" y="2330450"/>
          <p14:tracePt t="16339" x="2038350" y="2324100"/>
          <p14:tracePt t="16349" x="2038350" y="2317750"/>
          <p14:tracePt t="16367" x="2057400" y="2286000"/>
          <p14:tracePt t="16383" x="2076450" y="2266950"/>
          <p14:tracePt t="16400" x="2089150" y="2235200"/>
          <p14:tracePt t="16416" x="2159000" y="2114550"/>
          <p14:tracePt t="16433" x="2184400" y="2070100"/>
          <p14:tracePt t="16449" x="2209800" y="2025650"/>
          <p14:tracePt t="16466" x="2241550" y="1949450"/>
          <p14:tracePt t="16482" x="2266950" y="1905000"/>
          <p14:tracePt t="16500" x="2273300" y="1885950"/>
          <p14:tracePt t="16516" x="2286000" y="1866900"/>
          <p14:tracePt t="16552" x="2292350" y="1860550"/>
          <p14:tracePt t="16640" x="2298700" y="1854200"/>
          <p14:tracePt t="16738" x="2305050" y="1866900"/>
          <p14:tracePt t="16753" x="2311400" y="1879600"/>
          <p14:tracePt t="16760" x="2317750" y="1892300"/>
          <p14:tracePt t="16768" x="2330450" y="1917700"/>
          <p14:tracePt t="16782" x="2349500" y="1962150"/>
          <p14:tracePt t="16798" x="2355850" y="2006600"/>
          <p14:tracePt t="16816" x="2400300" y="2127250"/>
          <p14:tracePt t="16832" x="2432050" y="2222500"/>
          <p14:tracePt t="16848" x="2438400" y="2266950"/>
          <p14:tracePt t="16865" x="2457450" y="2317750"/>
          <p14:tracePt t="16881" x="2463800" y="2336800"/>
          <p14:tracePt t="16914" x="2470150" y="2330450"/>
          <p14:tracePt t="16932" x="2482850" y="2305050"/>
          <p14:tracePt t="16948" x="2489200" y="2279650"/>
          <p14:tracePt t="16964" x="2495550" y="2241550"/>
          <p14:tracePt t="16981" x="2508250" y="2197100"/>
          <p14:tracePt t="16999" x="2508250" y="2165350"/>
          <p14:tracePt t="17014" x="2514600" y="2152650"/>
          <p14:tracePt t="17031" x="2514600" y="2146300"/>
          <p14:tracePt t="17048" x="2533650" y="2127250"/>
          <p14:tracePt t="17064" x="2540000" y="2120900"/>
          <p14:tracePt t="17081" x="2552700" y="2114550"/>
          <p14:tracePt t="17097" x="2578100" y="2101850"/>
          <p14:tracePt t="17114" x="2622550" y="2089150"/>
          <p14:tracePt t="17132" x="2679700" y="2063750"/>
          <p14:tracePt t="17147" x="2711450" y="2051050"/>
          <p14:tracePt t="17163" x="2794000" y="2032000"/>
          <p14:tracePt t="17180" x="2863850" y="2019300"/>
          <p14:tracePt t="17197" x="2882900" y="2006600"/>
          <p14:tracePt t="17213" x="2927350" y="2006600"/>
          <p14:tracePt t="17230" x="2946400" y="2006600"/>
          <p14:tracePt t="17299" x="2940050" y="2000250"/>
          <p14:tracePt t="17306" x="2927350" y="2000250"/>
          <p14:tracePt t="17320" x="2901950" y="1993900"/>
          <p14:tracePt t="17329" x="2876550" y="1981200"/>
          <p14:tracePt t="17346" x="2832100" y="1974850"/>
          <p14:tracePt t="17363" x="2749550" y="1962150"/>
          <p14:tracePt t="17380" x="2698750" y="1949450"/>
          <p14:tracePt t="17396" x="2609850" y="1949450"/>
          <p14:tracePt t="17412" x="2540000" y="1949450"/>
          <p14:tracePt t="17429" x="2508250" y="1949450"/>
          <p14:tracePt t="17446" x="2482850" y="1955800"/>
          <p14:tracePt t="17462" x="2476500" y="1955800"/>
          <p14:tracePt t="17496" x="2476500" y="1962150"/>
          <p14:tracePt t="17512" x="2508250" y="1962150"/>
          <p14:tracePt t="17529" x="2540000" y="1962150"/>
          <p14:tracePt t="17546" x="2673350" y="1962150"/>
          <p14:tracePt t="17562" x="2889250" y="1974850"/>
          <p14:tracePt t="17580" x="3168650" y="1955800"/>
          <p14:tracePt t="17595" x="3282950" y="1949450"/>
          <p14:tracePt t="17612" x="3460750" y="1930400"/>
          <p14:tracePt t="17629" x="3556000" y="1898650"/>
          <p14:tracePt t="17645" x="3587750" y="1892300"/>
          <p14:tracePt t="17662" x="3619500" y="1879600"/>
          <p14:tracePt t="17679" x="3632200" y="1873250"/>
          <p14:tracePt t="17695" x="3632200" y="1866900"/>
          <p14:tracePt t="17712" x="3638550" y="1866900"/>
          <p14:tracePt t="17860" x="3638550" y="1860550"/>
          <p14:tracePt t="18270" x="3638550" y="1873250"/>
          <p14:tracePt t="18285" x="3638550" y="1911350"/>
          <p14:tracePt t="18291" x="3644900" y="1936750"/>
          <p14:tracePt t="18299" x="3651250" y="1962150"/>
          <p14:tracePt t="18313" x="3657600" y="1981200"/>
          <p14:tracePt t="18327" x="3663950" y="1993900"/>
          <p14:tracePt t="18343" x="3683000" y="2006600"/>
          <p14:tracePt t="18359" x="3683000" y="2012950"/>
          <p14:tracePt t="18376" x="3702050" y="2012950"/>
          <p14:tracePt t="18392" x="3727450" y="1993900"/>
          <p14:tracePt t="18409" x="3740150" y="1987550"/>
          <p14:tracePt t="18426" x="3784600" y="1968500"/>
          <p14:tracePt t="18442" x="3816350" y="1936750"/>
          <p14:tracePt t="18460" x="3860800" y="1892300"/>
          <p14:tracePt t="18475" x="3905250" y="1866900"/>
          <p14:tracePt t="18492" x="3949700" y="1847850"/>
          <p14:tracePt t="18509" x="4102100" y="1816100"/>
          <p14:tracePt t="18526" x="4152900" y="1797050"/>
          <p14:tracePt t="18542" x="4184650" y="1790700"/>
          <p14:tracePt t="18559" x="4235450" y="1784350"/>
          <p14:tracePt t="18575" x="4241800" y="1784350"/>
          <p14:tracePt t="18592" x="4254500" y="1784350"/>
          <p14:tracePt t="18608" x="4267200" y="1797050"/>
          <p14:tracePt t="18625" x="4273550" y="1822450"/>
          <p14:tracePt t="18642" x="4273550" y="1835150"/>
          <p14:tracePt t="18658" x="4273550" y="1841500"/>
          <p14:tracePt t="18675" x="4273550" y="1860550"/>
          <p14:tracePt t="18692" x="4273550" y="1873250"/>
          <p14:tracePt t="18708" x="4273550" y="1885950"/>
          <p14:tracePt t="18725" x="4267200" y="1898650"/>
          <p14:tracePt t="18741" x="4267200" y="1911350"/>
          <p14:tracePt t="18789" x="4260850" y="1917700"/>
          <p14:tracePt t="18831" x="4260850" y="1924050"/>
          <p14:tracePt t="18853" x="4260850" y="1930400"/>
          <p14:tracePt t="18881" x="4260850" y="1936750"/>
          <p14:tracePt t="18901" x="4267200" y="1943100"/>
          <p14:tracePt t="18915" x="4273550" y="1943100"/>
          <p14:tracePt t="18922" x="4279900" y="1943100"/>
          <p14:tracePt t="18930" x="4292600" y="1943100"/>
          <p14:tracePt t="19181" x="4235450" y="1924050"/>
          <p14:tracePt t="19195" x="4146550" y="1917700"/>
          <p14:tracePt t="19202" x="4044950" y="1892300"/>
          <p14:tracePt t="19216" x="3917950" y="1873250"/>
          <p14:tracePt t="19226" x="3816350" y="1873250"/>
          <p14:tracePt t="19240" x="3714750" y="1860550"/>
          <p14:tracePt t="19257" x="3517900" y="1866900"/>
          <p14:tracePt t="19273" x="3327400" y="1905000"/>
          <p14:tracePt t="19289" x="3225800" y="1917700"/>
          <p14:tracePt t="19306" x="3041650" y="1936750"/>
          <p14:tracePt t="19323" x="2914650" y="1955800"/>
          <p14:tracePt t="19339" x="2851150" y="1955800"/>
          <p14:tracePt t="19357" x="2711450" y="1955800"/>
          <p14:tracePt t="19372" x="2578100" y="1955800"/>
          <p14:tracePt t="19389" x="2540000" y="1962150"/>
          <p14:tracePt t="19406" x="2489200" y="1962150"/>
          <p14:tracePt t="19422" x="2444750" y="1949450"/>
          <p14:tracePt t="19439" x="2425700" y="1943100"/>
          <p14:tracePt t="19456" x="2406650" y="1924050"/>
          <p14:tracePt t="19472" x="2400300" y="1911350"/>
          <p14:tracePt t="19490" x="2387600" y="1866900"/>
          <p14:tracePt t="19505" x="2387600" y="1841500"/>
          <p14:tracePt t="19522" x="2387600" y="1822450"/>
          <p14:tracePt t="19539" x="2387600" y="1771650"/>
          <p14:tracePt t="19555" x="2387600" y="1727200"/>
          <p14:tracePt t="19572" x="2387600" y="1695450"/>
          <p14:tracePt t="19589" x="2387600" y="1663700"/>
          <p14:tracePt t="19605" x="2387600" y="1651000"/>
          <p14:tracePt t="19624" x="2387600" y="1644650"/>
          <p14:tracePt t="19654" x="2387600" y="1638300"/>
          <p14:tracePt t="19945" x="2413000" y="1625600"/>
          <p14:tracePt t="19952" x="2457450" y="1612900"/>
          <p14:tracePt t="19966" x="2527300" y="1593850"/>
          <p14:tracePt t="19974" x="2603500" y="1574800"/>
          <p14:tracePt t="19990" x="2667000" y="1555750"/>
          <p14:tracePt t="20004" x="2813050" y="1517650"/>
          <p14:tracePt t="20021" x="2882900" y="1498600"/>
          <p14:tracePt t="20037" x="2990850" y="1473200"/>
          <p14:tracePt t="20053" x="3035300" y="1466850"/>
          <p14:tracePt t="20071" x="3073400" y="1447800"/>
          <p14:tracePt t="20086" x="3098800" y="1441450"/>
          <p14:tracePt t="20103" x="3105150" y="1441450"/>
          <p14:tracePt t="20345" x="3111500" y="1441450"/>
          <p14:tracePt t="20408" x="3117850" y="1441450"/>
          <p14:tracePt t="20422" x="3130550" y="1441450"/>
          <p14:tracePt t="20437" x="3149600" y="1441450"/>
          <p14:tracePt t="20443" x="3168650" y="1447800"/>
          <p14:tracePt t="20457" x="3219450" y="1447800"/>
          <p14:tracePt t="20468" x="3270250" y="1447800"/>
          <p14:tracePt t="20485" x="3435350" y="1460500"/>
          <p14:tracePt t="20502" x="3536950" y="1460500"/>
          <p14:tracePt t="20519" x="3740150" y="1460500"/>
          <p14:tracePt t="20535" x="3917950" y="1454150"/>
          <p14:tracePt t="20552" x="3994150" y="1454150"/>
          <p14:tracePt t="20569" x="4102100" y="1447800"/>
          <p14:tracePt t="20585" x="4171950" y="1441450"/>
          <p14:tracePt t="20602" x="4197350" y="1441450"/>
          <p14:tracePt t="20619" x="4216400" y="1435100"/>
          <p14:tracePt t="20635" x="4229100" y="1435100"/>
          <p14:tracePt t="20703" x="4222750" y="1435100"/>
          <p14:tracePt t="20716" x="4216400" y="1435100"/>
          <p14:tracePt t="20723" x="4203700" y="1435100"/>
          <p14:tracePt t="20738" x="4184650" y="1435100"/>
          <p14:tracePt t="20752" x="4165600" y="1435100"/>
          <p14:tracePt t="20768" x="4095750" y="1435100"/>
          <p14:tracePt t="20785" x="4032250" y="1435100"/>
          <p14:tracePt t="20801" x="3841750" y="1454150"/>
          <p14:tracePt t="20818" x="3613150" y="1466850"/>
          <p14:tracePt t="20834" x="3486150" y="1466850"/>
          <p14:tracePt t="20838" x="3327400" y="1473200"/>
          <p14:tracePt t="20852" x="3187700" y="1485900"/>
          <p14:tracePt t="20867" x="2895600" y="1498600"/>
          <p14:tracePt t="20885" x="2781300" y="1504950"/>
          <p14:tracePt t="20901" x="2546350" y="1549400"/>
          <p14:tracePt t="20917" x="2343150" y="1587500"/>
          <p14:tracePt t="20934" x="2171700" y="1651000"/>
          <p14:tracePt t="20950" x="2101850" y="1682750"/>
          <p14:tracePt t="20967" x="2044700" y="1695450"/>
          <p14:tracePt t="20984" x="1905000" y="1771650"/>
          <p14:tracePt t="21001" x="1873250" y="1778000"/>
          <p14:tracePt t="21017" x="1828800" y="1797050"/>
          <p14:tracePt t="21034" x="1784350" y="1809750"/>
          <p14:tracePt t="21050" x="1752600" y="1822450"/>
          <p14:tracePt t="21068" x="1739900" y="1828800"/>
          <p14:tracePt t="21144" x="1733550" y="1828800"/>
          <p14:tracePt t="21158" x="1733550" y="1822450"/>
          <p14:tracePt t="21207" x="1752600" y="1828800"/>
          <p14:tracePt t="21214" x="1765300" y="1828800"/>
          <p14:tracePt t="21505" x="1739900" y="1828800"/>
          <p14:tracePt t="21518" x="1676400" y="1847850"/>
          <p14:tracePt t="21526" x="1606550" y="1860550"/>
          <p14:tracePt t="21540" x="1543050" y="1879600"/>
          <p14:tracePt t="21548" x="1466850" y="1885950"/>
          <p14:tracePt t="21565" x="1371600" y="1898650"/>
          <p14:tracePt t="21582" x="1231900" y="1905000"/>
          <p14:tracePt t="21598" x="1104900" y="1905000"/>
          <p14:tracePt t="21615" x="1041400" y="1905000"/>
          <p14:tracePt t="21632" x="908050" y="1924050"/>
          <p14:tracePt t="21648" x="768350" y="1924050"/>
          <p14:tracePt t="21665" x="685800" y="1936750"/>
          <p14:tracePt t="21681" x="571500" y="1955800"/>
          <p14:tracePt t="21698" x="463550" y="1981200"/>
          <p14:tracePt t="21716" x="374650" y="2006600"/>
          <p14:tracePt t="21731" x="349250" y="2012950"/>
          <p14:tracePt t="21748" x="304800" y="2019300"/>
          <p14:tracePt t="21765" x="203200" y="2051050"/>
          <p14:tracePt t="21781" x="184150" y="2070100"/>
          <p14:tracePt t="21798" x="171450" y="2076450"/>
          <p14:tracePt t="21814" x="133350" y="2095500"/>
          <p14:tracePt t="21831" x="114300" y="2127250"/>
          <p14:tracePt t="21834" x="107950" y="2139950"/>
          <p14:tracePt t="21850" x="95250" y="2165350"/>
          <p14:tracePt t="21864" x="88900" y="2178050"/>
          <p14:tracePt t="21880" x="76200" y="2203450"/>
          <p14:tracePt t="21898" x="69850" y="2216150"/>
          <p14:tracePt t="21914" x="57150" y="2241550"/>
          <p14:tracePt t="21930" x="57150" y="2254250"/>
          <p14:tracePt t="21947" x="50800" y="2260600"/>
          <p14:tracePt t="21995" x="50800" y="2266950"/>
          <p14:tracePt t="22016" x="63500" y="2266950"/>
          <p14:tracePt t="22031" x="69850" y="2266950"/>
          <p14:tracePt t="22037" x="82550" y="2266950"/>
          <p14:tracePt t="22046" x="95250" y="2266950"/>
          <p14:tracePt t="22063" x="114300" y="2266950"/>
          <p14:tracePt t="22080" x="146050" y="2266950"/>
          <p14:tracePt t="22096" x="165100" y="2273300"/>
          <p14:tracePt t="22113" x="209550" y="2273300"/>
          <p14:tracePt t="22130" x="228600" y="2273300"/>
          <p14:tracePt t="22146" x="234950" y="2273300"/>
          <p14:tracePt t="22163" x="241300" y="2273300"/>
          <p14:tracePt t="22220" x="228600" y="2273300"/>
          <p14:tracePt t="22227" x="222250" y="2273300"/>
          <p14:tracePt t="22241" x="209550" y="2273300"/>
          <p14:tracePt t="22249" x="190500" y="2273300"/>
          <p14:tracePt t="22263" x="177800" y="2273300"/>
          <p14:tracePt t="22279" x="139700" y="2273300"/>
          <p14:tracePt t="22296" x="127000" y="2273300"/>
          <p14:tracePt t="22312" x="107950" y="2273300"/>
          <p14:tracePt t="22346" x="127000" y="2273300"/>
          <p14:tracePt t="22362" x="146050" y="2286000"/>
          <p14:tracePt t="22379" x="165100" y="2286000"/>
          <p14:tracePt t="22395" x="273050" y="2292350"/>
          <p14:tracePt t="22411" x="311150" y="2292350"/>
          <p14:tracePt t="22429" x="342900" y="2292350"/>
          <p14:tracePt t="22445" x="400050" y="2298700"/>
          <p14:tracePt t="22462" x="425450" y="2298700"/>
          <p14:tracePt t="22479" x="438150" y="2298700"/>
          <p14:tracePt t="22507" x="425450" y="2298700"/>
          <p14:tracePt t="22521" x="406400" y="2298700"/>
          <p14:tracePt t="22531" x="393700" y="2298700"/>
          <p14:tracePt t="22545" x="374650" y="2292350"/>
          <p14:tracePt t="22561" x="336550" y="2286000"/>
          <p14:tracePt t="22578" x="311150" y="2279650"/>
          <p14:tracePt t="22594" x="304800" y="2279650"/>
          <p14:tracePt t="22612" x="298450" y="2279650"/>
          <p14:tracePt t="22628" x="298450" y="2273300"/>
          <p14:tracePt t="22644" x="304800" y="2266950"/>
          <p14:tracePt t="22662" x="317500" y="2260600"/>
          <p14:tracePt t="22678" x="342900" y="2254250"/>
          <p14:tracePt t="22695" x="349250" y="2254250"/>
          <p14:tracePt t="22711" x="361950" y="2247900"/>
          <p14:tracePt t="22728" x="368300" y="2247900"/>
          <p14:tracePt t="22744" x="374650" y="2247900"/>
          <p14:tracePt t="22780" x="381000" y="2247900"/>
          <p14:tracePt t="22871" x="387350" y="2247900"/>
          <p14:tracePt t="22977" x="393700" y="2247900"/>
          <p14:tracePt t="22997" x="400050" y="2247900"/>
          <p14:tracePt t="23012" x="406400" y="2247900"/>
          <p14:tracePt t="23026" x="412750" y="2247900"/>
          <p14:tracePt t="23040" x="419100" y="2254250"/>
          <p14:tracePt t="23068" x="425450" y="2254250"/>
          <p14:tracePt t="23096" x="425450" y="2260600"/>
          <p14:tracePt t="23111" x="425450" y="2266950"/>
          <p14:tracePt t="23131" x="419100" y="2273300"/>
          <p14:tracePt t="23138" x="412750" y="2273300"/>
          <p14:tracePt t="23166" x="412750" y="2279650"/>
          <p14:tracePt t="23187" x="406400" y="2279650"/>
          <p14:tracePt t="23208" x="400050" y="2279650"/>
          <p14:tracePt t="23229" x="393700" y="2279650"/>
          <p14:tracePt t="23327" x="406400" y="2279650"/>
          <p14:tracePt t="23348" x="412750" y="2279650"/>
          <p14:tracePt t="23376" x="419100" y="2279650"/>
          <p14:tracePt t="23419" x="425450" y="2279650"/>
          <p14:tracePt t="23468" x="419100" y="2279650"/>
          <p14:tracePt t="23489" x="419100" y="2273300"/>
          <p14:tracePt t="23510" x="412750" y="2273300"/>
          <p14:tracePt t="23551" x="406400" y="2266950"/>
          <p14:tracePt t="23559" x="400050" y="2266950"/>
          <p14:tracePt t="23580" x="393700" y="2266950"/>
          <p14:tracePt t="23622" x="387350" y="2260600"/>
          <p14:tracePt t="23629" x="381000" y="2260600"/>
          <p14:tracePt t="23671" x="374650" y="2254250"/>
          <p14:tracePt t="23699" x="368300" y="2254250"/>
          <p14:tracePt t="23727" x="361950" y="2254250"/>
          <p14:tracePt t="23762" x="355600" y="2247900"/>
          <p14:tracePt t="23769" x="349250" y="2247900"/>
          <p14:tracePt t="23783" x="342900" y="2247900"/>
          <p14:tracePt t="23797" x="336550" y="2247900"/>
          <p14:tracePt t="23811" x="330200" y="2247900"/>
          <p14:tracePt t="23824" x="317500" y="2247900"/>
          <p14:tracePt t="23840" x="298450" y="2247900"/>
          <p14:tracePt t="23857" x="285750" y="2247900"/>
          <p14:tracePt t="23874" x="266700" y="2247900"/>
          <p14:tracePt t="23891" x="241300" y="2247900"/>
          <p14:tracePt t="23908" x="234950" y="2247900"/>
          <p14:tracePt t="23924" x="222250" y="2247900"/>
          <p14:tracePt t="23959" x="215900" y="2247900"/>
          <p14:tracePt t="24028" x="215900" y="2241550"/>
          <p14:tracePt t="24092" x="222250" y="2241550"/>
          <p14:tracePt t="24099" x="234950" y="2241550"/>
          <p14:tracePt t="24113" x="241300" y="2241550"/>
          <p14:tracePt t="24122" x="254000" y="2241550"/>
          <p14:tracePt t="24142" x="273050" y="2241550"/>
          <p14:tracePt t="24156" x="285750" y="2241550"/>
          <p14:tracePt t="24173" x="336550" y="2241550"/>
          <p14:tracePt t="24190" x="406400" y="2241550"/>
          <p14:tracePt t="24206" x="444500" y="2241550"/>
          <p14:tracePt t="24222" x="558800" y="2241550"/>
          <p14:tracePt t="24240" x="660400" y="2241550"/>
          <p14:tracePt t="24256" x="717550" y="2241550"/>
          <p14:tracePt t="24273" x="755650" y="2241550"/>
          <p14:tracePt t="24289" x="800100" y="2247900"/>
          <p14:tracePt t="24305" x="806450" y="2247900"/>
          <p14:tracePt t="24323" x="812800" y="2247900"/>
          <p14:tracePt t="24374" x="819150" y="2247900"/>
          <p14:tracePt t="24400" x="831850" y="2247900"/>
          <p14:tracePt t="24407" x="838200" y="2247900"/>
          <p14:tracePt t="24421" x="857250" y="2247900"/>
          <p14:tracePt t="24428" x="869950" y="2247900"/>
          <p14:tracePt t="24442" x="895350" y="2247900"/>
          <p14:tracePt t="24456" x="927100" y="2254250"/>
          <p14:tracePt t="24472" x="1022350" y="2260600"/>
          <p14:tracePt t="24488" x="1073150" y="2260600"/>
          <p14:tracePt t="24505" x="1174750" y="2260600"/>
          <p14:tracePt t="24522" x="1270000" y="2273300"/>
          <p14:tracePt t="24538" x="1308100" y="2273300"/>
          <p14:tracePt t="24555" x="1352550" y="2273300"/>
          <p14:tracePt t="24571" x="1377950" y="2273300"/>
          <p14:tracePt t="24589" x="1390650" y="2273300"/>
          <p14:tracePt t="24605" x="1397000" y="2273300"/>
          <p14:tracePt t="24638" x="1403350" y="2273300"/>
          <p14:tracePt t="25184" x="1422400" y="2273300"/>
          <p14:tracePt t="25191" x="1460500" y="2266950"/>
          <p14:tracePt t="25206" x="1504950" y="2247900"/>
          <p14:tracePt t="25220" x="1574800" y="2216150"/>
          <p14:tracePt t="25235" x="1619250" y="2197100"/>
          <p14:tracePt t="25252" x="1663700" y="2178050"/>
          <p14:tracePt t="25269" x="1758950" y="2146300"/>
          <p14:tracePt t="25285" x="1885950" y="2076450"/>
          <p14:tracePt t="25302" x="1968500" y="2038350"/>
          <p14:tracePt t="25319" x="2139950" y="1943100"/>
          <p14:tracePt t="25335" x="2330450" y="1841500"/>
          <p14:tracePt t="25352" x="2438400" y="1778000"/>
          <p14:tracePt t="25369" x="2635250" y="1651000"/>
          <p14:tracePt t="25385" x="2851150" y="1517650"/>
          <p14:tracePt t="25402" x="3035300" y="1397000"/>
          <p14:tracePt t="25418" x="3117850" y="1333500"/>
          <p14:tracePt t="25435" x="3251200" y="1231900"/>
          <p14:tracePt t="25452" x="3340100" y="1162050"/>
          <p14:tracePt t="25468" x="3371850" y="1136650"/>
          <p14:tracePt t="25485" x="3378200" y="1123950"/>
          <p14:tracePt t="25501" x="3384550" y="1111250"/>
          <p14:tracePt t="25537" x="3378200" y="1111250"/>
          <p14:tracePt t="25551" x="3365500" y="1111250"/>
          <p14:tracePt t="25568" x="3302000" y="1111250"/>
          <p14:tracePt t="25585" x="3244850" y="1123950"/>
          <p14:tracePt t="25601" x="3200400" y="1143000"/>
          <p14:tracePt t="25618" x="3124200" y="1187450"/>
          <p14:tracePt t="25634" x="3079750" y="1219200"/>
          <p14:tracePt t="25651" x="3067050" y="1231900"/>
          <p14:tracePt t="25668" x="3041650" y="1270000"/>
          <p14:tracePt t="25684" x="3022600" y="1314450"/>
          <p14:tracePt t="25701" x="3003550" y="1333500"/>
          <p14:tracePt t="25717" x="2978150" y="1365250"/>
          <p14:tracePt t="25734" x="2927350" y="1397000"/>
          <p14:tracePt t="25750" x="2908300" y="1403350"/>
          <p14:tracePt t="25767" x="2844800" y="1428750"/>
          <p14:tracePt t="25784" x="2800350" y="1435100"/>
          <p14:tracePt t="25801" x="2787650" y="1435100"/>
          <p14:tracePt t="25817" x="2781300" y="1435100"/>
          <p14:tracePt t="25865" x="2794000" y="1435100"/>
          <p14:tracePt t="25871" x="2819400" y="1422400"/>
          <p14:tracePt t="25886" x="2863850" y="1409700"/>
          <p14:tracePt t="25900" x="2914650" y="1390650"/>
          <p14:tracePt t="25917" x="3079750" y="1333500"/>
          <p14:tracePt t="25934" x="3143250" y="1314450"/>
          <p14:tracePt t="25950" x="3295650" y="1244600"/>
          <p14:tracePt t="25966" x="3384550" y="1193800"/>
          <p14:tracePt t="25984" x="3429000" y="1162050"/>
          <p14:tracePt t="26000" x="3441700" y="1162050"/>
          <p14:tracePt t="26016" x="3448050" y="1155700"/>
          <p14:tracePt t="26033" x="3448050" y="1149350"/>
          <p14:tracePt t="26075" x="3448050" y="1155700"/>
          <p14:tracePt t="26083" x="3441700" y="1155700"/>
          <p14:tracePt t="26099" x="3422650" y="1168400"/>
          <p14:tracePt t="26117" x="3365500" y="1200150"/>
          <p14:tracePt t="26132" x="3263900" y="1257300"/>
          <p14:tracePt t="26149" x="3194050" y="1295400"/>
          <p14:tracePt t="26166" x="3054350" y="1371600"/>
          <p14:tracePt t="26182" x="2997200" y="1409700"/>
          <p14:tracePt t="26199" x="2882900" y="1492250"/>
          <p14:tracePt t="26216" x="2819400" y="1549400"/>
          <p14:tracePt t="26232" x="2794000" y="1562100"/>
          <p14:tracePt t="26250" x="2749550" y="1593850"/>
          <p14:tracePt t="26265" x="2724150" y="1619250"/>
          <p14:tracePt t="26282" x="2711450" y="1631950"/>
          <p14:tracePt t="26299" x="2679700" y="1657350"/>
          <p14:tracePt t="26315" x="2622550" y="1695450"/>
          <p14:tracePt t="26332" x="2590800" y="1720850"/>
          <p14:tracePt t="26349" x="2546350" y="1752600"/>
          <p14:tracePt t="26365" x="2527300" y="1778000"/>
          <p14:tracePt t="26383" x="2527300" y="1790700"/>
          <p14:tracePt t="26908" x="2527300" y="1809750"/>
          <p14:tracePt t="26915" x="2520950" y="1835150"/>
          <p14:tracePt t="26922" x="2501900" y="1905000"/>
          <p14:tracePt t="26936" x="2482850" y="1955800"/>
          <p14:tracePt t="26947" x="2463800" y="2038350"/>
          <p14:tracePt t="26963" x="2444750" y="2101850"/>
          <p14:tracePt t="26979" x="2406650" y="2228850"/>
          <p14:tracePt t="26996" x="2362200" y="2336800"/>
          <p14:tracePt t="27013" x="2336800" y="2387600"/>
          <p14:tracePt t="27030" x="2330450" y="2413000"/>
          <p14:tracePt t="27045" x="2324100" y="2413000"/>
          <p14:tracePt t="27063" x="2317750" y="2432050"/>
          <p14:tracePt t="27097" x="2317750" y="2438400"/>
          <p14:tracePt t="27112" x="2317750" y="2444750"/>
          <p14:tracePt t="27132" x="2311400" y="2451100"/>
          <p14:tracePt t="27167" x="2305050" y="2451100"/>
          <p14:tracePt t="27188" x="2298700" y="2451100"/>
          <p14:tracePt t="27196" x="2292350" y="2457450"/>
          <p14:tracePt t="27202" x="2286000" y="2457450"/>
          <p14:tracePt t="27216" x="2286000" y="2463800"/>
          <p14:tracePt t="27228" x="2286000" y="2470150"/>
          <p14:tracePt t="27246" x="2286000" y="2476500"/>
          <p14:tracePt t="28395" x="2292350" y="2476500"/>
          <p14:tracePt t="28409" x="2305050" y="2463800"/>
          <p14:tracePt t="28416" x="2324100" y="2444750"/>
          <p14:tracePt t="28430" x="2343150" y="2419350"/>
          <p14:tracePt t="28441" x="2362200" y="2400300"/>
          <p14:tracePt t="28459" x="2400300" y="2349500"/>
          <p14:tracePt t="28474" x="2413000" y="2317750"/>
          <p14:tracePt t="28491" x="2463800" y="2247900"/>
          <p14:tracePt t="28508" x="2508250" y="2171700"/>
          <p14:tracePt t="28524" x="2527300" y="2127250"/>
          <p14:tracePt t="28541" x="2540000" y="2070100"/>
          <p14:tracePt t="28558" x="2546350" y="2019300"/>
          <p14:tracePt t="28574" x="2540000" y="2006600"/>
          <p14:tracePt t="28591" x="2501900" y="1974850"/>
          <p14:tracePt t="28607" x="2425700" y="1911350"/>
          <p14:tracePt t="28624" x="2381250" y="1873250"/>
          <p14:tracePt t="28641" x="2273300" y="1778000"/>
          <p14:tracePt t="28657" x="2146300" y="1657350"/>
          <p14:tracePt t="28674" x="2051050" y="1587500"/>
          <p14:tracePt t="28691" x="1873250" y="1447800"/>
          <p14:tracePt t="28707" x="1790700" y="1384300"/>
          <p14:tracePt t="28724" x="1663700" y="1301750"/>
          <p14:tracePt t="28740" x="1536700" y="1219200"/>
          <p14:tracePt t="28756" x="1479550" y="1200150"/>
          <p14:tracePt t="28774" x="1384300" y="1174750"/>
          <p14:tracePt t="28790" x="1289050" y="1162050"/>
          <p14:tracePt t="28807" x="1263650" y="1149350"/>
          <p14:tracePt t="28824" x="1212850" y="1143000"/>
          <p14:tracePt t="28840" x="1193800" y="1136650"/>
          <p14:tracePt t="28856" x="1187450" y="1136650"/>
          <p14:tracePt t="28873" x="1181100" y="1136650"/>
          <p14:tracePt t="29075" x="1181100" y="1168400"/>
          <p14:tracePt t="29090" x="1181100" y="1219200"/>
          <p14:tracePt t="29096" x="1181100" y="1282700"/>
          <p14:tracePt t="29110" x="1181100" y="1346200"/>
          <p14:tracePt t="29122" x="1187450" y="1403350"/>
          <p14:tracePt t="29139" x="1193800" y="1485900"/>
          <p14:tracePt t="29155" x="1200150" y="1511300"/>
          <p14:tracePt t="29172" x="1212850" y="1536700"/>
          <p14:tracePt t="29189" x="1257300" y="1536700"/>
          <p14:tracePt t="29205" x="1282700" y="1530350"/>
          <p14:tracePt t="29222" x="1384300" y="1485900"/>
          <p14:tracePt t="29238" x="1485900" y="1422400"/>
          <p14:tracePt t="29255" x="1543050" y="1390650"/>
          <p14:tracePt t="29272" x="1612900" y="1333500"/>
          <p14:tracePt t="29289" x="1638300" y="1301750"/>
          <p14:tracePt t="29305" x="1644650" y="1289050"/>
          <p14:tracePt t="29322" x="1644650" y="1263650"/>
          <p14:tracePt t="29338" x="1644650" y="1257300"/>
          <p14:tracePt t="29356" x="1593850" y="1200150"/>
          <p14:tracePt t="29372" x="1562100" y="1174750"/>
          <p14:tracePt t="29388" x="1517650" y="1149350"/>
          <p14:tracePt t="29405" x="1390650" y="1092200"/>
          <p14:tracePt t="29421" x="1263650" y="1022350"/>
          <p14:tracePt t="29438" x="1212850" y="1003300"/>
          <p14:tracePt t="29454" x="1117600" y="977900"/>
          <p14:tracePt t="29471" x="1073150" y="977900"/>
          <p14:tracePt t="29489" x="1054100" y="996950"/>
          <p14:tracePt t="29504" x="1047750" y="1016000"/>
          <p14:tracePt t="29521" x="1041400" y="1054100"/>
          <p14:tracePt t="29538" x="1060450" y="1136650"/>
          <p14:tracePt t="29554" x="1079500" y="1181100"/>
          <p14:tracePt t="29571" x="1117600" y="1270000"/>
          <p14:tracePt t="29588" x="1181100" y="1333500"/>
          <p14:tracePt t="29604" x="1225550" y="1358900"/>
          <p14:tracePt t="29621" x="1270000" y="1390650"/>
          <p14:tracePt t="29637" x="1441450" y="1435100"/>
          <p14:tracePt t="29653" x="1504950" y="1435100"/>
          <p14:tracePt t="29672" x="1644650" y="1403350"/>
          <p14:tracePt t="29687" x="1708150" y="1384300"/>
          <p14:tracePt t="29703" x="1809750" y="1320800"/>
          <p14:tracePt t="29721" x="1866900" y="1282700"/>
          <p14:tracePt t="29737" x="1924050" y="1225550"/>
          <p14:tracePt t="29753" x="1943100" y="1187450"/>
          <p14:tracePt t="29770" x="1943100" y="1174750"/>
          <p14:tracePt t="29786" x="1924050" y="1155700"/>
          <p14:tracePt t="29803" x="1860550" y="1117600"/>
          <p14:tracePt t="29820" x="1758950" y="1066800"/>
          <p14:tracePt t="29837" x="1695450" y="1035050"/>
          <p14:tracePt t="29853" x="1555750" y="996950"/>
          <p14:tracePt t="29870" x="1416050" y="965200"/>
          <p14:tracePt t="29886" x="1352550" y="965200"/>
          <p14:tracePt t="29903" x="1238250" y="996950"/>
          <p14:tracePt t="29920" x="1162050" y="1066800"/>
          <p14:tracePt t="29936" x="1130300" y="1111250"/>
          <p14:tracePt t="29953" x="1117600" y="1206500"/>
          <p14:tracePt t="29970" x="1117600" y="1244600"/>
          <p14:tracePt t="29987" x="1149350" y="1384300"/>
          <p14:tracePt t="30002" x="1168400" y="1416050"/>
          <p14:tracePt t="30019" x="1187450" y="1441450"/>
          <p14:tracePt t="30036" x="1231900" y="1454150"/>
          <p14:tracePt t="30052" x="1282700" y="1454150"/>
          <p14:tracePt t="30069" x="1308100" y="1454150"/>
          <p14:tracePt t="30086" x="1371600" y="1428750"/>
          <p14:tracePt t="30103" x="1441450" y="1397000"/>
          <p14:tracePt t="30120" x="1479550" y="1371600"/>
          <p14:tracePt t="30136" x="1524000" y="1352550"/>
          <p14:tracePt t="30152" x="1562100" y="1352550"/>
          <p14:tracePt t="30170" x="1619250" y="1352550"/>
          <p14:tracePt t="30185" x="1657350" y="1352550"/>
          <p14:tracePt t="30599" x="1701800" y="1339850"/>
          <p14:tracePt t="30613" x="1758950" y="1320800"/>
          <p14:tracePt t="30620" x="1790700" y="1295400"/>
          <p14:tracePt t="30636" x="1822450" y="1282700"/>
          <p14:tracePt t="30650" x="1873250" y="1250950"/>
          <p14:tracePt t="30667" x="1892300" y="1238250"/>
          <p14:tracePt t="30684" x="1905000" y="1219200"/>
          <p14:tracePt t="30700" x="1911350" y="1212850"/>
          <p14:tracePt t="30717" x="1911350" y="1193800"/>
          <p14:tracePt t="30733" x="1892300" y="1162050"/>
          <p14:tracePt t="30750" x="1873250" y="1143000"/>
          <p14:tracePt t="30767" x="1771650" y="1085850"/>
          <p14:tracePt t="30783" x="1657350" y="1047750"/>
          <p14:tracePt t="30800" x="1606550" y="1041400"/>
          <p14:tracePt t="30816" x="1466850" y="1028700"/>
          <p14:tracePt t="30832" x="1346200" y="1041400"/>
          <p14:tracePt t="30850" x="1289050" y="1073150"/>
          <p14:tracePt t="30866" x="1219200" y="1130300"/>
          <p14:tracePt t="30883" x="1193800" y="1219200"/>
          <p14:tracePt t="30900" x="1200150" y="1346200"/>
          <p14:tracePt t="30916" x="1225550" y="1403350"/>
          <p14:tracePt t="30933" x="1301750" y="1530350"/>
          <p14:tracePt t="30950" x="1428750" y="1606550"/>
          <p14:tracePt t="30966" x="1511300" y="1625600"/>
          <p14:tracePt t="30982" x="1600200" y="1638300"/>
          <p14:tracePt t="30986" x="1676400" y="1644650"/>
          <p14:tracePt t="31002" x="1822450" y="1644650"/>
          <p14:tracePt t="31016" x="1885950" y="1631950"/>
          <p14:tracePt t="31033" x="1949450" y="1612900"/>
          <p14:tracePt t="31048" x="2051050" y="1568450"/>
          <p14:tracePt t="31065" x="2127250" y="1517650"/>
          <p14:tracePt t="31083" x="2178050" y="1460500"/>
          <p14:tracePt t="31099" x="2197100" y="1441450"/>
          <p14:tracePt t="31115" x="2209800" y="1390650"/>
          <p14:tracePt t="31133" x="2209800" y="1339850"/>
          <p14:tracePt t="31149" x="2197100" y="1320800"/>
          <p14:tracePt t="31165" x="2133600" y="1276350"/>
          <p14:tracePt t="31182" x="2025650" y="1231900"/>
          <p14:tracePt t="31198" x="1981200" y="1225550"/>
          <p14:tracePt t="31215" x="1898650" y="1206500"/>
          <p14:tracePt t="31231" x="1828800" y="1206500"/>
          <p14:tracePt t="31248" x="1803400" y="1206500"/>
          <p14:tracePt t="31265" x="1752600" y="1206500"/>
          <p14:tracePt t="31282" x="1720850" y="1212850"/>
          <p14:tracePt t="31298" x="1714500" y="1219200"/>
          <p14:tracePt t="31315" x="1695450" y="1219200"/>
          <p14:tracePt t="31331" x="1695450" y="1225550"/>
          <p14:tracePt t="31349" x="1689100" y="1225550"/>
          <p14:tracePt t="31685" x="1689100" y="1238250"/>
          <p14:tracePt t="31692" x="1689100" y="1257300"/>
          <p14:tracePt t="31700" x="1689100" y="1270000"/>
          <p14:tracePt t="31716" x="1689100" y="1295400"/>
          <p14:tracePt t="31730" x="1689100" y="1339850"/>
          <p14:tracePt t="31746" x="1701800" y="1409700"/>
          <p14:tracePt t="31763" x="1746250" y="1498600"/>
          <p14:tracePt t="31780" x="1765300" y="1536700"/>
          <p14:tracePt t="31796" x="1790700" y="1600200"/>
          <p14:tracePt t="31813" x="1816100" y="1638300"/>
          <p14:tracePt t="31830" x="1822450" y="1638300"/>
          <p14:tracePt t="31847" x="1841500" y="1644650"/>
          <p14:tracePt t="31863" x="1873250" y="1644650"/>
          <p14:tracePt t="31879" x="1892300" y="1625600"/>
          <p14:tracePt t="31896" x="1955800" y="1587500"/>
          <p14:tracePt t="31912" x="2032000" y="1511300"/>
          <p14:tracePt t="31929" x="2070100" y="1479550"/>
          <p14:tracePt t="31946" x="2146300" y="1377950"/>
          <p14:tracePt t="31962" x="2165350" y="1352550"/>
          <p14:tracePt t="31980" x="2203450" y="1276350"/>
          <p14:tracePt t="31995" x="2209800" y="1263650"/>
          <p14:tracePt t="32012" x="2209800" y="1257300"/>
          <p14:tracePt t="32036" x="2209800" y="1250950"/>
          <p14:tracePt t="32045" x="2203450" y="1250950"/>
          <p14:tracePt t="32062" x="2190750" y="1250950"/>
          <p14:tracePt t="32079" x="2146300" y="1244600"/>
          <p14:tracePt t="32095" x="2070100" y="1231900"/>
          <p14:tracePt t="32112" x="2044700" y="1225550"/>
          <p14:tracePt t="32128" x="1993900" y="1219200"/>
          <p14:tracePt t="32145" x="1974850" y="1212850"/>
          <p14:tracePt t="32162" x="1968500" y="1206500"/>
          <p14:tracePt t="32195" x="1974850" y="1206500"/>
          <p14:tracePt t="32212" x="2006600" y="1193800"/>
          <p14:tracePt t="32228" x="2019300" y="1181100"/>
          <p14:tracePt t="32245" x="2044700" y="1155700"/>
          <p14:tracePt t="32261" x="2108200" y="1060450"/>
          <p14:tracePt t="32278" x="2108200" y="1009650"/>
          <p14:tracePt t="32295" x="2095500" y="927100"/>
          <p14:tracePt t="32311" x="2032000" y="755650"/>
          <p14:tracePt t="32328" x="1955800" y="596900"/>
          <p14:tracePt t="32345" x="1873250" y="469900"/>
          <p14:tracePt t="32361" x="1847850" y="431800"/>
          <p14:tracePt t="32378" x="1828800" y="393700"/>
          <p14:tracePt t="32394" x="1822450" y="381000"/>
          <p14:tracePt t="32471" x="1822450" y="374650"/>
          <p14:tracePt t="32506" x="1828800" y="374650"/>
          <p14:tracePt t="32513" x="1841500" y="374650"/>
          <p14:tracePt t="32528" x="1854200" y="374650"/>
          <p14:tracePt t="32534" x="1873250" y="374650"/>
          <p14:tracePt t="32543" x="1898650" y="374650"/>
          <p14:tracePt t="32560" x="1936750" y="374650"/>
          <p14:tracePt t="32577" x="2063750" y="374650"/>
          <p14:tracePt t="32594" x="2159000" y="381000"/>
          <p14:tracePt t="32612" x="2470150" y="381000"/>
          <p14:tracePt t="32627" x="2571750" y="381000"/>
          <p14:tracePt t="32643" x="2667000" y="374650"/>
          <p14:tracePt t="32661" x="2806700" y="368300"/>
          <p14:tracePt t="32676" x="2959100" y="355600"/>
          <p14:tracePt t="32693" x="3035300" y="349250"/>
          <p14:tracePt t="32710" x="3194050" y="330200"/>
          <p14:tracePt t="32727" x="3359150" y="330200"/>
          <p14:tracePt t="32743" x="3435350" y="330200"/>
          <p14:tracePt t="32760" x="3581400" y="311150"/>
          <p14:tracePt t="32776" x="3714750" y="273050"/>
          <p14:tracePt t="32794" x="3848100" y="222250"/>
          <p14:tracePt t="32809" x="3898900" y="203200"/>
          <p14:tracePt t="32826" x="4000500" y="165100"/>
          <p14:tracePt t="32843" x="4108450" y="152400"/>
          <p14:tracePt t="32859" x="4159250" y="133350"/>
          <p14:tracePt t="32876" x="4267200" y="114300"/>
          <p14:tracePt t="32892" x="4343400" y="114300"/>
          <p14:tracePt t="32909" x="4387850" y="114300"/>
          <p14:tracePt t="32927" x="4495800" y="146050"/>
          <p14:tracePt t="32942" x="4584700" y="190500"/>
          <p14:tracePt t="32959" x="4641850" y="215900"/>
          <p14:tracePt t="32976" x="4737100" y="273050"/>
          <p14:tracePt t="32992" x="4800600" y="304800"/>
          <p14:tracePt t="33009" x="4845050" y="317500"/>
          <p14:tracePt t="33012" x="4870450" y="330200"/>
          <p14:tracePt t="33026" x="4895850" y="349250"/>
          <p14:tracePt t="33042" x="4927600" y="368300"/>
          <p14:tracePt t="33059" x="4927600" y="374650"/>
          <p14:tracePt t="33075" x="4933950" y="374650"/>
          <p14:tracePt t="33498" x="4978400" y="374650"/>
          <p14:tracePt t="33505" x="5029200" y="374650"/>
          <p14:tracePt t="33513" x="5092700" y="374650"/>
          <p14:tracePt t="33527" x="5168900" y="368300"/>
          <p14:tracePt t="33541" x="5283200" y="361950"/>
          <p14:tracePt t="33557" x="5537200" y="361950"/>
          <p14:tracePt t="33573" x="5651500" y="361950"/>
          <p14:tracePt t="33590" x="5867400" y="374650"/>
          <p14:tracePt t="33607" x="6127750" y="419100"/>
          <p14:tracePt t="33623" x="6254750" y="425450"/>
          <p14:tracePt t="33640" x="6457950" y="457200"/>
          <p14:tracePt t="33656" x="6553200" y="482600"/>
          <p14:tracePt t="33674" x="6578600" y="482600"/>
          <p14:tracePt t="33905" x="6584950" y="482600"/>
          <p14:tracePt t="33919" x="6597650" y="482600"/>
          <p14:tracePt t="33926" x="6616700" y="482600"/>
          <p14:tracePt t="33940" x="6654800" y="482600"/>
          <p14:tracePt t="33955" x="6750050" y="476250"/>
          <p14:tracePt t="33972" x="6813550" y="463550"/>
          <p14:tracePt t="33990" x="6959600" y="438150"/>
          <p14:tracePt t="34005" x="7092950" y="406400"/>
          <p14:tracePt t="34022" x="7131050" y="406400"/>
          <p14:tracePt t="34025" x="7175500" y="393700"/>
          <p14:tracePt t="34041" x="7200900" y="393700"/>
          <p14:tracePt t="34055" x="7226300" y="393700"/>
          <p14:tracePt t="34072" x="7258050" y="387350"/>
          <p14:tracePt t="34089" x="7283450" y="387350"/>
          <p14:tracePt t="34105" x="7296150" y="387350"/>
          <p14:tracePt t="34122" x="7327900" y="381000"/>
          <p14:tracePt t="34138" x="7359650" y="381000"/>
          <p14:tracePt t="34155" x="7378700" y="381000"/>
          <p14:tracePt t="34171" x="7397750" y="374650"/>
          <p14:tracePt t="34188" x="7423150" y="374650"/>
          <p14:tracePt t="34205" x="7435850" y="374650"/>
          <p14:tracePt t="34221" x="7454900" y="374650"/>
          <p14:tracePt t="34238" x="7493000" y="368300"/>
          <p14:tracePt t="34255" x="7518400" y="368300"/>
          <p14:tracePt t="34271" x="7569200" y="368300"/>
          <p14:tracePt t="34288" x="7620000" y="355600"/>
          <p14:tracePt t="34305" x="7664450" y="355600"/>
          <p14:tracePt t="34322" x="7677150" y="355600"/>
          <p14:tracePt t="34340" x="7708900" y="355600"/>
          <p14:tracePt t="34355" x="7734300" y="349250"/>
          <p14:tracePt t="34371" x="7747000" y="349250"/>
          <p14:tracePt t="34387" x="7753350" y="349250"/>
          <p14:tracePt t="34404" x="7766050" y="349250"/>
          <p14:tracePt t="34421" x="7772400" y="349250"/>
          <p14:tracePt t="34550" x="7766050" y="349250"/>
          <p14:tracePt t="34557" x="7759700" y="349250"/>
          <p14:tracePt t="34570" x="7747000" y="349250"/>
          <p14:tracePt t="34586" x="7727950" y="355600"/>
          <p14:tracePt t="34604" x="7696200" y="355600"/>
          <p14:tracePt t="34621" x="7607300" y="361950"/>
          <p14:tracePt t="34637" x="7416800" y="361950"/>
          <p14:tracePt t="34653" x="7277100" y="361950"/>
          <p14:tracePt t="34670" x="6908800" y="355600"/>
          <p14:tracePt t="34687" x="6642100" y="342900"/>
          <p14:tracePt t="34703" x="5937250" y="311150"/>
          <p14:tracePt t="34720" x="5099050" y="273050"/>
          <p14:tracePt t="34736" x="4660900" y="273050"/>
          <p14:tracePt t="34753" x="3797300" y="323850"/>
          <p14:tracePt t="34770" x="3048000" y="425450"/>
          <p14:tracePt t="34786" x="2768600" y="501650"/>
          <p14:tracePt t="34803" x="2311400" y="660400"/>
          <p14:tracePt t="34819" x="2057400" y="762000"/>
          <p14:tracePt t="34836" x="1936750" y="819150"/>
          <p14:tracePt t="34852" x="1765300" y="876300"/>
          <p14:tracePt t="34869" x="1631950" y="914400"/>
          <p14:tracePt t="34886" x="1568450" y="933450"/>
          <p14:tracePt t="34902" x="1473200" y="946150"/>
          <p14:tracePt t="34919" x="1377950" y="952500"/>
          <p14:tracePt t="34936" x="1276350" y="939800"/>
          <p14:tracePt t="34952" x="1206500" y="939800"/>
          <p14:tracePt t="34969" x="1143000" y="920750"/>
          <p14:tracePt t="34985" x="965200" y="857250"/>
          <p14:tracePt t="35002" x="908050" y="838200"/>
          <p14:tracePt t="35019" x="869950" y="831850"/>
          <p14:tracePt t="35035" x="774700" y="806450"/>
          <p14:tracePt t="35052" x="679450" y="800100"/>
          <p14:tracePt t="35069" x="609600" y="806450"/>
          <p14:tracePt t="35085" x="577850" y="819150"/>
          <p14:tracePt t="35102" x="552450" y="825500"/>
          <p14:tracePt t="35118" x="539750" y="838200"/>
          <p14:tracePt t="35135" x="533400" y="838200"/>
          <p14:tracePt t="35230" x="546100" y="838200"/>
          <p14:tracePt t="35237" x="552450" y="838200"/>
          <p14:tracePt t="35252" x="558800" y="831850"/>
          <p14:tracePt t="35258" x="571500" y="831850"/>
          <p14:tracePt t="35267" x="584200" y="825500"/>
          <p14:tracePt t="35284" x="609600" y="825500"/>
          <p14:tracePt t="35301" x="666750" y="812800"/>
          <p14:tracePt t="35317" x="685800" y="806450"/>
          <p14:tracePt t="35334" x="768350" y="793750"/>
          <p14:tracePt t="35350" x="863600" y="768350"/>
          <p14:tracePt t="35368" x="914400" y="755650"/>
          <p14:tracePt t="35384" x="1073150" y="736600"/>
          <p14:tracePt t="35401" x="1212850" y="711200"/>
          <p14:tracePt t="35417" x="1282700" y="711200"/>
          <p14:tracePt t="35434" x="1409700" y="698500"/>
          <p14:tracePt t="35451" x="1574800" y="704850"/>
          <p14:tracePt t="35468" x="1663700" y="711200"/>
          <p14:tracePt t="35484" x="1873250" y="736600"/>
          <p14:tracePt t="35500" x="2012950" y="762000"/>
          <p14:tracePt t="35518" x="2108200" y="787400"/>
          <p14:tracePt t="35533" x="2152650" y="787400"/>
          <p14:tracePt t="35550" x="2209800" y="812800"/>
          <p14:tracePt t="35567" x="2273300" y="825500"/>
          <p14:tracePt t="35583" x="2298700" y="831850"/>
          <p14:tracePt t="35600" x="2330450" y="831850"/>
          <p14:tracePt t="35617" x="2387600" y="844550"/>
          <p14:tracePt t="35633" x="2400300" y="850900"/>
          <p14:tracePt t="35650" x="2425700" y="850900"/>
          <p14:tracePt t="35666" x="2482850" y="850900"/>
          <p14:tracePt t="35683" x="2559050" y="850900"/>
          <p14:tracePt t="35700" x="2686050" y="857250"/>
          <p14:tracePt t="35716" x="2749550" y="857250"/>
          <p14:tracePt t="35733" x="2908300" y="838200"/>
          <p14:tracePt t="35749" x="3048000" y="825500"/>
          <p14:tracePt t="35766" x="3117850" y="819150"/>
          <p14:tracePt t="35782" x="3244850" y="806450"/>
          <p14:tracePt t="35799" x="3390900" y="787400"/>
          <p14:tracePt t="35816" x="3492500" y="781050"/>
          <p14:tracePt t="35833" x="3683000" y="781050"/>
          <p14:tracePt t="35849" x="3873500" y="781050"/>
          <p14:tracePt t="35865" x="3937000" y="781050"/>
          <p14:tracePt t="35883" x="4064000" y="768350"/>
          <p14:tracePt t="35899" x="4178300" y="774700"/>
          <p14:tracePt t="35916" x="4260850" y="774700"/>
          <p14:tracePt t="35932" x="4387850" y="787400"/>
          <p14:tracePt t="35949" x="4451350" y="800100"/>
          <p14:tracePt t="35966" x="4572000" y="800100"/>
          <p14:tracePt t="35982" x="4673600" y="806450"/>
          <p14:tracePt t="35999" x="4711700" y="806450"/>
          <p14:tracePt t="36015" x="4781550" y="806450"/>
          <p14:tracePt t="36032" x="4832350" y="800100"/>
          <p14:tracePt t="36048" x="4857750" y="793750"/>
          <p14:tracePt t="36065" x="4889500" y="787400"/>
          <p14:tracePt t="36082" x="4908550" y="781050"/>
          <p14:tracePt t="36098" x="4914900" y="774700"/>
          <p14:tracePt t="36149" x="4914900" y="768350"/>
          <p14:tracePt t="36247" x="4921250" y="768350"/>
          <p14:tracePt t="36268" x="4933950" y="768350"/>
          <p14:tracePt t="36289" x="4946650" y="762000"/>
          <p14:tracePt t="36296" x="4946650" y="755650"/>
          <p14:tracePt t="37247" x="4933950" y="755650"/>
          <p14:tracePt t="37262" x="4895850" y="755650"/>
          <p14:tracePt t="37268" x="4845050" y="762000"/>
          <p14:tracePt t="37277" x="4787900" y="768350"/>
          <p14:tracePt t="37294" x="4749800" y="774700"/>
          <p14:tracePt t="37311" x="4610100" y="819150"/>
          <p14:tracePt t="37327" x="4565650" y="838200"/>
          <p14:tracePt t="37344" x="4502150" y="876300"/>
          <p14:tracePt t="37360" x="4451350" y="914400"/>
          <p14:tracePt t="37377" x="4413250" y="939800"/>
          <p14:tracePt t="37394" x="4349750" y="996950"/>
          <p14:tracePt t="37411" x="4260850" y="1060450"/>
          <p14:tracePt t="37427" x="4197350" y="1098550"/>
          <p14:tracePt t="37444" x="4083050" y="1174750"/>
          <p14:tracePt t="37460" x="3987800" y="1231900"/>
          <p14:tracePt t="37477" x="3943350" y="1250950"/>
          <p14:tracePt t="37493" x="3867150" y="1276350"/>
          <p14:tracePt t="37511" x="3848100" y="1282700"/>
          <p14:tracePt t="37527" x="3816350" y="1295400"/>
          <p14:tracePt t="37543" x="3790950" y="1308100"/>
          <p14:tracePt t="37560" x="3778250" y="1314450"/>
          <p14:tracePt t="37577" x="3752850" y="1320800"/>
          <p14:tracePt t="37593" x="3727450" y="1333500"/>
          <p14:tracePt t="37609" x="3702050" y="1346200"/>
          <p14:tracePt t="37626" x="3663950" y="1371600"/>
          <p14:tracePt t="37643" x="3594100" y="1409700"/>
          <p14:tracePt t="37659" x="3556000" y="1428750"/>
          <p14:tracePt t="37676" x="3473450" y="1498600"/>
          <p14:tracePt t="37692" x="3390900" y="1568450"/>
          <p14:tracePt t="37710" x="3352800" y="1631950"/>
          <p14:tracePt t="37726" x="3346450" y="1644650"/>
          <p14:tracePt t="37742" x="3359150" y="1689100"/>
          <p14:tracePt t="37759" x="3390900" y="16827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def </a:t>
            </a:r>
            <a:r>
              <a:rPr lang="en-US" altLang="en-US" sz="24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(name):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"Hi "+name</a:t>
            </a: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#Receives </a:t>
            </a:r>
            <a:r>
              <a:rPr lang="en-US" altLang="en-US" sz="2400" spc="-4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function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dirty="0" smtClean="0"/>
              <a:t>Functions as passed-around objects</a:t>
            </a:r>
            <a:endParaRPr 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source sans pro"/>
              </a:rPr>
              <a:t>unctions can be passed around</a:t>
            </a:r>
            <a:r>
              <a:rPr kumimoji="0" lang="en-US" altLang="en-US" sz="280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 and used as arguments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(string, </a:t>
            </a:r>
            <a:r>
              <a:rPr kumimoji="0" lang="en-US" altLang="en-US" sz="2800" b="0" i="0" u="none" strike="noStrike" cap="none" spc="-30" normalizeH="0" baseline="0" dirty="0" err="1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(name):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("Bob")</a:t>
            </a: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rgbClr val="E06060"/>
              </a:solidFill>
              <a:latin typeface="Lucida Console" panose="020B0609040504020204" pitchFamily="49" charset="0"/>
              <a:sym typeface="Wingdings 3" panose="05040102010807070707" pitchFamily="18" charset="2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48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354"/>
    </mc:Choice>
    <mc:Fallback>
      <p:transition spd="slow" advTm="313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2" x="2463800" y="2889250"/>
          <p14:tracePt t="626" x="2463800" y="2876550"/>
          <p14:tracePt t="634" x="2457450" y="2863850"/>
          <p14:tracePt t="648" x="2451100" y="2844800"/>
          <p14:tracePt t="664" x="2444750" y="2800350"/>
          <p14:tracePt t="680" x="2444750" y="2781300"/>
          <p14:tracePt t="697" x="2444750" y="2730500"/>
          <p14:tracePt t="750" x="2425700" y="2603500"/>
          <p14:tracePt t="763" x="2425700" y="2590800"/>
          <p14:tracePt t="781" x="2419350" y="2571750"/>
          <p14:tracePt t="813" x="2419350" y="2565400"/>
          <p14:tracePt t="907" x="2406650" y="2565400"/>
          <p14:tracePt t="914" x="2400300" y="2565400"/>
          <p14:tracePt t="921" x="2393950" y="2559050"/>
          <p14:tracePt t="935" x="2387600" y="2552700"/>
          <p14:tracePt t="945" x="2381250" y="2552700"/>
          <p14:tracePt t="963" x="2381250" y="2540000"/>
          <p14:tracePt t="979" x="2368550" y="2533650"/>
          <p14:tracePt t="996" x="2343150" y="2514600"/>
          <p14:tracePt t="1013" x="2298700" y="2495550"/>
          <p14:tracePt t="1029" x="2286000" y="2482850"/>
          <p14:tracePt t="1046" x="2266950" y="2470150"/>
          <p14:tracePt t="1062" x="2222500" y="2438400"/>
          <p14:tracePt t="1078" x="2216150" y="2432050"/>
          <p14:tracePt t="1098" x="2216150" y="2425700"/>
          <p14:tracePt t="1112" x="2209800" y="2425700"/>
          <p14:tracePt t="1146" x="2209800" y="2419350"/>
          <p14:tracePt t="1187" x="2216150" y="2419350"/>
          <p14:tracePt t="1194" x="2222500" y="2419350"/>
          <p14:tracePt t="1222" x="2235200" y="2419350"/>
          <p14:tracePt t="1236" x="2241550" y="2419350"/>
          <p14:tracePt t="1243" x="2247900" y="2419350"/>
          <p14:tracePt t="1258" x="2254250" y="2419350"/>
          <p14:tracePt t="1265" x="2266950" y="2419350"/>
          <p14:tracePt t="1278" x="2292350" y="2419350"/>
          <p14:tracePt t="1295" x="2349500" y="2419350"/>
          <p14:tracePt t="1311" x="2374900" y="2419350"/>
          <p14:tracePt t="1328" x="2457450" y="2425700"/>
          <p14:tracePt t="1345" x="2514600" y="2438400"/>
          <p14:tracePt t="1361" x="2546350" y="2438400"/>
          <p14:tracePt t="1378" x="2597150" y="2444750"/>
          <p14:tracePt t="1394" x="2609850" y="2444750"/>
          <p14:tracePt t="1412" x="2628900" y="2444750"/>
          <p14:tracePt t="1444" x="2635250" y="2444750"/>
          <p14:tracePt t="1748" x="2622550" y="2444750"/>
          <p14:tracePt t="1755" x="2597150" y="2438400"/>
          <p14:tracePt t="1763" x="2565400" y="2432050"/>
          <p14:tracePt t="1779" x="2533650" y="2425700"/>
          <p14:tracePt t="1793" x="2482850" y="2406650"/>
          <p14:tracePt t="1810" x="2374900" y="2381250"/>
          <p14:tracePt t="1826" x="2273300" y="2355850"/>
          <p14:tracePt t="1843" x="2235200" y="2349500"/>
          <p14:tracePt t="1860" x="2190750" y="2324100"/>
          <p14:tracePt t="1876" x="2171700" y="2317750"/>
          <p14:tracePt t="1910" x="2165350" y="2317750"/>
          <p14:tracePt t="1945" x="2165350" y="2311400"/>
          <p14:tracePt t="1960" x="2171700" y="2311400"/>
          <p14:tracePt t="1966" x="2184400" y="2305050"/>
          <p14:tracePt t="1975" x="2197100" y="2298700"/>
          <p14:tracePt t="1992" x="2222500" y="2298700"/>
          <p14:tracePt t="2009" x="2273300" y="2273300"/>
          <p14:tracePt t="2026" x="2298700" y="2273300"/>
          <p14:tracePt t="2042" x="2362200" y="2254250"/>
          <p14:tracePt t="2059" x="2400300" y="2228850"/>
          <p14:tracePt t="2076" x="2425700" y="2222500"/>
          <p14:tracePt t="2092" x="2457450" y="2216150"/>
          <p14:tracePt t="2108" x="2482850" y="2203450"/>
          <p14:tracePt t="2125" x="2495550" y="2197100"/>
          <p14:tracePt t="2142" x="2527300" y="2190750"/>
          <p14:tracePt t="2158" x="2540000" y="2178050"/>
          <p14:tracePt t="2176" x="2552700" y="2178050"/>
          <p14:tracePt t="2192" x="2552700" y="2171700"/>
          <p14:tracePt t="2208" x="2559050" y="2171700"/>
          <p14:tracePt t="2241" x="2552700" y="2165350"/>
          <p14:tracePt t="2258" x="2533650" y="2146300"/>
          <p14:tracePt t="2275" x="2489200" y="2108200"/>
          <p14:tracePt t="2291" x="2470150" y="2089150"/>
          <p14:tracePt t="2308" x="2432050" y="2063750"/>
          <p14:tracePt t="2324" x="2324100" y="1987550"/>
          <p14:tracePt t="2341" x="2292350" y="1968500"/>
          <p14:tracePt t="2358" x="2273300" y="1955800"/>
          <p14:tracePt t="2374" x="2241550" y="1936750"/>
          <p14:tracePt t="2391" x="2228850" y="1930400"/>
          <p14:tracePt t="2408" x="2216150" y="1917700"/>
          <p14:tracePt t="2477" x="2209800" y="1911350"/>
          <p14:tracePt t="2533" x="2216150" y="1911350"/>
          <p14:tracePt t="2541" x="2222500" y="1911350"/>
          <p14:tracePt t="2555" x="2228850" y="1911350"/>
          <p14:tracePt t="2944" x="2247900" y="1911350"/>
          <p14:tracePt t="2958" x="2279650" y="1911350"/>
          <p14:tracePt t="2965" x="2311400" y="1911350"/>
          <p14:tracePt t="2979" x="2349500" y="1917700"/>
          <p14:tracePt t="2989" x="2387600" y="1917700"/>
          <p14:tracePt t="3005" x="2444750" y="1936750"/>
          <p14:tracePt t="3022" x="2578100" y="1962150"/>
          <p14:tracePt t="3039" x="2755900" y="2006600"/>
          <p14:tracePt t="3057" x="2940050" y="2057400"/>
          <p14:tracePt t="3072" x="3022600" y="2063750"/>
          <p14:tracePt t="3088" x="3130550" y="2101850"/>
          <p14:tracePt t="3106" x="3155950" y="2108200"/>
          <p14:tracePt t="3122" x="3175000" y="2114550"/>
          <p14:tracePt t="3155" x="3181350" y="2114550"/>
          <p14:tracePt t="3171" x="3187700" y="2120900"/>
          <p14:tracePt t="3267" x="3194050" y="2120900"/>
          <p14:tracePt t="3274" x="3200400" y="2114550"/>
          <p14:tracePt t="3289" x="3213100" y="2114550"/>
          <p14:tracePt t="5352" x="3263900" y="2095500"/>
          <p14:tracePt t="5358" x="3308350" y="2070100"/>
          <p14:tracePt t="5373" x="3346450" y="2063750"/>
          <p14:tracePt t="5381" x="3378200" y="2057400"/>
          <p14:tracePt t="5397" x="3403600" y="2051050"/>
          <p14:tracePt t="5415" x="3448050" y="2025650"/>
          <p14:tracePt t="5430" x="3505200" y="2006600"/>
          <p14:tracePt t="5447" x="3530600" y="1993900"/>
          <p14:tracePt t="5464" x="3600450" y="1962150"/>
          <p14:tracePt t="5480" x="3695700" y="1943100"/>
          <p14:tracePt t="5497" x="3733800" y="1930400"/>
          <p14:tracePt t="5514" x="3829050" y="1917700"/>
          <p14:tracePt t="5530" x="3873500" y="1917700"/>
          <p14:tracePt t="5547" x="3975100" y="1905000"/>
          <p14:tracePt t="5564" x="4089400" y="1905000"/>
          <p14:tracePt t="5580" x="4152900" y="1905000"/>
          <p14:tracePt t="5597" x="4260850" y="1911350"/>
          <p14:tracePt t="5613" x="4311650" y="1911350"/>
          <p14:tracePt t="5630" x="4324350" y="1917700"/>
          <p14:tracePt t="5647" x="4343400" y="1924050"/>
          <p14:tracePt t="5680" x="4349750" y="1924050"/>
          <p14:tracePt t="5697" x="4356100" y="1936750"/>
          <p14:tracePt t="5712" x="4356100" y="1949450"/>
          <p14:tracePt t="5730" x="4362450" y="1962150"/>
          <p14:tracePt t="5800" x="4368800" y="1962150"/>
          <p14:tracePt t="5814" x="4375150" y="1962150"/>
          <p14:tracePt t="5821" x="4387850" y="1962150"/>
          <p14:tracePt t="5842" x="4394200" y="1968500"/>
          <p14:tracePt t="5849" x="4406900" y="1968500"/>
          <p14:tracePt t="5865" x="4425950" y="1968500"/>
          <p14:tracePt t="5879" x="4438650" y="1968500"/>
          <p14:tracePt t="5895" x="4489450" y="1968500"/>
          <p14:tracePt t="5913" x="4546600" y="1974850"/>
          <p14:tracePt t="5928" x="4584700" y="1987550"/>
          <p14:tracePt t="5945" x="4654550" y="1993900"/>
          <p14:tracePt t="5962" x="4743450" y="1993900"/>
          <p14:tracePt t="5979" x="4787900" y="1993900"/>
          <p14:tracePt t="5996" x="4851400" y="1981200"/>
          <p14:tracePt t="6011" x="4908550" y="1974850"/>
          <p14:tracePt t="6028" x="4933950" y="1968500"/>
          <p14:tracePt t="6046" x="4972050" y="1962150"/>
          <p14:tracePt t="6062" x="5016500" y="1962150"/>
          <p14:tracePt t="6078" x="5035550" y="1962150"/>
          <p14:tracePt t="6095" x="5067300" y="1955800"/>
          <p14:tracePt t="6111" x="5080000" y="1955800"/>
          <p14:tracePt t="6128" x="5086350" y="1955800"/>
          <p14:tracePt t="6234" x="5092700" y="1949450"/>
          <p14:tracePt t="6361" x="5086350" y="1949450"/>
          <p14:tracePt t="6375" x="5080000" y="1949450"/>
          <p14:tracePt t="6382" x="5067300" y="1949450"/>
          <p14:tracePt t="6393" x="5054600" y="1949450"/>
          <p14:tracePt t="6411" x="5003800" y="1949450"/>
          <p14:tracePt t="6426" x="4965700" y="1949450"/>
          <p14:tracePt t="6443" x="4914900" y="1962150"/>
          <p14:tracePt t="6460" x="4705350" y="1981200"/>
          <p14:tracePt t="6477" x="4641850" y="1981200"/>
          <p14:tracePt t="6494" x="4521200" y="1993900"/>
          <p14:tracePt t="6510" x="4483100" y="2006600"/>
          <p14:tracePt t="6526" x="4419600" y="2012950"/>
          <p14:tracePt t="6544" x="4394200" y="2019300"/>
          <p14:tracePt t="6560" x="4381500" y="2019300"/>
          <p14:tracePt t="6576" x="4375150" y="2019300"/>
          <p14:tracePt t="6613" x="4368800" y="2019300"/>
          <p14:tracePt t="6691" x="4368800" y="2012950"/>
          <p14:tracePt t="6705" x="4375150" y="2012950"/>
          <p14:tracePt t="6712" x="4381500" y="2012950"/>
          <p14:tracePt t="6728" x="4387850" y="2012950"/>
          <p14:tracePt t="6743" x="4394200" y="2012950"/>
          <p14:tracePt t="6761" x="4400550" y="2006600"/>
          <p14:tracePt t="7155" x="4438650" y="2006600"/>
          <p14:tracePt t="7162" x="4476750" y="1993900"/>
          <p14:tracePt t="7177" x="4514850" y="1993900"/>
          <p14:tracePt t="7191" x="4622800" y="1981200"/>
          <p14:tracePt t="7207" x="4667250" y="1968500"/>
          <p14:tracePt t="7224" x="4705350" y="1968500"/>
          <p14:tracePt t="7240" x="4781550" y="1962150"/>
          <p14:tracePt t="7258" x="4864100" y="1962150"/>
          <p14:tracePt t="7276" x="4921250" y="1962150"/>
          <p14:tracePt t="7291" x="4946650" y="1962150"/>
          <p14:tracePt t="7307" x="4991100" y="1962150"/>
          <p14:tracePt t="7324" x="5022850" y="1968500"/>
          <p14:tracePt t="7340" x="5035550" y="1968500"/>
          <p14:tracePt t="7357" x="5048250" y="1968500"/>
          <p14:tracePt t="7681" x="5035550" y="1968500"/>
          <p14:tracePt t="7695" x="5022850" y="1968500"/>
          <p14:tracePt t="7702" x="5003800" y="1968500"/>
          <p14:tracePt t="7716" x="4991100" y="1962150"/>
          <p14:tracePt t="7725" x="4978400" y="1962150"/>
          <p14:tracePt t="7739" x="4972050" y="1962150"/>
          <p14:tracePt t="7756" x="4953000" y="1955800"/>
          <p14:tracePt t="7773" x="4946650" y="1955800"/>
          <p14:tracePt t="7807" x="4940300" y="1949450"/>
          <p14:tracePt t="7856" x="4940300" y="1943100"/>
          <p14:tracePt t="7863" x="4940300" y="1936750"/>
          <p14:tracePt t="7877" x="4940300" y="1930400"/>
          <p14:tracePt t="7892" x="4940300" y="1924050"/>
          <p14:tracePt t="7913" x="4946650" y="1917700"/>
          <p14:tracePt t="7926" x="4946650" y="1911350"/>
          <p14:tracePt t="7938" x="4946650" y="1905000"/>
          <p14:tracePt t="7955" x="4959350" y="1905000"/>
          <p14:tracePt t="7972" x="4959350" y="1898650"/>
          <p14:tracePt t="7989" x="4972050" y="1879600"/>
          <p14:tracePt t="8005" x="4978400" y="1860550"/>
          <p14:tracePt t="8021" x="4984750" y="1847850"/>
          <p14:tracePt t="8039" x="5003800" y="1822450"/>
          <p14:tracePt t="8055" x="5010150" y="1803400"/>
          <p14:tracePt t="8072" x="5016500" y="1803400"/>
          <p14:tracePt t="8088" x="5022850" y="1790700"/>
          <p14:tracePt t="8104" x="5016500" y="1784350"/>
          <p14:tracePt t="8121" x="5010150" y="1778000"/>
          <p14:tracePt t="8138" x="4991100" y="1765300"/>
          <p14:tracePt t="8154" x="4965700" y="1758950"/>
          <p14:tracePt t="8173" x="4857750" y="1727200"/>
          <p14:tracePt t="8188" x="4800600" y="1720850"/>
          <p14:tracePt t="8204" x="4749800" y="1708150"/>
          <p14:tracePt t="8221" x="4641850" y="1689100"/>
          <p14:tracePt t="8237" x="4572000" y="1689100"/>
          <p14:tracePt t="8254" x="4546600" y="1689100"/>
          <p14:tracePt t="8271" x="4502150" y="1689100"/>
          <p14:tracePt t="8287" x="4483100" y="1689100"/>
          <p14:tracePt t="8320" x="4476750" y="1689100"/>
          <p14:tracePt t="8347" x="4476750" y="1695450"/>
          <p14:tracePt t="8356" x="4476750" y="1701800"/>
          <p14:tracePt t="8370" x="4476750" y="1708150"/>
          <p14:tracePt t="8387" x="4476750" y="1720850"/>
          <p14:tracePt t="8404" x="4476750" y="1739900"/>
          <p14:tracePt t="8420" x="4476750" y="1746250"/>
          <p14:tracePt t="8437" x="4476750" y="1758950"/>
          <p14:tracePt t="8453" x="4476750" y="1778000"/>
          <p14:tracePt t="8470" x="4476750" y="1784350"/>
          <p14:tracePt t="8503" x="4476750" y="1790700"/>
          <p14:tracePt t="8537" x="4470400" y="1790700"/>
          <p14:tracePt t="8543" x="4470400" y="1797050"/>
          <p14:tracePt t="8564" x="4464050" y="1803400"/>
          <p14:tracePt t="8579" x="4451350" y="1803400"/>
          <p14:tracePt t="8587" x="4438650" y="1809750"/>
          <p14:tracePt t="8603" x="4425950" y="1816100"/>
          <p14:tracePt t="8620" x="4394200" y="1828800"/>
          <p14:tracePt t="8636" x="4349750" y="1854200"/>
          <p14:tracePt t="8653" x="4330700" y="1866900"/>
          <p14:tracePt t="8670" x="4292600" y="1879600"/>
          <p14:tracePt t="8686" x="4273550" y="1892300"/>
          <p14:tracePt t="8703" x="4273550" y="1898650"/>
          <p14:tracePt t="8719" x="4260850" y="1905000"/>
          <p14:tracePt t="8768" x="4267200" y="1905000"/>
          <p14:tracePt t="8789" x="4273550" y="1911350"/>
          <p14:tracePt t="8803" x="4279900" y="1911350"/>
          <p14:tracePt t="8817" x="4286250" y="1911350"/>
          <p14:tracePt t="8824" x="4292600" y="1911350"/>
          <p14:tracePt t="8845" x="4298950" y="1917700"/>
          <p14:tracePt t="8866" x="4305300" y="1917700"/>
          <p14:tracePt t="8873" x="4318000" y="1917700"/>
          <p14:tracePt t="8888" x="4330700" y="1917700"/>
          <p14:tracePt t="8902" x="4349750" y="1917700"/>
          <p14:tracePt t="8918" x="4394200" y="1917700"/>
          <p14:tracePt t="8936" x="4413250" y="1917700"/>
          <p14:tracePt t="8952" x="4451350" y="1917700"/>
          <p14:tracePt t="8968" x="4495800" y="1917700"/>
          <p14:tracePt t="8986" x="4540250" y="1917700"/>
          <p14:tracePt t="9003" x="4565650" y="1911350"/>
          <p14:tracePt t="9018" x="4610100" y="1911350"/>
          <p14:tracePt t="9035" x="4654550" y="1905000"/>
          <p14:tracePt t="9051" x="4667250" y="1905000"/>
          <p14:tracePt t="9068" x="4679950" y="1905000"/>
          <p14:tracePt t="9085" x="4724400" y="1892300"/>
          <p14:tracePt t="9101" x="4737100" y="1885950"/>
          <p14:tracePt t="9119" x="4768850" y="1885950"/>
          <p14:tracePt t="9135" x="4787900" y="1885950"/>
          <p14:tracePt t="9151" x="4813300" y="1879600"/>
          <p14:tracePt t="9168" x="4851400" y="1873250"/>
          <p14:tracePt t="9184" x="4870450" y="1873250"/>
          <p14:tracePt t="9201" x="4902200" y="1873250"/>
          <p14:tracePt t="9218" x="4933950" y="1866900"/>
          <p14:tracePt t="9234" x="4946650" y="1866900"/>
          <p14:tracePt t="9251" x="4965700" y="1854200"/>
          <p14:tracePt t="9267" x="4978400" y="1854200"/>
          <p14:tracePt t="9301" x="4984750" y="1854200"/>
          <p14:tracePt t="9448" x="4991100" y="1854200"/>
          <p14:tracePt t="9574" x="4991100" y="1847850"/>
          <p14:tracePt t="9707" x="4984750" y="1847850"/>
          <p14:tracePt t="9714" x="4978400" y="1847850"/>
          <p14:tracePt t="9728" x="4965700" y="1854200"/>
          <p14:tracePt t="9735" x="4959350" y="1854200"/>
          <p14:tracePt t="9751" x="4946650" y="1854200"/>
          <p14:tracePt t="9765" x="4933950" y="1854200"/>
          <p14:tracePt t="9782" x="4895850" y="1866900"/>
          <p14:tracePt t="9799" x="4838700" y="1873250"/>
          <p14:tracePt t="9815" x="4813300" y="1879600"/>
          <p14:tracePt t="9832" x="4756150" y="1885950"/>
          <p14:tracePt t="9848" x="4705350" y="1905000"/>
          <p14:tracePt t="9865" x="4679950" y="1905000"/>
          <p14:tracePt t="9882" x="4635500" y="1917700"/>
          <p14:tracePt t="9898" x="4591050" y="1917700"/>
          <p14:tracePt t="9915" x="4578350" y="1917700"/>
          <p14:tracePt t="9932" x="4552950" y="1917700"/>
          <p14:tracePt t="9948" x="4533900" y="1917700"/>
          <p14:tracePt t="9965" x="4521200" y="1917700"/>
          <p14:tracePt t="9982" x="4502150" y="1917700"/>
          <p14:tracePt t="9998" x="4483100" y="1917700"/>
          <p14:tracePt t="10015" x="4457700" y="1917700"/>
          <p14:tracePt t="10031" x="4451350" y="1917700"/>
          <p14:tracePt t="10048" x="4438650" y="1917700"/>
          <p14:tracePt t="10065" x="4425950" y="1924050"/>
          <p14:tracePt t="10081" x="4419600" y="1924050"/>
          <p14:tracePt t="10097" x="4413250" y="1924050"/>
          <p14:tracePt t="10114" x="4406900" y="1930400"/>
          <p14:tracePt t="10131" x="4400550" y="1930400"/>
          <p14:tracePt t="10147" x="4394200" y="1930400"/>
          <p14:tracePt t="10181" x="4387850" y="1930400"/>
          <p14:tracePt t="10226" x="4381500" y="1930400"/>
          <p14:tracePt t="10275" x="4375150" y="1930400"/>
          <p14:tracePt t="10346" x="4368800" y="1930400"/>
          <p14:tracePt t="10570" x="4343400" y="1930400"/>
          <p14:tracePt t="10576" x="4318000" y="1930400"/>
          <p14:tracePt t="10591" x="4267200" y="1930400"/>
          <p14:tracePt t="10599" x="4229100" y="1930400"/>
          <p14:tracePt t="10613" x="4184650" y="1930400"/>
          <p14:tracePt t="10629" x="4095750" y="1930400"/>
          <p14:tracePt t="10648" x="4038600" y="1924050"/>
          <p14:tracePt t="10662" x="4019550" y="1924050"/>
          <p14:tracePt t="10679" x="3994150" y="1924050"/>
          <p14:tracePt t="10696" x="3975100" y="1924050"/>
          <p14:tracePt t="10712" x="3968750" y="1924050"/>
          <p14:tracePt t="10729" x="3962400" y="1924050"/>
          <p14:tracePt t="10780" x="3968750" y="1924050"/>
          <p14:tracePt t="10787" x="3968750" y="1930400"/>
          <p14:tracePt t="10801" x="3975100" y="1930400"/>
          <p14:tracePt t="10822" x="3981450" y="1936750"/>
          <p14:tracePt t="10831" x="3994150" y="1936750"/>
          <p14:tracePt t="10845" x="4006850" y="1936750"/>
          <p14:tracePt t="10862" x="4032250" y="1936750"/>
          <p14:tracePt t="10879" x="4083050" y="1936750"/>
          <p14:tracePt t="10895" x="4121150" y="1930400"/>
          <p14:tracePt t="10912" x="4222750" y="1930400"/>
          <p14:tracePt t="10928" x="4362450" y="1930400"/>
          <p14:tracePt t="10945" x="4438650" y="1924050"/>
          <p14:tracePt t="10963" x="4572000" y="1924050"/>
          <p14:tracePt t="10978" x="4660900" y="1936750"/>
          <p14:tracePt t="10995" x="4705350" y="1943100"/>
          <p14:tracePt t="11012" x="4775200" y="1949450"/>
          <p14:tracePt t="11028" x="4806950" y="1955800"/>
          <p14:tracePt t="11045" x="4845050" y="1962150"/>
          <p14:tracePt t="11061" x="4889500" y="1962150"/>
          <p14:tracePt t="11077" x="4908550" y="1962150"/>
          <p14:tracePt t="11094" x="4946650" y="1955800"/>
          <p14:tracePt t="11111" x="4984750" y="1943100"/>
          <p14:tracePt t="11145" x="4997450" y="1936750"/>
          <p14:tracePt t="11161" x="5003800" y="1936750"/>
          <p14:tracePt t="11200" x="4997450" y="1936750"/>
          <p14:tracePt t="11210" x="4984750" y="1936750"/>
          <p14:tracePt t="11228" x="4965700" y="1936750"/>
          <p14:tracePt t="11244" x="4895850" y="1930400"/>
          <p14:tracePt t="11260" x="4794250" y="1924050"/>
          <p14:tracePt t="11277" x="4641850" y="1924050"/>
          <p14:tracePt t="11293" x="4565650" y="1924050"/>
          <p14:tracePt t="11310" x="4476750" y="1924050"/>
          <p14:tracePt t="11327" x="4254500" y="1924050"/>
          <p14:tracePt t="11343" x="4203700" y="1924050"/>
          <p14:tracePt t="11360" x="4178300" y="1924050"/>
          <p14:tracePt t="11377" x="4121150" y="1924050"/>
          <p14:tracePt t="11488" x="4127500" y="1924050"/>
          <p14:tracePt t="11502" x="4133850" y="1924050"/>
          <p14:tracePt t="11510" x="4140200" y="1924050"/>
          <p14:tracePt t="11529" x="4146550" y="1924050"/>
          <p14:tracePt t="11558" x="4152900" y="1924050"/>
          <p14:tracePt t="11705" x="4146550" y="1924050"/>
          <p14:tracePt t="11719" x="4140200" y="1930400"/>
          <p14:tracePt t="11740" x="4133850" y="1930400"/>
          <p14:tracePt t="11775" x="4127500" y="1930400"/>
          <p14:tracePt t="12092" x="4133850" y="1930400"/>
          <p14:tracePt t="12099" x="4165600" y="1930400"/>
          <p14:tracePt t="12113" x="4184650" y="1930400"/>
          <p14:tracePt t="12123" x="4222750" y="1924050"/>
          <p14:tracePt t="12142" x="4305300" y="1917700"/>
          <p14:tracePt t="12157" x="4343400" y="1917700"/>
          <p14:tracePt t="12174" x="4432300" y="1917700"/>
          <p14:tracePt t="12191" x="4502150" y="1917700"/>
          <p14:tracePt t="12207" x="4521200" y="1917700"/>
          <p14:tracePt t="12224" x="4546600" y="1917700"/>
          <p14:tracePt t="12240" x="4552950" y="1917700"/>
          <p14:tracePt t="12274" x="4559300" y="1917700"/>
          <p14:tracePt t="12583" x="4565650" y="1917700"/>
          <p14:tracePt t="12590" x="4584700" y="1917700"/>
          <p14:tracePt t="12604" x="4603750" y="1917700"/>
          <p14:tracePt t="12611" x="4622800" y="1917700"/>
          <p14:tracePt t="12626" x="4648200" y="1911350"/>
          <p14:tracePt t="12639" x="4692650" y="1911350"/>
          <p14:tracePt t="12655" x="4718050" y="1905000"/>
          <p14:tracePt t="12672" x="4737100" y="1905000"/>
          <p14:tracePt t="12689" x="4775200" y="1898650"/>
          <p14:tracePt t="12705" x="4819650" y="1892300"/>
          <p14:tracePt t="12722" x="4838700" y="1892300"/>
          <p14:tracePt t="12738" x="4870450" y="1892300"/>
          <p14:tracePt t="12755" x="4902200" y="1892300"/>
          <p14:tracePt t="12772" x="4914900" y="1892300"/>
          <p14:tracePt t="12788" x="4921250" y="1892300"/>
          <p14:tracePt t="12835" x="4927600" y="1892300"/>
          <p14:tracePt t="12870" x="4933950" y="1892300"/>
          <p14:tracePt t="12933" x="4940300" y="1892300"/>
          <p14:tracePt t="12961" x="4946650" y="1892300"/>
          <p14:tracePt t="12975" x="4953000" y="1892300"/>
          <p14:tracePt t="12982" x="4959350" y="1892300"/>
          <p14:tracePt t="12990" x="4965700" y="1892300"/>
          <p14:tracePt t="13005" x="4978400" y="1892300"/>
          <p14:tracePt t="13021" x="5003800" y="1892300"/>
          <p14:tracePt t="13038" x="5067300" y="1898650"/>
          <p14:tracePt t="13054" x="5168900" y="1911350"/>
          <p14:tracePt t="13071" x="5226050" y="1917700"/>
          <p14:tracePt t="13088" x="5314950" y="1924050"/>
          <p14:tracePt t="13104" x="5372100" y="1936750"/>
          <p14:tracePt t="13121" x="5397500" y="1943100"/>
          <p14:tracePt t="13137" x="5429250" y="1943100"/>
          <p14:tracePt t="13154" x="5448300" y="1943100"/>
          <p14:tracePt t="13187" x="5454650" y="1943100"/>
          <p14:tracePt t="13494" x="5454650" y="1949450"/>
          <p14:tracePt t="13530" x="5448300" y="1955800"/>
          <p14:tracePt t="15222" x="5403850" y="1949450"/>
          <p14:tracePt t="15235" x="5334000" y="1930400"/>
          <p14:tracePt t="15243" x="5270500" y="1911350"/>
          <p14:tracePt t="15257" x="5181600" y="1898650"/>
          <p14:tracePt t="15266" x="5086350" y="1892300"/>
          <p14:tracePt t="15280" x="4972050" y="1879600"/>
          <p14:tracePt t="15296" x="4883150" y="1860550"/>
          <p14:tracePt t="15313" x="4597400" y="1797050"/>
          <p14:tracePt t="15329" x="4521200" y="1778000"/>
          <p14:tracePt t="15346" x="4438650" y="1771650"/>
          <p14:tracePt t="15363" x="4324350" y="1771650"/>
          <p14:tracePt t="15379" x="4229100" y="1771650"/>
          <p14:tracePt t="15396" x="4203700" y="1784350"/>
          <p14:tracePt t="15413" x="4165600" y="1822450"/>
          <p14:tracePt t="15430" x="4152900" y="1847850"/>
          <p14:tracePt t="15446" x="4152900" y="1866900"/>
          <p14:tracePt t="15462" x="4152900" y="1873250"/>
          <p14:tracePt t="15479" x="4152900" y="1885950"/>
          <p14:tracePt t="16410" x="4133850" y="1885950"/>
          <p14:tracePt t="16417" x="4083050" y="1879600"/>
          <p14:tracePt t="16431" x="4044950" y="1879600"/>
          <p14:tracePt t="16442" x="3994150" y="1879600"/>
          <p14:tracePt t="16459" x="3911600" y="1885950"/>
          <p14:tracePt t="16476" x="3873500" y="1892300"/>
          <p14:tracePt t="16493" x="3810000" y="1911350"/>
          <p14:tracePt t="16509" x="3759200" y="1930400"/>
          <p14:tracePt t="16525" x="3740150" y="1943100"/>
          <p14:tracePt t="16542" x="3714750" y="1955800"/>
          <p14:tracePt t="16558" x="3702050" y="1962150"/>
          <p14:tracePt t="16858" x="3708400" y="1968500"/>
          <p14:tracePt t="16880" x="3727450" y="1968500"/>
          <p14:tracePt t="16887" x="3740150" y="1968500"/>
          <p14:tracePt t="16901" x="3771900" y="1968500"/>
          <p14:tracePt t="16910" x="3797300" y="1968500"/>
          <p14:tracePt t="16924" x="3829050" y="1968500"/>
          <p14:tracePt t="16941" x="3892550" y="1968500"/>
          <p14:tracePt t="16957" x="3962400" y="1955800"/>
          <p14:tracePt t="16974" x="3981450" y="1949450"/>
          <p14:tracePt t="16991" x="4000500" y="1949450"/>
          <p14:tracePt t="17007" x="4044950" y="1936750"/>
          <p14:tracePt t="17041" x="4057650" y="1930400"/>
          <p14:tracePt t="17118" x="4064000" y="1930400"/>
          <p14:tracePt t="17209" x="4051300" y="1930400"/>
          <p14:tracePt t="17216" x="4038600" y="1930400"/>
          <p14:tracePt t="17230" x="4013200" y="1917700"/>
          <p14:tracePt t="17239" x="3975100" y="1917700"/>
          <p14:tracePt t="17256" x="3905250" y="1917700"/>
          <p14:tracePt t="17273" x="3727450" y="1911350"/>
          <p14:tracePt t="17289" x="3511550" y="1911350"/>
          <p14:tracePt t="17306" x="3403600" y="1911350"/>
          <p14:tracePt t="17323" x="3175000" y="1917700"/>
          <p14:tracePt t="17339" x="3067050" y="1936750"/>
          <p14:tracePt t="17356" x="2901950" y="1968500"/>
          <p14:tracePt t="17373" x="2774950" y="2012950"/>
          <p14:tracePt t="17389" x="2724150" y="2032000"/>
          <p14:tracePt t="17406" x="2635250" y="2076450"/>
          <p14:tracePt t="17423" x="2559050" y="2114550"/>
          <p14:tracePt t="17439" x="2527300" y="2139950"/>
          <p14:tracePt t="17456" x="2438400" y="2203450"/>
          <p14:tracePt t="17472" x="2349500" y="2247900"/>
          <p14:tracePt t="17489" x="2305050" y="2266950"/>
          <p14:tracePt t="17505" x="2203450" y="2311400"/>
          <p14:tracePt t="17522" x="2114550" y="2362200"/>
          <p14:tracePt t="17539" x="2019300" y="2400300"/>
          <p14:tracePt t="17555" x="1974850" y="2425700"/>
          <p14:tracePt t="17572" x="1911350" y="2451100"/>
          <p14:tracePt t="17588" x="1892300" y="2470150"/>
          <p14:tracePt t="17622" x="1917700" y="2470150"/>
          <p14:tracePt t="18112" x="1917700" y="2457450"/>
          <p14:tracePt t="18118" x="1924050" y="2444750"/>
          <p14:tracePt t="18132" x="1924050" y="2432050"/>
          <p14:tracePt t="18139" x="1924050" y="2425700"/>
          <p14:tracePt t="18156" x="1930400" y="2425700"/>
          <p14:tracePt t="18169" x="1930400" y="2419350"/>
          <p14:tracePt t="18189" x="1930400" y="2413000"/>
          <p14:tracePt t="18462" x="1943100" y="2413000"/>
          <p14:tracePt t="18470" x="1968500" y="2393950"/>
          <p14:tracePt t="18483" x="2000250" y="2393950"/>
          <p14:tracePt t="18490" x="2038350" y="2381250"/>
          <p14:tracePt t="18505" x="2082800" y="2362200"/>
          <p14:tracePt t="18519" x="2178050" y="2336800"/>
          <p14:tracePt t="18535" x="2222500" y="2317750"/>
          <p14:tracePt t="18552" x="2254250" y="2305050"/>
          <p14:tracePt t="18568" x="2311400" y="2292350"/>
          <p14:tracePt t="18585" x="2355850" y="2273300"/>
          <p14:tracePt t="18602" x="2393950" y="2266950"/>
          <p14:tracePt t="18618" x="2406650" y="2266950"/>
          <p14:tracePt t="18635" x="2425700" y="2266950"/>
          <p14:tracePt t="18652" x="2438400" y="2266950"/>
          <p14:tracePt t="18668" x="2444750" y="2266950"/>
          <p14:tracePt t="18721" x="2451100" y="2266950"/>
          <p14:tracePt t="18799" x="2457450" y="2266950"/>
          <p14:tracePt t="18820" x="2457450" y="2273300"/>
          <p14:tracePt t="18827" x="2463800" y="2273300"/>
          <p14:tracePt t="19142" x="2489200" y="2273300"/>
          <p14:tracePt t="19150" x="2527300" y="2273300"/>
          <p14:tracePt t="19163" x="2565400" y="2279650"/>
          <p14:tracePt t="19170" x="2622550" y="2292350"/>
          <p14:tracePt t="19186" x="2660650" y="2298700"/>
          <p14:tracePt t="19199" x="2705100" y="2317750"/>
          <p14:tracePt t="19216" x="2774950" y="2324100"/>
          <p14:tracePt t="19234" x="2844800" y="2330450"/>
          <p14:tracePt t="19249" x="2882900" y="2330450"/>
          <p14:tracePt t="19267" x="2940050" y="2336800"/>
          <p14:tracePt t="19283" x="2971800" y="2336800"/>
          <p14:tracePt t="19299" x="2978150" y="2336800"/>
          <p14:tracePt t="19316" x="2990850" y="2336800"/>
          <p14:tracePt t="19333" x="2997200" y="2336800"/>
          <p14:tracePt t="20187" x="3009900" y="2336800"/>
          <p14:tracePt t="20194" x="3035300" y="2324100"/>
          <p14:tracePt t="20201" x="3054350" y="2317750"/>
          <p14:tracePt t="20216" x="3073400" y="2311400"/>
          <p14:tracePt t="20229" x="3092450" y="2311400"/>
          <p14:tracePt t="20246" x="3143250" y="2298700"/>
          <p14:tracePt t="20263" x="3175000" y="2292350"/>
          <p14:tracePt t="20279" x="3257550" y="2273300"/>
          <p14:tracePt t="20296" x="3371850" y="2266950"/>
          <p14:tracePt t="20312" x="3441700" y="2266950"/>
          <p14:tracePt t="20329" x="3581400" y="2266950"/>
          <p14:tracePt t="20345" x="3670300" y="2266950"/>
          <p14:tracePt t="20363" x="3740150" y="2247900"/>
          <p14:tracePt t="20378" x="3771900" y="2247900"/>
          <p14:tracePt t="20395" x="3810000" y="2247900"/>
          <p14:tracePt t="20412" x="3892550" y="2247900"/>
          <p14:tracePt t="20428" x="3930650" y="2247900"/>
          <p14:tracePt t="20445" x="3962400" y="2247900"/>
          <p14:tracePt t="20462" x="4006850" y="2241550"/>
          <p14:tracePt t="20478" x="4038600" y="2241550"/>
          <p14:tracePt t="20495" x="4083050" y="2241550"/>
          <p14:tracePt t="20512" x="4108450" y="2241550"/>
          <p14:tracePt t="20529" x="4159250" y="2254250"/>
          <p14:tracePt t="20545" x="4210050" y="2266950"/>
          <p14:tracePt t="20562" x="4241800" y="2273300"/>
          <p14:tracePt t="20578" x="4279900" y="2279650"/>
          <p14:tracePt t="20595" x="4311650" y="2279650"/>
          <p14:tracePt t="20611" x="4337050" y="2286000"/>
          <p14:tracePt t="20628" x="4343400" y="2286000"/>
          <p14:tracePt t="20644" x="4349750" y="2286000"/>
          <p14:tracePt t="20762" x="4356100" y="2286000"/>
          <p14:tracePt t="20804" x="4362450" y="2286000"/>
          <p14:tracePt t="20818" x="4368800" y="2286000"/>
          <p14:tracePt t="20825" x="4381500" y="2286000"/>
          <p14:tracePt t="20832" x="4394200" y="2286000"/>
          <p14:tracePt t="20847" x="4413250" y="2286000"/>
          <p14:tracePt t="20860" x="4438650" y="2286000"/>
          <p14:tracePt t="20877" x="4533900" y="2273300"/>
          <p14:tracePt t="20894" x="4610100" y="2266950"/>
          <p14:tracePt t="20910" x="4749800" y="2254250"/>
          <p14:tracePt t="20927" x="4883150" y="2247900"/>
          <p14:tracePt t="20944" x="4972050" y="2241550"/>
          <p14:tracePt t="20960" x="5003800" y="2241550"/>
          <p14:tracePt t="20976" x="5041900" y="2241550"/>
          <p14:tracePt t="20994" x="5054600" y="2235200"/>
          <p14:tracePt t="20997" x="5060950" y="2235200"/>
          <p14:tracePt t="21010" x="5067300" y="2228850"/>
          <p14:tracePt t="21026" x="5073650" y="2228850"/>
          <p14:tracePt t="21045" x="5080000" y="2228850"/>
          <p14:tracePt t="21078" x="5086350" y="2222500"/>
          <p14:tracePt t="21112" x="5086350" y="2216150"/>
          <p14:tracePt t="21155" x="5092700" y="2216150"/>
          <p14:tracePt t="21168" x="5105400" y="2216150"/>
          <p14:tracePt t="21178" x="5111750" y="2216150"/>
          <p14:tracePt t="21193" x="5124450" y="2216150"/>
          <p14:tracePt t="21209" x="5168900" y="2216150"/>
          <p14:tracePt t="21226" x="5238750" y="2222500"/>
          <p14:tracePt t="21243" x="5270500" y="2228850"/>
          <p14:tracePt t="21260" x="5346700" y="2228850"/>
          <p14:tracePt t="21276" x="5429250" y="2228850"/>
          <p14:tracePt t="21292" x="5467350" y="2228850"/>
          <p14:tracePt t="21309" x="5499100" y="2222500"/>
          <p14:tracePt t="21325" x="5613400" y="2222500"/>
          <p14:tracePt t="21342" x="5645150" y="2222500"/>
          <p14:tracePt t="21359" x="5715000" y="2235200"/>
          <p14:tracePt t="21375" x="5772150" y="2254250"/>
          <p14:tracePt t="21392" x="5803900" y="2260600"/>
          <p14:tracePt t="21408" x="5854700" y="2273300"/>
          <p14:tracePt t="21425" x="5873750" y="2279650"/>
          <p14:tracePt t="21443" x="5911850" y="2286000"/>
          <p14:tracePt t="21458" x="5924550" y="2286000"/>
          <p14:tracePt t="21475" x="5930900" y="2286000"/>
          <p14:tracePt t="21492" x="5937250" y="2286000"/>
          <p14:tracePt t="21569" x="5937250" y="2292350"/>
          <p14:tracePt t="21652" x="5937250" y="2298700"/>
          <p14:tracePt t="23342" x="5899150" y="2286000"/>
          <p14:tracePt t="23349" x="5854700" y="2247900"/>
          <p14:tracePt t="23356" x="5797550" y="2216150"/>
          <p14:tracePt t="23371" x="5727700" y="2190750"/>
          <p14:tracePt t="23385" x="5670550" y="2159000"/>
          <p14:tracePt t="23402" x="5562600" y="2114550"/>
          <p14:tracePt t="23419" x="5505450" y="2089150"/>
          <p14:tracePt t="23434" x="5429250" y="2025650"/>
          <p14:tracePt t="23451" x="5372100" y="1993900"/>
          <p14:tracePt t="23469" x="5353050" y="1981200"/>
          <p14:tracePt t="23501" x="5346700" y="1981200"/>
          <p14:tracePt t="23532" x="5340350" y="1981200"/>
          <p14:tracePt t="23672" x="5340350" y="1974850"/>
          <p14:tracePt t="23692" x="5340350" y="1968500"/>
          <p14:tracePt t="23700" x="5334000" y="1962150"/>
          <p14:tracePt t="23707" x="5334000" y="1955800"/>
          <p14:tracePt t="23721" x="5334000" y="1949450"/>
          <p14:tracePt t="23733" x="5327650" y="1949450"/>
          <p14:tracePt t="23750" x="5321300" y="1943100"/>
          <p14:tracePt t="23784" x="5321300" y="1936750"/>
          <p14:tracePt t="23812" x="5314950" y="1936750"/>
          <p14:tracePt t="23820" x="5314950" y="1930400"/>
          <p14:tracePt t="23839" x="5314950" y="1924050"/>
          <p14:tracePt t="23868" x="5314950" y="1917700"/>
          <p14:tracePt t="23889" x="5314950" y="1911350"/>
          <p14:tracePt t="23903" x="5308600" y="1911350"/>
          <p14:tracePt t="23918" x="5302250" y="1911350"/>
          <p14:tracePt t="23931" x="5295900" y="1911350"/>
          <p14:tracePt t="23937" x="5289550" y="1911350"/>
          <p14:tracePt t="23953" x="5283200" y="1905000"/>
          <p14:tracePt t="23973" x="5276850" y="1905000"/>
          <p14:tracePt t="23983" x="5270500" y="1905000"/>
          <p14:tracePt t="24002" x="5264150" y="1905000"/>
          <p14:tracePt t="24016" x="5257800" y="1905000"/>
          <p14:tracePt t="24552" x="5251450" y="1905000"/>
          <p14:tracePt t="24559" x="5245100" y="1905000"/>
          <p14:tracePt t="24580" x="5238750" y="1898650"/>
          <p14:tracePt t="24587" x="5232400" y="1898650"/>
          <p14:tracePt t="24608" x="5226050" y="1898650"/>
          <p14:tracePt t="24664" x="5213350" y="1898650"/>
          <p14:tracePt t="24671" x="5207000" y="1898650"/>
          <p14:tracePt t="24680" x="5194300" y="1898650"/>
          <p14:tracePt t="24700" x="5181600" y="1898650"/>
          <p14:tracePt t="24715" x="5168900" y="1898650"/>
          <p14:tracePt t="24730" x="5149850" y="1898650"/>
          <p14:tracePt t="24747" x="5086350" y="1911350"/>
          <p14:tracePt t="24763" x="5003800" y="1943100"/>
          <p14:tracePt t="24780" x="4959350" y="1955800"/>
          <p14:tracePt t="24797" x="4864100" y="1987550"/>
          <p14:tracePt t="24814" x="4762500" y="2044700"/>
          <p14:tracePt t="24830" x="4718050" y="2063750"/>
          <p14:tracePt t="24847" x="4641850" y="2114550"/>
          <p14:tracePt t="24863" x="4584700" y="2159000"/>
          <p14:tracePt t="24880" x="4572000" y="2184400"/>
          <p14:tracePt t="24897" x="4552950" y="2216150"/>
          <p14:tracePt t="24913" x="4540250" y="2235200"/>
          <p14:tracePt t="24931" x="4527550" y="2260600"/>
          <p14:tracePt t="24946" x="4514850" y="2273300"/>
          <p14:tracePt t="24963" x="4495800" y="2298700"/>
          <p14:tracePt t="24981" x="4457700" y="2330450"/>
          <p14:tracePt t="24996" x="4445000" y="2336800"/>
          <p14:tracePt t="25013" x="4432300" y="2343150"/>
          <p14:tracePt t="25029" x="4419600" y="2349500"/>
          <p14:tracePt t="25046" x="4413250" y="2349500"/>
          <p14:tracePt t="25062" x="4406900" y="2355850"/>
          <p14:tracePt t="25099" x="4400550" y="2355850"/>
          <p14:tracePt t="25162" x="4394200" y="2355850"/>
          <p14:tracePt t="25169" x="4387850" y="2355850"/>
          <p14:tracePt t="25239" x="4381500" y="2355850"/>
          <p14:tracePt t="25302" x="4375150" y="2355850"/>
          <p14:tracePt t="25309" x="4368800" y="2355850"/>
          <p14:tracePt t="25323" x="4362450" y="2355850"/>
          <p14:tracePt t="25345" x="4356100" y="2355850"/>
          <p14:tracePt t="25351" x="4349750" y="2355850"/>
          <p14:tracePt t="25365" x="4343400" y="2355850"/>
          <p14:tracePt t="25381" x="4337050" y="2355850"/>
          <p14:tracePt t="25395" x="4324350" y="2355850"/>
          <p14:tracePt t="25411" x="4305300" y="2355850"/>
          <p14:tracePt t="25429" x="4241800" y="2355850"/>
          <p14:tracePt t="25444" x="4165600" y="2355850"/>
          <p14:tracePt t="25461" x="4102100" y="2368550"/>
          <p14:tracePt t="25478" x="3975100" y="2368550"/>
          <p14:tracePt t="25494" x="3841750" y="2374900"/>
          <p14:tracePt t="25511" x="3803650" y="2374900"/>
          <p14:tracePt t="25528" x="3727450" y="2374900"/>
          <p14:tracePt t="25544" x="3676650" y="2381250"/>
          <p14:tracePt t="25561" x="3657600" y="2381250"/>
          <p14:tracePt t="25577" x="3625850" y="2393950"/>
          <p14:tracePt t="25594" x="3606800" y="2400300"/>
          <p14:tracePt t="25611" x="3600450" y="2406650"/>
          <p14:tracePt t="25643" x="3594100" y="2406650"/>
          <p14:tracePt t="25681" x="3587750" y="2413000"/>
          <p14:tracePt t="25744" x="3594100" y="2413000"/>
          <p14:tracePt t="25751" x="3600450" y="2413000"/>
          <p14:tracePt t="25765" x="3606800" y="2413000"/>
          <p14:tracePt t="25777" x="3613150" y="2413000"/>
          <p14:tracePt t="25794" x="3657600" y="2406650"/>
          <p14:tracePt t="25810" x="3683000" y="2406650"/>
          <p14:tracePt t="25827" x="3771900" y="2400300"/>
          <p14:tracePt t="25843" x="3892550" y="2400300"/>
          <p14:tracePt t="25860" x="3956050" y="2400300"/>
          <p14:tracePt t="25877" x="4095750" y="2400300"/>
          <p14:tracePt t="25893" x="4222750" y="2400300"/>
          <p14:tracePt t="25909" x="4286250" y="2400300"/>
          <p14:tracePt t="25927" x="4349750" y="2400300"/>
          <p14:tracePt t="25943" x="4521200" y="2400300"/>
          <p14:tracePt t="25960" x="4559300" y="2400300"/>
          <p14:tracePt t="25976" x="4610100" y="2400300"/>
          <p14:tracePt t="25993" x="4622800" y="2400300"/>
          <p14:tracePt t="26009" x="4635500" y="2400300"/>
          <p14:tracePt t="26042" x="4641850" y="2400300"/>
          <p14:tracePt t="26067" x="4648200" y="2400300"/>
          <p14:tracePt t="26123" x="4654550" y="2400300"/>
          <p14:tracePt t="26943" x="4660900" y="2400300"/>
          <p14:tracePt t="26957" x="4667250" y="2400300"/>
          <p14:tracePt t="26978" x="4673600" y="2400300"/>
          <p14:tracePt t="26992" x="4679950" y="2393950"/>
          <p14:tracePt t="27007" x="4686300" y="2393950"/>
          <p14:tracePt t="27012" x="4705350" y="2387600"/>
          <p14:tracePt t="27026" x="4724400" y="2381250"/>
          <p14:tracePt t="27039" x="4749800" y="2374900"/>
          <p14:tracePt t="27056" x="4819650" y="2349500"/>
          <p14:tracePt t="27072" x="4864100" y="2336800"/>
          <p14:tracePt t="27089" x="4933950" y="2324100"/>
          <p14:tracePt t="27106" x="5003800" y="2305050"/>
          <p14:tracePt t="27122" x="5029200" y="2305050"/>
          <p14:tracePt t="27139" x="5080000" y="2298700"/>
          <p14:tracePt t="27155" x="5124450" y="2298700"/>
          <p14:tracePt t="27172" x="5143500" y="2298700"/>
          <p14:tracePt t="27189" x="5181600" y="2298700"/>
          <p14:tracePt t="27205" x="5207000" y="2305050"/>
          <p14:tracePt t="27222" x="5226050" y="2305050"/>
          <p14:tracePt t="27238" x="5251450" y="2305050"/>
          <p14:tracePt t="27255" x="5257800" y="2305050"/>
          <p14:tracePt t="27272" x="5270500" y="2305050"/>
          <p14:tracePt t="27288" x="5276850" y="2305050"/>
          <p14:tracePt t="27305" x="5283200" y="2305050"/>
          <p14:tracePt t="27322" x="5289550" y="2305050"/>
          <p14:tracePt t="27707" x="5295900" y="2305050"/>
          <p14:tracePt t="27714" x="5302250" y="2305050"/>
          <p14:tracePt t="27729" x="5308600" y="2305050"/>
          <p14:tracePt t="27736" x="5321300" y="2305050"/>
          <p14:tracePt t="27753" x="5327650" y="2298700"/>
          <p14:tracePt t="27770" x="5359400" y="2292350"/>
          <p14:tracePt t="27786" x="5410200" y="2286000"/>
          <p14:tracePt t="27803" x="5435600" y="2273300"/>
          <p14:tracePt t="27820" x="5505450" y="2266950"/>
          <p14:tracePt t="27836" x="5588000" y="2254250"/>
          <p14:tracePt t="27853" x="5638800" y="2254250"/>
          <p14:tracePt t="27870" x="5765800" y="2254250"/>
          <p14:tracePt t="27886" x="5829300" y="2254250"/>
          <p14:tracePt t="27903" x="6038850" y="2241550"/>
          <p14:tracePt t="27919" x="6089650" y="2241550"/>
          <p14:tracePt t="27936" x="6140450" y="2241550"/>
          <p14:tracePt t="27953" x="6191250" y="2235200"/>
          <p14:tracePt t="27969" x="6210300" y="2228850"/>
          <p14:tracePt t="27986" x="6216650" y="2228850"/>
          <p14:tracePt t="28037" x="6210300" y="2228850"/>
          <p14:tracePt t="28044" x="6203950" y="2228850"/>
          <p14:tracePt t="28057" x="6191250" y="2235200"/>
          <p14:tracePt t="28069" x="6165850" y="2235200"/>
          <p14:tracePt t="28086" x="6140450" y="2241550"/>
          <p14:tracePt t="28102" x="6064250" y="2241550"/>
          <p14:tracePt t="28119" x="5937250" y="2241550"/>
          <p14:tracePt t="28136" x="5822950" y="2241550"/>
          <p14:tracePt t="28152" x="5753100" y="2241550"/>
          <p14:tracePt t="28169" x="5689600" y="2241550"/>
          <p14:tracePt t="28185" x="5499100" y="2241550"/>
          <p14:tracePt t="28202" x="5441950" y="2254250"/>
          <p14:tracePt t="28219" x="5378450" y="2260600"/>
          <p14:tracePt t="28235" x="5365750" y="2260600"/>
          <p14:tracePt t="28252" x="5353050" y="2260600"/>
          <p14:tracePt t="28269" x="5346700" y="2260600"/>
          <p14:tracePt t="28380" x="5353050" y="2260600"/>
          <p14:tracePt t="28387" x="5359400" y="2260600"/>
          <p14:tracePt t="28401" x="5372100" y="2260600"/>
          <p14:tracePt t="28418" x="5403850" y="2260600"/>
          <p14:tracePt t="28434" x="5422900" y="2260600"/>
          <p14:tracePt t="28451" x="5524500" y="2260600"/>
          <p14:tracePt t="28468" x="5676900" y="2260600"/>
          <p14:tracePt t="28484" x="5740400" y="2260600"/>
          <p14:tracePt t="28501" x="5854700" y="2260600"/>
          <p14:tracePt t="28517" x="5892800" y="2260600"/>
          <p14:tracePt t="28534" x="5956300" y="2260600"/>
          <p14:tracePt t="28550" x="5969000" y="2260600"/>
          <p14:tracePt t="28584" x="5975350" y="2260600"/>
          <p14:tracePt t="28600" x="5969000" y="2260600"/>
          <p14:tracePt t="28617" x="5956300" y="2260600"/>
          <p14:tracePt t="28634" x="5905500" y="2260600"/>
          <p14:tracePt t="28650" x="5829300" y="2254250"/>
          <p14:tracePt t="28667" x="5715000" y="2254250"/>
          <p14:tracePt t="28683" x="5645150" y="2260600"/>
          <p14:tracePt t="28701" x="5518150" y="2266950"/>
          <p14:tracePt t="28717" x="5416550" y="2279650"/>
          <p14:tracePt t="28734" x="5384800" y="2286000"/>
          <p14:tracePt t="28750" x="5353050" y="2286000"/>
          <p14:tracePt t="28767" x="5340350" y="2286000"/>
          <p14:tracePt t="28871" x="5346700" y="2286000"/>
          <p14:tracePt t="28878" x="5353050" y="2286000"/>
          <p14:tracePt t="28886" x="5372100" y="2279650"/>
          <p14:tracePt t="28902" x="5391150" y="2279650"/>
          <p14:tracePt t="28916" x="5410200" y="2273300"/>
          <p14:tracePt t="28933" x="5480050" y="2260600"/>
          <p14:tracePt t="28949" x="5568950" y="2254250"/>
          <p14:tracePt t="28965" x="5600700" y="2247900"/>
          <p14:tracePt t="28983" x="5651500" y="2235200"/>
          <p14:tracePt t="28998" x="5676900" y="2235200"/>
          <p14:tracePt t="29015" x="5689600" y="2235200"/>
          <p14:tracePt t="29033" x="5695950" y="2228850"/>
          <p14:tracePt t="29095" x="5683250" y="2228850"/>
          <p14:tracePt t="29109" x="5676900" y="2228850"/>
          <p14:tracePt t="29118" x="5657850" y="2228850"/>
          <p14:tracePt t="29132" x="5645150" y="2228850"/>
          <p14:tracePt t="29149" x="5619750" y="2228850"/>
          <p14:tracePt t="29166" x="5467350" y="2228850"/>
          <p14:tracePt t="29182" x="5410200" y="2228850"/>
          <p14:tracePt t="29198" x="5346700" y="2228850"/>
          <p14:tracePt t="29215" x="5270500" y="2228850"/>
          <p14:tracePt t="29231" x="5219700" y="2228850"/>
          <p14:tracePt t="29248" x="5200650" y="2228850"/>
          <p14:tracePt t="29265" x="5187950" y="2228850"/>
          <p14:tracePt t="29301" x="5200650" y="2228850"/>
          <p14:tracePt t="29314" x="5213350" y="2228850"/>
          <p14:tracePt t="29331" x="5257800" y="2228850"/>
          <p14:tracePt t="29349" x="5327650" y="2222500"/>
          <p14:tracePt t="29364" x="5384800" y="2209800"/>
          <p14:tracePt t="29381" x="5499100" y="2203450"/>
          <p14:tracePt t="29397" x="5568950" y="2203450"/>
          <p14:tracePt t="29414" x="5594350" y="2203450"/>
          <p14:tracePt t="29430" x="5613400" y="2203450"/>
          <p14:tracePt t="29447" x="5645150" y="2203450"/>
          <p14:tracePt t="29464" x="5651500" y="2203450"/>
          <p14:tracePt t="29537" x="5651500" y="2209800"/>
          <p14:tracePt t="29558" x="5638800" y="2216150"/>
          <p14:tracePt t="29572" x="5632450" y="2216150"/>
          <p14:tracePt t="29579" x="5626100" y="2216150"/>
          <p14:tracePt t="29586" x="5600700" y="2216150"/>
          <p14:tracePt t="29600" x="5581650" y="2216150"/>
          <p14:tracePt t="29615" x="5556250" y="2228850"/>
          <p14:tracePt t="29630" x="5480050" y="2241550"/>
          <p14:tracePt t="29647" x="5441950" y="2241550"/>
          <p14:tracePt t="29664" x="5372100" y="2260600"/>
          <p14:tracePt t="29680" x="5340350" y="2260600"/>
          <p14:tracePt t="29697" x="5321300" y="2266950"/>
          <p14:tracePt t="29713" x="5308600" y="2266950"/>
          <p14:tracePt t="29730" x="5302250" y="2266950"/>
          <p14:tracePt t="29748" x="5302250" y="2273300"/>
          <p14:tracePt t="29762" x="5314950" y="2273300"/>
          <p14:tracePt t="29780" x="5334000" y="2273300"/>
          <p14:tracePt t="29797" x="5486400" y="2279650"/>
          <p14:tracePt t="29813" x="5575300" y="2279650"/>
          <p14:tracePt t="29829" x="5664200" y="2279650"/>
          <p14:tracePt t="29846" x="5822950" y="2292350"/>
          <p14:tracePt t="29863" x="5911850" y="2298700"/>
          <p14:tracePt t="29879" x="5937250" y="2298700"/>
          <p14:tracePt t="29895" x="5962650" y="2305050"/>
          <p14:tracePt t="29937" x="5956300" y="2305050"/>
          <p14:tracePt t="29951" x="5924550" y="2305050"/>
          <p14:tracePt t="29962" x="5899150" y="2305050"/>
          <p14:tracePt t="29979" x="5816600" y="2292350"/>
          <p14:tracePt t="29995" x="5765800" y="2292350"/>
          <p14:tracePt t="30012" x="5676900" y="2292350"/>
          <p14:tracePt t="30029" x="5581650" y="2298700"/>
          <p14:tracePt t="30045" x="5549900" y="2298700"/>
          <p14:tracePt t="30063" x="5524500" y="2305050"/>
          <p14:tracePt t="30079" x="5435600" y="2305050"/>
          <p14:tracePt t="30095" x="5422900" y="2305050"/>
          <p14:tracePt t="30113" x="5397500" y="2305050"/>
          <p14:tracePt t="30128" x="5391150" y="2305050"/>
          <p14:tracePt t="30245" x="5384800" y="2305050"/>
          <p14:tracePt t="30309" x="5378450" y="2305050"/>
          <p14:tracePt t="30386" x="5384800" y="2305050"/>
          <p14:tracePt t="30400" x="5391150" y="2305050"/>
          <p14:tracePt t="30407" x="5397500" y="2305050"/>
          <p14:tracePt t="30673" x="5353050" y="2286000"/>
          <p14:tracePt t="30680" x="5257800" y="2260600"/>
          <p14:tracePt t="30695" x="5156200" y="2235200"/>
          <p14:tracePt t="30709" x="4914900" y="2197100"/>
          <p14:tracePt t="30726" x="4781550" y="2165350"/>
          <p14:tracePt t="30744" x="4483100" y="2127250"/>
          <p14:tracePt t="30759" x="4318000" y="2120900"/>
          <p14:tracePt t="30776" x="3981450" y="2120900"/>
          <p14:tracePt t="30793" x="3632200" y="2108200"/>
          <p14:tracePt t="30809" x="3473450" y="2108200"/>
          <p14:tracePt t="30826" x="3117850" y="2133600"/>
          <p14:tracePt t="30843" x="2851150" y="2159000"/>
          <p14:tracePt t="30859" x="2724150" y="2190750"/>
          <p14:tracePt t="30877" x="2552700" y="2216150"/>
          <p14:tracePt t="30893" x="2393950" y="2279650"/>
          <p14:tracePt t="30909" x="2336800" y="2298700"/>
          <p14:tracePt t="30926" x="2235200" y="2374900"/>
          <p14:tracePt t="30942" x="2146300" y="2476500"/>
          <p14:tracePt t="30959" x="2120900" y="2520950"/>
          <p14:tracePt t="30975" x="2108200" y="2616200"/>
          <p14:tracePt t="30992" x="2108200" y="2717800"/>
          <p14:tracePt t="31009" x="2127250" y="2825750"/>
          <p14:tracePt t="31025" x="2152650" y="2870200"/>
          <p14:tracePt t="31042" x="2197100" y="2921000"/>
          <p14:tracePt t="31059" x="2254250" y="2933700"/>
          <p14:tracePt t="31075" x="2317750" y="294640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dirty="0" smtClean="0"/>
              <a:t>Functions as passed-around objects</a:t>
            </a:r>
            <a:endParaRPr 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unctions can be passed around and used as arguments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(string, </a:t>
            </a:r>
            <a:r>
              <a:rPr kumimoji="0" lang="en-US" altLang="en-US" sz="2800" b="0" i="0" u="none" strike="noStrike" cap="none" spc="-30" normalizeH="0" baseline="0" dirty="0" err="1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(name):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("Bob")</a:t>
            </a: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#passing a fu</a:t>
            </a:r>
            <a:r>
              <a:rPr lang="en-US" altLang="en-US" sz="2400" spc="-7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ction argument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'Hi Bob' </a:t>
            </a:r>
            <a:r>
              <a:rPr lang="en-US" altLang="en-US" sz="2400" dirty="0" smtClean="0">
                <a:solidFill>
                  <a:srgbClr val="E0606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 How did it know to greet “Bob”?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 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("Alice")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#a</a:t>
            </a:r>
            <a:r>
              <a:rPr lang="en-US" altLang="en-US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7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rmal</a:t>
            </a:r>
            <a:r>
              <a:rPr lang="en-US" altLang="en-US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call</a:t>
            </a:r>
            <a:r>
              <a:rPr lang="en-US" altLang="en-US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</a:t>
            </a:r>
            <a:r>
              <a:rPr lang="en-US" altLang="en-US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n-US" altLang="en-US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7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rmal</a:t>
            </a:r>
            <a:r>
              <a:rPr lang="en-US" altLang="en-US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fu</a:t>
            </a:r>
            <a:r>
              <a:rPr lang="en-US" altLang="en-US" sz="2400" spc="-7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cti</a:t>
            </a:r>
            <a:r>
              <a:rPr lang="en-US" altLang="en-US" sz="2400" spc="-7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'Hi Alice'</a:t>
            </a: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say_bye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r>
              <a:rPr lang="en-US" altLang="en-US" sz="8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#Let</a:t>
            </a:r>
            <a:r>
              <a:rPr lang="en-US" altLang="en-US" sz="24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’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 make different function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"See you later, "+name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57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say_bye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r>
              <a:rPr lang="en-US" altLang="en-US" sz="16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#And pass in that new one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'See you later, Bob'</a:t>
            </a: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r>
              <a:rPr lang="en-US" altLang="en-US" sz="16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#How about a built-in function?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Bob</a:t>
            </a:r>
            <a:r>
              <a:rPr lang="en-US" altLang="en-US" sz="2400" dirty="0" smtClean="0">
                <a:solidFill>
                  <a:srgbClr val="E0606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 </a:t>
            </a:r>
            <a:r>
              <a:rPr lang="en-US" altLang="en-US" sz="2400" dirty="0" smtClean="0">
                <a:solidFill>
                  <a:srgbClr val="E0606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 You executed “print('Bob')”</a:t>
            </a: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float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err="1" smtClean="0">
                <a:solidFill>
                  <a:srgbClr val="E06060"/>
                </a:solidFill>
                <a:latin typeface="+mn-lt"/>
              </a:rPr>
              <a:t>Traceback</a:t>
            </a:r>
            <a:r>
              <a:rPr lang="en-US" altLang="en-US" sz="2400" dirty="0" smtClean="0">
                <a:solidFill>
                  <a:srgbClr val="E06060"/>
                </a:solidFill>
                <a:latin typeface="+mn-lt"/>
              </a:rPr>
              <a:t> (most recent call last):  …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err="1" smtClean="0">
                <a:solidFill>
                  <a:srgbClr val="E0606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2400" dirty="0" smtClean="0">
                <a:solidFill>
                  <a:srgbClr val="E06060"/>
                </a:solidFill>
                <a:cs typeface="Arial" panose="020B0604020202020204" pitchFamily="34" charset="0"/>
              </a:rPr>
              <a:t>: </a:t>
            </a:r>
            <a:r>
              <a:rPr lang="en-US" altLang="en-US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could not </a:t>
            </a:r>
            <a:r>
              <a:rPr lang="en-US" altLang="en-US" sz="2400" b="1" dirty="0" smtClean="0">
                <a:solidFill>
                  <a:srgbClr val="FF0000"/>
                </a:solidFill>
                <a:cs typeface="Arial" panose="020B0604020202020204" pitchFamily="34" charset="0"/>
              </a:rPr>
              <a:t>convert string to float</a:t>
            </a:r>
            <a:r>
              <a:rPr lang="en-US" altLang="en-US" sz="2400" dirty="0" smtClean="0">
                <a:solidFill>
                  <a:srgbClr val="FF0000"/>
                </a:solidFill>
                <a:cs typeface="Arial" panose="020B0604020202020204" pitchFamily="34" charset="0"/>
              </a:rPr>
              <a:t>: 'Bob'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rgbClr val="E06060"/>
              </a:solidFill>
              <a:latin typeface="Lucida Console" panose="020B0609040504020204" pitchFamily="49" charset="0"/>
              <a:sym typeface="Wingdings 3" panose="05040102010807070707" pitchFamily="18" charset="2"/>
            </a:endParaRPr>
          </a:p>
          <a:p>
            <a:pPr lvl="0">
              <a:lnSpc>
                <a:spcPct val="86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&gt;&gt;&gt;</a:t>
            </a:r>
            <a:endParaRPr lang="en-US" altLang="en-US" sz="2400" spc="-40" dirty="0" smtClean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88000"/>
              </a:lnSpc>
            </a:pP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57000"/>
              </a:lnSpc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rgbClr val="BFBFBF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8183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0562"/>
    </mc:Choice>
    <mc:Fallback>
      <p:transition spd="slow" advTm="3105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3" grpId="0" animBg="1"/>
    </p:bldLst>
  </p:timing>
  <p:extLst>
    <p:ext uri="{3A86A75C-4F4B-4683-9AE1-C65F6400EC91}">
      <p14:laserTraceLst xmlns:p14="http://schemas.microsoft.com/office/powerpoint/2010/main">
        <p14:tracePtLst>
          <p14:tracePt t="553" x="3384550" y="1574800"/>
          <p14:tracePt t="560" x="3371850" y="1574800"/>
          <p14:tracePt t="572" x="3346450" y="1574800"/>
          <p14:tracePt t="589" x="3295650" y="1587500"/>
          <p14:tracePt t="606" x="3251200" y="1600200"/>
          <p14:tracePt t="624" x="3181350" y="1638300"/>
          <p14:tracePt t="639" x="3136900" y="1670050"/>
          <p14:tracePt t="656" x="3092450" y="1689100"/>
          <p14:tracePt t="672" x="3060700" y="1708150"/>
          <p14:tracePt t="689" x="3022600" y="1727200"/>
          <p14:tracePt t="706" x="3003550" y="1739900"/>
          <p14:tracePt t="723" x="2978150" y="1771650"/>
          <p14:tracePt t="775" x="2901950" y="1835150"/>
          <p14:tracePt t="788" x="2857500" y="1866900"/>
          <p14:tracePt t="805" x="2819400" y="1898650"/>
          <p14:tracePt t="822" x="2692400" y="1962150"/>
          <p14:tracePt t="838" x="2603500" y="2012950"/>
          <p14:tracePt t="855" x="2482850" y="2063750"/>
          <p14:tracePt t="871" x="2324100" y="2133600"/>
          <p14:tracePt t="888" x="2216150" y="2178050"/>
          <p14:tracePt t="905" x="2120900" y="2216150"/>
          <p14:tracePt t="921" x="1987550" y="2266950"/>
          <p14:tracePt t="938" x="1924050" y="2298700"/>
          <p14:tracePt t="954" x="1854200" y="2336800"/>
          <p14:tracePt t="971" x="1803400" y="2368550"/>
          <p14:tracePt t="988" x="1758950" y="2393950"/>
          <p14:tracePt t="991" x="1733550" y="2406650"/>
          <p14:tracePt t="1005" x="1695450" y="2432050"/>
          <p14:tracePt t="1022" x="1657350" y="2457450"/>
          <p14:tracePt t="1038" x="1619250" y="2482850"/>
          <p14:tracePt t="1054" x="1600200" y="2495550"/>
          <p14:tracePt t="1071" x="1587500" y="2508250"/>
          <p14:tracePt t="1088" x="1587500" y="2520950"/>
          <p14:tracePt t="1104" x="1581150" y="2520950"/>
          <p14:tracePt t="1137" x="1581150" y="2527300"/>
          <p14:tracePt t="1154" x="1600200" y="2533650"/>
          <p14:tracePt t="1172" x="1638300" y="2546350"/>
          <p14:tracePt t="1186" x="1682750" y="2559050"/>
          <p14:tracePt t="1204" x="1733550" y="2584450"/>
          <p14:tracePt t="1221" x="1816100" y="2622550"/>
          <p14:tracePt t="1237" x="1873250" y="2647950"/>
          <p14:tracePt t="1253" x="1955800" y="2660650"/>
          <p14:tracePt t="1270" x="2108200" y="2698750"/>
          <p14:tracePt t="1286" x="2216150" y="2711450"/>
          <p14:tracePt t="1303" x="2317750" y="2730500"/>
          <p14:tracePt t="1320" x="2463800" y="2743200"/>
          <p14:tracePt t="1337" x="2559050" y="2743200"/>
          <p14:tracePt t="1354" x="2679700" y="2736850"/>
          <p14:tracePt t="1370" x="2736850" y="2724150"/>
          <p14:tracePt t="1387" x="2787650" y="2724150"/>
          <p14:tracePt t="1403" x="2838450" y="2730500"/>
          <p14:tracePt t="1419" x="2851150" y="2736850"/>
          <p14:tracePt t="1436" x="2870200" y="2736850"/>
          <p14:tracePt t="1508" x="2876550" y="2736850"/>
          <p14:tracePt t="1515" x="2876550" y="2730500"/>
          <p14:tracePt t="1585" x="2870200" y="2730500"/>
          <p14:tracePt t="1606" x="2857500" y="2730500"/>
          <p14:tracePt t="1614" x="2851150" y="2724150"/>
          <p14:tracePt t="1621" x="2844800" y="2724150"/>
          <p14:tracePt t="1635" x="2825750" y="2717800"/>
          <p14:tracePt t="1652" x="2806700" y="2717800"/>
          <p14:tracePt t="1670" x="2774950" y="2711450"/>
          <p14:tracePt t="1685" x="2743200" y="2711450"/>
          <p14:tracePt t="1702" x="2698750" y="2724150"/>
          <p14:tracePt t="1719" x="2641600" y="2743200"/>
          <p14:tracePt t="1735" x="2578100" y="2768600"/>
          <p14:tracePt t="1752" x="2527300" y="2781300"/>
          <p14:tracePt t="1768" x="2400300" y="2819400"/>
          <p14:tracePt t="1785" x="2305050" y="2832100"/>
          <p14:tracePt t="1802" x="2235200" y="2857500"/>
          <p14:tracePt t="1818" x="2146300" y="2863850"/>
          <p14:tracePt t="1835" x="2108200" y="2870200"/>
          <p14:tracePt t="1852" x="2089150" y="2870200"/>
          <p14:tracePt t="1868" x="2076450" y="2876550"/>
          <p14:tracePt t="1884" x="2070100" y="2876550"/>
          <p14:tracePt t="1964" x="2063750" y="2876550"/>
          <p14:tracePt t="1971" x="2057400" y="2876550"/>
          <p14:tracePt t="1985" x="2044700" y="2876550"/>
          <p14:tracePt t="2001" x="2032000" y="2876550"/>
          <p14:tracePt t="2017" x="2038350" y="2870200"/>
          <p14:tracePt t="2411" x="2032000" y="2870200"/>
          <p14:tracePt t="2425" x="2025650" y="2870200"/>
          <p14:tracePt t="2433" x="2025650" y="2863850"/>
          <p14:tracePt t="2439" x="2019300" y="2863850"/>
          <p14:tracePt t="2449" x="2012950" y="2863850"/>
          <p14:tracePt t="2466" x="2000250" y="2857500"/>
          <p14:tracePt t="2483" x="1987550" y="2851150"/>
          <p14:tracePt t="2500" x="1974850" y="2844800"/>
          <p14:tracePt t="2503" x="1968500" y="2844800"/>
          <p14:tracePt t="2517" x="1955800" y="2838450"/>
          <p14:tracePt t="2533" x="1943100" y="2832100"/>
          <p14:tracePt t="2549" x="1924050" y="2819400"/>
          <p14:tracePt t="2566" x="1892300" y="2794000"/>
          <p14:tracePt t="2582" x="1866900" y="2774950"/>
          <p14:tracePt t="2599" x="1835150" y="2749550"/>
          <p14:tracePt t="2615" x="1790700" y="2711450"/>
          <p14:tracePt t="2632" x="1758950" y="2692400"/>
          <p14:tracePt t="2649" x="1733550" y="2679700"/>
          <p14:tracePt t="2665" x="1727200" y="2660650"/>
          <p14:tracePt t="2682" x="1720850" y="2660650"/>
          <p14:tracePt t="2720" x="1720850" y="2654300"/>
          <p14:tracePt t="2979" x="1727200" y="2654300"/>
          <p14:tracePt t="2986" x="1739900" y="2647950"/>
          <p14:tracePt t="2997" x="1746250" y="2647950"/>
          <p14:tracePt t="3015" x="1784350" y="2609850"/>
          <p14:tracePt t="3031" x="1835150" y="2584450"/>
          <p14:tracePt t="3047" x="1892300" y="2533650"/>
          <p14:tracePt t="3064" x="1981200" y="2444750"/>
          <p14:tracePt t="3081" x="2070100" y="2349500"/>
          <p14:tracePt t="3097" x="2133600" y="2260600"/>
          <p14:tracePt t="3114" x="2266950" y="2095500"/>
          <p14:tracePt t="3130" x="2336800" y="1993900"/>
          <p14:tracePt t="3147" x="2400300" y="1905000"/>
          <p14:tracePt t="3163" x="2476500" y="1816100"/>
          <p14:tracePt t="3180" x="2514600" y="1771650"/>
          <p14:tracePt t="3198" x="2559050" y="1739900"/>
          <p14:tracePt t="3214" x="2571750" y="1727200"/>
          <p14:tracePt t="3230" x="2584450" y="1727200"/>
          <p14:tracePt t="3246" x="2584450" y="1720850"/>
          <p14:tracePt t="3540" x="2584450" y="1727200"/>
          <p14:tracePt t="3547" x="2584450" y="1733550"/>
          <p14:tracePt t="3555" x="2578100" y="1739900"/>
          <p14:tracePt t="3565" x="2565400" y="1752600"/>
          <p14:tracePt t="3578" x="2527300" y="1778000"/>
          <p14:tracePt t="3596" x="2476500" y="1835150"/>
          <p14:tracePt t="3612" x="2343150" y="1987550"/>
          <p14:tracePt t="3628" x="2222500" y="2114550"/>
          <p14:tracePt t="3645" x="2120900" y="2266950"/>
          <p14:tracePt t="3662" x="2006600" y="2451100"/>
          <p14:tracePt t="3678" x="1924050" y="2578100"/>
          <p14:tracePt t="3696" x="1898650" y="2667000"/>
          <p14:tracePt t="3711" x="1879600" y="2698750"/>
          <p14:tracePt t="3728" x="1879600" y="2711450"/>
          <p14:tracePt t="3745" x="1879600" y="2724150"/>
          <p14:tracePt t="3761" x="1879600" y="2730500"/>
          <p14:tracePt t="3920" x="1885950" y="2730500"/>
          <p14:tracePt t="3934" x="1892300" y="2730500"/>
          <p14:tracePt t="3941" x="1905000" y="2730500"/>
          <p14:tracePt t="3947" x="1911350" y="2730500"/>
          <p14:tracePt t="3963" x="1924050" y="2730500"/>
          <p14:tracePt t="3977" x="1955800" y="2730500"/>
          <p14:tracePt t="3994" x="1993900" y="2724150"/>
          <p14:tracePt t="4013" x="2063750" y="2717800"/>
          <p14:tracePt t="4027" x="2139950" y="2717800"/>
          <p14:tracePt t="4044" x="2228850" y="2705100"/>
          <p14:tracePt t="4047" x="2298700" y="2705100"/>
          <p14:tracePt t="4061" x="2413000" y="2698750"/>
          <p14:tracePt t="4077" x="2520950" y="2692400"/>
          <p14:tracePt t="4093" x="2609850" y="2692400"/>
          <p14:tracePt t="4110" x="2686050" y="2692400"/>
          <p14:tracePt t="4127" x="2717800" y="2679700"/>
          <p14:tracePt t="4146" x="2736850" y="2679700"/>
          <p14:tracePt t="4180" x="2743200" y="2679700"/>
          <p14:tracePt t="4474" x="2762250" y="2679700"/>
          <p14:tracePt t="4481" x="2781300" y="2686050"/>
          <p14:tracePt t="4491" x="2800350" y="2686050"/>
          <p14:tracePt t="4509" x="2857500" y="2698750"/>
          <p14:tracePt t="4525" x="2933700" y="2705100"/>
          <p14:tracePt t="4542" x="3003550" y="2705100"/>
          <p14:tracePt t="4559" x="3054350" y="2705100"/>
          <p14:tracePt t="4575" x="3079750" y="2705100"/>
          <p14:tracePt t="4592" x="3098800" y="2705100"/>
          <p14:tracePt t="4608" x="3111500" y="2698750"/>
          <p14:tracePt t="4670" x="3117850" y="2698750"/>
          <p14:tracePt t="4895" x="3098800" y="2654300"/>
          <p14:tracePt t="4902" x="3067050" y="2584450"/>
          <p14:tracePt t="4910" x="3041650" y="2514600"/>
          <p14:tracePt t="4924" x="2971800" y="2355850"/>
          <p14:tracePt t="4941" x="2889250" y="2184400"/>
          <p14:tracePt t="4957" x="2794000" y="1993900"/>
          <p14:tracePt t="4974" x="2686050" y="1739900"/>
          <p14:tracePt t="4990" x="2622550" y="1581150"/>
          <p14:tracePt t="5007" x="2565400" y="1447800"/>
          <p14:tracePt t="5024" x="2501900" y="1301750"/>
          <p14:tracePt t="5040" x="2489200" y="1250950"/>
          <p14:tracePt t="5057" x="2476500" y="1225550"/>
          <p14:tracePt t="5074" x="2476500" y="1219200"/>
          <p14:tracePt t="5090" x="2470150" y="1219200"/>
          <p14:tracePt t="5112" x="2463800" y="1219200"/>
          <p14:tracePt t="5154" x="2457450" y="1219200"/>
          <p14:tracePt t="5435" x="2482850" y="1295400"/>
          <p14:tracePt t="5442" x="2540000" y="1397000"/>
          <p14:tracePt t="5456" x="2578100" y="1504950"/>
          <p14:tracePt t="5472" x="2679700" y="1784350"/>
          <p14:tracePt t="5489" x="2730500" y="1917700"/>
          <p14:tracePt t="5506" x="2787650" y="2095500"/>
          <p14:tracePt t="5522" x="2806700" y="2133600"/>
          <p14:tracePt t="5538" x="2813050" y="2159000"/>
          <p14:tracePt t="5556" x="2819400" y="2171700"/>
          <p14:tracePt t="5572" x="2819400" y="2178050"/>
          <p14:tracePt t="5589" x="2819400" y="2184400"/>
          <p14:tracePt t="5863" x="2819400" y="2209800"/>
          <p14:tracePt t="5877" x="2825750" y="2247900"/>
          <p14:tracePt t="5884" x="2838450" y="2292350"/>
          <p14:tracePt t="5898" x="2851150" y="2330450"/>
          <p14:tracePt t="5907" x="2851150" y="2368550"/>
          <p14:tracePt t="5921" x="2870200" y="2413000"/>
          <p14:tracePt t="5937" x="2882900" y="2476500"/>
          <p14:tracePt t="5954" x="2901950" y="2520950"/>
          <p14:tracePt t="5970" x="2901950" y="2533650"/>
          <p14:tracePt t="5987" x="2901950" y="2552700"/>
          <p14:tracePt t="6004" x="2901950" y="2559050"/>
          <p14:tracePt t="6037" x="2908300" y="2571750"/>
          <p14:tracePt t="6054" x="2927350" y="2571750"/>
          <p14:tracePt t="6070" x="2933700" y="2571750"/>
          <p14:tracePt t="6087" x="2946400" y="2571750"/>
          <p14:tracePt t="6691" x="2933700" y="2590800"/>
          <p14:tracePt t="6698" x="2921000" y="2597150"/>
          <p14:tracePt t="6705" x="2901950" y="2609850"/>
          <p14:tracePt t="6720" x="2889250" y="2628900"/>
          <p14:tracePt t="6734" x="2863850" y="2641600"/>
          <p14:tracePt t="6751" x="2838450" y="2679700"/>
          <p14:tracePt t="6768" x="2813050" y="2705100"/>
          <p14:tracePt t="6785" x="2800350" y="2717800"/>
          <p14:tracePt t="6801" x="2781300" y="2736850"/>
          <p14:tracePt t="6818" x="2762250" y="2768600"/>
          <p14:tracePt t="6834" x="2749550" y="2774950"/>
          <p14:tracePt t="6851" x="2736850" y="2787650"/>
          <p14:tracePt t="6867" x="2736850" y="2794000"/>
          <p14:tracePt t="6901" x="2730500" y="2800350"/>
          <p14:tracePt t="6917" x="2724150" y="2800350"/>
          <p14:tracePt t="6933" x="2717800" y="2806700"/>
          <p14:tracePt t="6951" x="2711450" y="2813050"/>
          <p14:tracePt t="6967" x="2705100" y="2819400"/>
          <p14:tracePt t="6986" x="2686050" y="2825750"/>
          <p14:tracePt t="7000" x="2673350" y="2844800"/>
          <p14:tracePt t="7017" x="2647950" y="2851150"/>
          <p14:tracePt t="7033" x="2609850" y="2870200"/>
          <p14:tracePt t="7050" x="2559050" y="2901950"/>
          <p14:tracePt t="7066" x="2527300" y="2908300"/>
          <p14:tracePt t="7084" x="2463800" y="2927350"/>
          <p14:tracePt t="7100" x="2425700" y="2946400"/>
          <p14:tracePt t="7116" x="2406650" y="2952750"/>
          <p14:tracePt t="7120" x="2400300" y="2959100"/>
          <p14:tracePt t="7133" x="2387600" y="2965450"/>
          <p14:tracePt t="7150" x="2381250" y="2965450"/>
          <p14:tracePt t="7203" x="2393950" y="2965450"/>
          <p14:tracePt t="7217" x="2413000" y="2946400"/>
          <p14:tracePt t="7224" x="2438400" y="2946400"/>
          <p14:tracePt t="7560" x="2457450" y="2927350"/>
          <p14:tracePt t="7567" x="2482850" y="2889250"/>
          <p14:tracePt t="7582" x="2495550" y="2844800"/>
          <p14:tracePt t="7588" x="2514600" y="2787650"/>
          <p14:tracePt t="7602" x="2533650" y="2743200"/>
          <p14:tracePt t="7615" x="2540000" y="2679700"/>
          <p14:tracePt t="7632" x="2584450" y="2495550"/>
          <p14:tracePt t="7648" x="2603500" y="2393950"/>
          <p14:tracePt t="7665" x="2647950" y="2178050"/>
          <p14:tracePt t="7681" x="2686050" y="1955800"/>
          <p14:tracePt t="7698" x="2705100" y="1866900"/>
          <p14:tracePt t="7715" x="2743200" y="1733550"/>
          <p14:tracePt t="7731" x="2749550" y="1689100"/>
          <p14:tracePt t="7747" x="2755900" y="1682750"/>
          <p14:tracePt t="7813" x="2762250" y="1682750"/>
          <p14:tracePt t="7834" x="2762250" y="1708150"/>
          <p14:tracePt t="7840" x="2768600" y="1720850"/>
          <p14:tracePt t="7850" x="2774950" y="1746250"/>
          <p14:tracePt t="7863" x="2781300" y="1778000"/>
          <p14:tracePt t="7880" x="2800350" y="1822450"/>
          <p14:tracePt t="7897" x="2832100" y="1943100"/>
          <p14:tracePt t="7913" x="2857500" y="2076450"/>
          <p14:tracePt t="7930" x="2876550" y="2152650"/>
          <p14:tracePt t="7947" x="2914650" y="2286000"/>
          <p14:tracePt t="7963" x="2952750" y="2393950"/>
          <p14:tracePt t="7981" x="2978150" y="2438400"/>
          <p14:tracePt t="7997" x="3022600" y="2514600"/>
          <p14:tracePt t="8014" x="3060700" y="2559050"/>
          <p14:tracePt t="8030" x="3111500" y="2616200"/>
          <p14:tracePt t="8046" x="3143250" y="2635250"/>
          <p14:tracePt t="8063" x="3187700" y="2673350"/>
          <p14:tracePt t="8080" x="3225800" y="2705100"/>
          <p14:tracePt t="8096" x="3238500" y="2717800"/>
          <p14:tracePt t="8113" x="3244850" y="2724150"/>
          <p14:tracePt t="8130" x="3263900" y="2736850"/>
          <p14:tracePt t="8184" x="3270250" y="2743200"/>
          <p14:tracePt t="8192" x="3276600" y="2743200"/>
          <p14:tracePt t="8199" x="3289300" y="2743200"/>
          <p14:tracePt t="8215" x="3302000" y="2743200"/>
          <p14:tracePt t="8229" x="3314700" y="2743200"/>
          <p14:tracePt t="8246" x="3352800" y="2736850"/>
          <p14:tracePt t="8263" x="3403600" y="2724150"/>
          <p14:tracePt t="8279" x="3435350" y="2717800"/>
          <p14:tracePt t="8296" x="3492500" y="2705100"/>
          <p14:tracePt t="8313" x="3543300" y="2686050"/>
          <p14:tracePt t="8329" x="3562350" y="2679700"/>
          <p14:tracePt t="8346" x="3613150" y="2673350"/>
          <p14:tracePt t="8362" x="3657600" y="2667000"/>
          <p14:tracePt t="8379" x="3676650" y="2667000"/>
          <p14:tracePt t="8396" x="3714750" y="2660650"/>
          <p14:tracePt t="8412" x="3746500" y="2654300"/>
          <p14:tracePt t="8429" x="3771900" y="2654300"/>
          <p14:tracePt t="8445" x="3797300" y="2647950"/>
          <p14:tracePt t="8462" x="3797300" y="2641600"/>
          <p14:tracePt t="8480" x="3829050" y="2628900"/>
          <p14:tracePt t="8495" x="3835400" y="2622550"/>
          <p14:tracePt t="8511" x="3841750" y="2622550"/>
          <p14:tracePt t="8529" x="3848100" y="2616200"/>
          <p14:tracePt t="8545" x="3854450" y="2609850"/>
          <p14:tracePt t="8562" x="3860800" y="2603500"/>
          <p14:tracePt t="8578" x="3860800" y="2597150"/>
          <p14:tracePt t="8594" x="3867150" y="2590800"/>
          <p14:tracePt t="8628" x="3867150" y="2584450"/>
          <p14:tracePt t="8655" x="3873500" y="2584450"/>
          <p14:tracePt t="8690" x="3873500" y="2578100"/>
          <p14:tracePt t="8703" x="3867150" y="2578100"/>
          <p14:tracePt t="8725" x="3860800" y="2578100"/>
          <p14:tracePt t="8732" x="3854450" y="2578100"/>
          <p14:tracePt t="8761" x="3854450" y="2584450"/>
          <p14:tracePt t="8774" x="3848100" y="2597150"/>
          <p14:tracePt t="8781" x="3841750" y="2616200"/>
          <p14:tracePt t="8797" x="3829050" y="2635250"/>
          <p14:tracePt t="8810" x="3822700" y="2654300"/>
          <p14:tracePt t="8827" x="3816350" y="2692400"/>
          <p14:tracePt t="8845" x="3810000" y="2736850"/>
          <p14:tracePt t="8860" x="3810000" y="2749550"/>
          <p14:tracePt t="8877" x="3810000" y="2774950"/>
          <p14:tracePt t="8894" x="3810000" y="2781300"/>
          <p14:tracePt t="8926" x="3810000" y="2787650"/>
          <p14:tracePt t="9062" x="3803650" y="2787650"/>
          <p14:tracePt t="9076" x="3797300" y="2787650"/>
          <p14:tracePt t="9083" x="3797300" y="2781300"/>
          <p14:tracePt t="9097" x="3784600" y="2774950"/>
          <p14:tracePt t="9109" x="3778250" y="2774950"/>
          <p14:tracePt t="9126" x="3752850" y="2755900"/>
          <p14:tracePt t="9143" x="3733800" y="2736850"/>
          <p14:tracePt t="9160" x="3670300" y="2711450"/>
          <p14:tracePt t="9176" x="3644900" y="2692400"/>
          <p14:tracePt t="9193" x="3606800" y="2679700"/>
          <p14:tracePt t="9210" x="3505200" y="2654300"/>
          <p14:tracePt t="9226" x="3479800" y="2647950"/>
          <p14:tracePt t="9242" x="3409950" y="2647950"/>
          <p14:tracePt t="9259" x="3359150" y="2647950"/>
          <p14:tracePt t="9276" x="3333750" y="2647950"/>
          <p14:tracePt t="9293" x="3321050" y="2647950"/>
          <p14:tracePt t="9309" x="3314700" y="2647950"/>
          <p14:tracePt t="9413" x="3321050" y="2647950"/>
          <p14:tracePt t="9426" x="3327400" y="2647950"/>
          <p14:tracePt t="9433" x="3333750" y="2647950"/>
          <p14:tracePt t="9447" x="3340100" y="2647950"/>
          <p14:tracePt t="9458" x="3346450" y="2647950"/>
          <p14:tracePt t="9476" x="3365500" y="2647950"/>
          <p14:tracePt t="9491" x="3390900" y="2647950"/>
          <p14:tracePt t="9508" x="3409950" y="2647950"/>
          <p14:tracePt t="9525" x="3479800" y="2635250"/>
          <p14:tracePt t="9541" x="3505200" y="2635250"/>
          <p14:tracePt t="9558" x="3556000" y="2628900"/>
          <p14:tracePt t="9575" x="3613150" y="2616200"/>
          <p14:tracePt t="9591" x="3632200" y="2616200"/>
          <p14:tracePt t="9609" x="3676650" y="2609850"/>
          <p14:tracePt t="9624" x="3702050" y="2603500"/>
          <p14:tracePt t="9641" x="3708400" y="2597150"/>
          <p14:tracePt t="9658" x="3721100" y="2597150"/>
          <p14:tracePt t="9674" x="3721100" y="2571750"/>
          <p14:tracePt t="10165" x="3708400" y="2546350"/>
          <p14:tracePt t="10180" x="3689350" y="2520950"/>
          <p14:tracePt t="10187" x="3657600" y="2463800"/>
          <p14:tracePt t="10194" x="3619500" y="2406650"/>
          <p14:tracePt t="10209" x="3581400" y="2311400"/>
          <p14:tracePt t="10222" x="3524250" y="2216150"/>
          <p14:tracePt t="10239" x="3429000" y="1981200"/>
          <p14:tracePt t="10256" x="3378200" y="1866900"/>
          <p14:tracePt t="10272" x="3302000" y="1644650"/>
          <p14:tracePt t="10289" x="3244850" y="1473200"/>
          <p14:tracePt t="10306" x="3206750" y="1352550"/>
          <p14:tracePt t="10322" x="3187700" y="1308100"/>
          <p14:tracePt t="10339" x="3155950" y="1244600"/>
          <p14:tracePt t="10356" x="3143250" y="1200150"/>
          <p14:tracePt t="10372" x="3136900" y="1174750"/>
          <p14:tracePt t="10388" x="3117850" y="1130300"/>
          <p14:tracePt t="10405" x="3054350" y="1041400"/>
          <p14:tracePt t="10422" x="3041650" y="1022350"/>
          <p14:tracePt t="10440" x="3016250" y="996950"/>
          <p14:tracePt t="10455" x="3009900" y="984250"/>
          <p14:tracePt t="10471" x="2997200" y="965200"/>
          <p14:tracePt t="10504" x="2997200" y="958850"/>
          <p14:tracePt t="10741" x="2997200" y="965200"/>
          <p14:tracePt t="10797" x="3003550" y="965200"/>
          <p14:tracePt t="10805" x="3009900" y="965200"/>
          <p14:tracePt t="10818" x="3016250" y="965200"/>
          <p14:tracePt t="10825" x="3028950" y="965200"/>
          <p14:tracePt t="10840" x="3048000" y="965200"/>
          <p14:tracePt t="10853" x="3079750" y="965200"/>
          <p14:tracePt t="10870" x="3155950" y="965200"/>
          <p14:tracePt t="10887" x="3206750" y="965200"/>
          <p14:tracePt t="10903" x="3321050" y="958850"/>
          <p14:tracePt t="10920" x="3403600" y="952500"/>
          <p14:tracePt t="10937" x="3460750" y="939800"/>
          <p14:tracePt t="10953" x="3505200" y="939800"/>
          <p14:tracePt t="10970" x="3536950" y="933450"/>
          <p14:tracePt t="10987" x="3556000" y="933450"/>
          <p14:tracePt t="11003" x="3562350" y="933450"/>
          <p14:tracePt t="11099" x="3556000" y="933450"/>
          <p14:tracePt t="11120" x="3543300" y="933450"/>
          <p14:tracePt t="11127" x="3536950" y="933450"/>
          <p14:tracePt t="11136" x="3517900" y="933450"/>
          <p14:tracePt t="11152" x="3498850" y="933450"/>
          <p14:tracePt t="11169" x="3441700" y="933450"/>
          <p14:tracePt t="11186" x="3403600" y="933450"/>
          <p14:tracePt t="11190" x="3359150" y="946150"/>
          <p14:tracePt t="11203" x="3333750" y="946150"/>
          <p14:tracePt t="11219" x="3282950" y="952500"/>
          <p14:tracePt t="11236" x="3263900" y="952500"/>
          <p14:tracePt t="11253" x="3238500" y="952500"/>
          <p14:tracePt t="11269" x="3225800" y="958850"/>
          <p14:tracePt t="11285" x="3219450" y="958850"/>
          <p14:tracePt t="11365" x="3225800" y="958850"/>
          <p14:tracePt t="11379" x="3232150" y="958850"/>
          <p14:tracePt t="11387" x="3244850" y="965200"/>
          <p14:tracePt t="11402" x="3251200" y="965200"/>
          <p14:tracePt t="11418" x="3263900" y="965200"/>
          <p14:tracePt t="11435" x="3308350" y="965200"/>
          <p14:tracePt t="11451" x="3378200" y="971550"/>
          <p14:tracePt t="11468" x="3409950" y="971550"/>
          <p14:tracePt t="11485" x="3454400" y="971550"/>
          <p14:tracePt t="11502" x="3486150" y="971550"/>
          <p14:tracePt t="11518" x="3492500" y="971550"/>
          <p14:tracePt t="11535" x="3505200" y="971550"/>
          <p14:tracePt t="11551" x="3505200" y="977900"/>
          <p14:tracePt t="11568" x="3498850" y="977900"/>
          <p14:tracePt t="11584" x="3473450" y="977900"/>
          <p14:tracePt t="11601" x="3403600" y="977900"/>
          <p14:tracePt t="11618" x="3327400" y="977900"/>
          <p14:tracePt t="11634" x="3282950" y="984250"/>
          <p14:tracePt t="11651" x="3219450" y="984250"/>
          <p14:tracePt t="11668" x="3098800" y="996950"/>
          <p14:tracePt t="11684" x="3067050" y="1009650"/>
          <p14:tracePt t="11701" x="3048000" y="1016000"/>
          <p14:tracePt t="11704" x="3041650" y="1016000"/>
          <p14:tracePt t="11718" x="3035300" y="1016000"/>
          <p14:tracePt t="11807" x="3041650" y="1016000"/>
          <p14:tracePt t="11821" x="3060700" y="1016000"/>
          <p14:tracePt t="11828" x="3079750" y="1016000"/>
          <p14:tracePt t="11842" x="3111500" y="1016000"/>
          <p14:tracePt t="11851" x="3149600" y="1016000"/>
          <p14:tracePt t="11866" x="3200400" y="1016000"/>
          <p14:tracePt t="11883" x="3302000" y="1009650"/>
          <p14:tracePt t="11900" x="3409950" y="1003300"/>
          <p14:tracePt t="11916" x="3448050" y="990600"/>
          <p14:tracePt t="11934" x="3498850" y="984250"/>
          <p14:tracePt t="11950" x="3517900" y="984250"/>
          <p14:tracePt t="11966" x="3524250" y="977900"/>
          <p14:tracePt t="12039" x="3511550" y="977900"/>
          <p14:tracePt t="12053" x="3505200" y="977900"/>
          <p14:tracePt t="12060" x="3486150" y="984250"/>
          <p14:tracePt t="12069" x="3473450" y="984250"/>
          <p14:tracePt t="12082" x="3454400" y="984250"/>
          <p14:tracePt t="12099" x="3435350" y="990600"/>
          <p14:tracePt t="12116" x="3378200" y="1003300"/>
          <p14:tracePt t="12132" x="3321050" y="1009650"/>
          <p14:tracePt t="12148" x="3302000" y="1009650"/>
          <p14:tracePt t="12166" x="3263900" y="1016000"/>
          <p14:tracePt t="12182" x="3244850" y="1022350"/>
          <p14:tracePt t="12215" x="3244850" y="1028700"/>
          <p14:tracePt t="12232" x="3238500" y="1028700"/>
          <p14:tracePt t="12369" x="3244850" y="1028700"/>
          <p14:tracePt t="12376" x="3251200" y="1022350"/>
          <p14:tracePt t="12659" x="3244850" y="1028700"/>
          <p14:tracePt t="12674" x="3219450" y="1035050"/>
          <p14:tracePt t="12683" x="3206750" y="1047750"/>
          <p14:tracePt t="12697" x="3187700" y="1060450"/>
          <p14:tracePt t="12714" x="3175000" y="1066800"/>
          <p14:tracePt t="12731" x="3155950" y="1104900"/>
          <p14:tracePt t="12747" x="3155950" y="1111250"/>
          <p14:tracePt t="12764" x="3155950" y="1117600"/>
          <p14:tracePt t="12780" x="3168650" y="1136650"/>
          <p14:tracePt t="12797" x="3213100" y="1168400"/>
          <p14:tracePt t="12814" x="3276600" y="1193800"/>
          <p14:tracePt t="12830" x="3314700" y="1206500"/>
          <p14:tracePt t="12847" x="3384550" y="1206500"/>
          <p14:tracePt t="12863" x="3441700" y="1206500"/>
          <p14:tracePt t="12880" x="3460750" y="1200150"/>
          <p14:tracePt t="12896" x="3479800" y="1181100"/>
          <p14:tracePt t="12913" x="3498850" y="1168400"/>
          <p14:tracePt t="12930" x="3498850" y="1155700"/>
          <p14:tracePt t="12947" x="3498850" y="1136650"/>
          <p14:tracePt t="12963" x="3498850" y="1123950"/>
          <p14:tracePt t="12979" x="3492500" y="1111250"/>
          <p14:tracePt t="12997" x="3479800" y="1098550"/>
          <p14:tracePt t="13013" x="3403600" y="1054100"/>
          <p14:tracePt t="13029" x="3359150" y="1041400"/>
          <p14:tracePt t="13046" x="3257550" y="1028700"/>
          <p14:tracePt t="13062" x="3225800" y="1028700"/>
          <p14:tracePt t="13080" x="3105150" y="1041400"/>
          <p14:tracePt t="13095" x="3073400" y="1047750"/>
          <p14:tracePt t="13113" x="3054350" y="1054100"/>
          <p14:tracePt t="13129" x="3035300" y="1073150"/>
          <p14:tracePt t="13145" x="3028950" y="1085850"/>
          <p14:tracePt t="13162" x="3022600" y="1098550"/>
          <p14:tracePt t="13179" x="3022600" y="1104900"/>
          <p14:tracePt t="13195" x="3041650" y="1117600"/>
          <p14:tracePt t="13213" x="3048000" y="1130300"/>
          <p14:tracePt t="13229" x="3092450" y="1143000"/>
          <p14:tracePt t="13245" x="3168650" y="1162050"/>
          <p14:tracePt t="13263" x="3225800" y="1168400"/>
          <p14:tracePt t="13278" x="3314700" y="1168400"/>
          <p14:tracePt t="13295" x="3409950" y="1143000"/>
          <p14:tracePt t="13312" x="3460750" y="1117600"/>
          <p14:tracePt t="13328" x="3479800" y="1104900"/>
          <p14:tracePt t="13345" x="3479800" y="1098550"/>
          <p14:tracePt t="13362" x="3479800" y="1073150"/>
          <p14:tracePt t="13378" x="3479800" y="1060450"/>
          <p14:tracePt t="13395" x="3467100" y="1054100"/>
          <p14:tracePt t="13411" x="3435350" y="1028700"/>
          <p14:tracePt t="13428" x="3384550" y="1016000"/>
          <p14:tracePt t="13446" x="3321050" y="1009650"/>
          <p14:tracePt t="13461" x="3276600" y="1009650"/>
          <p14:tracePt t="13478" x="3232150" y="1022350"/>
          <p14:tracePt t="13495" x="3187700" y="1047750"/>
          <p14:tracePt t="13511" x="3175000" y="1060450"/>
          <p14:tracePt t="13528" x="3162300" y="1079500"/>
          <p14:tracePt t="13544" x="3162300" y="1085850"/>
          <p14:tracePt t="13607" x="3162300" y="1092200"/>
          <p14:tracePt t="13943" x="3155950" y="1092200"/>
          <p14:tracePt t="13957" x="3155950" y="1098550"/>
          <p14:tracePt t="13963" x="3149600" y="1098550"/>
          <p14:tracePt t="13979" x="3149600" y="1104900"/>
          <p14:tracePt t="13993" x="3149600" y="1130300"/>
          <p14:tracePt t="14009" x="3149600" y="1162050"/>
          <p14:tracePt t="14026" x="3162300" y="1212850"/>
          <p14:tracePt t="14042" x="3181350" y="1390650"/>
          <p14:tracePt t="14059" x="3244850" y="1670050"/>
          <p14:tracePt t="14076" x="3346450" y="2006600"/>
          <p14:tracePt t="14092" x="3384550" y="2159000"/>
          <p14:tracePt t="14109" x="3479800" y="2476500"/>
          <p14:tracePt t="14126" x="3556000" y="2686050"/>
          <p14:tracePt t="14142" x="3575050" y="2768600"/>
          <p14:tracePt t="14159" x="3606800" y="2851150"/>
          <p14:tracePt t="14175" x="3613150" y="2889250"/>
          <p14:tracePt t="14192" x="3619500" y="2889250"/>
          <p14:tracePt t="14209" x="3619500" y="2895600"/>
          <p14:tracePt t="14245" x="3619500" y="2901950"/>
          <p14:tracePt t="14343" x="3619500" y="2908300"/>
          <p14:tracePt t="14364" x="3619500" y="2914650"/>
          <p14:tracePt t="14385" x="3613150" y="2927350"/>
          <p14:tracePt t="14406" x="3613150" y="2933700"/>
          <p14:tracePt t="14427" x="3606800" y="2940050"/>
          <p14:tracePt t="14456" x="3606800" y="2946400"/>
          <p14:tracePt t="14477" x="3600450" y="2952750"/>
          <p14:tracePt t="14484" x="3600450" y="2959100"/>
          <p14:tracePt t="14526" x="3600450" y="2965450"/>
          <p14:tracePt t="14547" x="3587750" y="2965450"/>
          <p14:tracePt t="14568" x="3575050" y="2965450"/>
          <p14:tracePt t="14575" x="3568700" y="2965450"/>
          <p14:tracePt t="14589" x="3556000" y="2965450"/>
          <p14:tracePt t="14596" x="3536950" y="2959100"/>
          <p14:tracePt t="14610" x="3524250" y="2946400"/>
          <p14:tracePt t="14625" x="3486150" y="2940050"/>
          <p14:tracePt t="14641" x="3473450" y="2933700"/>
          <p14:tracePt t="14657" x="3460750" y="2927350"/>
          <p14:tracePt t="14674" x="3448050" y="2927350"/>
          <p14:tracePt t="14690" x="3435350" y="2921000"/>
          <p14:tracePt t="14708" x="3429000" y="2914650"/>
          <p14:tracePt t="14724" x="3429000" y="2908300"/>
          <p14:tracePt t="14740" x="3429000" y="2901950"/>
          <p14:tracePt t="14758" x="3448050" y="2889250"/>
          <p14:tracePt t="14773" x="3454400" y="2889250"/>
          <p14:tracePt t="14790" x="3473450" y="2870200"/>
          <p14:tracePt t="14807" x="3517900" y="2838450"/>
          <p14:tracePt t="14823" x="3549650" y="2825750"/>
          <p14:tracePt t="14840" x="3600450" y="2794000"/>
          <p14:tracePt t="14857" x="3644900" y="2781300"/>
          <p14:tracePt t="14873" x="3657600" y="2774950"/>
          <p14:tracePt t="14890" x="3683000" y="2762250"/>
          <p14:tracePt t="14907" x="3689350" y="2762250"/>
          <p14:tracePt t="14940" x="3695700" y="2755900"/>
          <p14:tracePt t="14955" x="3702050" y="2755900"/>
          <p14:tracePt t="15115" x="3695700" y="2755900"/>
          <p14:tracePt t="15206" x="3702050" y="2755900"/>
          <p14:tracePt t="15227" x="3708400" y="2755900"/>
          <p14:tracePt t="15241" x="3714750" y="2755900"/>
          <p14:tracePt t="15248" x="3727450" y="2755900"/>
          <p14:tracePt t="15258" x="3733800" y="2755900"/>
          <p14:tracePt t="15271" x="3746500" y="2749550"/>
          <p14:tracePt t="15288" x="3765550" y="2743200"/>
          <p14:tracePt t="15305" x="3803650" y="2730500"/>
          <p14:tracePt t="15321" x="3841750" y="2711450"/>
          <p14:tracePt t="15338" x="3860800" y="2686050"/>
          <p14:tracePt t="15355" x="3879850" y="2654300"/>
          <p14:tracePt t="15371" x="3898900" y="2616200"/>
          <p14:tracePt t="15389" x="3911600" y="2584450"/>
          <p14:tracePt t="15405" x="3911600" y="2578100"/>
          <p14:tracePt t="15421" x="3911600" y="2565400"/>
          <p14:tracePt t="15438" x="3911600" y="2559050"/>
          <p14:tracePt t="15550" x="3911600" y="2565400"/>
          <p14:tracePt t="15557" x="3898900" y="2571750"/>
          <p14:tracePt t="15573" x="3892550" y="2578100"/>
          <p14:tracePt t="15587" x="3892550" y="2584450"/>
          <p14:tracePt t="15604" x="3873500" y="2609850"/>
          <p14:tracePt t="15621" x="3848100" y="2641600"/>
          <p14:tracePt t="15637" x="3841750" y="2667000"/>
          <p14:tracePt t="15654" x="3816350" y="2698750"/>
          <p14:tracePt t="15670" x="3797300" y="2724150"/>
          <p14:tracePt t="15687" x="3797300" y="2730500"/>
          <p14:tracePt t="15704" x="3790950" y="2743200"/>
          <p14:tracePt t="15761" x="3790950" y="2736850"/>
          <p14:tracePt t="15767" x="3790950" y="2730500"/>
          <p14:tracePt t="15782" x="3797300" y="2717800"/>
          <p14:tracePt t="15789" x="3810000" y="2705100"/>
          <p14:tracePt t="15805" x="3810000" y="2686050"/>
          <p14:tracePt t="15819" x="3835400" y="2635250"/>
          <p14:tracePt t="15836" x="3835400" y="2603500"/>
          <p14:tracePt t="15853" x="3848100" y="2571750"/>
          <p14:tracePt t="15870" x="3854450" y="2559050"/>
          <p14:tracePt t="15887" x="3854450" y="2533650"/>
          <p14:tracePt t="15943" x="3854450" y="2540000"/>
          <p14:tracePt t="15950" x="3854450" y="2552700"/>
          <p14:tracePt t="15956" x="3854450" y="2565400"/>
          <p14:tracePt t="15972" x="3854450" y="2584450"/>
          <p14:tracePt t="15986" x="3854450" y="2609850"/>
          <p14:tracePt t="16002" x="3841750" y="2667000"/>
          <p14:tracePt t="16019" x="3841750" y="2692400"/>
          <p14:tracePt t="16036" x="3835400" y="2736850"/>
          <p14:tracePt t="16052" x="3835400" y="2768600"/>
          <p14:tracePt t="16069" x="3835400" y="2787650"/>
          <p14:tracePt t="16154" x="3835400" y="2781300"/>
          <p14:tracePt t="16161" x="3835400" y="2768600"/>
          <p14:tracePt t="16169" x="3841750" y="2762250"/>
          <p14:tracePt t="16185" x="3848100" y="2743200"/>
          <p14:tracePt t="16202" x="3848100" y="2717800"/>
          <p14:tracePt t="16218" x="3867150" y="2647950"/>
          <p14:tracePt t="16235" x="3879850" y="2578100"/>
          <p14:tracePt t="16252" x="3886200" y="2520950"/>
          <p14:tracePt t="16268" x="3892550" y="2501900"/>
          <p14:tracePt t="16285" x="3892550" y="2482850"/>
          <p14:tracePt t="16301" x="3892550" y="2476500"/>
          <p14:tracePt t="16329" x="3886200" y="2476500"/>
          <p14:tracePt t="16343" x="3879850" y="2482850"/>
          <p14:tracePt t="16351" x="3867150" y="2489200"/>
          <p14:tracePt t="16368" x="3854450" y="2508250"/>
          <p14:tracePt t="16385" x="3816350" y="2533650"/>
          <p14:tracePt t="16401" x="3778250" y="2578100"/>
          <p14:tracePt t="16417" x="3765550" y="2590800"/>
          <p14:tracePt t="16434" x="3746500" y="2616200"/>
          <p14:tracePt t="16451" x="3727450" y="2628900"/>
          <p14:tracePt t="16467" x="3727450" y="2635250"/>
          <p14:tracePt t="16501" x="3727450" y="2641600"/>
          <p14:tracePt t="16623" x="3721100" y="2641600"/>
          <p14:tracePt t="16728" x="3721100" y="2635250"/>
          <p14:tracePt t="16749" x="3721100" y="2628900"/>
          <p14:tracePt t="16757" x="3727450" y="2628900"/>
          <p14:tracePt t="16770" x="3733800" y="2622550"/>
          <p14:tracePt t="17093" x="3714750" y="2622550"/>
          <p14:tracePt t="17100" x="3683000" y="2641600"/>
          <p14:tracePt t="17113" x="3657600" y="2647950"/>
          <p14:tracePt t="17121" x="3625850" y="2660650"/>
          <p14:tracePt t="17135" x="3581400" y="2679700"/>
          <p14:tracePt t="17149" x="3536950" y="2705100"/>
          <p14:tracePt t="17165" x="3460750" y="2736850"/>
          <p14:tracePt t="17182" x="3416300" y="2755900"/>
          <p14:tracePt t="17198" x="3346450" y="2787650"/>
          <p14:tracePt t="17215" x="3289300" y="2819400"/>
          <p14:tracePt t="17231" x="3263900" y="2825750"/>
          <p14:tracePt t="17248" x="3213100" y="2838450"/>
          <p14:tracePt t="17264" x="3168650" y="2863850"/>
          <p14:tracePt t="17282" x="3117850" y="2901950"/>
          <p14:tracePt t="17298" x="3086100" y="2908300"/>
          <p14:tracePt t="17314" x="3009900" y="2946400"/>
          <p14:tracePt t="17332" x="2933700" y="2990850"/>
          <p14:tracePt t="17348" x="2901950" y="3009900"/>
          <p14:tracePt t="17364" x="2863850" y="3041650"/>
          <p14:tracePt t="17381" x="2819400" y="3067050"/>
          <p14:tracePt t="17397" x="2813050" y="3073400"/>
          <p14:tracePt t="17414" x="2806700" y="3073400"/>
          <p14:tracePt t="17431" x="2794000" y="3079750"/>
          <p14:tracePt t="17556" x="2800350" y="3079750"/>
          <p14:tracePt t="17584" x="2806700" y="3079750"/>
          <p14:tracePt t="17591" x="2813050" y="3079750"/>
          <p14:tracePt t="17626" x="2813050" y="3073400"/>
          <p14:tracePt t="17632" x="2819400" y="3073400"/>
          <p14:tracePt t="17675" x="2825750" y="3073400"/>
          <p14:tracePt t="17703" x="2838450" y="3073400"/>
          <p14:tracePt t="17717" x="2844800" y="3073400"/>
          <p14:tracePt t="17724" x="2863850" y="3073400"/>
          <p14:tracePt t="17732" x="2882900" y="3073400"/>
          <p14:tracePt t="17747" x="2914650" y="3073400"/>
          <p14:tracePt t="17763" x="2952750" y="3073400"/>
          <p14:tracePt t="17780" x="3028950" y="3073400"/>
          <p14:tracePt t="17796" x="3124200" y="3073400"/>
          <p14:tracePt t="17813" x="3162300" y="3073400"/>
          <p14:tracePt t="17816" x="3187700" y="3073400"/>
          <p14:tracePt t="17830" x="3219450" y="3073400"/>
          <p14:tracePt t="17846" x="3282950" y="3073400"/>
          <p14:tracePt t="17863" x="3321050" y="3073400"/>
          <p14:tracePt t="17879" x="3390900" y="3073400"/>
          <p14:tracePt t="17896" x="3460750" y="3054350"/>
          <p14:tracePt t="17914" x="3511550" y="3048000"/>
          <p14:tracePt t="17929" x="3543300" y="3041650"/>
          <p14:tracePt t="17945" x="3562350" y="3041650"/>
          <p14:tracePt t="17963" x="3575050" y="3035300"/>
          <p14:tracePt t="17979" x="3581400" y="3035300"/>
          <p14:tracePt t="17995" x="3587750" y="3035300"/>
          <p14:tracePt t="18013" x="3594100" y="3035300"/>
          <p14:tracePt t="18053" x="3600450" y="3035300"/>
          <p14:tracePt t="18082" x="3600450" y="3028950"/>
          <p14:tracePt t="18097" x="3606800" y="3028950"/>
          <p14:tracePt t="18103" x="3619500" y="3028950"/>
          <p14:tracePt t="18117" x="3632200" y="3028950"/>
          <p14:tracePt t="18128" x="3657600" y="3028950"/>
          <p14:tracePt t="18145" x="3740150" y="3048000"/>
          <p14:tracePt t="18161" x="3816350" y="3054350"/>
          <p14:tracePt t="18178" x="3892550" y="3054350"/>
          <p14:tracePt t="18195" x="4102100" y="3073400"/>
          <p14:tracePt t="18211" x="4222750" y="3073400"/>
          <p14:tracePt t="18228" x="4337050" y="3086100"/>
          <p14:tracePt t="18244" x="4578350" y="3086100"/>
          <p14:tracePt t="18261" x="4806950" y="3086100"/>
          <p14:tracePt t="18278" x="5035550" y="3073400"/>
          <p14:tracePt t="18294" x="5149850" y="3048000"/>
          <p14:tracePt t="18311" x="5340350" y="3028950"/>
          <p14:tracePt t="18328" x="5499100" y="3009900"/>
          <p14:tracePt t="18344" x="5562600" y="3003550"/>
          <p14:tracePt t="18361" x="5670550" y="2984500"/>
          <p14:tracePt t="18378" x="5753100" y="2959100"/>
          <p14:tracePt t="18394" x="5797550" y="2959100"/>
          <p14:tracePt t="18411" x="5854700" y="2959100"/>
          <p14:tracePt t="18427" x="5918200" y="2959100"/>
          <p14:tracePt t="18444" x="5949950" y="2965450"/>
          <p14:tracePt t="18461" x="6019800" y="2978150"/>
          <p14:tracePt t="18477" x="6083300" y="2984500"/>
          <p14:tracePt t="18494" x="6127750" y="2984500"/>
          <p14:tracePt t="18510" x="6203950" y="2978150"/>
          <p14:tracePt t="18527" x="6273800" y="2978150"/>
          <p14:tracePt t="18544" x="6299200" y="2978150"/>
          <p14:tracePt t="18560" x="6356350" y="2978150"/>
          <p14:tracePt t="18577" x="6407150" y="2978150"/>
          <p14:tracePt t="18594" x="6445250" y="2984500"/>
          <p14:tracePt t="18610" x="6470650" y="2990850"/>
          <p14:tracePt t="18627" x="6502400" y="3003550"/>
          <p14:tracePt t="18644" x="6534150" y="3016250"/>
          <p14:tracePt t="18660" x="6540500" y="3016250"/>
          <p14:tracePt t="18677" x="6559550" y="3022600"/>
          <p14:tracePt t="18693" x="6565900" y="3028950"/>
          <p14:tracePt t="18726" x="6572250" y="3028950"/>
          <p14:tracePt t="18743" x="6578600" y="3028950"/>
          <p14:tracePt t="18763" x="6584950" y="3022600"/>
          <p14:tracePt t="19134" x="6616700" y="3022600"/>
          <p14:tracePt t="19149" x="6673850" y="3022600"/>
          <p14:tracePt t="19156" x="6737350" y="3035300"/>
          <p14:tracePt t="19169" x="6788150" y="3035300"/>
          <p14:tracePt t="19178" x="6851650" y="3035300"/>
          <p14:tracePt t="19194" x="6921500" y="3041650"/>
          <p14:tracePt t="19208" x="7035800" y="3054350"/>
          <p14:tracePt t="19226" x="7086600" y="3054350"/>
          <p14:tracePt t="19241" x="7194550" y="3054350"/>
          <p14:tracePt t="19258" x="7258050" y="3054350"/>
          <p14:tracePt t="19275" x="7378700" y="3054350"/>
          <p14:tracePt t="19291" x="7404100" y="3054350"/>
          <p14:tracePt t="19307" x="7416800" y="3054350"/>
          <p14:tracePt t="19325" x="7429500" y="3054350"/>
          <p14:tracePt t="19341" x="7435850" y="3054350"/>
          <p14:tracePt t="19548" x="7359650" y="3054350"/>
          <p14:tracePt t="19556" x="7219950" y="3048000"/>
          <p14:tracePt t="19570" x="7010400" y="3035300"/>
          <p14:tracePt t="19576" x="6718300" y="3022600"/>
          <p14:tracePt t="19592" x="6381750" y="3022600"/>
          <p14:tracePt t="19606" x="5969000" y="3022600"/>
          <p14:tracePt t="19623" x="4978400" y="3067050"/>
          <p14:tracePt t="19641" x="3994150" y="3219450"/>
          <p14:tracePt t="19656" x="3511550" y="3308350"/>
          <p14:tracePt t="19673" x="2673350" y="3492500"/>
          <p14:tracePt t="19690" x="2038350" y="3638550"/>
          <p14:tracePt t="19706" x="1828800" y="3689350"/>
          <p14:tracePt t="19723" x="1600200" y="3746500"/>
          <p14:tracePt t="19739" x="1473200" y="3790950"/>
          <p14:tracePt t="19755" x="1447800" y="3797300"/>
          <p14:tracePt t="19773" x="1422400" y="3810000"/>
          <p14:tracePt t="19789" x="1416050" y="3816350"/>
          <p14:tracePt t="19806" x="1409700" y="3816350"/>
          <p14:tracePt t="19823" x="1403350" y="3822700"/>
          <p14:tracePt t="19839" x="1390650" y="3829050"/>
          <p14:tracePt t="19856" x="1377950" y="3835400"/>
          <p14:tracePt t="19859" x="1358900" y="3835400"/>
          <p14:tracePt t="19873" x="1327150" y="3841750"/>
          <p14:tracePt t="19889" x="1289050" y="3848100"/>
          <p14:tracePt t="19906" x="1168400" y="3886200"/>
          <p14:tracePt t="19922" x="1022350" y="3930650"/>
          <p14:tracePt t="19939" x="952500" y="3937000"/>
          <p14:tracePt t="19956" x="850900" y="3956050"/>
          <p14:tracePt t="19972" x="806450" y="3962400"/>
          <p14:tracePt t="19991" x="787400" y="3962400"/>
          <p14:tracePt t="20022" x="774700" y="3943350"/>
          <p14:tracePt t="20039" x="768350" y="3930650"/>
          <p14:tracePt t="20055" x="749300" y="3873500"/>
          <p14:tracePt t="20072" x="730250" y="3765550"/>
          <p14:tracePt t="20090" x="717550" y="3657600"/>
          <p14:tracePt t="20104" x="717550" y="3594100"/>
          <p14:tracePt t="20122" x="717550" y="3467100"/>
          <p14:tracePt t="20138" x="730250" y="3359150"/>
          <p14:tracePt t="20154" x="736600" y="3340100"/>
          <p14:tracePt t="20171" x="742950" y="3308350"/>
          <p14:tracePt t="20189" x="755650" y="3263900"/>
          <p14:tracePt t="20205" x="755650" y="3257550"/>
          <p14:tracePt t="20224" x="762000" y="3251200"/>
          <p14:tracePt t="20238" x="762000" y="3244850"/>
          <p14:tracePt t="20299" x="755650" y="3244850"/>
          <p14:tracePt t="20342" x="749300" y="3244850"/>
          <p14:tracePt t="20440" x="755650" y="3244850"/>
          <p14:tracePt t="20446" x="762000" y="3244850"/>
          <p14:tracePt t="20461" x="768350" y="3238500"/>
          <p14:tracePt t="20470" x="774700" y="3232150"/>
          <p14:tracePt t="20487" x="800100" y="3232150"/>
          <p14:tracePt t="20504" x="869950" y="3206750"/>
          <p14:tracePt t="20520" x="927100" y="3187700"/>
          <p14:tracePt t="20536" x="1066800" y="3168650"/>
          <p14:tracePt t="20553" x="1212850" y="3149600"/>
          <p14:tracePt t="20570" x="1276350" y="3143250"/>
          <p14:tracePt t="20587" x="1390650" y="3143250"/>
          <p14:tracePt t="20603" x="1485900" y="3143250"/>
          <p14:tracePt t="20620" x="1511300" y="3143250"/>
          <p14:tracePt t="20637" x="1536700" y="3143250"/>
          <p14:tracePt t="20653" x="1549400" y="3143250"/>
          <p14:tracePt t="20686" x="1485900" y="3143250"/>
          <p14:tracePt t="20703" x="1308100" y="3143250"/>
          <p14:tracePt t="20720" x="1181100" y="3143250"/>
          <p14:tracePt t="20736" x="933450" y="3143250"/>
          <p14:tracePt t="20753" x="704850" y="3130550"/>
          <p14:tracePt t="20770" x="584200" y="3130550"/>
          <p14:tracePt t="20786" x="565150" y="3130550"/>
          <p14:tracePt t="20802" x="552450" y="3130550"/>
          <p14:tracePt t="20819" x="546100" y="3130550"/>
          <p14:tracePt t="20861" x="552450" y="3130550"/>
          <p14:tracePt t="20868" x="590550" y="3124200"/>
          <p14:tracePt t="20882" x="635000" y="3111500"/>
          <p14:tracePt t="20889" x="685800" y="3111500"/>
          <p14:tracePt t="20905" x="762000" y="3105150"/>
          <p14:tracePt t="20919" x="844550" y="3092450"/>
          <p14:tracePt t="20936" x="1085850" y="3073400"/>
          <p14:tracePt t="20952" x="1333500" y="3060700"/>
          <p14:tracePt t="20968" x="1441450" y="3054350"/>
          <p14:tracePt t="20986" x="1568450" y="3054350"/>
          <p14:tracePt t="21002" x="1606550" y="3054350"/>
          <p14:tracePt t="21019" x="1612900" y="3054350"/>
          <p14:tracePt t="21035" x="1619250" y="3054350"/>
          <p14:tracePt t="21100" x="1612900" y="3054350"/>
          <p14:tracePt t="21113" x="1593850" y="3054350"/>
          <p14:tracePt t="21121" x="1568450" y="3054350"/>
          <p14:tracePt t="21137" x="1530350" y="3054350"/>
          <p14:tracePt t="21151" x="1473200" y="3054350"/>
          <p14:tracePt t="21168" x="1333500" y="3067050"/>
          <p14:tracePt t="21184" x="1181100" y="3073400"/>
          <p14:tracePt t="21201" x="1098550" y="3086100"/>
          <p14:tracePt t="21218" x="1009650" y="3098800"/>
          <p14:tracePt t="21234" x="958850" y="3111500"/>
          <p14:tracePt t="21251" x="946150" y="3111500"/>
          <p14:tracePt t="21268" x="933450" y="3117850"/>
          <p14:tracePt t="21345" x="939800" y="3117850"/>
          <p14:tracePt t="21353" x="952500" y="3117850"/>
          <p14:tracePt t="21368" x="977900" y="3117850"/>
          <p14:tracePt t="21374" x="1016000" y="3117850"/>
          <p14:tracePt t="21384" x="1054100" y="3117850"/>
          <p14:tracePt t="21400" x="1111250" y="3117850"/>
          <p14:tracePt t="21417" x="1212850" y="3117850"/>
          <p14:tracePt t="21434" x="1250950" y="3111500"/>
          <p14:tracePt t="21451" x="1327150" y="3111500"/>
          <p14:tracePt t="21467" x="1333500" y="3111500"/>
          <p14:tracePt t="21500" x="1289050" y="3105150"/>
          <p14:tracePt t="21517" x="1174750" y="3098800"/>
          <p14:tracePt t="21533" x="1117600" y="3098800"/>
          <p14:tracePt t="21550" x="1003300" y="3086100"/>
          <p14:tracePt t="21566" x="933450" y="3079750"/>
          <p14:tracePt t="21583" x="908050" y="3079750"/>
          <p14:tracePt t="21600" x="889000" y="3079750"/>
          <p14:tracePt t="21616" x="876300" y="3079750"/>
          <p14:tracePt t="21696" x="889000" y="3086100"/>
          <p14:tracePt t="21703" x="914400" y="3092450"/>
          <p14:tracePt t="21718" x="958850" y="3098800"/>
          <p14:tracePt t="21733" x="1098550" y="3117850"/>
          <p14:tracePt t="21749" x="1193800" y="3130550"/>
          <p14:tracePt t="21767" x="1346200" y="3149600"/>
          <p14:tracePt t="21783" x="1403350" y="3155950"/>
          <p14:tracePt t="21799" x="1466850" y="3162300"/>
          <p14:tracePt t="21816" x="1492250" y="3162300"/>
          <p14:tracePt t="21832" x="1504950" y="3168650"/>
          <p14:tracePt t="21849" x="1511300" y="3168650"/>
          <p14:tracePt t="22082" x="1517650" y="3168650"/>
          <p14:tracePt t="22097" x="1511300" y="3168650"/>
          <p14:tracePt t="22477" x="1536700" y="3168650"/>
          <p14:tracePt t="22484" x="1568450" y="3162300"/>
          <p14:tracePt t="22499" x="1606550" y="3149600"/>
          <p14:tracePt t="22514" x="1651000" y="3136900"/>
          <p14:tracePt t="22530" x="1752600" y="3092450"/>
          <p14:tracePt t="22546" x="1797050" y="3060700"/>
          <p14:tracePt t="22563" x="1905000" y="3016250"/>
          <p14:tracePt t="22580" x="2019300" y="2959100"/>
          <p14:tracePt t="22597" x="2178050" y="2921000"/>
          <p14:tracePt t="22613" x="2254250" y="2901950"/>
          <p14:tracePt t="22629" x="2374900" y="2863850"/>
          <p14:tracePt t="22647" x="2451100" y="2832100"/>
          <p14:tracePt t="22663" x="2470150" y="2832100"/>
          <p14:tracePt t="22679" x="2495550" y="2819400"/>
          <p14:tracePt t="22696" x="2501900" y="2813050"/>
          <p14:tracePt t="22729" x="2501900" y="2800350"/>
          <p14:tracePt t="22745" x="2470150" y="2724150"/>
          <p14:tracePt t="22762" x="2444750" y="2679700"/>
          <p14:tracePt t="22779" x="2425700" y="2616200"/>
          <p14:tracePt t="22795" x="2374900" y="2419350"/>
          <p14:tracePt t="22812" x="2368550" y="2228850"/>
          <p14:tracePt t="22829" x="2381250" y="2076450"/>
          <p14:tracePt t="22845" x="2406650" y="1993900"/>
          <p14:tracePt t="22862" x="2476500" y="1892300"/>
          <p14:tracePt t="22879" x="2546350" y="1809750"/>
          <p14:tracePt t="22895" x="2590800" y="1771650"/>
          <p14:tracePt t="22912" x="2603500" y="1765300"/>
          <p14:tracePt t="22928" x="2609850" y="1765300"/>
          <p14:tracePt t="22945" x="2616200" y="1765300"/>
          <p14:tracePt t="22962" x="2622550" y="1765300"/>
          <p14:tracePt t="23352" x="2622550" y="1752600"/>
          <p14:tracePt t="23358" x="2622550" y="1714500"/>
          <p14:tracePt t="23366" x="2622550" y="1682750"/>
          <p14:tracePt t="23380" x="2622550" y="1657350"/>
          <p14:tracePt t="23394" x="2622550" y="1606550"/>
          <p14:tracePt t="23410" x="2622550" y="1543050"/>
          <p14:tracePt t="23427" x="2622550" y="1511300"/>
          <p14:tracePt t="23443" x="2622550" y="1441450"/>
          <p14:tracePt t="23460" x="2622550" y="1377950"/>
          <p14:tracePt t="23477" x="2622550" y="1346200"/>
          <p14:tracePt t="23493" x="2622550" y="1301750"/>
          <p14:tracePt t="23510" x="2622550" y="1263650"/>
          <p14:tracePt t="23527" x="2622550" y="1257300"/>
          <p14:tracePt t="23543" x="2622550" y="1244600"/>
          <p14:tracePt t="23559" x="2628900" y="1238250"/>
          <p14:tracePt t="23577" x="2635250" y="1219200"/>
          <p14:tracePt t="23688" x="2635250" y="1225550"/>
          <p14:tracePt t="23702" x="2635250" y="1231900"/>
          <p14:tracePt t="23711" x="2635250" y="1244600"/>
          <p14:tracePt t="23725" x="2641600" y="1263650"/>
          <p14:tracePt t="23742" x="2647950" y="1346200"/>
          <p14:tracePt t="23759" x="2667000" y="1485900"/>
          <p14:tracePt t="23775" x="2679700" y="1562100"/>
          <p14:tracePt t="23793" x="2686050" y="1720850"/>
          <p14:tracePt t="23809" x="2717800" y="1873250"/>
          <p14:tracePt t="23825" x="2736850" y="1930400"/>
          <p14:tracePt t="23843" x="2774950" y="2063750"/>
          <p14:tracePt t="23858" x="2806700" y="2159000"/>
          <p14:tracePt t="23875" x="2813050" y="2184400"/>
          <p14:tracePt t="23879" x="2832100" y="2203450"/>
          <p14:tracePt t="23894" x="2838450" y="2216150"/>
          <p14:tracePt t="23909" x="2838450" y="2222500"/>
          <p14:tracePt t="23925" x="2838450" y="2228850"/>
          <p14:tracePt t="23948" x="2844800" y="2228850"/>
          <p14:tracePt t="23962" x="2851150" y="2209800"/>
          <p14:tracePt t="23975" x="2857500" y="2190750"/>
          <p14:tracePt t="23991" x="2870200" y="2108200"/>
          <p14:tracePt t="24008" x="2876550" y="2032000"/>
          <p14:tracePt t="24025" x="2889250" y="1866900"/>
          <p14:tracePt t="24041" x="2889250" y="1638300"/>
          <p14:tracePt t="24058" x="2882900" y="1524000"/>
          <p14:tracePt t="24075" x="2876550" y="1333500"/>
          <p14:tracePt t="24091" x="2863850" y="1206500"/>
          <p14:tracePt t="24108" x="2863850" y="1162050"/>
          <p14:tracePt t="24124" x="2857500" y="1123950"/>
          <p14:tracePt t="24141" x="2857500" y="1111250"/>
          <p14:tracePt t="24158" x="2857500" y="1104900"/>
          <p14:tracePt t="24369" x="2857500" y="1117600"/>
          <p14:tracePt t="24383" x="2857500" y="1155700"/>
          <p14:tracePt t="24392" x="2870200" y="1225550"/>
          <p14:tracePt t="24406" x="2870200" y="1301750"/>
          <p14:tracePt t="24423" x="2889250" y="1504950"/>
          <p14:tracePt t="24441" x="2908300" y="1746250"/>
          <p14:tracePt t="24456" x="2921000" y="1860550"/>
          <p14:tracePt t="24474" x="2940050" y="2127250"/>
          <p14:tracePt t="24490" x="2959100" y="2355850"/>
          <p14:tracePt t="24506" x="2959100" y="2444750"/>
          <p14:tracePt t="24524" x="2971800" y="2552700"/>
          <p14:tracePt t="24539" x="2971800" y="2578100"/>
          <p14:tracePt t="24556" x="2971800" y="2609850"/>
          <p14:tracePt t="24573" x="2971800" y="2616200"/>
          <p14:tracePt t="24699" x="2978150" y="2622550"/>
          <p14:tracePt t="24951" x="2978150" y="2628900"/>
          <p14:tracePt t="24979" x="2971800" y="2628900"/>
          <p14:tracePt t="25000" x="2959100" y="2635250"/>
          <p14:tracePt t="25014" x="2946400" y="2635250"/>
          <p14:tracePt t="25023" x="2940050" y="2641600"/>
          <p14:tracePt t="25038" x="2921000" y="2641600"/>
          <p14:tracePt t="25054" x="2882900" y="2654300"/>
          <p14:tracePt t="25071" x="2832100" y="2667000"/>
          <p14:tracePt t="25088" x="2800350" y="2673350"/>
          <p14:tracePt t="25104" x="2781300" y="2673350"/>
          <p14:tracePt t="25121" x="2730500" y="2692400"/>
          <p14:tracePt t="25138" x="2730500" y="2698750"/>
          <p14:tracePt t="25155" x="2711450" y="2705100"/>
          <p14:tracePt t="25260" x="2717800" y="2705100"/>
          <p14:tracePt t="25274" x="2724150" y="2705100"/>
          <p14:tracePt t="25295" x="2730500" y="2705100"/>
          <p14:tracePt t="25302" x="2743200" y="2705100"/>
          <p14:tracePt t="25316" x="2755900" y="2698750"/>
          <p14:tracePt t="25323" x="2774950" y="2698750"/>
          <p14:tracePt t="25337" x="2800350" y="2692400"/>
          <p14:tracePt t="25353" x="2844800" y="2686050"/>
          <p14:tracePt t="25370" x="2870200" y="2686050"/>
          <p14:tracePt t="25387" x="2914650" y="2679700"/>
          <p14:tracePt t="25403" x="2959100" y="2673350"/>
          <p14:tracePt t="25420" x="2978150" y="2667000"/>
          <p14:tracePt t="25436" x="3035300" y="2647950"/>
          <p14:tracePt t="25453" x="3079750" y="2641600"/>
          <p14:tracePt t="25470" x="3162300" y="2622550"/>
          <p14:tracePt t="25486" x="3232150" y="2609850"/>
          <p14:tracePt t="25503" x="3251200" y="2609850"/>
          <p14:tracePt t="25520" x="3270250" y="2603500"/>
          <p14:tracePt t="25537" x="3276600" y="2603500"/>
          <p14:tracePt t="25822" x="3302000" y="2597150"/>
          <p14:tracePt t="25836" x="3333750" y="2590800"/>
          <p14:tracePt t="25842" x="3384550" y="2571750"/>
          <p14:tracePt t="25857" x="3467100" y="2552700"/>
          <p14:tracePt t="25868" x="3556000" y="2520950"/>
          <p14:tracePt t="25885" x="3778250" y="2470150"/>
          <p14:tracePt t="25901" x="3892550" y="2438400"/>
          <p14:tracePt t="25905" x="4006850" y="2393950"/>
          <p14:tracePt t="25918" x="4140200" y="2362200"/>
          <p14:tracePt t="25934" x="4343400" y="2298700"/>
          <p14:tracePt t="25951" x="4451350" y="2266950"/>
          <p14:tracePt t="25968" x="4635500" y="2209800"/>
          <p14:tracePt t="25984" x="4781550" y="2159000"/>
          <p14:tracePt t="26001" x="4838700" y="2133600"/>
          <p14:tracePt t="26018" x="4914900" y="2095500"/>
          <p14:tracePt t="26035" x="4972050" y="2063750"/>
          <p14:tracePt t="26051" x="4991100" y="2051050"/>
          <p14:tracePt t="26068" x="5016500" y="2038350"/>
          <p14:tracePt t="26084" x="5022850" y="2025650"/>
          <p14:tracePt t="26101" x="5029200" y="2019300"/>
          <p14:tracePt t="26118" x="5041900" y="2019300"/>
          <p14:tracePt t="26134" x="5041900" y="2012950"/>
          <p14:tracePt t="26151" x="5048250" y="2006600"/>
          <p14:tracePt t="26172" x="5054600" y="2000250"/>
          <p14:tracePt t="26285" x="5048250" y="2000250"/>
          <p14:tracePt t="26298" x="5035550" y="2000250"/>
          <p14:tracePt t="26306" x="5029200" y="2000250"/>
          <p14:tracePt t="26317" x="5022850" y="2000250"/>
          <p14:tracePt t="26334" x="4997450" y="2000250"/>
          <p14:tracePt t="26350" x="4972050" y="2000250"/>
          <p14:tracePt t="26367" x="4953000" y="2006600"/>
          <p14:tracePt t="26383" x="4870450" y="2006600"/>
          <p14:tracePt t="26400" x="4838700" y="2012950"/>
          <p14:tracePt t="26416" x="4800600" y="2012950"/>
          <p14:tracePt t="26420" x="4768850" y="2019300"/>
          <p14:tracePt t="26433" x="4718050" y="2019300"/>
          <p14:tracePt t="26449" x="4578350" y="2038350"/>
          <p14:tracePt t="26467" x="4381500" y="2095500"/>
          <p14:tracePt t="26482" x="4267200" y="2120900"/>
          <p14:tracePt t="26499" x="3987800" y="2241550"/>
          <p14:tracePt t="26516" x="3702050" y="2425700"/>
          <p14:tracePt t="26533" x="3568700" y="2520950"/>
          <p14:tracePt t="26549" x="3390900" y="2679700"/>
          <p14:tracePt t="26566" x="3282950" y="2813050"/>
          <p14:tracePt t="26583" x="3244850" y="2844800"/>
          <p14:tracePt t="26599" x="3219450" y="2889250"/>
          <p14:tracePt t="26616" x="3213100" y="2908300"/>
          <p14:tracePt t="26650" x="3213100" y="2914650"/>
          <p14:tracePt t="26874" x="3168650" y="2882900"/>
          <p14:tracePt t="26888" x="3111500" y="2844800"/>
          <p14:tracePt t="26895" x="3048000" y="2794000"/>
          <p14:tracePt t="26910" x="2990850" y="2743200"/>
          <p14:tracePt t="26918" x="2933700" y="2717800"/>
          <p14:tracePt t="26932" x="2889250" y="2679700"/>
          <p14:tracePt t="26948" x="2825750" y="2647950"/>
          <p14:tracePt t="26965" x="2800350" y="2628900"/>
          <p14:tracePt t="26981" x="2794000" y="2628900"/>
          <p14:tracePt t="26997" x="2794000" y="2622550"/>
          <p14:tracePt t="27057" x="2800350" y="2622550"/>
          <p14:tracePt t="27078" x="2806700" y="2622550"/>
          <p14:tracePt t="27085" x="2832100" y="2622550"/>
          <p14:tracePt t="27100" x="2851150" y="2622550"/>
          <p14:tracePt t="27114" x="2889250" y="2622550"/>
          <p14:tracePt t="27130" x="2940050" y="2628900"/>
          <p14:tracePt t="27147" x="3149600" y="2667000"/>
          <p14:tracePt t="27163" x="3295650" y="2698750"/>
          <p14:tracePt t="27180" x="3644900" y="2762250"/>
          <p14:tracePt t="27197" x="3790950" y="2787650"/>
          <p14:tracePt t="27214" x="3905250" y="2794000"/>
          <p14:tracePt t="27230" x="4057650" y="2813050"/>
          <p14:tracePt t="27247" x="4095750" y="2813050"/>
          <p14:tracePt t="27264" x="4140200" y="2819400"/>
          <p14:tracePt t="27280" x="4152900" y="2819400"/>
          <p14:tracePt t="27313" x="4159250" y="2819400"/>
          <p14:tracePt t="27520" x="4152900" y="2819400"/>
          <p14:tracePt t="27590" x="4152900" y="2813050"/>
          <p14:tracePt t="27604" x="4152900" y="2806700"/>
          <p14:tracePt t="27612" x="4152900" y="2794000"/>
          <p14:tracePt t="27618" x="4152900" y="2787650"/>
          <p14:tracePt t="27632" x="4159250" y="2762250"/>
          <p14:tracePt t="27646" x="4165600" y="2736850"/>
          <p14:tracePt t="27662" x="4191000" y="2603500"/>
          <p14:tracePt t="27678" x="4216400" y="2508250"/>
          <p14:tracePt t="27696" x="4254500" y="2317750"/>
          <p14:tracePt t="27712" x="4298950" y="2120900"/>
          <p14:tracePt t="27728" x="4305300" y="2057400"/>
          <p14:tracePt t="27745" x="4324350" y="1949450"/>
          <p14:tracePt t="27762" x="4330700" y="1898650"/>
          <p14:tracePt t="27779" x="4337050" y="1885950"/>
          <p14:tracePt t="27795" x="4343400" y="1866900"/>
          <p14:tracePt t="27811" x="4343400" y="1860550"/>
          <p14:tracePt t="28018" x="4349750" y="1860550"/>
          <p14:tracePt t="28039" x="4356100" y="1860550"/>
          <p14:tracePt t="28053" x="4362450" y="1860550"/>
          <p14:tracePt t="28061" x="4368800" y="1860550"/>
          <p14:tracePt t="28067" x="4381500" y="1854200"/>
          <p14:tracePt t="28081" x="4400550" y="1854200"/>
          <p14:tracePt t="28094" x="4432300" y="1847850"/>
          <p14:tracePt t="28110" x="4527550" y="1828800"/>
          <p14:tracePt t="28127" x="4591050" y="1809750"/>
          <p14:tracePt t="28145" x="4737100" y="1797050"/>
          <p14:tracePt t="28160" x="4876800" y="1778000"/>
          <p14:tracePt t="28177" x="4953000" y="1778000"/>
          <p14:tracePt t="28194" x="5048250" y="1771650"/>
          <p14:tracePt t="28210" x="5105400" y="1771650"/>
          <p14:tracePt t="28227" x="5137150" y="1765300"/>
          <p14:tracePt t="28243" x="5156200" y="1765300"/>
          <p14:tracePt t="28260" x="5156200" y="1758950"/>
          <p14:tracePt t="28277" x="5162550" y="1758950"/>
          <p14:tracePt t="28313" x="5143500" y="1758950"/>
          <p14:tracePt t="28327" x="5111750" y="1758950"/>
          <p14:tracePt t="28343" x="4984750" y="1746250"/>
          <p14:tracePt t="28359" x="4870450" y="1739900"/>
          <p14:tracePt t="28376" x="4495800" y="1701800"/>
          <p14:tracePt t="28393" x="4019550" y="1689100"/>
          <p14:tracePt t="28409" x="3784600" y="1689100"/>
          <p14:tracePt t="28426" x="3390900" y="1695450"/>
          <p14:tracePt t="28443" x="3105150" y="1739900"/>
          <p14:tracePt t="28460" x="2990850" y="1758950"/>
          <p14:tracePt t="28476" x="2857500" y="1790700"/>
          <p14:tracePt t="28492" x="2781300" y="1803400"/>
          <p14:tracePt t="28510" x="2768600" y="1816100"/>
          <p14:tracePt t="28526" x="2762250" y="1816100"/>
          <p14:tracePt t="28542" x="2755900" y="1816100"/>
          <p14:tracePt t="28600" x="2743200" y="1816100"/>
          <p14:tracePt t="28615" x="2724150" y="1816100"/>
          <p14:tracePt t="28622" x="2705100" y="1816100"/>
          <p14:tracePt t="28629" x="2679700" y="1816100"/>
          <p14:tracePt t="28645" x="2654300" y="1816100"/>
          <p14:tracePt t="28658" x="2635250" y="1816100"/>
          <p14:tracePt t="28675" x="2584450" y="1816100"/>
          <p14:tracePt t="28693" x="2540000" y="1835150"/>
          <p14:tracePt t="28708" x="2527300" y="1847850"/>
          <p14:tracePt t="28725" x="2520950" y="1905000"/>
          <p14:tracePt t="28742" x="2520950" y="2032000"/>
          <p14:tracePt t="28758" x="2527300" y="2108200"/>
          <p14:tracePt t="28775" x="2533650" y="2279650"/>
          <p14:tracePt t="28791" x="2546350" y="2470150"/>
          <p14:tracePt t="28808" x="2540000" y="2546350"/>
          <p14:tracePt t="28826" x="2520950" y="2667000"/>
          <p14:tracePt t="28841" x="2489200" y="2730500"/>
          <p14:tracePt t="28858" x="2476500" y="2743200"/>
          <p14:tracePt t="28875" x="2438400" y="2768600"/>
          <p14:tracePt t="28891" x="2413000" y="2774950"/>
          <p14:tracePt t="28908" x="2387600" y="2787650"/>
          <p14:tracePt t="28924" x="2362200" y="2794000"/>
          <p14:tracePt t="28941" x="2355850" y="2794000"/>
          <p14:tracePt t="28958" x="2349500" y="2794000"/>
          <p14:tracePt t="28994" x="2349500" y="2800350"/>
          <p14:tracePt t="29113" x="2355850" y="2800350"/>
          <p14:tracePt t="29120" x="2362200" y="2800350"/>
          <p14:tracePt t="29134" x="2368550" y="2800350"/>
          <p14:tracePt t="29143" x="2381250" y="2800350"/>
          <p14:tracePt t="29157" x="2393950" y="2794000"/>
          <p14:tracePt t="29173" x="2413000" y="2781300"/>
          <p14:tracePt t="29190" x="2540000" y="2762250"/>
          <p14:tracePt t="29207" x="2578100" y="2743200"/>
          <p14:tracePt t="29224" x="2635250" y="2730500"/>
          <p14:tracePt t="29240" x="2705100" y="2717800"/>
          <p14:tracePt t="29257" x="2749550" y="2705100"/>
          <p14:tracePt t="29273" x="2762250" y="2698750"/>
          <p14:tracePt t="29296" x="2755900" y="2692400"/>
          <p14:tracePt t="29306" x="2724150" y="2686050"/>
          <p14:tracePt t="29323" x="2673350" y="2673350"/>
          <p14:tracePt t="29339" x="2540000" y="2654300"/>
          <p14:tracePt t="29356" x="2387600" y="2647950"/>
          <p14:tracePt t="29374" x="2235200" y="2635250"/>
          <p14:tracePt t="29389" x="2178050" y="2635250"/>
          <p14:tracePt t="29406" x="2063750" y="2628900"/>
          <p14:tracePt t="29423" x="1968500" y="2622550"/>
          <p14:tracePt t="29439" x="1917700" y="2622550"/>
          <p14:tracePt t="29442" x="1885950" y="2628900"/>
          <p14:tracePt t="29458" x="1860550" y="2635250"/>
          <p14:tracePt t="29472" x="1835150" y="2641600"/>
          <p14:tracePt t="29489" x="1822450" y="2641600"/>
          <p14:tracePt t="29555" x="1835150" y="2641600"/>
          <p14:tracePt t="29562" x="1860550" y="2641600"/>
          <p14:tracePt t="29576" x="1898650" y="2641600"/>
          <p14:tracePt t="29589" x="1974850" y="2641600"/>
          <p14:tracePt t="29605" x="2165350" y="2660650"/>
          <p14:tracePt t="29622" x="2254250" y="2660650"/>
          <p14:tracePt t="29639" x="2482850" y="2673350"/>
          <p14:tracePt t="29655" x="2660650" y="2667000"/>
          <p14:tracePt t="29672" x="2736850" y="2667000"/>
          <p14:tracePt t="29689" x="2832100" y="2654300"/>
          <p14:tracePt t="29705" x="2876550" y="2647950"/>
          <p14:tracePt t="29721" x="2882900" y="2647950"/>
          <p14:tracePt t="29738" x="2889250" y="2647950"/>
          <p14:tracePt t="29808" x="2889250" y="2641600"/>
          <p14:tracePt t="29864" x="2882900" y="2641600"/>
          <p14:tracePt t="29885" x="2876550" y="2641600"/>
          <p14:tracePt t="29927" x="2870200" y="2641600"/>
          <p14:tracePt t="30440" x="2876550" y="2590800"/>
          <p14:tracePt t="30447" x="2895600" y="2527300"/>
          <p14:tracePt t="30455" x="2914650" y="2470150"/>
          <p14:tracePt t="30469" x="2933700" y="2393950"/>
          <p14:tracePt t="30485" x="2965450" y="2311400"/>
          <p14:tracePt t="30503" x="3003550" y="2139950"/>
          <p14:tracePt t="30519" x="3041650" y="2019300"/>
          <p14:tracePt t="30536" x="3060700" y="1981200"/>
          <p14:tracePt t="30553" x="3073400" y="1949450"/>
          <p14:tracePt t="30568" x="3079750" y="1943100"/>
          <p14:tracePt t="30602" x="3086100" y="1943100"/>
          <p14:tracePt t="30618" x="3086100" y="1936750"/>
          <p14:tracePt t="30638" x="3092450" y="1936750"/>
          <p14:tracePt t="30657" x="3105150" y="1924050"/>
          <p14:tracePt t="30668" x="3117850" y="1917700"/>
          <p14:tracePt t="30686" x="3143250" y="1905000"/>
          <p14:tracePt t="30701" x="3155950" y="1892300"/>
          <p14:tracePt t="30718" x="3168650" y="1885950"/>
          <p14:tracePt t="30735" x="3187700" y="1879600"/>
          <p14:tracePt t="30770" x="3194050" y="1879600"/>
          <p14:tracePt t="30784" x="3194050" y="1873250"/>
          <p14:tracePt t="30801" x="3200400" y="1873250"/>
          <p14:tracePt t="30826" x="3213100" y="1873250"/>
          <p14:tracePt t="30839" x="3219450" y="1873250"/>
          <p14:tracePt t="30851" x="3232150" y="1873250"/>
          <p14:tracePt t="30868" x="3263900" y="1873250"/>
          <p14:tracePt t="30884" x="3289300" y="1873250"/>
          <p14:tracePt t="30901" x="3384550" y="1879600"/>
          <p14:tracePt t="30917" x="3505200" y="1911350"/>
          <p14:tracePt t="30934" x="3594100" y="1917700"/>
          <p14:tracePt t="30951" x="3765550" y="1949450"/>
          <p14:tracePt t="30967" x="3968750" y="1968500"/>
          <p14:tracePt t="30984" x="4070350" y="1993900"/>
          <p14:tracePt t="31001" x="4260850" y="2000250"/>
          <p14:tracePt t="31017" x="4425950" y="2000250"/>
          <p14:tracePt t="31034" x="4476750" y="2000250"/>
          <p14:tracePt t="31051" x="4559300" y="2000250"/>
          <p14:tracePt t="31067" x="4591050" y="1993900"/>
          <p14:tracePt t="31084" x="4641850" y="1981200"/>
          <p14:tracePt t="31100" x="4667250" y="1981200"/>
          <p14:tracePt t="31117" x="4679950" y="1981200"/>
          <p14:tracePt t="31133" x="4679950" y="1974850"/>
          <p14:tracePt t="31150" x="4679950" y="1968500"/>
          <p14:tracePt t="31186" x="4679950" y="1962150"/>
          <p14:tracePt t="31588" x="4692650" y="1962150"/>
          <p14:tracePt t="31602" x="4711700" y="1955800"/>
          <p14:tracePt t="31609" x="4724400" y="1949450"/>
          <p14:tracePt t="31618" x="4737100" y="1943100"/>
          <p14:tracePt t="31632" x="4743450" y="1943100"/>
          <p14:tracePt t="31648" x="4749800" y="1943100"/>
          <p14:tracePt t="31665" x="4756150" y="1943100"/>
          <p14:tracePt t="31708" x="4749800" y="1936750"/>
          <p14:tracePt t="31722" x="4730750" y="1930400"/>
          <p14:tracePt t="31729" x="4718050" y="1917700"/>
          <p14:tracePt t="31743" x="4686300" y="1911350"/>
          <p14:tracePt t="31751" x="4654550" y="1885950"/>
          <p14:tracePt t="31765" x="4584700" y="1866900"/>
          <p14:tracePt t="31781" x="4464050" y="1841500"/>
          <p14:tracePt t="31798" x="4400550" y="1828800"/>
          <p14:tracePt t="31814" x="4292600" y="1809750"/>
          <p14:tracePt t="31831" x="4216400" y="1803400"/>
          <p14:tracePt t="31849" x="4171950" y="1803400"/>
          <p14:tracePt t="31864" x="4152900" y="1803400"/>
          <p14:tracePt t="31880" x="4146550" y="1803400"/>
          <p14:tracePt t="31898" x="4133850" y="1809750"/>
          <p14:tracePt t="31930" x="4127500" y="1809750"/>
          <p14:tracePt t="32003" x="4133850" y="1809750"/>
          <p14:tracePt t="32009" x="4146550" y="1809750"/>
          <p14:tracePt t="32024" x="4159250" y="1809750"/>
          <p14:tracePt t="32033" x="4178300" y="1809750"/>
          <p14:tracePt t="32047" x="4210050" y="1809750"/>
          <p14:tracePt t="32063" x="4311650" y="1809750"/>
          <p14:tracePt t="32080" x="4438650" y="1809750"/>
          <p14:tracePt t="32097" x="4502150" y="1809750"/>
          <p14:tracePt t="32113" x="4635500" y="1809750"/>
          <p14:tracePt t="32130" x="4711700" y="1797050"/>
          <p14:tracePt t="32146" x="4743450" y="1797050"/>
          <p14:tracePt t="32164" x="4775200" y="1790700"/>
          <p14:tracePt t="32180" x="4787900" y="1790700"/>
          <p14:tracePt t="32196" x="4794250" y="1790700"/>
          <p14:tracePt t="32241" x="4781550" y="1790700"/>
          <p14:tracePt t="32249" x="4756150" y="1790700"/>
          <p14:tracePt t="32263" x="4711700" y="1784350"/>
          <p14:tracePt t="32279" x="4648200" y="1784350"/>
          <p14:tracePt t="32296" x="4432300" y="1771650"/>
          <p14:tracePt t="32313" x="4140200" y="1765300"/>
          <p14:tracePt t="32329" x="3981450" y="1765300"/>
          <p14:tracePt t="32346" x="3721100" y="1765300"/>
          <p14:tracePt t="32362" x="3524250" y="1790700"/>
          <p14:tracePt t="32379" x="3448050" y="1797050"/>
          <p14:tracePt t="32396" x="3352800" y="1835150"/>
          <p14:tracePt t="32412" x="3308350" y="1854200"/>
          <p14:tracePt t="32429" x="3295650" y="1866900"/>
          <p14:tracePt t="32445" x="3289300" y="1866900"/>
          <p14:tracePt t="32461" x="3282950" y="1873250"/>
          <p14:tracePt t="32522" x="3276600" y="1873250"/>
          <p14:tracePt t="32943" x="3289300" y="1873250"/>
          <p14:tracePt t="32950" x="3295650" y="1879600"/>
          <p14:tracePt t="32964" x="3302000" y="1879600"/>
          <p14:tracePt t="32977" x="3327400" y="1885950"/>
          <p14:tracePt t="32994" x="3384550" y="1885950"/>
          <p14:tracePt t="33010" x="3435350" y="1892300"/>
          <p14:tracePt t="33027" x="3556000" y="1924050"/>
          <p14:tracePt t="33044" x="3702050" y="1943100"/>
          <p14:tracePt t="33060" x="3752850" y="1949450"/>
          <p14:tracePt t="33077" x="3835400" y="1962150"/>
          <p14:tracePt t="33093" x="3886200" y="1962150"/>
          <p14:tracePt t="33110" x="3892550" y="1962150"/>
          <p14:tracePt t="33126" x="3911600" y="1968500"/>
          <p14:tracePt t="33182" x="3911600" y="1974850"/>
          <p14:tracePt t="33196" x="3905250" y="1981200"/>
          <p14:tracePt t="33203" x="3892550" y="1987550"/>
          <p14:tracePt t="33216" x="3873500" y="2000250"/>
          <p14:tracePt t="33226" x="3860800" y="2019300"/>
          <p14:tracePt t="33243" x="3841750" y="2025650"/>
          <p14:tracePt t="33259" x="3778250" y="2063750"/>
          <p14:tracePt t="33276" x="3714750" y="2114550"/>
          <p14:tracePt t="33293" x="3670300" y="2139950"/>
          <p14:tracePt t="33309" x="3606800" y="2178050"/>
          <p14:tracePt t="33326" x="3543300" y="2209800"/>
          <p14:tracePt t="33343" x="3486150" y="2241550"/>
          <p14:tracePt t="33359" x="3467100" y="2254250"/>
          <p14:tracePt t="33376" x="3441700" y="2266950"/>
          <p14:tracePt t="33393" x="3429000" y="2279650"/>
          <p14:tracePt t="33409" x="3422650" y="2279650"/>
          <p14:tracePt t="33425" x="3422650" y="2286000"/>
          <p14:tracePt t="33476" x="3429000" y="2286000"/>
          <p14:tracePt t="33483" x="3441700" y="2286000"/>
          <p14:tracePt t="33497" x="3460750" y="2286000"/>
          <p14:tracePt t="33508" x="3479800" y="2286000"/>
          <p14:tracePt t="33526" x="3575050" y="2273300"/>
          <p14:tracePt t="33542" x="3651250" y="2266950"/>
          <p14:tracePt t="33558" x="3854450" y="2241550"/>
          <p14:tracePt t="33575" x="4108450" y="2222500"/>
          <p14:tracePt t="33592" x="4248150" y="2209800"/>
          <p14:tracePt t="33608" x="4546600" y="2190750"/>
          <p14:tracePt t="33625" x="4787900" y="2178050"/>
          <p14:tracePt t="33641" x="4902200" y="2178050"/>
          <p14:tracePt t="33658" x="5080000" y="2171700"/>
          <p14:tracePt t="33674" x="5219700" y="2171700"/>
          <p14:tracePt t="33691" x="5283200" y="2159000"/>
          <p14:tracePt t="33708" x="5410200" y="2159000"/>
          <p14:tracePt t="33725" x="5549900" y="2159000"/>
          <p14:tracePt t="33741" x="5619750" y="2159000"/>
          <p14:tracePt t="33758" x="5734050" y="2159000"/>
          <p14:tracePt t="33774" x="5784850" y="2152650"/>
          <p14:tracePt t="33791" x="5848350" y="2146300"/>
          <p14:tracePt t="33807" x="5873750" y="2139950"/>
          <p14:tracePt t="33824" x="5880100" y="2139950"/>
          <p14:tracePt t="33904" x="5873750" y="2133600"/>
          <p14:tracePt t="33933" x="5867400" y="2133600"/>
          <p14:tracePt t="33946" x="5861050" y="2120900"/>
          <p14:tracePt t="33953" x="5861050" y="2114550"/>
          <p14:tracePt t="33960" x="5848350" y="2114550"/>
          <p14:tracePt t="33976" x="5848350" y="2108200"/>
          <p14:tracePt t="34407" x="5772150" y="2101850"/>
          <p14:tracePt t="34418" x="5645150" y="2082800"/>
          <p14:tracePt t="34425" x="5486400" y="2070100"/>
          <p14:tracePt t="34441" x="5295900" y="2057400"/>
          <p14:tracePt t="34455" x="5054600" y="2025650"/>
          <p14:tracePt t="34472" x="4546600" y="2000250"/>
          <p14:tracePt t="34489" x="4025900" y="1981200"/>
          <p14:tracePt t="34505" x="3784600" y="1993900"/>
          <p14:tracePt t="34508" x="3568700" y="2006600"/>
          <p14:tracePt t="34522" x="3397250" y="2032000"/>
          <p14:tracePt t="34538" x="3098800" y="2089150"/>
          <p14:tracePt t="34555" x="2997200" y="2108200"/>
          <p14:tracePt t="34572" x="2774950" y="2171700"/>
          <p14:tracePt t="34588" x="2571750" y="2222500"/>
          <p14:tracePt t="34605" x="2476500" y="2235200"/>
          <p14:tracePt t="34622" x="2330450" y="2235200"/>
          <p14:tracePt t="34638" x="2311400" y="2235200"/>
          <p14:tracePt t="34655" x="2324100" y="2222500"/>
          <p14:tracePt t="35189" x="2324100" y="2241550"/>
          <p14:tracePt t="35196" x="2324100" y="2266950"/>
          <p14:tracePt t="35210" x="2324100" y="2286000"/>
          <p14:tracePt t="35219" x="2330450" y="2311400"/>
          <p14:tracePt t="35236" x="2336800" y="2330450"/>
          <p14:tracePt t="35253" x="2355850" y="2362200"/>
          <p14:tracePt t="35269" x="2381250" y="2381250"/>
          <p14:tracePt t="35286" x="2381250" y="2387600"/>
          <p14:tracePt t="35302" x="2387600" y="2387600"/>
          <p14:tracePt t="35319" x="2393950" y="2393950"/>
          <p14:tracePt t="35400" x="2393950" y="2400300"/>
          <p14:tracePt t="35407" x="2393950" y="2406650"/>
          <p14:tracePt t="35422" x="2393950" y="2413000"/>
          <p14:tracePt t="35436" x="2393950" y="2419350"/>
          <p14:tracePt t="35452" x="2387600" y="2425700"/>
          <p14:tracePt t="35468" x="2387600" y="2432050"/>
          <p14:tracePt t="35485" x="2381250" y="2444750"/>
          <p14:tracePt t="35501" x="2374900" y="2451100"/>
          <p14:tracePt t="35519" x="2368550" y="2457450"/>
          <p14:tracePt t="35551" x="2362200" y="2470150"/>
          <p14:tracePt t="35584" x="2355850" y="2476500"/>
          <p14:tracePt t="35601" x="2355850" y="2482850"/>
          <p14:tracePt t="35637" x="2355850" y="2489200"/>
          <p14:tracePt t="35687" x="2349500" y="2495550"/>
          <p14:tracePt t="35708" x="2349500" y="2501900"/>
          <p14:tracePt t="35722" x="2349500" y="2508250"/>
          <p14:tracePt t="35744" x="2349500" y="2514600"/>
          <p14:tracePt t="35751" x="2349500" y="2527300"/>
          <p14:tracePt t="35757" x="2349500" y="2540000"/>
          <p14:tracePt t="35771" x="2336800" y="2559050"/>
          <p14:tracePt t="35784" x="2336800" y="2578100"/>
          <p14:tracePt t="35801" x="2324100" y="2622550"/>
          <p14:tracePt t="35817" x="2324100" y="2635250"/>
          <p14:tracePt t="35834" x="2317750" y="2673350"/>
          <p14:tracePt t="35850" x="2305050" y="2692400"/>
          <p14:tracePt t="35867" x="2305050" y="2698750"/>
          <p14:tracePt t="35884" x="2305050" y="2705100"/>
          <p14:tracePt t="35919" x="2305050" y="2698750"/>
          <p14:tracePt t="35926" x="2305050" y="2692400"/>
          <p14:tracePt t="36650" x="2311400" y="2692400"/>
          <p14:tracePt t="36665" x="2324100" y="2692400"/>
          <p14:tracePt t="36671" x="2343150" y="2692400"/>
          <p14:tracePt t="36684" x="2355850" y="2692400"/>
          <p14:tracePt t="36698" x="2368550" y="2698750"/>
          <p14:tracePt t="36714" x="2381250" y="2698750"/>
          <p14:tracePt t="36731" x="2387600" y="2698750"/>
          <p14:tracePt t="36776" x="2393950" y="2698750"/>
          <p14:tracePt t="36784" x="2400300" y="2698750"/>
          <p14:tracePt t="36798" x="2400300" y="2705100"/>
          <p14:tracePt t="36814" x="2413000" y="2711450"/>
          <p14:tracePt t="36830" x="2419350" y="2717800"/>
          <p14:tracePt t="36847" x="2432050" y="2717800"/>
          <p14:tracePt t="36863" x="2432050" y="2724150"/>
          <p14:tracePt t="36896" x="2438400" y="2724150"/>
          <p14:tracePt t="36924" x="2444750" y="2730500"/>
          <p14:tracePt t="37000" x="2451100" y="2736850"/>
          <p14:tracePt t="37071" x="2457450" y="2736850"/>
          <p14:tracePt t="37092" x="2463800" y="2730500"/>
          <p14:tracePt t="37099" x="2463800" y="2724150"/>
          <p14:tracePt t="37819" x="2463800" y="2717800"/>
          <p14:tracePt t="37827" x="2463800" y="2705100"/>
          <p14:tracePt t="37833" x="2463800" y="2692400"/>
          <p14:tracePt t="37847" x="2463800" y="2686050"/>
          <p14:tracePt t="37861" x="2463800" y="2679700"/>
          <p14:tracePt t="37876" x="2470150" y="2673350"/>
          <p14:tracePt t="37917" x="2470150" y="2667000"/>
          <p14:tracePt t="38043" x="2463800" y="2667000"/>
          <p14:tracePt t="38057" x="2457450" y="2667000"/>
          <p14:tracePt t="38065" x="2444750" y="2660650"/>
          <p14:tracePt t="38079" x="2432050" y="2660650"/>
          <p14:tracePt t="38093" x="2413000" y="2654300"/>
          <p14:tracePt t="38109" x="2362200" y="2641600"/>
          <p14:tracePt t="38126" x="2336800" y="2641600"/>
          <p14:tracePt t="38143" x="2286000" y="2635250"/>
          <p14:tracePt t="38160" x="2247900" y="2635250"/>
          <p14:tracePt t="38176" x="2235200" y="2635250"/>
          <p14:tracePt t="38192" x="2216150" y="2635250"/>
          <p14:tracePt t="38209" x="2203450" y="2635250"/>
          <p14:tracePt t="38228" x="2197100" y="2635250"/>
          <p14:tracePt t="38289" x="2203450" y="2635250"/>
          <p14:tracePt t="38296" x="2209800" y="2635250"/>
          <p14:tracePt t="38311" x="2216150" y="2635250"/>
          <p14:tracePt t="38325" x="2228850" y="2635250"/>
          <p14:tracePt t="38342" x="2241550" y="2635250"/>
          <p14:tracePt t="38359" x="2266950" y="2635250"/>
          <p14:tracePt t="38375" x="2279650" y="2635250"/>
          <p14:tracePt t="38391" x="2305050" y="2628900"/>
          <p14:tracePt t="38409" x="2324100" y="2628900"/>
          <p14:tracePt t="38425" x="2330450" y="2628900"/>
          <p14:tracePt t="38441" x="2336800" y="2628900"/>
          <p14:tracePt t="38475" x="2336800" y="2622550"/>
          <p14:tracePt t="38491" x="2330450" y="2622550"/>
          <p14:tracePt t="38508" x="2317750" y="2622550"/>
          <p14:tracePt t="38524" x="2311400" y="2622550"/>
          <p14:tracePt t="38541" x="2292350" y="2622550"/>
          <p14:tracePt t="38558" x="2266950" y="2622550"/>
          <p14:tracePt t="38574" x="2254250" y="2622550"/>
          <p14:tracePt t="38591" x="2235200" y="2622550"/>
          <p14:tracePt t="38608" x="2228850" y="2622550"/>
          <p14:tracePt t="38627" x="2222500" y="2622550"/>
          <p14:tracePt t="38858" x="2222500" y="2616200"/>
          <p14:tracePt t="39110" x="2222500" y="2603500"/>
          <p14:tracePt t="39117" x="2222500" y="2565400"/>
          <p14:tracePt t="39131" x="2222500" y="2520950"/>
          <p14:tracePt t="39141" x="2228850" y="2470150"/>
          <p14:tracePt t="39155" x="2228850" y="2419350"/>
          <p14:tracePt t="39172" x="2228850" y="2298700"/>
          <p14:tracePt t="39189" x="2228850" y="2197100"/>
          <p14:tracePt t="39206" x="2228850" y="2133600"/>
          <p14:tracePt t="39223" x="2228850" y="2019300"/>
          <p14:tracePt t="39239" x="2235200" y="1924050"/>
          <p14:tracePt t="39255" x="2247900" y="1879600"/>
          <p14:tracePt t="39272" x="2254250" y="1835150"/>
          <p14:tracePt t="39288" x="2260600" y="1822450"/>
          <p14:tracePt t="39305" x="2266950" y="1809750"/>
          <p14:tracePt t="39342" x="2273300" y="1803400"/>
          <p14:tracePt t="40280" x="2279650" y="1809750"/>
          <p14:tracePt t="40294" x="2292350" y="1816100"/>
          <p14:tracePt t="40301" x="2311400" y="1816100"/>
          <p14:tracePt t="40314" x="2336800" y="1822450"/>
          <p14:tracePt t="40321" x="2349500" y="1828800"/>
          <p14:tracePt t="40337" x="2368550" y="1835150"/>
          <p14:tracePt t="40352" x="2400300" y="1847850"/>
          <p14:tracePt t="40368" x="2425700" y="1854200"/>
          <p14:tracePt t="40385" x="2463800" y="1873250"/>
          <p14:tracePt t="40401" x="2495550" y="1885950"/>
          <p14:tracePt t="40418" x="2546350" y="1905000"/>
          <p14:tracePt t="40434" x="2597150" y="1924050"/>
          <p14:tracePt t="40451" x="2628900" y="1936750"/>
          <p14:tracePt t="40468" x="2660650" y="1943100"/>
          <p14:tracePt t="40484" x="2692400" y="1949450"/>
          <p14:tracePt t="40501" x="2711450" y="1949450"/>
          <p14:tracePt t="40518" x="2724150" y="1949450"/>
          <p14:tracePt t="40534" x="2736850" y="1949450"/>
          <p14:tracePt t="40574" x="2730500" y="1943100"/>
          <p14:tracePt t="40583" x="2717800" y="1943100"/>
          <p14:tracePt t="40601" x="2698750" y="1936750"/>
          <p14:tracePt t="40617" x="2654300" y="1930400"/>
          <p14:tracePt t="40634" x="2578100" y="1924050"/>
          <p14:tracePt t="40651" x="2482850" y="1924050"/>
          <p14:tracePt t="40667" x="2444750" y="1930400"/>
          <p14:tracePt t="40684" x="2400300" y="1949450"/>
          <p14:tracePt t="40701" x="2324100" y="1993900"/>
          <p14:tracePt t="40717" x="2273300" y="2044700"/>
          <p14:tracePt t="40734" x="2247900" y="2082800"/>
          <p14:tracePt t="40750" x="2241550" y="2146300"/>
          <p14:tracePt t="40766" x="2254250" y="2266950"/>
          <p14:tracePt t="40784" x="2273300" y="2324100"/>
          <p14:tracePt t="40800" x="2311400" y="2432050"/>
          <p14:tracePt t="40816" x="2381250" y="2533650"/>
          <p14:tracePt t="40835" x="2451100" y="2597150"/>
          <p14:tracePt t="40850" x="2495550" y="2622550"/>
          <p14:tracePt t="40866" x="2603500" y="2660650"/>
          <p14:tracePt t="40884" x="2736850" y="2679700"/>
          <p14:tracePt t="40900" x="2800350" y="2686050"/>
          <p14:tracePt t="40916" x="2946400" y="2686050"/>
          <p14:tracePt t="40933" x="3111500" y="2654300"/>
          <p14:tracePt t="40949" x="3194050" y="2622550"/>
          <p14:tracePt t="40966" x="3270250" y="2590800"/>
          <p14:tracePt t="40983" x="3536950" y="2489200"/>
          <p14:tracePt t="40999" x="3632200" y="2463800"/>
          <p14:tracePt t="41016" x="3790950" y="2368550"/>
          <p14:tracePt t="41032" x="3835400" y="2330450"/>
          <p14:tracePt t="41049" x="3879850" y="2266950"/>
          <p14:tracePt t="41066" x="3873500" y="2184400"/>
          <p14:tracePt t="41082" x="3848100" y="2127250"/>
          <p14:tracePt t="41099" x="3740150" y="2000250"/>
          <p14:tracePt t="41116" x="3517900" y="1854200"/>
          <p14:tracePt t="41132" x="3409950" y="1803400"/>
          <p14:tracePt t="41136" x="3295650" y="1752600"/>
          <p14:tracePt t="41149" x="3200400" y="1708150"/>
          <p14:tracePt t="41165" x="3028950" y="1670050"/>
          <p14:tracePt t="41182" x="2952750" y="1670050"/>
          <p14:tracePt t="41199" x="2838450" y="1670050"/>
          <p14:tracePt t="41215" x="2736850" y="1727200"/>
          <p14:tracePt t="41232" x="2705100" y="1758950"/>
          <p14:tracePt t="41249" x="2654300" y="1841500"/>
          <p14:tracePt t="41265" x="2635250" y="1924050"/>
          <p14:tracePt t="41282" x="2635250" y="1974850"/>
          <p14:tracePt t="41298" x="2660650" y="2108200"/>
          <p14:tracePt t="41315" x="2686050" y="2184400"/>
          <p14:tracePt t="41333" x="2851150" y="2393950"/>
          <p14:tracePt t="41348" x="2946400" y="2470150"/>
          <p14:tracePt t="41364" x="3041650" y="2546350"/>
          <p14:tracePt t="41382" x="3289300" y="2641600"/>
          <p14:tracePt t="41398" x="3530600" y="2686050"/>
          <p14:tracePt t="41415" x="3644900" y="2686050"/>
          <p14:tracePt t="41431" x="3854450" y="2635250"/>
          <p14:tracePt t="41448" x="4025900" y="2559050"/>
          <p14:tracePt t="41464" x="4095750" y="2495550"/>
          <p14:tracePt t="41481" x="4203700" y="2413000"/>
          <p14:tracePt t="41497" x="4273550" y="2317750"/>
          <p14:tracePt t="41515" x="4311650" y="2222500"/>
          <p14:tracePt t="41531" x="4318000" y="2178050"/>
          <p14:tracePt t="41548" x="4318000" y="2133600"/>
          <p14:tracePt t="41564" x="4318000" y="2120900"/>
          <p14:tracePt t="41581" x="4311650" y="2120900"/>
          <p14:tracePt t="41614" x="4305300" y="2120900"/>
          <p14:tracePt t="41630" x="4292600" y="2120900"/>
          <p14:tracePt t="41648" x="4267200" y="2108200"/>
          <p14:tracePt t="41664" x="4260850" y="2108200"/>
          <p14:tracePt t="41696" x="4286250" y="2108200"/>
          <p14:tracePt t="42000" x="4229100" y="2108200"/>
          <p14:tracePt t="42007" x="4140200" y="2108200"/>
          <p14:tracePt t="42015" x="4064000" y="2108200"/>
          <p14:tracePt t="42029" x="3962400" y="2108200"/>
          <p14:tracePt t="42045" x="3867150" y="2108200"/>
          <p14:tracePt t="42062" x="3721100" y="2095500"/>
          <p14:tracePt t="42078" x="3613150" y="2082800"/>
          <p14:tracePt t="42095" x="3575050" y="2076450"/>
          <p14:tracePt t="42112" x="3530600" y="2076450"/>
          <p14:tracePt t="42129" x="3511550" y="2076450"/>
          <p14:tracePt t="42145" x="3505200" y="2076450"/>
          <p14:tracePt t="42246" x="3524250" y="2076450"/>
          <p14:tracePt t="42260" x="3549650" y="2076450"/>
          <p14:tracePt t="42267" x="3600450" y="2082800"/>
          <p14:tracePt t="42281" x="3676650" y="2082800"/>
          <p14:tracePt t="42295" x="3905250" y="2101850"/>
          <p14:tracePt t="42311" x="4064000" y="2114550"/>
          <p14:tracePt t="42328" x="4222750" y="2114550"/>
          <p14:tracePt t="42344" x="4565650" y="2127250"/>
          <p14:tracePt t="42361" x="4864100" y="2139950"/>
          <p14:tracePt t="42378" x="4978400" y="2139950"/>
          <p14:tracePt t="42394" x="5130800" y="2139950"/>
          <p14:tracePt t="42411" x="5207000" y="2120900"/>
          <p14:tracePt t="42429" x="5238750" y="2114550"/>
          <p14:tracePt t="42444" x="5245100" y="2108200"/>
          <p14:tracePt t="42461" x="5257800" y="2089150"/>
          <p14:tracePt t="42478" x="5270500" y="2063750"/>
          <p14:tracePt t="42494" x="5276850" y="2051050"/>
          <p14:tracePt t="42511" x="5283200" y="2019300"/>
          <p14:tracePt t="42528" x="5289550" y="1993900"/>
          <p14:tracePt t="42544" x="5289550" y="1981200"/>
          <p14:tracePt t="42560" x="5289550" y="1968500"/>
          <p14:tracePt t="42576" x="5295900" y="1949450"/>
          <p14:tracePt t="42702" x="5289550" y="1949450"/>
          <p14:tracePt t="42709" x="5276850" y="1949450"/>
          <p14:tracePt t="42716" x="5257800" y="1955800"/>
          <p14:tracePt t="42730" x="5232400" y="1968500"/>
          <p14:tracePt t="42743" x="5194300" y="1968500"/>
          <p14:tracePt t="42760" x="5054600" y="1987550"/>
          <p14:tracePt t="42776" x="4959350" y="2006600"/>
          <p14:tracePt t="42793" x="4756150" y="2044700"/>
          <p14:tracePt t="42809" x="4559300" y="2089150"/>
          <p14:tracePt t="42826" x="4470400" y="2120900"/>
          <p14:tracePt t="42843" x="4343400" y="2165350"/>
          <p14:tracePt t="42859" x="4260850" y="2197100"/>
          <p14:tracePt t="42876" x="4241800" y="2197100"/>
          <p14:tracePt t="42892" x="4216400" y="2209800"/>
          <p14:tracePt t="42909" x="4210050" y="2209800"/>
          <p14:tracePt t="42927" x="4210050" y="2216150"/>
          <p14:tracePt t="42982" x="4229100" y="2216150"/>
          <p14:tracePt t="42989" x="4254500" y="2216150"/>
          <p14:tracePt t="42996" x="4292600" y="2216150"/>
          <p14:tracePt t="43012" x="4343400" y="2209800"/>
          <p14:tracePt t="43026" x="4406900" y="2197100"/>
          <p14:tracePt t="43043" x="4572000" y="2197100"/>
          <p14:tracePt t="43060" x="4673600" y="2190750"/>
          <p14:tracePt t="43075" x="4857750" y="2178050"/>
          <p14:tracePt t="43092" x="4984750" y="2159000"/>
          <p14:tracePt t="43109" x="5035550" y="2146300"/>
          <p14:tracePt t="43125" x="5048250" y="2146300"/>
          <p14:tracePt t="43142" x="5060950" y="2139950"/>
          <p14:tracePt t="43159" x="5067300" y="2139950"/>
          <p14:tracePt t="43418" x="5067300" y="2133600"/>
          <p14:tracePt t="43495" x="5060950" y="2127250"/>
          <p14:tracePt t="43530" x="5054600" y="2127250"/>
          <p14:tracePt t="43684" x="4965700" y="2127250"/>
          <p14:tracePt t="43691" x="4838700" y="2114550"/>
          <p14:tracePt t="43705" x="4699000" y="2108200"/>
          <p14:tracePt t="43712" x="4559300" y="2082800"/>
          <p14:tracePt t="43722" x="4432300" y="2051050"/>
          <p14:tracePt t="43740" x="4140200" y="2006600"/>
          <p14:tracePt t="43756" x="4025900" y="1974850"/>
          <p14:tracePt t="43773" x="3898900" y="1968500"/>
          <p14:tracePt t="43790" x="3530600" y="1905000"/>
          <p14:tracePt t="43806" x="3409950" y="1879600"/>
          <p14:tracePt t="43823" x="3308350" y="1873250"/>
          <p14:tracePt t="43839" x="3155950" y="1841500"/>
          <p14:tracePt t="43856" x="3022600" y="1841500"/>
          <p14:tracePt t="43873" x="2959100" y="1841500"/>
          <p14:tracePt t="43889" x="2927350" y="1841500"/>
          <p14:tracePt t="43906" x="2901950" y="1841500"/>
          <p14:tracePt t="43923" x="2889250" y="1841500"/>
          <p14:tracePt t="44021" x="2882900" y="1841500"/>
          <p14:tracePt t="44070" x="2876550" y="1841500"/>
          <p14:tracePt t="44084" x="2863850" y="1841500"/>
          <p14:tracePt t="44091" x="2825750" y="1841500"/>
          <p14:tracePt t="44108" x="2787650" y="1847850"/>
          <p14:tracePt t="44122" x="2743200" y="1847850"/>
          <p14:tracePt t="44138" x="2641600" y="1866900"/>
          <p14:tracePt t="44155" x="2552700" y="1898650"/>
          <p14:tracePt t="44171" x="2520950" y="1911350"/>
          <p14:tracePt t="44175" x="2508250" y="1924050"/>
          <p14:tracePt t="44189" x="2495550" y="1930400"/>
          <p14:tracePt t="44205" x="2476500" y="1943100"/>
          <p14:tracePt t="44237" x="2476500" y="1949450"/>
          <p14:tracePt t="44254" x="2476500" y="1955800"/>
          <p14:tracePt t="44271" x="2501900" y="1974850"/>
          <p14:tracePt t="44288" x="2520950" y="1981200"/>
          <p14:tracePt t="44305" x="2584450" y="2006600"/>
          <p14:tracePt t="44321" x="2667000" y="2032000"/>
          <p14:tracePt t="44338" x="2717800" y="2038350"/>
          <p14:tracePt t="44355" x="2825750" y="2038350"/>
          <p14:tracePt t="44371" x="2914650" y="2038350"/>
          <p14:tracePt t="44387" x="2959100" y="2025650"/>
          <p14:tracePt t="44404" x="3035300" y="1993900"/>
          <p14:tracePt t="44421" x="3073400" y="1974850"/>
          <p14:tracePt t="44437" x="3092450" y="1955800"/>
          <p14:tracePt t="44454" x="3111500" y="1911350"/>
          <p14:tracePt t="44470" x="3124200" y="1866900"/>
          <p14:tracePt t="44489" x="3124200" y="1828800"/>
          <p14:tracePt t="44504" x="3111500" y="1816100"/>
          <p14:tracePt t="44520" x="3105150" y="1803400"/>
          <p14:tracePt t="44537" x="3067050" y="1771650"/>
          <p14:tracePt t="44554" x="3041650" y="1752600"/>
          <p14:tracePt t="44570" x="3022600" y="1752600"/>
          <p14:tracePt t="44587" x="2990850" y="1752600"/>
          <p14:tracePt t="44603" x="2946400" y="1758950"/>
          <p14:tracePt t="44621" x="2921000" y="1765300"/>
          <p14:tracePt t="44637" x="2870200" y="1790700"/>
          <p14:tracePt t="44654" x="2832100" y="1809750"/>
          <p14:tracePt t="44671" x="2813050" y="1822450"/>
          <p14:tracePt t="44692" x="2813050" y="1828800"/>
          <p14:tracePt t="44703" x="2813050" y="1835150"/>
          <p14:tracePt t="44722" x="2813050" y="1847850"/>
          <p14:tracePt t="44736" x="2813050" y="1854200"/>
          <p14:tracePt t="44752" x="2832100" y="1892300"/>
          <p14:tracePt t="44770" x="2870200" y="1943100"/>
          <p14:tracePt t="44786" x="2901950" y="1981200"/>
          <p14:tracePt t="44803" x="2946400" y="2012950"/>
          <p14:tracePt t="44819" x="3117850" y="2127250"/>
          <p14:tracePt t="44836" x="3187700" y="2159000"/>
          <p14:tracePt t="44853" x="3321050" y="2190750"/>
          <p14:tracePt t="44869" x="3384550" y="2197100"/>
          <p14:tracePt t="44886" x="3556000" y="2165350"/>
          <p14:tracePt t="44903" x="3727450" y="2114550"/>
          <p14:tracePt t="44919" x="3822700" y="2070100"/>
          <p14:tracePt t="44936" x="4006850" y="2012950"/>
          <p14:tracePt t="44953" x="4178300" y="1936750"/>
          <p14:tracePt t="44969" x="4248150" y="1898650"/>
          <p14:tracePt t="44987" x="4381500" y="1841500"/>
          <p14:tracePt t="45002" x="4495800" y="1797050"/>
          <p14:tracePt t="45019" x="4533900" y="1778000"/>
          <p14:tracePt t="45036" x="4597400" y="1746250"/>
          <p14:tracePt t="45052" x="4641850" y="1727200"/>
          <p14:tracePt t="45068" x="4654550" y="1720850"/>
          <p14:tracePt t="45086" x="4679950" y="1708150"/>
          <p14:tracePt t="45102" x="4692650" y="1708150"/>
          <p14:tracePt t="45119" x="4699000" y="1701800"/>
          <p14:tracePt t="45204" x="4692650" y="1701800"/>
          <p14:tracePt t="45211" x="4686300" y="1701800"/>
          <p14:tracePt t="45225" x="4667250" y="1708150"/>
          <p14:tracePt t="45234" x="4635500" y="1727200"/>
          <p14:tracePt t="45251" x="4597400" y="1746250"/>
          <p14:tracePt t="45268" x="4470400" y="1790700"/>
          <p14:tracePt t="45284" x="4298950" y="1860550"/>
          <p14:tracePt t="45301" x="4216400" y="1892300"/>
          <p14:tracePt t="45317" x="4083050" y="1949450"/>
          <p14:tracePt t="45334" x="3981450" y="1993900"/>
          <p14:tracePt t="45352" x="3943350" y="2019300"/>
          <p14:tracePt t="45367" x="3930650" y="2019300"/>
          <p14:tracePt t="45384" x="3924300" y="2019300"/>
          <p14:tracePt t="45464" x="3937000" y="2019300"/>
          <p14:tracePt t="45470" x="3956050" y="2019300"/>
          <p14:tracePt t="45486" x="3981450" y="2019300"/>
          <p14:tracePt t="45500" x="4019550" y="2019300"/>
          <p14:tracePt t="45517" x="4146550" y="2019300"/>
          <p14:tracePt t="45535" x="4305300" y="2019300"/>
          <p14:tracePt t="45550" x="4381500" y="2006600"/>
          <p14:tracePt t="45567" x="4540250" y="1981200"/>
          <p14:tracePt t="45584" x="4635500" y="1955800"/>
          <p14:tracePt t="45600" x="4654550" y="1943100"/>
          <p14:tracePt t="45617" x="4679950" y="1943100"/>
          <p14:tracePt t="45633" x="4686300" y="1943100"/>
          <p14:tracePt t="45667" x="4679950" y="1943100"/>
          <p14:tracePt t="45683" x="4635500" y="1943100"/>
          <p14:tracePt t="45700" x="4597400" y="1943100"/>
          <p14:tracePt t="45703" x="4527550" y="1943100"/>
          <p14:tracePt t="45719" x="4451350" y="1943100"/>
          <p14:tracePt t="45733" x="4286250" y="1955800"/>
          <p14:tracePt t="45749" x="4197350" y="1962150"/>
          <p14:tracePt t="45766" x="4051300" y="1981200"/>
          <p14:tracePt t="45783" x="4000500" y="1993900"/>
          <p14:tracePt t="45799" x="3949700" y="2006600"/>
          <p14:tracePt t="45816" x="3937000" y="2012950"/>
          <p14:tracePt t="45892" x="3949700" y="2006600"/>
          <p14:tracePt t="45906" x="3962400" y="2006600"/>
          <p14:tracePt t="45913" x="3987800" y="2000250"/>
          <p14:tracePt t="45927" x="4019550" y="1981200"/>
          <p14:tracePt t="45935" x="4064000" y="1974850"/>
          <p14:tracePt t="45949" x="4133850" y="1943100"/>
          <p14:tracePt t="45965" x="4254500" y="1898650"/>
          <p14:tracePt t="45983" x="4311650" y="1873250"/>
          <p14:tracePt t="45998" x="4400550" y="1828800"/>
          <p14:tracePt t="46015" x="4445000" y="1803400"/>
          <p14:tracePt t="46032" x="4457700" y="1797050"/>
          <p14:tracePt t="46065" x="4464050" y="1790700"/>
          <p14:tracePt t="46084" x="4451350" y="1797050"/>
          <p14:tracePt t="46098" x="4438650" y="1809750"/>
          <p14:tracePt t="46115" x="4413250" y="1822450"/>
          <p14:tracePt t="46131" x="4324350" y="1873250"/>
          <p14:tracePt t="46148" x="4171950" y="1930400"/>
          <p14:tracePt t="46166" x="4025900" y="2012950"/>
          <p14:tracePt t="46182" x="3943350" y="2051050"/>
          <p14:tracePt t="46199" x="3854450" y="2089150"/>
          <p14:tracePt t="46215" x="3822700" y="2108200"/>
          <p14:tracePt t="46231" x="3810000" y="2114550"/>
          <p14:tracePt t="46248" x="3803650" y="2114550"/>
          <p14:tracePt t="46320" x="3816350" y="2108200"/>
          <p14:tracePt t="46334" x="3829050" y="2108200"/>
          <p14:tracePt t="46341" x="3841750" y="2101850"/>
          <p14:tracePt t="46846" x="3816350" y="2101850"/>
          <p14:tracePt t="46852" x="3784600" y="2120900"/>
          <p14:tracePt t="46867" x="3746500" y="2133600"/>
          <p14:tracePt t="46878" x="3714750" y="2146300"/>
          <p14:tracePt t="46896" x="3644900" y="2159000"/>
          <p14:tracePt t="46912" x="3619500" y="2171700"/>
          <p14:tracePt t="46928" x="3581400" y="2178050"/>
          <p14:tracePt t="46945" x="3562350" y="2190750"/>
          <p14:tracePt t="46962" x="3556000" y="2197100"/>
          <p14:tracePt t="46979" x="3549650" y="2197100"/>
          <p14:tracePt t="47008" x="3549650" y="2203450"/>
          <p14:tracePt t="47057" x="3543300" y="2203450"/>
          <p14:tracePt t="47099" x="3536950" y="2203450"/>
          <p14:tracePt t="47106" x="3530600" y="2203450"/>
          <p14:tracePt t="47127" x="3517900" y="2203450"/>
          <p14:tracePt t="47134" x="3505200" y="2197100"/>
          <p14:tracePt t="47148" x="3479800" y="2190750"/>
          <p14:tracePt t="47162" x="3448050" y="2184400"/>
          <p14:tracePt t="47178" x="3314700" y="2152650"/>
          <p14:tracePt t="47195" x="3225800" y="2133600"/>
          <p14:tracePt t="47211" x="3022600" y="2114550"/>
          <p14:tracePt t="47228" x="2813050" y="2095500"/>
          <p14:tracePt t="47246" x="2724150" y="2095500"/>
          <p14:tracePt t="47261" x="2597150" y="2095500"/>
          <p14:tracePt t="47277" x="2540000" y="2095500"/>
          <p14:tracePt t="47294" x="2527300" y="2095500"/>
          <p14:tracePt t="47310" x="2514600" y="2095500"/>
          <p14:tracePt t="47327" x="2508250" y="2095500"/>
          <p14:tracePt t="47457" x="2508250" y="2089150"/>
          <p14:tracePt t="47681" x="2508250" y="2082800"/>
          <p14:tracePt t="47709" x="2501900" y="2082800"/>
          <p14:tracePt t="47737" x="2495550" y="2082800"/>
          <p14:tracePt t="47787" x="2489200" y="2082800"/>
          <p14:tracePt t="47920" x="2495550" y="2082800"/>
          <p14:tracePt t="47927" x="2495550" y="2076450"/>
          <p14:tracePt t="47940" x="2501900" y="2070100"/>
          <p14:tracePt t="47948" x="2501900" y="2057400"/>
          <p14:tracePt t="47962" x="2508250" y="2044700"/>
          <p14:tracePt t="47978" x="2514600" y="2032000"/>
          <p14:tracePt t="47992" x="2514600" y="2006600"/>
          <p14:tracePt t="48008" x="2520950" y="1981200"/>
          <p14:tracePt t="48025" x="2527300" y="1936750"/>
          <p14:tracePt t="48041" x="2540000" y="1898650"/>
          <p14:tracePt t="48058" x="2546350" y="1885950"/>
          <p14:tracePt t="48075" x="2552700" y="1860550"/>
          <p14:tracePt t="48092" x="2559050" y="1847850"/>
          <p14:tracePt t="48108" x="2565400" y="1841500"/>
          <p14:tracePt t="48125" x="2565400" y="1835150"/>
          <p14:tracePt t="48320" x="2565400" y="1847850"/>
          <p14:tracePt t="48327" x="2565400" y="1866900"/>
          <p14:tracePt t="48343" x="2565400" y="1898650"/>
          <p14:tracePt t="48357" x="2565400" y="1924050"/>
          <p14:tracePt t="48374" x="2584450" y="2006600"/>
          <p14:tracePt t="48391" x="2603500" y="2057400"/>
          <p14:tracePt t="48407" x="2622550" y="2089150"/>
          <p14:tracePt t="48423" x="2641600" y="2120900"/>
          <p14:tracePt t="48440" x="2667000" y="2152650"/>
          <p14:tracePt t="48457" x="2673350" y="2152650"/>
          <p14:tracePt t="48474" x="2692400" y="2159000"/>
          <p14:tracePt t="48490" x="2698750" y="2159000"/>
          <p14:tracePt t="49115" x="2686050" y="2159000"/>
          <p14:tracePt t="49122" x="2660650" y="2152650"/>
          <p14:tracePt t="49129" x="2641600" y="2152650"/>
          <p14:tracePt t="49143" x="2609850" y="2152650"/>
          <p14:tracePt t="49154" x="2590800" y="2133600"/>
          <p14:tracePt t="49171" x="2565400" y="2120900"/>
          <p14:tracePt t="49188" x="2559050" y="2120900"/>
          <p14:tracePt t="49204" x="2546350" y="2114550"/>
          <p14:tracePt t="49256" x="2546350" y="2108200"/>
          <p14:tracePt t="49268" x="2546350" y="2095500"/>
          <p14:tracePt t="49282" x="2546350" y="2082800"/>
          <p14:tracePt t="49290" x="2546350" y="2070100"/>
          <p14:tracePt t="49307" x="2546350" y="2051050"/>
          <p14:tracePt t="49321" x="2546350" y="2032000"/>
          <p14:tracePt t="49337" x="2552700" y="1981200"/>
          <p14:tracePt t="49354" x="2552700" y="1930400"/>
          <p14:tracePt t="49370" x="2559050" y="1911350"/>
          <p14:tracePt t="49387" x="2565400" y="1885950"/>
          <p14:tracePt t="49403" x="2565400" y="1873250"/>
          <p14:tracePt t="49420" x="2565400" y="1866900"/>
          <p14:tracePt t="49453" x="2565400" y="1860550"/>
          <p14:tracePt t="49494" x="2565400" y="1866900"/>
          <p14:tracePt t="49515" x="2559050" y="1873250"/>
          <p14:tracePt t="49521" x="2552700" y="1879600"/>
          <p14:tracePt t="49537" x="2546350" y="1885950"/>
          <p14:tracePt t="49543" x="2533650" y="1905000"/>
          <p14:tracePt t="49553" x="2520950" y="1924050"/>
          <p14:tracePt t="49569" x="2514600" y="1955800"/>
          <p14:tracePt t="49586" x="2482850" y="2012950"/>
          <p14:tracePt t="49603" x="2476500" y="2044700"/>
          <p14:tracePt t="49621" x="2470150" y="2127250"/>
          <p14:tracePt t="49636" x="2470150" y="2152650"/>
          <p14:tracePt t="49653" x="2470150" y="2171700"/>
          <p14:tracePt t="49669" x="2476500" y="2190750"/>
          <p14:tracePt t="49686" x="2482850" y="2197100"/>
          <p14:tracePt t="49719" x="2482850" y="2203450"/>
          <p14:tracePt t="50943" x="2533650" y="2203450"/>
          <p14:tracePt t="50956" x="2603500" y="2197100"/>
          <p14:tracePt t="50964" x="2705100" y="2171700"/>
          <p14:tracePt t="50977" x="2794000" y="2165350"/>
          <p14:tracePt t="50985" x="2908300" y="2152650"/>
          <p14:tracePt t="51001" x="3022600" y="2152650"/>
          <p14:tracePt t="51015" x="3213100" y="2146300"/>
          <p14:tracePt t="51031" x="3282950" y="2133600"/>
          <p14:tracePt t="51048" x="3403600" y="2095500"/>
          <p14:tracePt t="51064" x="3441700" y="2089150"/>
          <p14:tracePt t="51081" x="3536950" y="2089150"/>
          <p14:tracePt t="51098" x="3689350" y="2076450"/>
          <p14:tracePt t="51114" x="3803650" y="2076450"/>
          <p14:tracePt t="51131" x="4025900" y="2076450"/>
          <p14:tracePt t="51148" x="4184650" y="2057400"/>
          <p14:tracePt t="51164" x="4229100" y="2051050"/>
          <p14:tracePt t="51181" x="4267200" y="2038350"/>
          <p14:tracePt t="51198" x="4273550" y="2032000"/>
          <p14:tracePt t="51214" x="4279900" y="2025650"/>
          <p14:tracePt t="51231" x="4286250" y="2025650"/>
          <p14:tracePt t="51247" x="4286250" y="2019300"/>
          <p14:tracePt t="51267" x="4292600" y="2019300"/>
          <p14:tracePt t="51286" x="4292600" y="2012950"/>
          <p14:tracePt t="51315" x="4298950" y="2006600"/>
          <p14:tracePt t="51434" x="4286250" y="2012950"/>
          <p14:tracePt t="51448" x="4279900" y="2012950"/>
          <p14:tracePt t="51455" x="4260850" y="2012950"/>
          <p14:tracePt t="51469" x="4241800" y="2019300"/>
          <p14:tracePt t="51479" x="4210050" y="2038350"/>
          <p14:tracePt t="51497" x="4152900" y="2051050"/>
          <p14:tracePt t="51513" x="4032250" y="2101850"/>
          <p14:tracePt t="51529" x="3898900" y="2159000"/>
          <p14:tracePt t="51546" x="3810000" y="2203450"/>
          <p14:tracePt t="51563" x="3778250" y="2209800"/>
          <p14:tracePt t="51579" x="3752850" y="2228850"/>
          <p14:tracePt t="51596" x="3746500" y="2235200"/>
          <p14:tracePt t="51658" x="3752850" y="2235200"/>
          <p14:tracePt t="51665" x="3765550" y="2235200"/>
          <p14:tracePt t="51681" x="3784600" y="2228850"/>
          <p14:tracePt t="51696" x="3803650" y="2228850"/>
          <p14:tracePt t="51712" x="3854450" y="2216150"/>
          <p14:tracePt t="51729" x="3937000" y="2184400"/>
          <p14:tracePt t="51745" x="3968750" y="2159000"/>
          <p14:tracePt t="51762" x="4051300" y="2108200"/>
          <p14:tracePt t="51779" x="4102100" y="2057400"/>
          <p14:tracePt t="51795" x="4127500" y="2038350"/>
          <p14:tracePt t="51798" x="4140200" y="2012950"/>
          <p14:tracePt t="51812" x="4165600" y="1993900"/>
          <p14:tracePt t="51828" x="4197350" y="1955800"/>
          <p14:tracePt t="51845" x="4222750" y="1936750"/>
          <p14:tracePt t="51862" x="4241800" y="1911350"/>
          <p14:tracePt t="51878" x="4260850" y="1892300"/>
          <p14:tracePt t="51895" x="4260850" y="1885950"/>
          <p14:tracePt t="51911" x="4267200" y="1885950"/>
          <p14:tracePt t="51939" x="4267200" y="1879600"/>
          <p14:tracePt t="51947" x="4273550" y="1879600"/>
          <p14:tracePt t="52633" x="4260850" y="1885950"/>
          <p14:tracePt t="52640" x="4241800" y="1898650"/>
          <p14:tracePt t="52647" x="4222750" y="1911350"/>
          <p14:tracePt t="52662" x="4197350" y="1930400"/>
          <p14:tracePt t="52676" x="4184650" y="1943100"/>
          <p14:tracePt t="52692" x="4165600" y="1962150"/>
          <p14:tracePt t="52709" x="4159250" y="1968500"/>
          <p14:tracePt t="52725" x="4152900" y="1981200"/>
          <p14:tracePt t="52742" x="4146550" y="1987550"/>
          <p14:tracePt t="52801" x="4146550" y="1993900"/>
          <p14:tracePt t="52822" x="4140200" y="2000250"/>
          <p14:tracePt t="52829" x="4140200" y="2006600"/>
          <p14:tracePt t="52844" x="4127500" y="2012950"/>
          <p14:tracePt t="52858" x="4114800" y="2025650"/>
          <p14:tracePt t="52875" x="4108450" y="2032000"/>
          <p14:tracePt t="52892" x="4095750" y="2038350"/>
          <p14:tracePt t="52908" x="4076700" y="2057400"/>
          <p14:tracePt t="52925" x="4051300" y="2076450"/>
          <p14:tracePt t="52942" x="4032250" y="2101850"/>
          <p14:tracePt t="52958" x="4019550" y="2108200"/>
          <p14:tracePt t="52974" x="4006850" y="2108200"/>
          <p14:tracePt t="52991" x="4000500" y="2114550"/>
          <p14:tracePt t="53061" x="4000500" y="2120900"/>
          <p14:tracePt t="53068" x="4006850" y="2120900"/>
          <p14:tracePt t="53452" x="4019550" y="2120900"/>
          <p14:tracePt t="53459" x="4032250" y="2127250"/>
          <p14:tracePt t="53475" x="4051300" y="2133600"/>
          <p14:tracePt t="53489" x="4076700" y="2152650"/>
          <p14:tracePt t="53506" x="4146550" y="2171700"/>
          <p14:tracePt t="53523" x="4191000" y="2190750"/>
          <p14:tracePt t="53539" x="4337050" y="2228850"/>
          <p14:tracePt t="53556" x="4527550" y="2260600"/>
          <p14:tracePt t="53573" x="4699000" y="2279650"/>
          <p14:tracePt t="53589" x="4787900" y="2279650"/>
          <p14:tracePt t="53606" x="4927600" y="2279650"/>
          <p14:tracePt t="53622" x="5029200" y="2279650"/>
          <p14:tracePt t="53639" x="5073650" y="2273300"/>
          <p14:tracePt t="53656" x="5137150" y="2254250"/>
          <p14:tracePt t="53672" x="5187950" y="2241550"/>
          <p14:tracePt t="53689" x="5207000" y="2235200"/>
          <p14:tracePt t="53706" x="5226050" y="2222500"/>
          <p14:tracePt t="53722" x="5232400" y="2222500"/>
          <p14:tracePt t="53775" x="5238750" y="2222500"/>
          <p14:tracePt t="53825" x="5245100" y="2216150"/>
          <p14:tracePt t="54014" x="5245100" y="2222500"/>
          <p14:tracePt t="54057" x="5238750" y="2222500"/>
          <p14:tracePt t="54127" x="5238750" y="2228850"/>
          <p14:tracePt t="54133" x="5251450" y="2228850"/>
          <p14:tracePt t="54141" x="5264150" y="2228850"/>
          <p14:tracePt t="54157" x="5283200" y="2228850"/>
          <p14:tracePt t="54170" x="5314950" y="2228850"/>
          <p14:tracePt t="54187" x="5391150" y="2216150"/>
          <p14:tracePt t="54204" x="5511800" y="2209800"/>
          <p14:tracePt t="54220" x="5562600" y="2203450"/>
          <p14:tracePt t="54237" x="5683250" y="2171700"/>
          <p14:tracePt t="54254" x="5803900" y="2146300"/>
          <p14:tracePt t="54270" x="5861050" y="2127250"/>
          <p14:tracePt t="54288" x="5956300" y="2108200"/>
          <p14:tracePt t="54303" x="6026150" y="2076450"/>
          <p14:tracePt t="54320" x="6051550" y="2070100"/>
          <p14:tracePt t="54337" x="6064250" y="2063750"/>
          <p14:tracePt t="54353" x="6070600" y="2063750"/>
          <p14:tracePt t="54408" x="6064250" y="2063750"/>
          <p14:tracePt t="54414" x="6051550" y="2063750"/>
          <p14:tracePt t="54422" x="6019800" y="2057400"/>
          <p14:tracePt t="54437" x="5994400" y="2057400"/>
          <p14:tracePt t="54453" x="5943600" y="2051050"/>
          <p14:tracePt t="54469" x="5810250" y="2038350"/>
          <p14:tracePt t="54486" x="5645150" y="2044700"/>
          <p14:tracePt t="54503" x="5568950" y="2044700"/>
          <p14:tracePt t="54520" x="5429250" y="2063750"/>
          <p14:tracePt t="54536" x="5334000" y="2076450"/>
          <p14:tracePt t="54553" x="5289550" y="2089150"/>
          <p14:tracePt t="54569" x="5245100" y="2108200"/>
          <p14:tracePt t="54585" x="5219700" y="2120900"/>
          <p14:tracePt t="54602" x="5213350" y="2133600"/>
          <p14:tracePt t="54619" x="5200650" y="2146300"/>
          <p14:tracePt t="54635" x="5200650" y="2152650"/>
          <p14:tracePt t="54669" x="5200650" y="2159000"/>
          <p14:tracePt t="54737" x="5200650" y="2165350"/>
          <p14:tracePt t="54744" x="5207000" y="2165350"/>
          <p14:tracePt t="54758" x="5219700" y="2171700"/>
          <p14:tracePt t="54768" x="5232400" y="2171700"/>
          <p14:tracePt t="54787" x="5302250" y="2184400"/>
          <p14:tracePt t="54802" x="5359400" y="2190750"/>
          <p14:tracePt t="54818" x="5473700" y="2209800"/>
          <p14:tracePt t="54836" x="5581650" y="2228850"/>
          <p14:tracePt t="54852" x="5613400" y="2235200"/>
          <p14:tracePt t="54868" x="5670550" y="2235200"/>
          <p14:tracePt t="54885" x="5695950" y="2241550"/>
          <p14:tracePt t="54901" x="5702300" y="2241550"/>
          <p14:tracePt t="54918" x="5708650" y="2241550"/>
          <p14:tracePt t="54969" x="5702300" y="2241550"/>
          <p14:tracePt t="54976" x="5676900" y="2241550"/>
          <p14:tracePt t="54984" x="5657850" y="2241550"/>
          <p14:tracePt t="55000" x="5619750" y="2235200"/>
          <p14:tracePt t="55018" x="5524500" y="2228850"/>
          <p14:tracePt t="55034" x="5461000" y="2228850"/>
          <p14:tracePt t="55051" x="5359400" y="2228850"/>
          <p14:tracePt t="55068" x="5276850" y="2228850"/>
          <p14:tracePt t="55084" x="5257800" y="2235200"/>
          <p14:tracePt t="55100" x="5232400" y="2235200"/>
          <p14:tracePt t="55117" x="5226050" y="2235200"/>
          <p14:tracePt t="55187" x="5226050" y="2241550"/>
          <p14:tracePt t="55193" x="5238750" y="2241550"/>
          <p14:tracePt t="55207" x="5257800" y="2241550"/>
          <p14:tracePt t="55216" x="5289550" y="2241550"/>
          <p14:tracePt t="55233" x="5327650" y="2241550"/>
          <p14:tracePt t="55250" x="5441950" y="2235200"/>
          <p14:tracePt t="55266" x="5543550" y="2235200"/>
          <p14:tracePt t="55283" x="5594350" y="2235200"/>
          <p14:tracePt t="55300" x="5664200" y="2235200"/>
          <p14:tracePt t="55316" x="5683250" y="2228850"/>
          <p14:tracePt t="55334" x="5708650" y="2228850"/>
          <p14:tracePt t="55349" x="5715000" y="2228850"/>
          <p14:tracePt t="55396" x="5708650" y="2228850"/>
          <p14:tracePt t="55404" x="5689600" y="2228850"/>
          <p14:tracePt t="55419" x="5670550" y="2228850"/>
          <p14:tracePt t="55432" x="5645150" y="2228850"/>
          <p14:tracePt t="55449" x="5575300" y="2228850"/>
          <p14:tracePt t="55466" x="5524500" y="2228850"/>
          <p14:tracePt t="55483" x="5435600" y="2228850"/>
          <p14:tracePt t="55499" x="5384800" y="2228850"/>
          <p14:tracePt t="55517" x="5359400" y="2228850"/>
          <p14:tracePt t="55533" x="5353050" y="2228850"/>
          <p14:tracePt t="55549" x="5346700" y="2228850"/>
          <p14:tracePt t="55608" x="5353050" y="2228850"/>
          <p14:tracePt t="55615" x="5365750" y="2228850"/>
          <p14:tracePt t="55629" x="5384800" y="2228850"/>
          <p14:tracePt t="55636" x="5403850" y="2228850"/>
          <p14:tracePt t="55651" x="5441950" y="2228850"/>
          <p14:tracePt t="55665" x="5486400" y="2228850"/>
          <p14:tracePt t="55682" x="5575300" y="2228850"/>
          <p14:tracePt t="55699" x="5670550" y="2216150"/>
          <p14:tracePt t="55715" x="5695950" y="2216150"/>
          <p14:tracePt t="55732" x="5740400" y="2209800"/>
          <p14:tracePt t="55749" x="5765800" y="2203450"/>
          <p14:tracePt t="55764" x="5772150" y="2203450"/>
          <p14:tracePt t="55782" x="5772150" y="2197100"/>
          <p14:tracePt t="55825" x="5753100" y="2197100"/>
          <p14:tracePt t="55839" x="5721350" y="2197100"/>
          <p14:tracePt t="55848" x="5683250" y="2190750"/>
          <p14:tracePt t="55864" x="5632450" y="2190750"/>
          <p14:tracePt t="55882" x="5505450" y="2184400"/>
          <p14:tracePt t="55898" x="5365750" y="2184400"/>
          <p14:tracePt t="55914" x="5308600" y="2184400"/>
          <p14:tracePt t="55931" x="5245100" y="2184400"/>
          <p14:tracePt t="55947" x="5226050" y="2184400"/>
          <p14:tracePt t="55964" x="5207000" y="2184400"/>
          <p14:tracePt t="56022" x="5213350" y="2184400"/>
          <p14:tracePt t="56029" x="5226050" y="2184400"/>
          <p14:tracePt t="56036" x="5251450" y="2184400"/>
          <p14:tracePt t="56050" x="5289550" y="2184400"/>
          <p14:tracePt t="56064" x="5314950" y="2184400"/>
          <p14:tracePt t="56080" x="5410200" y="2178050"/>
          <p14:tracePt t="56097" x="5473700" y="2178050"/>
          <p14:tracePt t="56114" x="5562600" y="2178050"/>
          <p14:tracePt t="56130" x="5632450" y="2184400"/>
          <p14:tracePt t="56147" x="5651500" y="2184400"/>
          <p14:tracePt t="56163" x="5695950" y="2184400"/>
          <p14:tracePt t="56180" x="5727700" y="2184400"/>
          <p14:tracePt t="56197" x="5765800" y="2190750"/>
          <p14:tracePt t="56213" x="5797550" y="2171700"/>
          <p14:tracePt t="56713" x="5753100" y="2171700"/>
          <p14:tracePt t="56720" x="5708650" y="2178050"/>
          <p14:tracePt t="56729" x="5657850" y="2178050"/>
          <p14:tracePt t="56745" x="5619750" y="2184400"/>
          <p14:tracePt t="56761" x="5581650" y="2184400"/>
          <p14:tracePt t="56778" x="5530850" y="2190750"/>
          <p14:tracePt t="56795" x="5505450" y="2190750"/>
          <p14:tracePt t="56812" x="5499100" y="2190750"/>
          <p14:tracePt t="56854" x="5492750" y="2190750"/>
          <p14:tracePt t="57079" x="5524500" y="2190750"/>
          <p14:tracePt t="57093" x="5575300" y="2203450"/>
          <p14:tracePt t="57099" x="5613400" y="2209800"/>
          <p14:tracePt t="57114" x="5657850" y="2216150"/>
          <p14:tracePt t="57127" x="5676900" y="2222500"/>
          <p14:tracePt t="57144" x="5727700" y="2228850"/>
          <p14:tracePt t="57160" x="5746750" y="2228850"/>
          <p14:tracePt t="57177" x="5765800" y="2235200"/>
          <p14:tracePt t="57193" x="5772150" y="2235200"/>
          <p14:tracePt t="57226" x="5778500" y="2235200"/>
          <p14:tracePt t="57338" x="5784850" y="2235200"/>
          <p14:tracePt t="57359" x="5791200" y="2235200"/>
          <p14:tracePt t="57755" x="5746750" y="2235200"/>
          <p14:tracePt t="57762" x="5683250" y="2216150"/>
          <p14:tracePt t="57777" x="5588000" y="2197100"/>
          <p14:tracePt t="57791" x="5410200" y="2159000"/>
          <p14:tracePt t="57808" x="5302250" y="2133600"/>
          <p14:tracePt t="57825" x="5137150" y="2127250"/>
          <p14:tracePt t="57841" x="5048250" y="2127250"/>
          <p14:tracePt t="57857" x="4914900" y="2139950"/>
          <p14:tracePt t="57875" x="4794250" y="2165350"/>
          <p14:tracePt t="57891" x="4730750" y="2184400"/>
          <p14:tracePt t="57894" x="4667250" y="2197100"/>
          <p14:tracePt t="57908" x="4597400" y="2216150"/>
          <p14:tracePt t="57924" x="4432300" y="2235200"/>
          <p14:tracePt t="57940" x="4337050" y="2254250"/>
          <p14:tracePt t="57957" x="4171950" y="2292350"/>
          <p14:tracePt t="57974" x="4013200" y="2324100"/>
          <p14:tracePt t="57990" x="3930650" y="2343150"/>
          <p14:tracePt t="58008" x="3797300" y="2393950"/>
          <p14:tracePt t="58024" x="3721100" y="2419350"/>
          <p14:tracePt t="58040" x="3702050" y="2425700"/>
          <p14:tracePt t="58057" x="3689350" y="2432050"/>
          <p14:tracePt t="58074" x="3683000" y="2438400"/>
          <p14:tracePt t="58113" x="3683000" y="2444750"/>
          <p14:tracePt t="58155" x="3689350" y="2444750"/>
          <p14:tracePt t="58162" x="3695700" y="2438400"/>
          <p14:tracePt t="58173" x="3721100" y="2438400"/>
          <p14:tracePt t="58191" x="3733800" y="2432050"/>
          <p14:tracePt t="58505" x="3721100" y="2444750"/>
          <p14:tracePt t="58512" x="3695700" y="2457450"/>
          <p14:tracePt t="58526" x="3676650" y="2470150"/>
          <p14:tracePt t="58538" x="3651250" y="2482850"/>
          <p14:tracePt t="58555" x="3619500" y="2520950"/>
          <p14:tracePt t="58572" x="3600450" y="2533650"/>
          <p14:tracePt t="58589" x="3575050" y="2559050"/>
          <p14:tracePt t="58604" x="3556000" y="2590800"/>
          <p14:tracePt t="58621" x="3549650" y="2603500"/>
          <p14:tracePt t="58639" x="3543300" y="2603500"/>
          <p14:tracePt t="58655" x="3536950" y="2628900"/>
          <p14:tracePt t="58708" x="3530600" y="2635250"/>
          <p14:tracePt t="59018" x="3549650" y="2635250"/>
          <p14:tracePt t="59024" x="3587750" y="2641600"/>
          <p14:tracePt t="59040" x="3625850" y="2641600"/>
          <p14:tracePt t="59054" x="3670300" y="2647950"/>
          <p14:tracePt t="59070" x="3746500" y="2654300"/>
          <p14:tracePt t="59087" x="3803650" y="2667000"/>
          <p14:tracePt t="59104" x="3829050" y="2667000"/>
          <p14:tracePt t="59120" x="3860800" y="2667000"/>
          <p14:tracePt t="59137" x="3873500" y="2673350"/>
          <p14:tracePt t="59169" x="3879850" y="2673350"/>
          <p14:tracePt t="59277" x="3867150" y="2673350"/>
          <p14:tracePt t="59319" x="3860800" y="2679700"/>
          <p14:tracePt t="59347" x="3854450" y="2679700"/>
          <p14:tracePt t="59368" x="3848100" y="2686050"/>
          <p14:tracePt t="59375" x="3841750" y="2686050"/>
          <p14:tracePt t="59396" x="3835400" y="2686050"/>
          <p14:tracePt t="59411" x="3829050" y="2686050"/>
          <p14:tracePt t="59419" x="3822700" y="2686050"/>
          <p14:tracePt t="59439" x="3816350" y="2686050"/>
          <p14:tracePt t="59452" x="3810000" y="2686050"/>
          <p14:tracePt t="59468" x="3803650" y="2686050"/>
          <p14:tracePt t="59488" x="3797300" y="2686050"/>
          <p14:tracePt t="59502" x="3790950" y="2686050"/>
          <p14:tracePt t="59518" x="3784600" y="2686050"/>
          <p14:tracePt t="59535" x="3778250" y="2686050"/>
          <p14:tracePt t="59558" x="3771900" y="2686050"/>
          <p14:tracePt t="59586" x="3765550" y="2679700"/>
          <p14:tracePt t="59621" x="3765550" y="2673350"/>
          <p14:tracePt t="59628" x="3765550" y="2667000"/>
          <p14:tracePt t="59637" x="3765550" y="2660650"/>
          <p14:tracePt t="59651" x="3765550" y="2647950"/>
          <p14:tracePt t="59668" x="3765550" y="2641600"/>
          <p14:tracePt t="59685" x="3765550" y="2622550"/>
          <p14:tracePt t="59701" x="3765550" y="2603500"/>
          <p14:tracePt t="59718" x="3759200" y="2597150"/>
          <p14:tracePt t="59734" x="3759200" y="2584450"/>
          <p14:tracePt t="59768" x="3746500" y="2584450"/>
          <p14:tracePt t="59800" x="3746500" y="2590800"/>
          <p14:tracePt t="59820" x="3740150" y="2597150"/>
          <p14:tracePt t="59834" x="3740150" y="2603500"/>
          <p14:tracePt t="59851" x="3740150" y="2609850"/>
          <p14:tracePt t="59868" x="3733800" y="2616200"/>
          <p14:tracePt t="59887" x="3733800" y="2622550"/>
          <p14:tracePt t="59916" x="3733800" y="2628900"/>
          <p14:tracePt t="59937" x="3733800" y="2635250"/>
          <p14:tracePt t="59958" x="3733800" y="2641600"/>
          <p14:tracePt t="60028" x="3740150" y="2641600"/>
          <p14:tracePt t="60049" x="3746500" y="2641600"/>
          <p14:tracePt t="60056" x="3752850" y="2641600"/>
          <p14:tracePt t="60077" x="3759200" y="2635250"/>
          <p14:tracePt t="60098" x="3759200" y="2628900"/>
          <p14:tracePt t="60119" x="3765550" y="2628900"/>
          <p14:tracePt t="60126" x="3771900" y="2628900"/>
          <p14:tracePt t="60168" x="3778250" y="2622550"/>
          <p14:tracePt t="60189" x="3784600" y="2616200"/>
          <p14:tracePt t="60232" x="3790950" y="2609850"/>
          <p14:tracePt t="60288" x="3790950" y="2616200"/>
          <p14:tracePt t="60301" x="3790950" y="2622550"/>
          <p14:tracePt t="60323" x="3790950" y="2628900"/>
          <p14:tracePt t="60330" x="3790950" y="2641600"/>
          <p14:tracePt t="60336" x="3790950" y="2654300"/>
          <p14:tracePt t="60352" x="3790950" y="2673350"/>
          <p14:tracePt t="60366" x="3790950" y="2698750"/>
          <p14:tracePt t="60382" x="3803650" y="2755900"/>
          <p14:tracePt t="60400" x="3835400" y="2806700"/>
          <p14:tracePt t="60416" x="3854450" y="2832100"/>
          <p14:tracePt t="60433" x="3911600" y="2870200"/>
          <p14:tracePt t="60449" x="3962400" y="2889250"/>
          <p14:tracePt t="60465" x="3981450" y="2889250"/>
          <p14:tracePt t="60483" x="4013200" y="2889250"/>
          <p14:tracePt t="60499" x="4032250" y="2882900"/>
          <p14:tracePt t="60515" x="4038600" y="2870200"/>
          <p14:tracePt t="60532" x="4038600" y="2863850"/>
          <p14:tracePt t="60549" x="4038600" y="2819400"/>
          <p14:tracePt t="60565" x="4032250" y="2800350"/>
          <p14:tracePt t="60583" x="4000500" y="2736850"/>
          <p14:tracePt t="60598" x="3981450" y="2698750"/>
          <p14:tracePt t="60615" x="3949700" y="2609850"/>
          <p14:tracePt t="60632" x="3930650" y="2527300"/>
          <p14:tracePt t="60648" x="3930650" y="2495550"/>
          <p14:tracePt t="60665" x="3930650" y="2451100"/>
          <p14:tracePt t="60681" x="3956050" y="2406650"/>
          <p14:tracePt t="60698" x="3968750" y="2393950"/>
          <p14:tracePt t="60715" x="4006850" y="2381250"/>
          <p14:tracePt t="60731" x="4044950" y="2374900"/>
          <p14:tracePt t="60747" x="4064000" y="2374900"/>
          <p14:tracePt t="60765" x="4095750" y="2374900"/>
          <p14:tracePt t="60781" x="4114800" y="2374900"/>
          <p14:tracePt t="60797" x="4127500" y="2381250"/>
          <p14:tracePt t="60814" x="4146550" y="2387600"/>
          <p14:tracePt t="60831" x="4159250" y="2393950"/>
          <p14:tracePt t="60847" x="4178300" y="2413000"/>
          <p14:tracePt t="60864" x="4216400" y="2451100"/>
          <p14:tracePt t="60881" x="4241800" y="2476500"/>
          <p14:tracePt t="60898" x="4298950" y="2546350"/>
          <p14:tracePt t="60913" x="4356100" y="2622550"/>
          <p14:tracePt t="60930" x="4368800" y="2654300"/>
          <p14:tracePt t="60947" x="4375150" y="2705100"/>
          <p14:tracePt t="60964" x="4368800" y="2749550"/>
          <p14:tracePt t="60980" x="4343400" y="2774950"/>
          <p14:tracePt t="60997" x="4298950" y="2813050"/>
          <p14:tracePt t="61014" x="4235450" y="2844800"/>
          <p14:tracePt t="61030" x="4210050" y="2857500"/>
          <p14:tracePt t="61047" x="4165600" y="2870200"/>
          <p14:tracePt t="61063" x="4146550" y="2876550"/>
          <p14:tracePt t="61081" x="4133850" y="2876550"/>
          <p14:tracePt t="61284" x="4133850" y="2870200"/>
          <p14:tracePt t="61312" x="4133850" y="2857500"/>
          <p14:tracePt t="61319" x="4133850" y="2851150"/>
          <p14:tracePt t="61333" x="4133850" y="2838450"/>
          <p14:tracePt t="61345" x="4127500" y="2825750"/>
          <p14:tracePt t="61362" x="4108450" y="2774950"/>
          <p14:tracePt t="61379" x="4083050" y="2743200"/>
          <p14:tracePt t="61396" x="4000500" y="2660650"/>
          <p14:tracePt t="61412" x="3905250" y="2584450"/>
          <p14:tracePt t="61429" x="3854450" y="2559050"/>
          <p14:tracePt t="61446" x="3752850" y="2520950"/>
          <p14:tracePt t="61462" x="3695700" y="2508250"/>
          <p14:tracePt t="61478" x="3683000" y="2501900"/>
          <p14:tracePt t="61495" x="3657600" y="2495550"/>
          <p14:tracePt t="61512" x="3651250" y="2495550"/>
          <p14:tracePt t="61529" x="3644900" y="2495550"/>
          <p14:tracePt t="61572" x="3638550" y="2495550"/>
          <p14:tracePt t="61635" x="3632200" y="2495550"/>
          <p14:tracePt t="61754" x="3625850" y="2495550"/>
          <p14:tracePt t="61762" x="3613150" y="2495550"/>
          <p14:tracePt t="61775" x="3600450" y="2489200"/>
          <p14:tracePt t="61782" x="3568700" y="2489200"/>
          <p14:tracePt t="61797" x="3543300" y="2489200"/>
          <p14:tracePt t="61811" x="3416300" y="2489200"/>
          <p14:tracePt t="61827" x="3327400" y="2489200"/>
          <p14:tracePt t="61844" x="3238500" y="2489200"/>
          <p14:tracePt t="61861" x="3022600" y="2495550"/>
          <p14:tracePt t="61877" x="2806700" y="2514600"/>
          <p14:tracePt t="61894" x="2705100" y="2520950"/>
          <p14:tracePt t="61910" x="2527300" y="2533650"/>
          <p14:tracePt t="61926" x="2400300" y="2540000"/>
          <p14:tracePt t="61944" x="2330450" y="2552700"/>
          <p14:tracePt t="61960" x="2305050" y="2559050"/>
          <p14:tracePt t="61977" x="2292350" y="2559050"/>
          <p14:tracePt t="61994" x="2279650" y="2559050"/>
          <p14:tracePt t="62026" x="2273300" y="2559050"/>
          <p14:tracePt t="62044" x="2279650" y="2559050"/>
          <p14:tracePt t="62059" x="2286000" y="2559050"/>
          <p14:tracePt t="62077" x="2330450" y="2565400"/>
          <p14:tracePt t="62436" x="2324100" y="2565400"/>
          <p14:tracePt t="62443" x="2311400" y="2565400"/>
          <p14:tracePt t="62458" x="2305050" y="2571750"/>
          <p14:tracePt t="62584" x="2305050" y="2578100"/>
          <p14:tracePt t="62843" x="2298700" y="2578100"/>
          <p14:tracePt t="62858" x="2273300" y="2578100"/>
          <p14:tracePt t="62864" x="2254250" y="2584450"/>
          <p14:tracePt t="62879" x="2216150" y="2584450"/>
          <p14:tracePt t="62891" x="2165350" y="2590800"/>
          <p14:tracePt t="62907" x="2032000" y="2603500"/>
          <p14:tracePt t="62923" x="1968500" y="2609850"/>
          <p14:tracePt t="62940" x="1873250" y="2616200"/>
          <p14:tracePt t="62957" x="1809750" y="2628900"/>
          <p14:tracePt t="62973" x="1784350" y="2628900"/>
          <p14:tracePt t="62977" x="1771650" y="2635250"/>
          <p14:tracePt t="62990" x="1758950" y="2635250"/>
          <p14:tracePt t="63006" x="1752600" y="2635250"/>
          <p14:tracePt t="63026" x="1746250" y="2635250"/>
          <p14:tracePt t="63300" x="1752600" y="2635250"/>
          <p14:tracePt t="63348" x="1765300" y="2635250"/>
          <p14:tracePt t="63357" x="1771650" y="2635250"/>
          <p14:tracePt t="63369" x="1778000" y="2635250"/>
          <p14:tracePt t="63376" x="1790700" y="2628900"/>
          <p14:tracePt t="63391" x="1803400" y="2628900"/>
          <p14:tracePt t="63405" x="1841500" y="2616200"/>
          <p14:tracePt t="63422" x="1873250" y="2616200"/>
          <p14:tracePt t="63439" x="1911350" y="2616200"/>
          <p14:tracePt t="63455" x="2025650" y="2603500"/>
          <p14:tracePt t="63472" x="2159000" y="2609850"/>
          <p14:tracePt t="63490" x="2273300" y="2609850"/>
          <p14:tracePt t="63505" x="2324100" y="2616200"/>
          <p14:tracePt t="63521" x="2406650" y="2616200"/>
          <p14:tracePt t="63539" x="2463800" y="2616200"/>
          <p14:tracePt t="63555" x="2482850" y="2616200"/>
          <p14:tracePt t="63571" x="2501900" y="2616200"/>
          <p14:tracePt t="63588" x="2514600" y="2616200"/>
          <p14:tracePt t="63629" x="2520950" y="2616200"/>
          <p14:tracePt t="63658" x="2527300" y="2616200"/>
          <p14:tracePt t="63685" x="2533650" y="2609850"/>
          <p14:tracePt t="63720" x="2540000" y="2609850"/>
          <p14:tracePt t="63742" x="2552700" y="2609850"/>
          <p14:tracePt t="63756" x="2565400" y="2609850"/>
          <p14:tracePt t="63770" x="2578100" y="2609850"/>
          <p14:tracePt t="63777" x="2597150" y="2609850"/>
          <p14:tracePt t="63791" x="2628900" y="2603500"/>
          <p14:tracePt t="63803" x="2654300" y="2603500"/>
          <p14:tracePt t="63820" x="2724150" y="2603500"/>
          <p14:tracePt t="63837" x="2749550" y="2597150"/>
          <p14:tracePt t="63854" x="2794000" y="2597150"/>
          <p14:tracePt t="63870" x="2832100" y="2597150"/>
          <p14:tracePt t="63887" x="2838450" y="2590800"/>
          <p14:tracePt t="63903" x="2851150" y="2584450"/>
          <p14:tracePt t="63919" x="2857500" y="2584450"/>
          <p14:tracePt t="64001" x="2863850" y="2584450"/>
          <p14:tracePt t="64330" x="2914650" y="2584450"/>
          <p14:tracePt t="64337" x="3003550" y="2597150"/>
          <p14:tracePt t="64351" x="3073400" y="2616200"/>
          <p14:tracePt t="64358" x="3136900" y="2622550"/>
          <p14:tracePt t="64372" x="3200400" y="2641600"/>
          <p14:tracePt t="64385" x="3257550" y="2641600"/>
          <p14:tracePt t="64402" x="3321050" y="2654300"/>
          <p14:tracePt t="64418" x="3346450" y="2654300"/>
          <p14:tracePt t="64435" x="3371850" y="2654300"/>
          <p14:tracePt t="64451" x="3378200" y="2654300"/>
          <p14:tracePt t="64485" x="3384550" y="2654300"/>
          <p14:tracePt t="64569" x="3390900" y="2647950"/>
          <p14:tracePt t="64843" x="3403600" y="2647950"/>
          <p14:tracePt t="64850" x="3416300" y="2647950"/>
          <p14:tracePt t="64863" x="3429000" y="2641600"/>
          <p14:tracePt t="64870" x="3448050" y="2641600"/>
          <p14:tracePt t="64886" x="3467100" y="2641600"/>
          <p14:tracePt t="64899" x="3505200" y="2635250"/>
          <p14:tracePt t="64917" x="3511550" y="2635250"/>
          <p14:tracePt t="64934" x="3536950" y="2635250"/>
          <p14:tracePt t="64950" x="3543300" y="2635250"/>
          <p14:tracePt t="64967" x="3562350" y="2635250"/>
          <p14:tracePt t="65000" x="3568700" y="2635250"/>
          <p14:tracePt t="65024" x="3575050" y="2635250"/>
          <p14:tracePt t="65095" x="3581400" y="2635250"/>
          <p14:tracePt t="65102" x="3594100" y="2635250"/>
          <p14:tracePt t="65116" x="3600450" y="2635250"/>
          <p14:tracePt t="65133" x="3619500" y="2635250"/>
          <p14:tracePt t="65149" x="3638550" y="2635250"/>
          <p14:tracePt t="65166" x="3676650" y="2635250"/>
          <p14:tracePt t="65182" x="3708400" y="2635250"/>
          <p14:tracePt t="65199" x="3733800" y="2635250"/>
          <p14:tracePt t="65215" x="3765550" y="2635250"/>
          <p14:tracePt t="65232" x="3771900" y="2635250"/>
          <p14:tracePt t="65250" x="3790950" y="2635250"/>
          <p14:tracePt t="65266" x="3797300" y="2635250"/>
          <p14:tracePt t="65306" x="3803650" y="2635250"/>
          <p14:tracePt t="65354" x="3810000" y="2635250"/>
          <p14:tracePt t="65362" x="3816350" y="2635250"/>
          <p14:tracePt t="66426" x="3835400" y="2628900"/>
          <p14:tracePt t="66433" x="3860800" y="2597150"/>
          <p14:tracePt t="66448" x="3892550" y="2559050"/>
          <p14:tracePt t="66462" x="3930650" y="2527300"/>
          <p14:tracePt t="66478" x="4019550" y="2444750"/>
          <p14:tracePt t="66494" x="4057650" y="2393950"/>
          <p14:tracePt t="66511" x="4152900" y="2305050"/>
          <p14:tracePt t="66527" x="4222750" y="2222500"/>
          <p14:tracePt t="66544" x="4260850" y="2178050"/>
          <p14:tracePt t="66561" x="4324350" y="2095500"/>
          <p14:tracePt t="66577" x="4362450" y="2032000"/>
          <p14:tracePt t="66595" x="4387850" y="1993900"/>
          <p14:tracePt t="66610" x="4400550" y="1981200"/>
          <p14:tracePt t="66627" x="4406900" y="1962150"/>
          <p14:tracePt t="66644" x="4406900" y="1955800"/>
          <p14:tracePt t="66680" x="4406900" y="1949450"/>
          <p14:tracePt t="66735" x="4413250" y="1949450"/>
          <p14:tracePt t="66875" x="4425950" y="1955800"/>
          <p14:tracePt t="66897" x="4432300" y="1962150"/>
          <p14:tracePt t="66904" x="4438650" y="1962150"/>
          <p14:tracePt t="66918" x="4457700" y="1968500"/>
          <p14:tracePt t="66926" x="4476750" y="1993900"/>
          <p14:tracePt t="66943" x="4508500" y="2006600"/>
          <p14:tracePt t="66961" x="4622800" y="2076450"/>
          <p14:tracePt t="66977" x="4781550" y="2146300"/>
          <p14:tracePt t="66992" x="4876800" y="2178050"/>
          <p14:tracePt t="67010" x="5048250" y="2228850"/>
          <p14:tracePt t="67026" x="5124450" y="2235200"/>
          <p14:tracePt t="67029" x="5187950" y="2247900"/>
          <p14:tracePt t="67043" x="5321300" y="2254250"/>
          <p14:tracePt t="67059" x="5372100" y="2254250"/>
          <p14:tracePt t="67076" x="5422900" y="2254250"/>
          <p14:tracePt t="67093" x="5505450" y="2241550"/>
          <p14:tracePt t="67109" x="5568950" y="2222500"/>
          <p14:tracePt t="67126" x="5588000" y="2216150"/>
          <p14:tracePt t="67142" x="5613400" y="2209800"/>
          <p14:tracePt t="67159" x="5626100" y="2203450"/>
          <p14:tracePt t="67276" x="5632450" y="2197100"/>
          <p14:tracePt t="67318" x="5645150" y="2197100"/>
          <p14:tracePt t="67325" x="5651500" y="2197100"/>
          <p14:tracePt t="67339" x="5664200" y="2197100"/>
          <p14:tracePt t="67346" x="5676900" y="2197100"/>
          <p14:tracePt t="67361" x="5683250" y="2197100"/>
          <p14:tracePt t="67375" x="5702300" y="2197100"/>
          <p14:tracePt t="67391" x="5721350" y="2197100"/>
          <p14:tracePt t="67409" x="5740400" y="2197100"/>
          <p14:tracePt t="67424" x="5740400" y="2203450"/>
          <p14:tracePt t="67458" x="5708650" y="2216150"/>
          <p14:tracePt t="67474" x="5683250" y="2216150"/>
          <p14:tracePt t="67491" x="5575300" y="2222500"/>
          <p14:tracePt t="67508" x="5448300" y="2235200"/>
          <p14:tracePt t="67524" x="5384800" y="2235200"/>
          <p14:tracePt t="67541" x="5276850" y="2241550"/>
          <p14:tracePt t="67557" x="5219700" y="2241550"/>
          <p14:tracePt t="67574" x="5207000" y="2241550"/>
          <p14:tracePt t="67591" x="5194300" y="2241550"/>
          <p14:tracePt t="67608" x="5187950" y="2241550"/>
          <p14:tracePt t="67647" x="5200650" y="2241550"/>
          <p14:tracePt t="67661" x="5219700" y="2241550"/>
          <p14:tracePt t="67674" x="5245100" y="2247900"/>
          <p14:tracePt t="67690" x="5353050" y="2247900"/>
          <p14:tracePt t="67707" x="5416550" y="2247900"/>
          <p14:tracePt t="67724" x="5556250" y="2247900"/>
          <p14:tracePt t="67740" x="5683250" y="2247900"/>
          <p14:tracePt t="67757" x="5715000" y="2247900"/>
          <p14:tracePt t="67774" x="5753100" y="2241550"/>
          <p14:tracePt t="67790" x="5765800" y="2241550"/>
          <p14:tracePt t="67823" x="5772150" y="2241550"/>
          <p14:tracePt t="67907" x="5765800" y="2241550"/>
          <p14:tracePt t="68421" x="5638800" y="2216150"/>
          <p14:tracePt t="68428" x="5429250" y="2146300"/>
          <p14:tracePt t="68442" x="5219700" y="2076450"/>
          <p14:tracePt t="68454" x="5016500" y="2038350"/>
          <p14:tracePt t="68471" x="4584700" y="2006600"/>
          <p14:tracePt t="68488" x="4425950" y="2000250"/>
          <p14:tracePt t="68504" x="4127500" y="2000250"/>
          <p14:tracePt t="68521" x="3873500" y="2025650"/>
          <p14:tracePt t="68537" x="3759200" y="2044700"/>
          <p14:tracePt t="68554" x="3581400" y="2076450"/>
          <p14:tracePt t="68570" x="3403600" y="2146300"/>
          <p14:tracePt t="68587" x="3340100" y="2184400"/>
          <p14:tracePt t="68604" x="3200400" y="2235200"/>
          <p14:tracePt t="68620" x="3067050" y="2298700"/>
          <p14:tracePt t="68637" x="2997200" y="2343150"/>
          <p14:tracePt t="68654" x="2857500" y="2406650"/>
          <p14:tracePt t="68670" x="2794000" y="2438400"/>
          <p14:tracePt t="68687" x="2641600" y="2520950"/>
          <p14:tracePt t="68703" x="2527300" y="2565400"/>
          <p14:tracePt t="68720" x="2476500" y="2584450"/>
          <p14:tracePt t="68737" x="2381250" y="2609850"/>
          <p14:tracePt t="68753" x="2317750" y="2622550"/>
          <p14:tracePt t="68770" x="2292350" y="2635250"/>
          <p14:tracePt t="68786" x="2241550" y="2641600"/>
          <p14:tracePt t="68803" x="2222500" y="2654300"/>
          <p14:tracePt t="68820" x="2209800" y="2654300"/>
          <p14:tracePt t="68836" x="2190750" y="2660650"/>
          <p14:tracePt t="68853" x="2184400" y="2660650"/>
          <p14:tracePt t="68886" x="2178050" y="2660650"/>
          <p14:tracePt t="68902" x="2184400" y="2660650"/>
          <p14:tracePt t="68920" x="2222500" y="2641600"/>
          <p14:tracePt t="69360" x="2209800" y="2641600"/>
          <p14:tracePt t="69374" x="2197100" y="2654300"/>
          <p14:tracePt t="69381" x="2184400" y="2667000"/>
          <p14:tracePt t="69394" x="2178050" y="2673350"/>
          <p14:tracePt t="69404" x="2165350" y="2679700"/>
          <p14:tracePt t="69417" x="2159000" y="2698750"/>
          <p14:tracePt t="69434" x="2139950" y="2724150"/>
          <p14:tracePt t="69451" x="2127250" y="2749550"/>
          <p14:tracePt t="69467" x="2114550" y="2762250"/>
          <p14:tracePt t="69484" x="2108200" y="2774950"/>
          <p14:tracePt t="69501" x="2089150" y="2800350"/>
          <p14:tracePt t="69517" x="2089150" y="2806700"/>
          <p14:tracePt t="69551" x="2082800" y="2806700"/>
          <p14:tracePt t="69626" x="2082800" y="2813050"/>
          <p14:tracePt t="69634" x="2089150" y="2813050"/>
          <p14:tracePt t="69640" x="2101850" y="2813050"/>
          <p14:tracePt t="69661" x="2114550" y="2813050"/>
          <p14:tracePt t="69675" x="2127250" y="2813050"/>
          <p14:tracePt t="69684" x="2146300" y="2813050"/>
          <p14:tracePt t="69700" x="2171700" y="2813050"/>
          <p14:tracePt t="69717" x="2228850" y="2813050"/>
          <p14:tracePt t="69733" x="2273300" y="2806700"/>
          <p14:tracePt t="69750" x="2305050" y="2800350"/>
          <p14:tracePt t="69767" x="2368550" y="2794000"/>
          <p14:tracePt t="69783" x="2413000" y="2787650"/>
          <p14:tracePt t="69800" x="2425700" y="2787650"/>
          <p14:tracePt t="69816" x="2444750" y="2781300"/>
          <p14:tracePt t="69833" x="2451100" y="2781300"/>
          <p14:tracePt t="69849" x="2457450" y="2774950"/>
          <p14:tracePt t="70104" x="2470150" y="2774950"/>
          <p14:tracePt t="70117" x="2476500" y="2774950"/>
          <p14:tracePt t="70132" x="2489200" y="2768600"/>
          <p14:tracePt t="70145" x="2501900" y="2768600"/>
          <p14:tracePt t="70152" x="2514600" y="2762250"/>
          <p14:tracePt t="70168" x="2533650" y="2762250"/>
          <p14:tracePt t="70182" x="2552700" y="2755900"/>
          <p14:tracePt t="70198" x="2584450" y="2749550"/>
          <p14:tracePt t="70216" x="2616200" y="2743200"/>
          <p14:tracePt t="70232" x="2622550" y="2736850"/>
          <p14:tracePt t="70248" x="2641600" y="2736850"/>
          <p14:tracePt t="70266" x="2641600" y="2730500"/>
          <p14:tracePt t="70281" x="2647950" y="2730500"/>
          <p14:tracePt t="70335" x="2647950" y="2724150"/>
          <p14:tracePt t="70356" x="2654300" y="2717800"/>
          <p14:tracePt t="70364" x="2660650" y="2717800"/>
          <p14:tracePt t="70377" x="2660650" y="2711450"/>
          <p14:tracePt t="70399" x="2667000" y="2705100"/>
          <p14:tracePt t="70405" x="2673350" y="2698750"/>
          <p14:tracePt t="70413" x="2679700" y="2686050"/>
          <p14:tracePt t="70431" x="2679700" y="2673350"/>
          <p14:tracePt t="70448" x="2698750" y="2641600"/>
          <p14:tracePt t="70464" x="2705100" y="2628900"/>
          <p14:tracePt t="70481" x="2717800" y="2584450"/>
          <p14:tracePt t="70497" x="2730500" y="2565400"/>
          <p14:tracePt t="70514" x="2736850" y="2552700"/>
          <p14:tracePt t="70531" x="2736850" y="2546350"/>
          <p14:tracePt t="70548" x="2736850" y="2540000"/>
          <p14:tracePt t="70564" x="2730500" y="2540000"/>
          <p14:tracePt t="70581" x="2711450" y="2540000"/>
          <p14:tracePt t="70597" x="2692400" y="2540000"/>
          <p14:tracePt t="70613" x="2667000" y="2559050"/>
          <p14:tracePt t="70630" x="2597150" y="2578100"/>
          <p14:tracePt t="70646" x="2514600" y="2603500"/>
          <p14:tracePt t="70664" x="2457450" y="2622550"/>
          <p14:tracePt t="70680" x="2362200" y="2660650"/>
          <p14:tracePt t="70696" x="2279650" y="2686050"/>
          <p14:tracePt t="70714" x="2203450" y="2711450"/>
          <p14:tracePt t="70730" x="2171700" y="2724150"/>
          <p14:tracePt t="70747" x="2152650" y="2730500"/>
          <p14:tracePt t="70763" x="2114550" y="2749550"/>
          <p14:tracePt t="70780" x="2101850" y="2755900"/>
          <p14:tracePt t="70813" x="2089150" y="2755900"/>
          <p14:tracePt t="71037" x="2095500" y="2755900"/>
          <p14:tracePt t="71043" x="2114550" y="2755900"/>
          <p14:tracePt t="71058" x="2133600" y="2755900"/>
          <p14:tracePt t="71065" x="2178050" y="2755900"/>
          <p14:tracePt t="71081" x="2203450" y="2755900"/>
          <p14:tracePt t="71095" x="2254250" y="2755900"/>
          <p14:tracePt t="71112" x="2343150" y="2749550"/>
          <p14:tracePt t="71129" x="2451100" y="2749550"/>
          <p14:tracePt t="71145" x="2514600" y="2749550"/>
          <p14:tracePt t="71162" x="2647950" y="2768600"/>
          <p14:tracePt t="71179" x="2800350" y="2787650"/>
          <p14:tracePt t="71195" x="2876550" y="2787650"/>
          <p14:tracePt t="71212" x="3016250" y="2787650"/>
          <p14:tracePt t="71228" x="3098800" y="2800350"/>
          <p14:tracePt t="71244" x="3124200" y="2800350"/>
          <p14:tracePt t="71261" x="3155950" y="2794000"/>
          <p14:tracePt t="71317" x="3162300" y="2794000"/>
          <p14:tracePt t="71366" x="3162300" y="2800350"/>
          <p14:tracePt t="71415" x="3162300" y="2806700"/>
          <p14:tracePt t="71831" x="3162300" y="2800350"/>
          <p14:tracePt t="71837" x="3187700" y="2787650"/>
          <p14:tracePt t="71852" x="3200400" y="2762250"/>
          <p14:tracePt t="71860" x="3213100" y="2749550"/>
          <p14:tracePt t="71876" x="3238500" y="2736850"/>
          <p14:tracePt t="71893" x="3257550" y="2717800"/>
          <p14:tracePt t="71909" x="3263900" y="2705100"/>
          <p14:tracePt t="71950" x="3270250" y="2705100"/>
          <p14:tracePt t="72006" x="3263900" y="2705100"/>
          <p14:tracePt t="72020" x="3257550" y="2705100"/>
          <p14:tracePt t="72041" x="3238500" y="2698750"/>
          <p14:tracePt t="72048" x="3213100" y="2698750"/>
          <p14:tracePt t="72062" x="3187700" y="2686050"/>
          <p14:tracePt t="72077" x="3117850" y="2679700"/>
          <p14:tracePt t="72092" x="3079750" y="2673350"/>
          <p14:tracePt t="72108" x="3022600" y="2667000"/>
          <p14:tracePt t="72125" x="2965450" y="2654300"/>
          <p14:tracePt t="72142" x="2927350" y="2647950"/>
          <p14:tracePt t="72158" x="2921000" y="2647950"/>
          <p14:tracePt t="72175" x="2908300" y="2647950"/>
          <p14:tracePt t="72191" x="2901950" y="2647950"/>
          <p14:tracePt t="72238" x="2908300" y="2641600"/>
          <p14:tracePt t="72252" x="2921000" y="2641600"/>
          <p14:tracePt t="72260" x="2940050" y="2641600"/>
          <p14:tracePt t="72274" x="2952750" y="2641600"/>
          <p14:tracePt t="72291" x="3016250" y="2641600"/>
          <p14:tracePt t="72308" x="3086100" y="2641600"/>
          <p14:tracePt t="72325" x="3111500" y="2641600"/>
          <p14:tracePt t="72341" x="3136900" y="2635250"/>
          <p14:tracePt t="72358" x="3187700" y="2635250"/>
          <p14:tracePt t="72374" x="3194050" y="2635250"/>
          <p14:tracePt t="72391" x="3206750" y="2635250"/>
          <p14:tracePt t="72448" x="3206750" y="2628900"/>
          <p14:tracePt t="72462" x="3194050" y="2628900"/>
          <p14:tracePt t="72469" x="3175000" y="2622550"/>
          <p14:tracePt t="72483" x="3149600" y="2616200"/>
          <p14:tracePt t="72493" x="3124200" y="2616200"/>
          <p14:tracePt t="72507" x="3086100" y="2609850"/>
          <p14:tracePt t="72524" x="2965450" y="2603500"/>
          <p14:tracePt t="72540" x="2825750" y="2603500"/>
          <p14:tracePt t="72557" x="2749550" y="2603500"/>
          <p14:tracePt t="72574" x="2603500" y="2616200"/>
          <p14:tracePt t="72590" x="2463800" y="2635250"/>
          <p14:tracePt t="72606" x="2387600" y="2641600"/>
          <p14:tracePt t="72624" x="2228850" y="2673350"/>
          <p14:tracePt t="72640" x="2082800" y="2698750"/>
          <p14:tracePt t="72656" x="2032000" y="2711450"/>
          <p14:tracePt t="72673" x="1949450" y="2736850"/>
          <p14:tracePt t="72690" x="1924050" y="2736850"/>
          <p14:tracePt t="72706" x="1898650" y="2749550"/>
          <p14:tracePt t="72723" x="1892300" y="2749550"/>
          <p14:tracePt t="72756" x="1892300" y="2755900"/>
          <p14:tracePt t="72772" x="1885950" y="2762250"/>
          <p14:tracePt t="72813" x="1879600" y="2762250"/>
          <p14:tracePt t="72820" x="1873250" y="2762250"/>
          <p14:tracePt t="72834" x="1854200" y="2768600"/>
          <p14:tracePt t="72842" x="1841500" y="2768600"/>
          <p14:tracePt t="72856" x="1828800" y="2768600"/>
          <p14:tracePt t="72872" x="1797050" y="2774950"/>
          <p14:tracePt t="72889" x="1784350" y="2774950"/>
          <p14:tracePt t="72905" x="1765300" y="2774950"/>
          <p14:tracePt t="72922" x="1758950" y="2774950"/>
          <p14:tracePt t="72939" x="1752600" y="2774950"/>
          <p14:tracePt t="73052" x="1758950" y="2774950"/>
          <p14:tracePt t="73058" x="1771650" y="2774950"/>
          <p14:tracePt t="73074" x="1784350" y="2768600"/>
          <p14:tracePt t="73088" x="1816100" y="2762250"/>
          <p14:tracePt t="73105" x="1879600" y="2749550"/>
          <p14:tracePt t="73122" x="2000250" y="2724150"/>
          <p14:tracePt t="73138" x="2070100" y="2711450"/>
          <p14:tracePt t="73155" x="2190750" y="2686050"/>
          <p14:tracePt t="73171" x="2273300" y="2667000"/>
          <p14:tracePt t="73188" x="2292350" y="2660650"/>
          <p14:tracePt t="73205" x="2330450" y="2654300"/>
          <p14:tracePt t="73221" x="2349500" y="2647950"/>
          <p14:tracePt t="73238" x="2349500" y="2641600"/>
          <p14:tracePt t="73255" x="2355850" y="2641600"/>
          <p14:tracePt t="73571" x="2425700" y="2660650"/>
          <p14:tracePt t="73585" x="2514600" y="2679700"/>
          <p14:tracePt t="73592" x="2622550" y="2711450"/>
          <p14:tracePt t="73606" x="2711450" y="2730500"/>
          <p14:tracePt t="73620" x="2844800" y="2768600"/>
          <p14:tracePt t="73636" x="2889250" y="2781300"/>
          <p14:tracePt t="73653" x="2908300" y="2787650"/>
          <p14:tracePt t="73670" x="2946400" y="2794000"/>
          <p14:tracePt t="73686" x="2965450" y="2794000"/>
          <p14:tracePt t="73703" x="2971800" y="2794000"/>
          <p14:tracePt t="73719" x="2984500" y="2794000"/>
          <p14:tracePt t="73736" x="2990850" y="2794000"/>
          <p14:tracePt t="74041" x="2990850" y="2787650"/>
          <p14:tracePt t="74055" x="2990850" y="2768600"/>
          <p14:tracePt t="74062" x="2978150" y="2736850"/>
          <p14:tracePt t="74076" x="2965450" y="2698750"/>
          <p14:tracePt t="74085" x="2946400" y="2628900"/>
          <p14:tracePt t="74102" x="2901950" y="2533650"/>
          <p14:tracePt t="74118" x="2819400" y="2311400"/>
          <p14:tracePt t="74134" x="2724150" y="2101850"/>
          <p14:tracePt t="74151" x="2673350" y="2019300"/>
          <p14:tracePt t="74168" x="2616200" y="1911350"/>
          <p14:tracePt t="74184" x="2584450" y="1866900"/>
          <p14:tracePt t="74201" x="2571750" y="1841500"/>
          <p14:tracePt t="74218" x="2559050" y="1828800"/>
          <p14:tracePt t="74254" x="2552700" y="1828800"/>
          <p14:tracePt t="74268" x="2546350" y="1828800"/>
          <p14:tracePt t="74284" x="2527300" y="1822450"/>
          <p14:tracePt t="74301" x="2495550" y="1822450"/>
          <p14:tracePt t="74317" x="2457450" y="1816100"/>
          <p14:tracePt t="74334" x="2438400" y="1816100"/>
          <p14:tracePt t="74351" x="2400300" y="1816100"/>
          <p14:tracePt t="74367" x="2355850" y="1822450"/>
          <p14:tracePt t="74385" x="2324100" y="1828800"/>
          <p14:tracePt t="74417" x="2311400" y="1828800"/>
          <p14:tracePt t="74450" x="2305050" y="1835150"/>
          <p14:tracePt t="74644" x="2311400" y="1835150"/>
          <p14:tracePt t="74658" x="2317750" y="1835150"/>
          <p14:tracePt t="74666" x="2336800" y="1835150"/>
          <p14:tracePt t="74672" x="2362200" y="1835150"/>
          <p14:tracePt t="74686" x="2400300" y="1835150"/>
          <p14:tracePt t="74700" x="2457450" y="1835150"/>
          <p14:tracePt t="74716" x="2609850" y="1835150"/>
          <p14:tracePt t="74733" x="2698750" y="1828800"/>
          <p14:tracePt t="74750" x="2876550" y="1828800"/>
          <p14:tracePt t="74766" x="3016250" y="1828800"/>
          <p14:tracePt t="74783" x="3054350" y="1828800"/>
          <p14:tracePt t="74799" x="3136900" y="1822450"/>
          <p14:tracePt t="74815" x="3168650" y="1816100"/>
          <p14:tracePt t="74832" x="3181350" y="1816100"/>
          <p14:tracePt t="74849" x="3194050" y="1816100"/>
          <p14:tracePt t="75129" x="3200400" y="1828800"/>
          <p14:tracePt t="75135" x="3206750" y="1841500"/>
          <p14:tracePt t="75151" x="3213100" y="1866900"/>
          <p14:tracePt t="75164" x="3238500" y="1955800"/>
          <p14:tracePt t="75181" x="3251200" y="2038350"/>
          <p14:tracePt t="75198" x="3257550" y="2127250"/>
          <p14:tracePt t="75214" x="3276600" y="2343150"/>
          <p14:tracePt t="75231" x="3302000" y="2597150"/>
          <p14:tracePt t="75248" x="3321050" y="2851150"/>
          <p14:tracePt t="75264" x="3321050" y="2940050"/>
          <p14:tracePt t="75281" x="3333750" y="3105150"/>
          <p14:tracePt t="75298" x="3340100" y="3175000"/>
          <p14:tracePt t="75314" x="3340100" y="3194050"/>
          <p14:tracePt t="75331" x="3340100" y="3213100"/>
          <p14:tracePt t="75347" x="3340100" y="3219450"/>
          <p14:tracePt t="75445" x="3340100" y="3213100"/>
          <p14:tracePt t="75514" x="3333750" y="3206750"/>
          <p14:tracePt t="75578" x="3327400" y="3200400"/>
          <p14:tracePt t="75585" x="3321050" y="3200400"/>
          <p14:tracePt t="75599" x="3321050" y="3194050"/>
          <p14:tracePt t="75613" x="3314700" y="3187700"/>
          <p14:tracePt t="75629" x="3314700" y="3175000"/>
          <p14:tracePt t="75646" x="3308350" y="3162300"/>
          <p14:tracePt t="75663" x="3295650" y="3130550"/>
          <p14:tracePt t="75679" x="3282950" y="3086100"/>
          <p14:tracePt t="75696" x="3282950" y="3060700"/>
          <p14:tracePt t="75713" x="3289300" y="3003550"/>
          <p14:tracePt t="75729" x="3333750" y="2914650"/>
          <p14:tracePt t="75746" x="3397250" y="2787650"/>
          <p14:tracePt t="75762" x="3435350" y="2730500"/>
          <p14:tracePt t="75779" x="3486150" y="2641600"/>
          <p14:tracePt t="75796" x="3676650" y="2381250"/>
          <p14:tracePt t="75812" x="3727450" y="2298700"/>
          <p14:tracePt t="75829" x="3790950" y="2190750"/>
          <p14:tracePt t="75846" x="3892550" y="2025650"/>
          <p14:tracePt t="75862" x="3962400" y="1898650"/>
          <p14:tracePt t="75879" x="3975100" y="1860550"/>
          <p14:tracePt t="75895" x="4000500" y="1828800"/>
          <p14:tracePt t="75912" x="4000500" y="1822450"/>
          <p14:tracePt t="75929" x="4006850" y="1822450"/>
          <p14:tracePt t="75971" x="4013200" y="1822450"/>
          <p14:tracePt t="76530" x="3994150" y="1822450"/>
          <p14:tracePt t="76544" x="3968750" y="1822450"/>
          <p14:tracePt t="76551" x="3917950" y="1822450"/>
          <p14:tracePt t="76559" x="3879850" y="1822450"/>
          <p14:tracePt t="76576" x="3835400" y="1822450"/>
          <p14:tracePt t="76593" x="3746500" y="1828800"/>
          <p14:tracePt t="76609" x="3714750" y="1835150"/>
          <p14:tracePt t="76626" x="3644900" y="1854200"/>
          <p14:tracePt t="76643" x="3587750" y="1860550"/>
          <p14:tracePt t="76659" x="3568700" y="1866900"/>
          <p14:tracePt t="76677" x="3543300" y="1873250"/>
          <p14:tracePt t="76692" x="3536950" y="1879600"/>
          <p14:tracePt t="76709" x="3530600" y="1879600"/>
          <p14:tracePt t="76768" x="3536950" y="1879600"/>
          <p14:tracePt t="76782" x="3543300" y="1879600"/>
          <p14:tracePt t="76789" x="3543300" y="1873250"/>
          <p14:tracePt t="76803" x="3549650" y="1873250"/>
          <p14:tracePt t="76812" x="3562350" y="1866900"/>
          <p14:tracePt t="76826" x="3568700" y="1866900"/>
          <p14:tracePt t="76842" x="3587750" y="1860550"/>
          <p14:tracePt t="76859" x="3600450" y="1854200"/>
          <p14:tracePt t="76875" x="3606800" y="1847850"/>
          <p14:tracePt t="76892" x="3613150" y="1847850"/>
          <p14:tracePt t="76909" x="3625850" y="1841500"/>
          <p14:tracePt t="76965" x="3632200" y="1841500"/>
          <p14:tracePt t="76979" x="3638550" y="1841500"/>
          <p14:tracePt t="76992" x="3651250" y="1841500"/>
          <p14:tracePt t="77000" x="3663950" y="1841500"/>
          <p14:tracePt t="77014" x="3683000" y="1841500"/>
          <p14:tracePt t="77024" x="3721100" y="1841500"/>
          <p14:tracePt t="77042" x="3829050" y="1841500"/>
          <p14:tracePt t="77058" x="3879850" y="1841500"/>
          <p14:tracePt t="77074" x="4006850" y="1854200"/>
          <p14:tracePt t="77092" x="4165600" y="1860550"/>
          <p14:tracePt t="77108" x="4241800" y="1873250"/>
          <p14:tracePt t="77124" x="4419600" y="1885950"/>
          <p14:tracePt t="77141" x="4622800" y="1905000"/>
          <p14:tracePt t="77157" x="4711700" y="1905000"/>
          <p14:tracePt t="77174" x="4813300" y="1905000"/>
          <p14:tracePt t="77190" x="5086350" y="1911350"/>
          <p14:tracePt t="77207" x="5162550" y="1898650"/>
          <p14:tracePt t="77225" x="5276850" y="1879600"/>
          <p14:tracePt t="77241" x="5334000" y="1873250"/>
          <p14:tracePt t="77257" x="5397500" y="1860550"/>
          <p14:tracePt t="77274" x="5422900" y="1854200"/>
          <p14:tracePt t="77290" x="5429250" y="1854200"/>
          <p14:tracePt t="78256" x="5422900" y="1854200"/>
          <p14:tracePt t="78298" x="5416550" y="1860550"/>
          <p14:tracePt t="78312" x="5410200" y="1860550"/>
          <p14:tracePt t="78334" x="5403850" y="1860550"/>
          <p14:tracePt t="78347" x="5397500" y="1860550"/>
          <p14:tracePt t="78356" x="5391150" y="1866900"/>
          <p14:tracePt t="78370" x="5378450" y="1866900"/>
          <p14:tracePt t="78386" x="5334000" y="1866900"/>
          <p14:tracePt t="78404" x="5270500" y="1873250"/>
          <p14:tracePt t="78420" x="5213350" y="1873250"/>
          <p14:tracePt t="78436" x="5149850" y="1873250"/>
          <p14:tracePt t="78453" x="4921250" y="1873250"/>
          <p14:tracePt t="78470" x="4832350" y="1860550"/>
          <p14:tracePt t="78486" x="4743450" y="1860550"/>
          <p14:tracePt t="78503" x="4578350" y="1860550"/>
          <p14:tracePt t="78520" x="4425950" y="1860550"/>
          <p14:tracePt t="78538" x="4292600" y="1866900"/>
          <p14:tracePt t="78553" x="4241800" y="1873250"/>
          <p14:tracePt t="78569" x="4121150" y="1892300"/>
          <p14:tracePt t="78587" x="4051300" y="1917700"/>
          <p14:tracePt t="78603" x="3994150" y="1936750"/>
          <p14:tracePt t="78619" x="3898900" y="1962150"/>
          <p14:tracePt t="78636" x="3816350" y="1987550"/>
          <p14:tracePt t="78652" x="3784600" y="1993900"/>
          <p14:tracePt t="78655" x="3740150" y="2000250"/>
          <p14:tracePt t="78669" x="3714750" y="2006600"/>
          <p14:tracePt t="78685" x="3657600" y="2025650"/>
          <p14:tracePt t="78702" x="3632200" y="2032000"/>
          <p14:tracePt t="78719" x="3594100" y="2044700"/>
          <p14:tracePt t="78735" x="3549650" y="2057400"/>
          <p14:tracePt t="78752" x="3530600" y="2057400"/>
          <p14:tracePt t="78769" x="3467100" y="2082800"/>
          <p14:tracePt t="78785" x="3429000" y="2089150"/>
          <p14:tracePt t="78802" x="3346450" y="2108200"/>
          <p14:tracePt t="78818" x="3213100" y="2127250"/>
          <p14:tracePt t="78835" x="3136900" y="2146300"/>
          <p14:tracePt t="78852" x="2971800" y="2152650"/>
          <p14:tracePt t="78868" x="2774950" y="2178050"/>
          <p14:tracePt t="78885" x="2673350" y="2184400"/>
          <p14:tracePt t="78902" x="2508250" y="2197100"/>
          <p14:tracePt t="78918" x="2393950" y="2203450"/>
          <p14:tracePt t="78935" x="2349500" y="2209800"/>
          <p14:tracePt t="78951" x="2292350" y="2222500"/>
          <p14:tracePt t="78968" x="2260600" y="2228850"/>
          <p14:tracePt t="78984" x="2254250" y="2228850"/>
          <p14:tracePt t="79001" x="2235200" y="2235200"/>
          <p14:tracePt t="79018" x="2209800" y="2247900"/>
          <p14:tracePt t="79035" x="2184400" y="2254250"/>
          <p14:tracePt t="79051" x="2171700" y="2254250"/>
          <p14:tracePt t="79067" x="2159000" y="2260600"/>
          <p14:tracePt t="79085" x="2120900" y="2273300"/>
          <p14:tracePt t="79101" x="2108200" y="2279650"/>
          <p14:tracePt t="79117" x="2095500" y="2286000"/>
          <p14:tracePt t="79134" x="2076450" y="2292350"/>
          <p14:tracePt t="79151" x="2070100" y="2298700"/>
          <p14:tracePt t="79154" x="2057400" y="2298700"/>
          <p14:tracePt t="79176" x="2051050" y="2298700"/>
          <p14:tracePt t="79225" x="2044700" y="2298700"/>
          <p14:tracePt t="79351" x="2051050" y="2298700"/>
          <p14:tracePt t="79358" x="2063750" y="2298700"/>
          <p14:tracePt t="79366" x="2076450" y="2298700"/>
          <p14:tracePt t="79383" x="2082800" y="2298700"/>
          <p14:tracePt t="79400" x="2133600" y="2286000"/>
          <p14:tracePt t="79416" x="2165350" y="2279650"/>
          <p14:tracePt t="79433" x="2222500" y="2266950"/>
          <p14:tracePt t="79450" x="2292350" y="2254250"/>
          <p14:tracePt t="79466" x="2324100" y="2254250"/>
          <p14:tracePt t="79483" x="2393950" y="2247900"/>
          <p14:tracePt t="79499" x="2432050" y="2241550"/>
          <p14:tracePt t="79516" x="2451100" y="2241550"/>
          <p14:tracePt t="79533" x="2482850" y="2241550"/>
          <p14:tracePt t="79549" x="2495550" y="2241550"/>
          <p14:tracePt t="79566" x="2495550" y="2235200"/>
          <p14:tracePt t="79583" x="2501900" y="2235200"/>
          <p14:tracePt t="79856" x="2559050" y="2241550"/>
          <p14:tracePt t="79870" x="2641600" y="2247900"/>
          <p14:tracePt t="79877" x="2705100" y="2260600"/>
          <p14:tracePt t="79891" x="2768600" y="2266950"/>
          <p14:tracePt t="79901" x="2813050" y="2266950"/>
          <p14:tracePt t="79915" x="2851150" y="2273300"/>
          <p14:tracePt t="79931" x="2895600" y="2279650"/>
          <p14:tracePt t="79948" x="2908300" y="2279650"/>
          <p14:tracePt t="79964" x="2914650" y="2279650"/>
          <p14:tracePt t="79981" x="2921000" y="2279650"/>
          <p14:tracePt t="80319" x="2927350" y="2279650"/>
          <p14:tracePt t="80383" x="2933700" y="2279650"/>
          <p14:tracePt t="80390" x="2946400" y="2279650"/>
          <p14:tracePt t="80411" x="2965450" y="2273300"/>
          <p14:tracePt t="80418" x="2990850" y="2273300"/>
          <p14:tracePt t="80433" x="3028950" y="2266950"/>
          <p14:tracePt t="80446" x="3079750" y="2254250"/>
          <p14:tracePt t="80463" x="3238500" y="2228850"/>
          <p14:tracePt t="80479" x="3340100" y="2203450"/>
          <p14:tracePt t="80496" x="3568700" y="2171700"/>
          <p14:tracePt t="80512" x="3810000" y="2139950"/>
          <p14:tracePt t="80530" x="4057650" y="2108200"/>
          <p14:tracePt t="80546" x="4184650" y="2101850"/>
          <p14:tracePt t="80562" x="4413250" y="2057400"/>
          <p14:tracePt t="80579" x="4572000" y="2025650"/>
          <p14:tracePt t="80596" x="4635500" y="2019300"/>
          <p14:tracePt t="80612" x="4673600" y="2012950"/>
          <p14:tracePt t="80629" x="4724400" y="2000250"/>
          <p14:tracePt t="80646" x="4730750" y="2000250"/>
          <p14:tracePt t="80853" x="4737100" y="1993900"/>
          <p14:tracePt t="80874" x="4743450" y="1993900"/>
          <p14:tracePt t="80881" x="4749800" y="1993900"/>
          <p14:tracePt t="80897" x="4768850" y="1993900"/>
          <p14:tracePt t="80911" x="4819650" y="2000250"/>
          <p14:tracePt t="80928" x="4870450" y="2000250"/>
          <p14:tracePt t="80945" x="4978400" y="2025650"/>
          <p14:tracePt t="80961" x="5041900" y="2038350"/>
          <p14:tracePt t="80978" x="5149850" y="2063750"/>
          <p14:tracePt t="80994" x="5219700" y="2070100"/>
          <p14:tracePt t="81011" x="5232400" y="2076450"/>
          <p14:tracePt t="81028" x="5264150" y="2076450"/>
          <p14:tracePt t="81044" x="5283200" y="2082800"/>
          <p14:tracePt t="81061" x="5289550" y="2082800"/>
          <p14:tracePt t="81077" x="5295900" y="2082800"/>
          <p14:tracePt t="81094" x="5302250" y="2082800"/>
          <p14:tracePt t="81211" x="5302250" y="2089150"/>
          <p14:tracePt t="81702" x="5295900" y="2089150"/>
          <p14:tracePt t="81716" x="5283200" y="2095500"/>
          <p14:tracePt t="81723" x="5276850" y="2095500"/>
          <p14:tracePt t="81736" x="5270500" y="2095500"/>
          <p14:tracePt t="81745" x="5264150" y="2101850"/>
          <p14:tracePt t="81759" x="5251450" y="2101850"/>
          <p14:tracePt t="81775" x="5168900" y="2108200"/>
          <p14:tracePt t="81791" x="5105400" y="2120900"/>
          <p14:tracePt t="81808" x="4940300" y="2127250"/>
          <p14:tracePt t="81825" x="4737100" y="2139950"/>
          <p14:tracePt t="81843" x="4546600" y="2146300"/>
          <p14:tracePt t="81858" x="4445000" y="2146300"/>
          <p14:tracePt t="81874" x="4356100" y="2159000"/>
          <p14:tracePt t="81892" x="4146550" y="2171700"/>
          <p14:tracePt t="81908" x="4108450" y="2171700"/>
          <p14:tracePt t="81924" x="4064000" y="2178050"/>
          <p14:tracePt t="81941" x="4025900" y="2184400"/>
          <p14:tracePt t="81957" x="4006850" y="2184400"/>
          <p14:tracePt t="81974" x="4000500" y="2184400"/>
          <p14:tracePt t="81991" x="3994150" y="2190750"/>
          <p14:tracePt t="82073" x="4000500" y="2197100"/>
          <p14:tracePt t="82088" x="4019550" y="2203450"/>
          <p14:tracePt t="82095" x="4038600" y="2209800"/>
          <p14:tracePt t="82107" x="4064000" y="2216150"/>
          <p14:tracePt t="82124" x="4146550" y="2241550"/>
          <p14:tracePt t="82140" x="4210050" y="2260600"/>
          <p14:tracePt t="82157" x="4286250" y="2279650"/>
          <p14:tracePt t="82174" x="4527550" y="2330450"/>
          <p14:tracePt t="82190" x="4591050" y="2330450"/>
          <p14:tracePt t="82194" x="4654550" y="2336800"/>
          <p14:tracePt t="82209" x="4699000" y="2343150"/>
          <p14:tracePt t="82224" x="4718050" y="2343150"/>
          <p14:tracePt t="82240" x="4756150" y="2343150"/>
          <p14:tracePt t="82257" x="4768850" y="2343150"/>
          <p14:tracePt t="82273" x="4775200" y="2343150"/>
          <p14:tracePt t="82307" x="4781550" y="2343150"/>
          <p14:tracePt t="82355" x="4787900" y="2343150"/>
          <p14:tracePt t="82383" x="4800600" y="2343150"/>
          <p14:tracePt t="82404" x="4813300" y="2336800"/>
          <p14:tracePt t="82418" x="4826000" y="2330450"/>
          <p14:tracePt t="82425" x="4838700" y="2324100"/>
          <p14:tracePt t="82441" x="4851400" y="2305050"/>
          <p14:tracePt t="82456" x="4908550" y="2279650"/>
          <p14:tracePt t="82473" x="4927600" y="2260600"/>
          <p14:tracePt t="82490" x="4978400" y="2235200"/>
          <p14:tracePt t="82506" x="4991100" y="2222500"/>
          <p14:tracePt t="82522" x="5035550" y="2190750"/>
          <p14:tracePt t="82539" x="5067300" y="2165350"/>
          <p14:tracePt t="82555" x="5092700" y="2139950"/>
          <p14:tracePt t="82573" x="5137150" y="2089150"/>
          <p14:tracePt t="82589" x="5187950" y="2032000"/>
          <p14:tracePt t="82605" x="5207000" y="2006600"/>
          <p14:tracePt t="82622" x="5238750" y="1968500"/>
          <p14:tracePt t="82639" x="5251450" y="1924050"/>
          <p14:tracePt t="82655" x="5257800" y="1911350"/>
          <p14:tracePt t="82672" x="5257800" y="1879600"/>
          <p14:tracePt t="82688" x="5251450" y="1847850"/>
          <p14:tracePt t="82706" x="5207000" y="1784350"/>
          <p14:tracePt t="82721" x="5162550" y="1720850"/>
          <p14:tracePt t="82738" x="5041900" y="1593850"/>
          <p14:tracePt t="82755" x="4832350" y="1416050"/>
          <p14:tracePt t="82772" x="4699000" y="1320800"/>
          <p14:tracePt t="82791" x="4432300" y="1123950"/>
          <p14:tracePt t="82805" x="4241800" y="990600"/>
          <p14:tracePt t="82821" x="4146550" y="927100"/>
          <p14:tracePt t="82838" x="4076700" y="882650"/>
          <p14:tracePt t="82854" x="3930650" y="825500"/>
          <p14:tracePt t="82871" x="3784600" y="800100"/>
          <p14:tracePt t="82888" x="3657600" y="787400"/>
          <p14:tracePt t="82904" x="3594100" y="787400"/>
          <p14:tracePt t="82921" x="3473450" y="781050"/>
          <p14:tracePt t="82938" x="3384550" y="768350"/>
          <p14:tracePt t="82954" x="3340100" y="768350"/>
          <p14:tracePt t="82971" x="3282950" y="762000"/>
          <p14:tracePt t="82987" x="3238500" y="762000"/>
          <p14:tracePt t="83004" x="3213100" y="762000"/>
          <p14:tracePt t="83021" x="3168650" y="762000"/>
          <p14:tracePt t="83037" x="3124200" y="768350"/>
          <p14:tracePt t="83054" x="3098800" y="774700"/>
          <p14:tracePt t="83071" x="3073400" y="793750"/>
          <p14:tracePt t="83087" x="2990850" y="831850"/>
          <p14:tracePt t="83104" x="2959100" y="844550"/>
          <p14:tracePt t="83120" x="2895600" y="876300"/>
          <p14:tracePt t="83137" x="2876550" y="882650"/>
          <p14:tracePt t="83154" x="2832100" y="914400"/>
          <p14:tracePt t="83170" x="2787650" y="939800"/>
          <p14:tracePt t="83187" x="2762250" y="946150"/>
          <p14:tracePt t="83204" x="2705100" y="984250"/>
          <p14:tracePt t="83220" x="2692400" y="990600"/>
          <p14:tracePt t="83236" x="2686050" y="996950"/>
          <p14:tracePt t="83253" x="2673350" y="1003300"/>
          <p14:tracePt t="83270" x="2667000" y="1003300"/>
          <p14:tracePt t="83287" x="2660650" y="1003300"/>
          <p14:tracePt t="83316" x="2660650" y="1009650"/>
          <p14:tracePt t="83337" x="2654300" y="1009650"/>
          <p14:tracePt t="83352" x="2647950" y="1009650"/>
          <p14:tracePt t="83358" x="2628900" y="1009650"/>
          <p14:tracePt t="83369" x="2616200" y="1009650"/>
          <p14:tracePt t="83387" x="2565400" y="1003300"/>
          <p14:tracePt t="83402" x="2527300" y="996950"/>
          <p14:tracePt t="83419" x="2489200" y="990600"/>
          <p14:tracePt t="83436" x="2368550" y="977900"/>
          <p14:tracePt t="83453" x="2330450" y="977900"/>
          <p14:tracePt t="83469" x="2298700" y="977900"/>
          <p14:tracePt t="83486" x="2235200" y="977900"/>
          <p14:tracePt t="83502" x="2165350" y="977900"/>
          <p14:tracePt t="83519" x="2139950" y="977900"/>
          <p14:tracePt t="83535" x="2089150" y="977900"/>
          <p14:tracePt t="83552" x="2038350" y="990600"/>
          <p14:tracePt t="83569" x="2019300" y="990600"/>
          <p14:tracePt t="83585" x="1974850" y="996950"/>
          <p14:tracePt t="83602" x="1943100" y="1003300"/>
          <p14:tracePt t="83619" x="1905000" y="1003300"/>
          <p14:tracePt t="83635" x="1885950" y="1003300"/>
          <p14:tracePt t="83651" x="1860550" y="1009650"/>
          <p14:tracePt t="83668" x="1847850" y="1009650"/>
          <p14:tracePt t="83685" x="1841500" y="1009650"/>
          <p14:tracePt t="83718" x="1835150" y="1009650"/>
          <p14:tracePt t="83787" x="1841500" y="1009650"/>
          <p14:tracePt t="83808" x="1847850" y="1009650"/>
          <p14:tracePt t="83822" x="1854200" y="1009650"/>
          <p14:tracePt t="83829" x="1866900" y="1009650"/>
          <p14:tracePt t="83842" x="1892300" y="1009650"/>
          <p14:tracePt t="83851" x="1911350" y="1009650"/>
          <p14:tracePt t="83868" x="1949450" y="1016000"/>
          <p14:tracePt t="83885" x="2051050" y="1016000"/>
          <p14:tracePt t="83901" x="2197100" y="1028700"/>
          <p14:tracePt t="83918" x="2286000" y="1028700"/>
          <p14:tracePt t="83934" x="2451100" y="1035050"/>
          <p14:tracePt t="83951" x="2628900" y="1047750"/>
          <p14:tracePt t="83967" x="2705100" y="1047750"/>
          <p14:tracePt t="83984" x="2813050" y="1041400"/>
          <p14:tracePt t="84000" x="2851150" y="1041400"/>
          <p14:tracePt t="84017" x="2863850" y="1041400"/>
          <p14:tracePt t="84034" x="2870200" y="1041400"/>
          <p14:tracePt t="84051" x="2876550" y="1041400"/>
          <p14:tracePt t="84320" x="2927350" y="1041400"/>
          <p14:tracePt t="84334" x="3003550" y="1047750"/>
          <p14:tracePt t="84341" x="3079750" y="1054100"/>
          <p14:tracePt t="84350" x="3155950" y="1066800"/>
          <p14:tracePt t="84366" x="3238500" y="1073150"/>
          <p14:tracePt t="84383" x="3416300" y="1098550"/>
          <p14:tracePt t="84399" x="3517900" y="1123950"/>
          <p14:tracePt t="84416" x="3752850" y="1200150"/>
          <p14:tracePt t="84433" x="4057650" y="1333500"/>
          <p14:tracePt t="84449" x="4184650" y="1416050"/>
          <p14:tracePt t="84465" x="4406900" y="1555750"/>
          <p14:tracePt t="84482" x="4584700" y="1708150"/>
          <p14:tracePt t="84499" x="4667250" y="1778000"/>
          <p14:tracePt t="84516" x="4832350" y="1911350"/>
          <p14:tracePt t="84532" x="4997450" y="2038350"/>
          <p14:tracePt t="84549" x="5067300" y="2076450"/>
          <p14:tracePt t="84566" x="5130800" y="2108200"/>
          <p14:tracePt t="84582" x="5149850" y="2120900"/>
          <p14:tracePt t="84598" x="5156200" y="2120900"/>
          <p14:tracePt t="84671" x="5162550" y="2120900"/>
          <p14:tracePt t="84924" x="5099050" y="2089150"/>
          <p14:tracePt t="84931" x="4978400" y="2025650"/>
          <p14:tracePt t="84945" x="4781550" y="1924050"/>
          <p14:tracePt t="84952" x="4578350" y="1809750"/>
          <p14:tracePt t="84967" x="4375150" y="1695450"/>
          <p14:tracePt t="84981" x="3975100" y="1479550"/>
          <p14:tracePt t="84997" x="3822700" y="1390650"/>
          <p14:tracePt t="85014" x="3721100" y="1327150"/>
          <p14:tracePt t="85030" x="3556000" y="1225550"/>
          <p14:tracePt t="85047" x="3479800" y="1181100"/>
          <p14:tracePt t="85064" x="3441700" y="1162050"/>
          <p14:tracePt t="85096" x="3435350" y="1155700"/>
          <p14:tracePt t="85116" x="3429000" y="1155700"/>
          <p14:tracePt t="85142" x="3422650" y="1149350"/>
          <p14:tracePt t="85177" x="3409950" y="1149350"/>
          <p14:tracePt t="85184" x="3397250" y="1143000"/>
          <p14:tracePt t="85196" x="3384550" y="1130300"/>
          <p14:tracePt t="85213" x="3321050" y="1098550"/>
          <p14:tracePt t="85230" x="3263900" y="1073150"/>
          <p14:tracePt t="85233" x="3213100" y="1041400"/>
          <p14:tracePt t="85249" x="3143250" y="1016000"/>
          <p14:tracePt t="85263" x="3041650" y="958850"/>
          <p14:tracePt t="85279" x="2997200" y="939800"/>
          <p14:tracePt t="85296" x="2959100" y="920750"/>
          <p14:tracePt t="85313" x="2946400" y="920750"/>
          <p14:tracePt t="85329" x="2940050" y="914400"/>
          <p14:tracePt t="85346" x="2933700" y="908050"/>
          <p14:tracePt t="85794" x="2927350" y="914400"/>
          <p14:tracePt t="85801" x="2908300" y="946150"/>
          <p14:tracePt t="85815" x="2895600" y="965200"/>
          <p14:tracePt t="85827" x="2876550" y="996950"/>
          <p14:tracePt t="85844" x="2844800" y="1054100"/>
          <p14:tracePt t="85861" x="2819400" y="1073150"/>
          <p14:tracePt t="85878" x="2800350" y="1104900"/>
          <p14:tracePt t="85894" x="2736850" y="1181100"/>
          <p14:tracePt t="85911" x="2717800" y="1200150"/>
          <p14:tracePt t="85928" x="2679700" y="1238250"/>
          <p14:tracePt t="85944" x="2667000" y="1257300"/>
          <p14:tracePt t="85961" x="2628900" y="1282700"/>
          <p14:tracePt t="85977" x="2590800" y="1295400"/>
          <p14:tracePt t="85994" x="2565400" y="1301750"/>
          <p14:tracePt t="86010" x="2527300" y="1314450"/>
          <p14:tracePt t="86027" x="2476500" y="1339850"/>
          <p14:tracePt t="86043" x="2457450" y="1346200"/>
          <p14:tracePt t="86061" x="2419350" y="1352550"/>
          <p14:tracePt t="86077" x="2381250" y="1358900"/>
          <p14:tracePt t="86093" x="2368550" y="1365250"/>
          <p14:tracePt t="86110" x="2349500" y="1365250"/>
          <p14:tracePt t="86126" x="2343150" y="1365250"/>
          <p14:tracePt t="86159" x="2336800" y="1365250"/>
          <p14:tracePt t="86405" x="2343150" y="1365250"/>
          <p14:tracePt t="86419" x="2349500" y="1365250"/>
          <p14:tracePt t="86428" x="2355850" y="1365250"/>
          <p14:tracePt t="86442" x="2362200" y="1365250"/>
          <p14:tracePt t="86459" x="2400300" y="1371600"/>
          <p14:tracePt t="86476" x="2470150" y="1377950"/>
          <p14:tracePt t="86492" x="2520950" y="1377950"/>
          <p14:tracePt t="86509" x="2571750" y="1390650"/>
          <p14:tracePt t="86525" x="2743200" y="1397000"/>
          <p14:tracePt t="86542" x="2781300" y="1403350"/>
          <p14:tracePt t="86559" x="2851150" y="1403350"/>
          <p14:tracePt t="86575" x="2870200" y="1409700"/>
          <p14:tracePt t="86591" x="2901950" y="1409700"/>
          <p14:tracePt t="86609" x="2914650" y="1409700"/>
          <p14:tracePt t="86625" x="2921000" y="1409700"/>
          <p14:tracePt t="86641" x="2927350" y="1409700"/>
          <p14:tracePt t="86679" x="2933700" y="1409700"/>
          <p14:tracePt t="86791" x="2933700" y="1416050"/>
          <p14:tracePt t="86840" x="2940050" y="1416050"/>
          <p14:tracePt t="86861" x="2946400" y="1416050"/>
          <p14:tracePt t="86868" x="2952750" y="1416050"/>
          <p14:tracePt t="86876" x="2971800" y="1416050"/>
          <p14:tracePt t="86891" x="2990850" y="1409700"/>
          <p14:tracePt t="86907" x="3009900" y="1409700"/>
          <p14:tracePt t="86924" x="3092450" y="1397000"/>
          <p14:tracePt t="86940" x="3168650" y="1397000"/>
          <p14:tracePt t="86957" x="3213100" y="1384300"/>
          <p14:tracePt t="86974" x="3263900" y="1377950"/>
          <p14:tracePt t="86991" x="3295650" y="1371600"/>
          <p14:tracePt t="87007" x="3302000" y="1371600"/>
          <p14:tracePt t="87024" x="3314700" y="1371600"/>
          <p14:tracePt t="87040" x="3321050" y="1371600"/>
          <p14:tracePt t="87367" x="3327400" y="1371600"/>
          <p14:tracePt t="87381" x="3340100" y="1371600"/>
          <p14:tracePt t="87388" x="3352800" y="1371600"/>
          <p14:tracePt t="87402" x="3378200" y="1371600"/>
          <p14:tracePt t="87409" x="3416300" y="1371600"/>
          <p14:tracePt t="87424" x="3473450" y="1371600"/>
          <p14:tracePt t="87440" x="3600450" y="1371600"/>
          <p14:tracePt t="87455" x="3663950" y="1371600"/>
          <p14:tracePt t="87472" x="3765550" y="1365250"/>
          <p14:tracePt t="87488" x="3822700" y="1352550"/>
          <p14:tracePt t="87505" x="3879850" y="1352550"/>
          <p14:tracePt t="87522" x="3930650" y="1346200"/>
          <p14:tracePt t="87538" x="3968750" y="1346200"/>
          <p14:tracePt t="87556" x="4076700" y="1320800"/>
          <p14:tracePt t="87571" x="4159250" y="1301750"/>
          <p14:tracePt t="87588" x="4178300" y="1295400"/>
          <p14:tracePt t="87605" x="4203700" y="1289050"/>
          <p14:tracePt t="87621" x="4210050" y="1289050"/>
          <p14:tracePt t="87760" x="4203700" y="1289050"/>
          <p14:tracePt t="88012" x="4165600" y="1320800"/>
          <p14:tracePt t="88019" x="4108450" y="1377950"/>
          <p14:tracePt t="88033" x="4038600" y="1460500"/>
          <p14:tracePt t="88040" x="3962400" y="1543050"/>
          <p14:tracePt t="88056" x="3892550" y="1625600"/>
          <p14:tracePt t="88070" x="3778250" y="1803400"/>
          <p14:tracePt t="88087" x="3733800" y="1873250"/>
          <p14:tracePt t="88105" x="3676650" y="2000250"/>
          <p14:tracePt t="88120" x="3663950" y="2038350"/>
          <p14:tracePt t="88136" x="3651250" y="2082800"/>
          <p14:tracePt t="88153" x="3638550" y="2108200"/>
          <p14:tracePt t="88169" x="3638550" y="2114550"/>
          <p14:tracePt t="88186" x="3638550" y="2120900"/>
          <p14:tracePt t="88230" x="3632200" y="2120900"/>
          <p14:tracePt t="88272" x="3625850" y="2120900"/>
          <p14:tracePt t="88300" x="3613150" y="2120900"/>
          <p14:tracePt t="88314" x="3606800" y="2120900"/>
          <p14:tracePt t="88322" x="3600450" y="2114550"/>
          <p14:tracePt t="88338" x="3587750" y="2108200"/>
          <p14:tracePt t="88352" x="3556000" y="2101850"/>
          <p14:tracePt t="88369" x="3530600" y="2095500"/>
          <p14:tracePt t="88385" x="3467100" y="2082800"/>
          <p14:tracePt t="88402" x="3429000" y="2070100"/>
          <p14:tracePt t="88419" x="3289300" y="2044700"/>
          <p14:tracePt t="88435" x="3251200" y="2038350"/>
          <p14:tracePt t="88452" x="3213100" y="2038350"/>
          <p14:tracePt t="88469" x="3130550" y="2051050"/>
          <p14:tracePt t="88485" x="3048000" y="2063750"/>
          <p14:tracePt t="88502" x="3016250" y="2082800"/>
          <p14:tracePt t="88518" x="2978150" y="2101850"/>
          <p14:tracePt t="88535" x="2952750" y="2108200"/>
          <p14:tracePt t="88552" x="2952750" y="2114550"/>
          <p14:tracePt t="88568" x="2946400" y="2114550"/>
          <p14:tracePt t="88616" x="2946400" y="2120900"/>
          <p14:tracePt t="88882" x="2959100" y="2120900"/>
          <p14:tracePt t="88897" x="2990850" y="2120900"/>
          <p14:tracePt t="88903" x="3016250" y="2120900"/>
          <p14:tracePt t="88917" x="3054350" y="2120900"/>
          <p14:tracePt t="88933" x="3175000" y="2101850"/>
          <p14:tracePt t="88950" x="3244850" y="2089150"/>
          <p14:tracePt t="88967" x="3397250" y="2070100"/>
          <p14:tracePt t="88983" x="3587750" y="2051050"/>
          <p14:tracePt t="89000" x="3689350" y="2038350"/>
          <p14:tracePt t="89017" x="3911600" y="2019300"/>
          <p14:tracePt t="89033" x="4025900" y="2012950"/>
          <p14:tracePt t="89049" x="4229100" y="1987550"/>
          <p14:tracePt t="89066" x="4419600" y="1955800"/>
          <p14:tracePt t="89083" x="4495800" y="1949450"/>
          <p14:tracePt t="89100" x="4667250" y="1949450"/>
          <p14:tracePt t="89117" x="4851400" y="1949450"/>
          <p14:tracePt t="89133" x="4940300" y="1949450"/>
          <p14:tracePt t="89150" x="5143500" y="1949450"/>
          <p14:tracePt t="89166" x="5295900" y="1949450"/>
          <p14:tracePt t="89182" x="5346700" y="1949450"/>
          <p14:tracePt t="89199" x="5416550" y="1949450"/>
          <p14:tracePt t="89216" x="5473700" y="1955800"/>
          <p14:tracePt t="89232" x="5499100" y="1962150"/>
          <p14:tracePt t="89249" x="5530850" y="1968500"/>
          <p14:tracePt t="89266" x="5556250" y="1974850"/>
          <p14:tracePt t="89283" x="5562600" y="1974850"/>
          <p14:tracePt t="89315" x="5568950" y="1974850"/>
          <p14:tracePt t="89809" x="5568950" y="1981200"/>
          <p14:tracePt t="89907" x="5556250" y="1981200"/>
          <p14:tracePt t="89915" x="5549900" y="1981200"/>
          <p14:tracePt t="89928" x="5543550" y="1981200"/>
          <p14:tracePt t="89936" x="5530850" y="1987550"/>
          <p14:tracePt t="89950" x="5511800" y="1987550"/>
          <p14:tracePt t="89964" x="5416550" y="2006600"/>
          <p14:tracePt t="89979" x="5327650" y="2012950"/>
          <p14:tracePt t="89996" x="5200650" y="2025650"/>
          <p14:tracePt t="90013" x="4851400" y="2051050"/>
          <p14:tracePt t="90029" x="4432300" y="2063750"/>
          <p14:tracePt t="90047" x="4216400" y="2076450"/>
          <p14:tracePt t="90063" x="3886200" y="2089150"/>
          <p14:tracePt t="90080" x="3651250" y="2101850"/>
          <p14:tracePt t="90098" x="3473450" y="2101850"/>
          <p14:tracePt t="90113" x="3409950" y="2101850"/>
          <p14:tracePt t="90129" x="3302000" y="2101850"/>
          <p14:tracePt t="90146" x="3232150" y="2095500"/>
          <p14:tracePt t="90163" x="3213100" y="2095500"/>
          <p14:tracePt t="90179" x="3187700" y="2095500"/>
          <p14:tracePt t="90196" x="3175000" y="2095500"/>
          <p14:tracePt t="90229" x="3168650" y="2095500"/>
          <p14:tracePt t="90539" x="3162300" y="2095500"/>
          <p14:tracePt t="90546" x="3149600" y="2095500"/>
          <p14:tracePt t="90560" x="3143250" y="2095500"/>
          <p14:tracePt t="90567" x="3130550" y="2095500"/>
          <p14:tracePt t="90581" x="3111500" y="2101850"/>
          <p14:tracePt t="90595" x="3086100" y="2108200"/>
          <p14:tracePt t="90611" x="3073400" y="2108200"/>
          <p14:tracePt t="90628" x="3067050" y="2114550"/>
          <p14:tracePt t="90645" x="3060700" y="2114550"/>
          <p14:tracePt t="90661" x="3054350" y="2114550"/>
          <p14:tracePt t="90976" x="2997200" y="2114550"/>
          <p14:tracePt t="90990" x="2882900" y="2114550"/>
          <p14:tracePt t="90997" x="2781300" y="2101850"/>
          <p14:tracePt t="91013" x="2667000" y="2089150"/>
          <p14:tracePt t="91026" x="2578100" y="2089150"/>
          <p14:tracePt t="91043" x="2432050" y="2082800"/>
          <p14:tracePt t="91059" x="2393950" y="2082800"/>
          <p14:tracePt t="91076" x="2324100" y="2082800"/>
          <p14:tracePt t="91093" x="2260600" y="2089150"/>
          <p14:tracePt t="91110" x="2203450" y="2095500"/>
          <p14:tracePt t="91126" x="2171700" y="2095500"/>
          <p14:tracePt t="91143" x="2120900" y="2095500"/>
          <p14:tracePt t="91159" x="2082800" y="2095500"/>
          <p14:tracePt t="91176" x="2063750" y="2101850"/>
          <p14:tracePt t="91193" x="2032000" y="2101850"/>
          <p14:tracePt t="91210" x="1993900" y="2108200"/>
          <p14:tracePt t="91226" x="1981200" y="2108200"/>
          <p14:tracePt t="91243" x="1955800" y="2108200"/>
          <p14:tracePt t="91258" x="1924050" y="2108200"/>
          <p14:tracePt t="91275" x="1911350" y="2108200"/>
          <p14:tracePt t="91293" x="1866900" y="2114550"/>
          <p14:tracePt t="91308" x="1797050" y="2120900"/>
          <p14:tracePt t="91325" x="1746250" y="2133600"/>
          <p14:tracePt t="91342" x="1663700" y="2146300"/>
          <p14:tracePt t="91359" x="1638300" y="2146300"/>
          <p14:tracePt t="91375" x="1587500" y="2159000"/>
          <p14:tracePt t="91392" x="1574800" y="2159000"/>
          <p14:tracePt t="91408" x="1568450" y="2159000"/>
          <p14:tracePt t="91441" x="1581150" y="2171700"/>
          <p14:tracePt t="91458" x="1612900" y="2178050"/>
          <p14:tracePt t="91475" x="1746250" y="2203450"/>
          <p14:tracePt t="91491" x="1936750" y="2260600"/>
          <p14:tracePt t="91508" x="2032000" y="2279650"/>
          <p14:tracePt t="91525" x="2171700" y="2298700"/>
          <p14:tracePt t="91541" x="2241550" y="2305050"/>
          <p14:tracePt t="91558" x="2254250" y="2311400"/>
          <p14:tracePt t="91574" x="2273300" y="2311400"/>
          <p14:tracePt t="91591" x="2279650" y="2311400"/>
          <p14:tracePt t="91608" x="2286000" y="2311400"/>
          <p14:tracePt t="91664" x="2292350" y="2311400"/>
          <p14:tracePt t="91980" x="2298700" y="2311400"/>
          <p14:tracePt t="91994" x="2311400" y="2305050"/>
          <p14:tracePt t="92001" x="2317750" y="2298700"/>
          <p14:tracePt t="92015" x="2336800" y="2292350"/>
          <p14:tracePt t="92023" x="2368550" y="2286000"/>
          <p14:tracePt t="92039" x="2406650" y="2273300"/>
          <p14:tracePt t="92057" x="2533650" y="2222500"/>
          <p14:tracePt t="92073" x="2667000" y="2171700"/>
          <p14:tracePt t="92089" x="2736850" y="2146300"/>
          <p14:tracePt t="92106" x="2832100" y="2120900"/>
          <p14:tracePt t="92123" x="2882900" y="2101850"/>
          <p14:tracePt t="92139" x="2895600" y="2095500"/>
          <p14:tracePt t="92156" x="2914650" y="2095500"/>
          <p14:tracePt t="92436" x="2908300" y="2101850"/>
          <p14:tracePt t="92471" x="2901950" y="2101850"/>
          <p14:tracePt t="92513" x="2895600" y="2101850"/>
          <p14:tracePt t="92563" x="2889250" y="2108200"/>
          <p14:tracePt t="92661" x="2895600" y="2108200"/>
          <p14:tracePt t="92675" x="2908300" y="2108200"/>
          <p14:tracePt t="92682" x="2921000" y="2108200"/>
          <p14:tracePt t="92696" x="2946400" y="2108200"/>
          <p14:tracePt t="92704" x="2984500" y="2108200"/>
          <p14:tracePt t="92720" x="3060700" y="2108200"/>
          <p14:tracePt t="92737" x="3263900" y="2108200"/>
          <p14:tracePt t="92754" x="3543300" y="2108200"/>
          <p14:tracePt t="92770" x="3702050" y="2120900"/>
          <p14:tracePt t="92788" x="4000500" y="2133600"/>
          <p14:tracePt t="92803" x="4241800" y="2139950"/>
          <p14:tracePt t="92820" x="4343400" y="2152650"/>
          <p14:tracePt t="92837" x="4489450" y="2146300"/>
          <p14:tracePt t="92853" x="4565650" y="2139950"/>
          <p14:tracePt t="92870" x="4584700" y="2139950"/>
          <p14:tracePt t="92873" x="4597400" y="2133600"/>
          <p14:tracePt t="92887" x="4603750" y="2133600"/>
          <p14:tracePt t="92903" x="4610100" y="2133600"/>
          <p14:tracePt t="92991" x="4603750" y="2133600"/>
          <p14:tracePt t="93131" x="4597400" y="2133600"/>
          <p14:tracePt t="93257" x="4591050" y="2133600"/>
          <p14:tracePt t="93306" x="4578350" y="2133600"/>
          <p14:tracePt t="93314" x="4572000" y="2133600"/>
          <p14:tracePt t="93328" x="4559300" y="2133600"/>
          <p14:tracePt t="93336" x="4533900" y="2127250"/>
          <p14:tracePt t="93351" x="4495800" y="2127250"/>
          <p14:tracePt t="93369" x="4324350" y="2108200"/>
          <p14:tracePt t="93385" x="4051300" y="2070100"/>
          <p14:tracePt t="93401" x="3860800" y="2057400"/>
          <p14:tracePt t="93418" x="3403600" y="2019300"/>
          <p14:tracePt t="93435" x="2952750" y="2006600"/>
          <p14:tracePt t="93451" x="2762250" y="1993900"/>
          <p14:tracePt t="93468" x="2501900" y="1993900"/>
          <p14:tracePt t="93484" x="2406650" y="1993900"/>
          <p14:tracePt t="93501" x="2317750" y="1993900"/>
          <p14:tracePt t="93518" x="2279650" y="1993900"/>
          <p14:tracePt t="93535" x="2273300" y="1993900"/>
          <p14:tracePt t="93551" x="2266950" y="1993900"/>
          <p14:tracePt t="93587" x="2260600" y="2000250"/>
          <p14:tracePt t="93728" x="2260600" y="1993900"/>
          <p14:tracePt t="93798" x="2260600" y="1987550"/>
          <p14:tracePt t="93847" x="2260600" y="1981200"/>
          <p14:tracePt t="93938" x="2260600" y="1974850"/>
          <p14:tracePt t="94015" x="2260600" y="1968500"/>
          <p14:tracePt t="94100" x="2260600" y="1962150"/>
          <p14:tracePt t="94170" x="2260600" y="1955800"/>
          <p14:tracePt t="94268" x="2260600" y="1949450"/>
          <p14:tracePt t="94359" x="2266950" y="1949450"/>
          <p14:tracePt t="94366" x="2266950" y="1955800"/>
          <p14:tracePt t="94401" x="2266950" y="1962150"/>
          <p14:tracePt t="94408" x="2260600" y="1962150"/>
          <p14:tracePt t="94417" x="2260600" y="1968500"/>
          <p14:tracePt t="94431" x="2254250" y="1974850"/>
          <p14:tracePt t="94448" x="2247900" y="1981200"/>
          <p14:tracePt t="94465" x="2216150" y="2006600"/>
          <p14:tracePt t="94481" x="2146300" y="2063750"/>
          <p14:tracePt t="94497" x="2101850" y="2101850"/>
          <p14:tracePt t="94514" x="1987550" y="2197100"/>
          <p14:tracePt t="94530" x="1854200" y="2317750"/>
          <p14:tracePt t="94548" x="1784350" y="2381250"/>
          <p14:tracePt t="94564" x="1670050" y="2495550"/>
          <p14:tracePt t="94581" x="1543050" y="2635250"/>
          <p14:tracePt t="94598" x="1422400" y="2781300"/>
          <p14:tracePt t="94614" x="1365250" y="2825750"/>
          <p14:tracePt t="94631" x="1250950" y="2927350"/>
          <p14:tracePt t="94648" x="1168400" y="2984500"/>
          <p14:tracePt t="94664" x="1136650" y="3003550"/>
          <p14:tracePt t="94680" x="1104900" y="3016250"/>
          <p14:tracePt t="94697" x="1092200" y="3022600"/>
          <p14:tracePt t="94780" x="1098550" y="3022600"/>
          <p14:tracePt t="94786" x="1104900" y="3016250"/>
          <p14:tracePt t="94796" x="1123950" y="3016250"/>
          <p14:tracePt t="95280" x="1060450" y="3016250"/>
          <p14:tracePt t="95294" x="1022350" y="3009900"/>
          <p14:tracePt t="95301" x="965200" y="3009900"/>
          <p14:tracePt t="95311" x="914400" y="3009900"/>
          <p14:tracePt t="95330" x="787400" y="3003550"/>
          <p14:tracePt t="95344" x="711200" y="3003550"/>
          <p14:tracePt t="95361" x="666750" y="3009900"/>
          <p14:tracePt t="95378" x="558800" y="3009900"/>
          <p14:tracePt t="95394" x="546100" y="3009900"/>
          <p14:tracePt t="95411" x="533400" y="3009900"/>
          <p14:tracePt t="95428" x="527050" y="3009900"/>
          <p14:tracePt t="95448" x="520700" y="3009900"/>
          <p14:tracePt t="95539" x="514350" y="3009900"/>
          <p14:tracePt t="95561" x="508000" y="3009900"/>
          <p14:tracePt t="95574" x="495300" y="3009900"/>
          <p14:tracePt t="95588" x="488950" y="3003550"/>
          <p14:tracePt t="95603" x="476250" y="3003550"/>
          <p14:tracePt t="95611" x="463550" y="2997200"/>
          <p14:tracePt t="95627" x="450850" y="2984500"/>
          <p14:tracePt t="95644" x="425450" y="2978150"/>
          <p14:tracePt t="95660" x="387350" y="2959100"/>
          <p14:tracePt t="95677" x="381000" y="2952750"/>
          <p14:tracePt t="95694" x="374650" y="2946400"/>
          <p14:tracePt t="95710" x="368300" y="2946400"/>
          <p14:tracePt t="95727" x="361950" y="2940050"/>
          <p14:tracePt t="95743" x="355600" y="2940050"/>
          <p14:tracePt t="96052" x="361950" y="2940050"/>
          <p14:tracePt t="96065" x="374650" y="2940050"/>
          <p14:tracePt t="96073" x="393700" y="2940050"/>
          <p14:tracePt t="96080" x="412750" y="2940050"/>
          <p14:tracePt t="96095" x="450850" y="2940050"/>
          <p14:tracePt t="96109" x="501650" y="2927350"/>
          <p14:tracePt t="96125" x="641350" y="2927350"/>
          <p14:tracePt t="96142" x="723900" y="2927350"/>
          <p14:tracePt t="96158" x="901700" y="2933700"/>
          <p14:tracePt t="96175" x="1079500" y="2933700"/>
          <p14:tracePt t="96192" x="1155700" y="2940050"/>
          <p14:tracePt t="96208" x="1270000" y="2952750"/>
          <p14:tracePt t="96225" x="1327150" y="2959100"/>
          <p14:tracePt t="96242" x="1365250" y="2959100"/>
          <p14:tracePt t="96275" x="1371600" y="2959100"/>
          <p14:tracePt t="96291" x="1384300" y="2959100"/>
          <p14:tracePt t="96333" x="1384300" y="2952750"/>
          <p14:tracePt t="96416" x="1390650" y="2952750"/>
          <p14:tracePt t="96452" x="1397000" y="2946400"/>
          <p14:tracePt t="96473" x="1403350" y="2946400"/>
          <p14:tracePt t="96487" x="1409700" y="2946400"/>
          <p14:tracePt t="96494" x="1422400" y="2946400"/>
          <p14:tracePt t="96508" x="1428750" y="2946400"/>
          <p14:tracePt t="96524" x="1454150" y="2946400"/>
          <p14:tracePt t="96541" x="1466850" y="2946400"/>
          <p14:tracePt t="96558" x="1479550" y="2946400"/>
          <p14:tracePt t="96574" x="1485900" y="2946400"/>
          <p14:tracePt t="96608" x="1492250" y="2946400"/>
          <p14:tracePt t="96634" x="1485900" y="2946400"/>
          <p14:tracePt t="96643" x="1479550" y="2946400"/>
          <p14:tracePt t="96657" x="1473200" y="2946400"/>
          <p14:tracePt t="96673" x="1460500" y="2946400"/>
          <p14:tracePt t="96691" x="1377950" y="2946400"/>
          <p14:tracePt t="96706" x="1250950" y="2927350"/>
          <p14:tracePt t="96723" x="1174750" y="2927350"/>
          <p14:tracePt t="96740" x="990600" y="2908300"/>
          <p14:tracePt t="96756" x="800100" y="2889250"/>
          <p14:tracePt t="96773" x="711200" y="2889250"/>
          <p14:tracePt t="96790" x="558800" y="2870200"/>
          <p14:tracePt t="96806" x="438150" y="2863850"/>
          <p14:tracePt t="96825" x="361950" y="2863850"/>
          <p14:tracePt t="96839" x="330200" y="2863850"/>
          <p14:tracePt t="96856" x="298450" y="2863850"/>
          <p14:tracePt t="96874" x="285750" y="2863850"/>
          <p14:tracePt t="96889" x="279400" y="2863850"/>
          <p14:tracePt t="96922" x="273050" y="2863850"/>
          <p14:tracePt t="96985" x="266700" y="2863850"/>
          <p14:tracePt t="97084" x="273050" y="2863850"/>
          <p14:tracePt t="97098" x="285750" y="2863850"/>
          <p14:tracePt t="97105" x="298450" y="2870200"/>
          <p14:tracePt t="97119" x="342900" y="2876550"/>
          <p14:tracePt t="97126" x="393700" y="2895600"/>
          <p14:tracePt t="97139" x="476250" y="2921000"/>
          <p14:tracePt t="97155" x="698500" y="2984500"/>
          <p14:tracePt t="97171" x="844550" y="3022600"/>
          <p14:tracePt t="97189" x="1085850" y="3086100"/>
          <p14:tracePt t="97205" x="1270000" y="3124200"/>
          <p14:tracePt t="97221" x="1333500" y="3143250"/>
          <p14:tracePt t="97239" x="1428750" y="3162300"/>
          <p14:tracePt t="97255" x="1454150" y="3168650"/>
          <p14:tracePt t="97271" x="1479550" y="3175000"/>
          <p14:tracePt t="97288" x="1492250" y="3175000"/>
          <p14:tracePt t="97315" x="1498600" y="3175000"/>
          <p14:tracePt t="97343" x="1504950" y="3175000"/>
          <p14:tracePt t="97427" x="1511300" y="3175000"/>
          <p14:tracePt t="97518" x="1517650" y="3175000"/>
          <p14:tracePt t="97589" x="1524000" y="3175000"/>
          <p14:tracePt t="97673" x="1524000" y="3168650"/>
          <p14:tracePt t="97701" x="1524000" y="3162300"/>
          <p14:tracePt t="98065" x="1587500" y="3194050"/>
          <p14:tracePt t="98079" x="1720850" y="3251200"/>
          <p14:tracePt t="98088" x="1866900" y="3327400"/>
          <p14:tracePt t="98102" x="2038350" y="3403600"/>
          <p14:tracePt t="98118" x="2178050" y="3460750"/>
          <p14:tracePt t="98136" x="2482850" y="3575050"/>
          <p14:tracePt t="98151" x="2559050" y="3606800"/>
          <p14:tracePt t="98168" x="2628900" y="3619500"/>
          <p14:tracePt t="98185" x="2730500" y="3632200"/>
          <p14:tracePt t="98201" x="2813050" y="3632200"/>
          <p14:tracePt t="98218" x="2832100" y="3651250"/>
          <p14:tracePt t="98235" x="2876550" y="3657600"/>
          <p14:tracePt t="98251" x="2914650" y="3663950"/>
          <p14:tracePt t="98269" x="2965450" y="3644900"/>
          <p14:tracePt t="98284" x="3041650" y="3613150"/>
          <p14:tracePt t="100416" x="3028950" y="3606800"/>
          <p14:tracePt t="100423" x="2990850" y="3594100"/>
          <p14:tracePt t="100438" x="2959100" y="3581400"/>
          <p14:tracePt t="100446" x="2914650" y="3556000"/>
          <p14:tracePt t="100460" x="2870200" y="3530600"/>
          <p14:tracePt t="100477" x="2800350" y="3460750"/>
          <p14:tracePt t="100494" x="2743200" y="3422650"/>
          <p14:tracePt t="100510" x="2730500" y="3397250"/>
          <p14:tracePt t="100527" x="2705100" y="3359150"/>
          <p14:tracePt t="100544" x="2673350" y="3314700"/>
          <p14:tracePt t="100560" x="2660650" y="3282950"/>
          <p14:tracePt t="100577" x="2647950" y="3263900"/>
          <p14:tracePt t="100593" x="2616200" y="3194050"/>
          <p14:tracePt t="100610" x="2609850" y="3175000"/>
          <p14:tracePt t="100627" x="2597150" y="3143250"/>
          <p14:tracePt t="100643" x="2590800" y="3130550"/>
          <p14:tracePt t="100659" x="2578100" y="3105150"/>
          <p14:tracePt t="100677" x="2571750" y="3098800"/>
          <p14:tracePt t="100718" x="2565400" y="3092450"/>
          <p14:tracePt t="100936" x="2520950" y="3067050"/>
          <p14:tracePt t="100943" x="2451100" y="3016250"/>
          <p14:tracePt t="100957" x="2368550" y="2952750"/>
          <p14:tracePt t="100964" x="2298700" y="2889250"/>
          <p14:tracePt t="100978" x="2216150" y="2832100"/>
          <p14:tracePt t="100992" x="2159000" y="2781300"/>
          <p14:tracePt t="101008" x="2038350" y="2686050"/>
          <p14:tracePt t="101025" x="2006600" y="2647950"/>
          <p14:tracePt t="101042" x="1962150" y="2609850"/>
          <p14:tracePt t="101058" x="1943100" y="2590800"/>
          <p14:tracePt t="101076" x="1930400" y="2578100"/>
          <p14:tracePt t="101091" x="1930400" y="2571750"/>
          <p14:tracePt t="101108" x="1924050" y="2527300"/>
          <p14:tracePt t="101125" x="1905000" y="2457450"/>
          <p14:tracePt t="101141" x="1905000" y="2419350"/>
          <p14:tracePt t="101158" x="1892300" y="2343150"/>
          <p14:tracePt t="101175" x="1885950" y="2305050"/>
          <p14:tracePt t="101191" x="1879600" y="2292350"/>
          <p14:tracePt t="101208" x="1873250" y="2286000"/>
          <p14:tracePt t="101607" x="1873250" y="2266950"/>
          <p14:tracePt t="101614" x="1885950" y="2228850"/>
          <p14:tracePt t="101628" x="1898650" y="2184400"/>
          <p14:tracePt t="101639" x="1911350" y="2139950"/>
          <p14:tracePt t="101657" x="1930400" y="2089150"/>
          <p14:tracePt t="101673" x="1968500" y="1962150"/>
          <p14:tracePt t="101690" x="2019300" y="1816100"/>
          <p14:tracePt t="101706" x="2070100" y="1657350"/>
          <p14:tracePt t="101723" x="2089150" y="1606550"/>
          <p14:tracePt t="101739" x="2095500" y="1562100"/>
          <p14:tracePt t="101755" x="2114550" y="1498600"/>
          <p14:tracePt t="101772" x="2114550" y="1492250"/>
          <p14:tracePt t="101811" x="2114550" y="1485900"/>
          <p14:tracePt t="101860" x="2120900" y="1479550"/>
          <p14:tracePt t="103020" x="2120900" y="1504950"/>
          <p14:tracePt t="103036" x="2120900" y="1530350"/>
          <p14:tracePt t="103054" x="2120900" y="1587500"/>
          <p14:tracePt t="103069" x="2114550" y="1625600"/>
          <p14:tracePt t="103086" x="2114550" y="1727200"/>
          <p14:tracePt t="103104" x="2114550" y="1847850"/>
          <p14:tracePt t="103118" x="2114550" y="1924050"/>
          <p14:tracePt t="103134" x="2114550" y="2089150"/>
          <p14:tracePt t="103151" x="2114550" y="2266950"/>
          <p14:tracePt t="103167" x="2114550" y="2368550"/>
          <p14:tracePt t="103185" x="2127250" y="2533650"/>
          <p14:tracePt t="103201" x="2127250" y="2660650"/>
          <p14:tracePt t="103217" x="2127250" y="2698750"/>
          <p14:tracePt t="103234" x="2127250" y="2768600"/>
          <p14:tracePt t="103250" x="2127250" y="2806700"/>
          <p14:tracePt t="103267" x="2127250" y="2832100"/>
          <p14:tracePt t="103284" x="2127250" y="2870200"/>
          <p14:tracePt t="103300" x="2127250" y="2895600"/>
          <p14:tracePt t="103317" x="2127250" y="2908300"/>
          <p14:tracePt t="103334" x="2127250" y="2933700"/>
          <p14:tracePt t="103350" x="2127250" y="2978150"/>
          <p14:tracePt t="103368" x="2127250" y="3028950"/>
          <p14:tracePt t="103384" x="2139950" y="3067050"/>
          <p14:tracePt t="103400" x="2139950" y="3098800"/>
          <p14:tracePt t="103417" x="2165350" y="3155950"/>
          <p14:tracePt t="103434" x="2178050" y="3200400"/>
          <p14:tracePt t="103450" x="2178050" y="3219450"/>
          <p14:tracePt t="103467" x="2190750" y="3270250"/>
          <p14:tracePt t="103483" x="2209800" y="3321050"/>
          <p14:tracePt t="103499" x="2216150" y="3346450"/>
          <p14:tracePt t="103517" x="2235200" y="3409950"/>
          <p14:tracePt t="103533" x="2260600" y="3454400"/>
          <p14:tracePt t="103550" x="2266950" y="3479800"/>
          <p14:tracePt t="103566" x="2266950" y="3486150"/>
          <p14:tracePt t="103583" x="2273300" y="3492500"/>
          <p14:tracePt t="103617" x="2279650" y="3492500"/>
          <p14:tracePt t="103781" x="2286000" y="3492500"/>
          <p14:tracePt t="103788" x="2292350" y="3492500"/>
          <p14:tracePt t="103830" x="2298700" y="3492500"/>
          <p14:tracePt t="103851" x="2305050" y="3492500"/>
          <p14:tracePt t="103880" x="2311400" y="3492500"/>
          <p14:tracePt t="103894" x="2317750" y="3492500"/>
          <p14:tracePt t="103901" x="2324100" y="3492500"/>
          <p14:tracePt t="103922" x="2330450" y="3492500"/>
          <p14:tracePt t="103932" x="2336800" y="3492500"/>
          <p14:tracePt t="104371" x="2349500" y="3505200"/>
          <p14:tracePt t="104384" x="2374900" y="3524250"/>
          <p14:tracePt t="104391" x="2393950" y="3536950"/>
          <p14:tracePt t="104406" x="2425700" y="3549650"/>
          <p14:tracePt t="104414" x="2470150" y="3568700"/>
          <p14:tracePt t="104430" x="2514600" y="3587750"/>
          <p14:tracePt t="104446" x="2609850" y="3613150"/>
          <p14:tracePt t="104463" x="2692400" y="3632200"/>
          <p14:tracePt t="104480" x="2730500" y="3638550"/>
          <p14:tracePt t="104497" x="2800350" y="3638550"/>
          <p14:tracePt t="104513" x="2857500" y="3638550"/>
          <p14:tracePt t="104529" x="2876550" y="3619500"/>
          <p14:tracePt t="104546" x="2946400" y="3606800"/>
          <p14:tracePt t="104563" x="3009900" y="3575050"/>
          <p14:tracePt t="104579" x="3041650" y="3556000"/>
          <p14:tracePt t="104597" x="3086100" y="3543300"/>
          <p14:tracePt t="104612" x="3092450" y="3543300"/>
          <p14:tracePt t="104630" x="3105150" y="3543300"/>
          <p14:tracePt t="104632" x="3105150" y="3536950"/>
          <p14:tracePt t="104646" x="3111500" y="3536950"/>
          <p14:tracePt t="104700" x="3117850" y="3536950"/>
          <p14:tracePt t="105476" x="3111500" y="3517900"/>
          <p14:tracePt t="105483" x="3086100" y="3486150"/>
          <p14:tracePt t="105497" x="3054350" y="3454400"/>
          <p14:tracePt t="105509" x="3016250" y="3397250"/>
          <p14:tracePt t="105527" x="2889250" y="3219450"/>
          <p14:tracePt t="105543" x="2813050" y="3111500"/>
          <p14:tracePt t="105561" x="2641600" y="2819400"/>
          <p14:tracePt t="105576" x="2432050" y="2482850"/>
          <p14:tracePt t="105592" x="2343150" y="2336800"/>
          <p14:tracePt t="105609" x="2190750" y="2082800"/>
          <p14:tracePt t="105626" x="2076450" y="1905000"/>
          <p14:tracePt t="105642" x="2025650" y="1822450"/>
          <p14:tracePt t="105659" x="1962150" y="1708150"/>
          <p14:tracePt t="105675" x="1917700" y="1644650"/>
          <p14:tracePt t="105693" x="1917700" y="1631950"/>
          <p14:tracePt t="105709" x="1911350" y="1606550"/>
          <p14:tracePt t="105725" x="1911350" y="1587500"/>
          <p14:tracePt t="105743" x="1917700" y="1581150"/>
          <p14:tracePt t="105778" x="1924050" y="1581150"/>
          <p14:tracePt t="105882" x="1930400" y="1581150"/>
          <p14:tracePt t="105897" x="1936750" y="1587500"/>
          <p14:tracePt t="105904" x="1943100" y="1600200"/>
          <p14:tracePt t="105918" x="1955800" y="1619250"/>
          <p14:tracePt t="105927" x="1962150" y="1631950"/>
          <p14:tracePt t="105941" x="1974850" y="1651000"/>
          <p14:tracePt t="105958" x="1993900" y="1682750"/>
          <p14:tracePt t="105975" x="2012950" y="1727200"/>
          <p14:tracePt t="105991" x="2025650" y="1746250"/>
          <p14:tracePt t="106008" x="2038350" y="1790700"/>
          <p14:tracePt t="106024" x="2051050" y="1816100"/>
          <p14:tracePt t="106041" x="2051050" y="1828800"/>
          <p14:tracePt t="106059" x="2057400" y="1841500"/>
          <p14:tracePt t="106074" x="2057400" y="1854200"/>
          <p14:tracePt t="106091" x="2057400" y="1860550"/>
          <p14:tracePt t="106108" x="2057400" y="1873250"/>
          <p14:tracePt t="106124" x="2057400" y="1879600"/>
          <p14:tracePt t="106141" x="2057400" y="1892300"/>
          <p14:tracePt t="106158" x="2057400" y="1911350"/>
          <p14:tracePt t="106190" x="2057400" y="1917700"/>
          <p14:tracePt t="106213" x="2057400" y="1924050"/>
          <p14:tracePt t="106276" x="2057400" y="1930400"/>
          <p14:tracePt t="106282" x="2057400" y="1936750"/>
          <p14:tracePt t="106318" x="2057400" y="1943100"/>
          <p14:tracePt t="106395" x="2057400" y="1949450"/>
          <p14:tracePt t="106458" x="2051050" y="1955800"/>
          <p14:tracePt t="106465" x="2051050" y="1962150"/>
          <p14:tracePt t="106479" x="2051050" y="1974850"/>
          <p14:tracePt t="106489" x="2044700" y="1981200"/>
          <p14:tracePt t="106506" x="2044700" y="1993900"/>
          <p14:tracePt t="106523" x="2032000" y="2032000"/>
          <p14:tracePt t="106539" x="2019300" y="2089150"/>
          <p14:tracePt t="106557" x="2006600" y="2152650"/>
          <p14:tracePt t="106572" x="2000250" y="2171700"/>
          <p14:tracePt t="106589" x="1981200" y="2216150"/>
          <p14:tracePt t="106606" x="1974850" y="2241550"/>
          <p14:tracePt t="106622" x="1968500" y="2241550"/>
          <p14:tracePt t="106639" x="1968500" y="2254250"/>
          <p14:tracePt t="106725" x="1968500" y="2247900"/>
          <p14:tracePt t="106739" x="1974850" y="2247900"/>
          <p14:tracePt t="106746" x="1974850" y="2235200"/>
          <p14:tracePt t="106760" x="1981200" y="2222500"/>
          <p14:tracePt t="106772" x="1987550" y="2190750"/>
          <p14:tracePt t="106788" x="1993900" y="2139950"/>
          <p14:tracePt t="106805" x="2006600" y="2101850"/>
          <p14:tracePt t="106822" x="2012950" y="2019300"/>
          <p14:tracePt t="106838" x="2019300" y="1936750"/>
          <p14:tracePt t="106855" x="2019300" y="1917700"/>
          <p14:tracePt t="106872" x="2025650" y="1879600"/>
          <p14:tracePt t="106888" x="2025650" y="1860550"/>
          <p14:tracePt t="106921" x="2032000" y="1854200"/>
          <p14:tracePt t="106937" x="2032000" y="1847850"/>
          <p14:tracePt t="107286" x="2032000" y="1854200"/>
          <p14:tracePt t="107300" x="2032000" y="1885950"/>
          <p14:tracePt t="107307" x="2032000" y="1911350"/>
          <p14:tracePt t="107322" x="2032000" y="1943100"/>
          <p14:tracePt t="107336" x="2032000" y="2000250"/>
          <p14:tracePt t="107353" x="2032000" y="2025650"/>
          <p14:tracePt t="107370" x="2032000" y="2063750"/>
          <p14:tracePt t="107386" x="2032000" y="2070100"/>
          <p14:tracePt t="107403" x="2025650" y="2082800"/>
          <p14:tracePt t="107420" x="2025650" y="2089150"/>
          <p14:tracePt t="107436" x="2025650" y="2095500"/>
          <p14:tracePt t="107545" x="2025650" y="2101850"/>
          <p14:tracePt t="107559" x="2032000" y="2101850"/>
          <p14:tracePt t="107574" x="2038350" y="2101850"/>
          <p14:tracePt t="108211" x="2051050" y="2127250"/>
          <p14:tracePt t="108218" x="2076450" y="2171700"/>
          <p14:tracePt t="108232" x="2095500" y="2216150"/>
          <p14:tracePt t="108239" x="2120900" y="2273300"/>
          <p14:tracePt t="108253" x="2139950" y="2330450"/>
          <p14:tracePt t="108267" x="2197100" y="2432050"/>
          <p14:tracePt t="108283" x="2235200" y="2489200"/>
          <p14:tracePt t="108300" x="2260600" y="2540000"/>
          <p14:tracePt t="108317" x="2324100" y="2635250"/>
          <p14:tracePt t="108333" x="2381250" y="2730500"/>
          <p14:tracePt t="108350" x="2406650" y="2768600"/>
          <p14:tracePt t="108366" x="2432050" y="2825750"/>
          <p14:tracePt t="108383" x="2444750" y="2876550"/>
          <p14:tracePt t="108400" x="2444750" y="2895600"/>
          <p14:tracePt t="108416" x="2457450" y="2946400"/>
          <p14:tracePt t="108433" x="2463800" y="2997200"/>
          <p14:tracePt t="108449" x="2463800" y="3054350"/>
          <p14:tracePt t="108466" x="2463800" y="3092450"/>
          <p14:tracePt t="108483" x="2451100" y="3149600"/>
          <p14:tracePt t="108499" x="2432050" y="3213100"/>
          <p14:tracePt t="108516" x="2419350" y="3232150"/>
          <p14:tracePt t="108534" x="2393950" y="3276600"/>
          <p14:tracePt t="108549" x="2374900" y="3295650"/>
          <p14:tracePt t="108565" x="2362200" y="3302000"/>
          <p14:tracePt t="108583" x="2343150" y="3302000"/>
          <p14:tracePt t="108599" x="2336800" y="3308350"/>
          <p14:tracePt t="108615" x="2330450" y="3314700"/>
          <p14:tracePt t="108632" x="2317750" y="3314700"/>
          <p14:tracePt t="108648" x="2311400" y="3314700"/>
          <p14:tracePt t="108665" x="2305050" y="3314700"/>
          <p14:tracePt t="108701" x="2298700" y="3321050"/>
          <p14:tracePt t="108722" x="2292350" y="3321050"/>
          <p14:tracePt t="108744" x="2286000" y="3321050"/>
          <p14:tracePt t="108771" x="2279650" y="3321050"/>
          <p14:tracePt t="108792" x="2273300" y="3321050"/>
          <p14:tracePt t="108800" x="2266950" y="3321050"/>
          <p14:tracePt t="108807" x="2260600" y="3321050"/>
          <p14:tracePt t="108828" x="2254250" y="3314700"/>
          <p14:tracePt t="109289" x="2273300" y="3314700"/>
          <p14:tracePt t="109303" x="2305050" y="3327400"/>
          <p14:tracePt t="109311" x="2336800" y="3327400"/>
          <p14:tracePt t="109324" x="2362200" y="3333750"/>
          <p14:tracePt t="109332" x="2381250" y="3340100"/>
          <p14:tracePt t="109346" x="2406650" y="3340100"/>
          <p14:tracePt t="109363" x="2419350" y="3340100"/>
          <p14:tracePt t="109380" x="2432050" y="3340100"/>
          <p14:tracePt t="109396" x="2438400" y="3340100"/>
          <p14:tracePt t="109413" x="2444750" y="3346450"/>
          <p14:tracePt t="109432" x="2451100" y="3352800"/>
          <p14:tracePt t="109535" x="2457450" y="3352800"/>
          <p14:tracePt t="109660" x="2463800" y="3352800"/>
          <p14:tracePt t="109675" x="2476500" y="3359150"/>
          <p14:tracePt t="109682" x="2489200" y="3365500"/>
          <p14:tracePt t="109695" x="2501900" y="3365500"/>
          <p14:tracePt t="109712" x="2552700" y="3378200"/>
          <p14:tracePt t="109728" x="2597150" y="3384550"/>
          <p14:tracePt t="109746" x="2679700" y="3409950"/>
          <p14:tracePt t="109762" x="2774950" y="3422650"/>
          <p14:tracePt t="109778" x="2813050" y="3429000"/>
          <p14:tracePt t="109795" x="2870200" y="3429000"/>
          <p14:tracePt t="109811" x="2895600" y="3429000"/>
          <p14:tracePt t="109828" x="2921000" y="3429000"/>
          <p14:tracePt t="109844" x="2927350" y="3429000"/>
          <p14:tracePt t="109861" x="2933700" y="3422650"/>
          <p14:tracePt t="109878" x="2940050" y="3422650"/>
          <p14:tracePt t="110081" x="2959100" y="3416300"/>
          <p14:tracePt t="110089" x="2971800" y="3409950"/>
          <p14:tracePt t="110103" x="3003550" y="3403600"/>
          <p14:tracePt t="110111" x="3016250" y="3403600"/>
          <p14:tracePt t="110126" x="3035300" y="3397250"/>
          <p14:tracePt t="110144" x="3054350" y="3390900"/>
          <p14:tracePt t="110161" x="3098800" y="3371850"/>
          <p14:tracePt t="110177" x="3124200" y="3365500"/>
          <p14:tracePt t="110194" x="3136900" y="3365500"/>
          <p14:tracePt t="110210" x="3136900" y="3359150"/>
          <p14:tracePt t="110227" x="3143250" y="3359150"/>
          <p14:tracePt t="110244" x="3149600" y="3359150"/>
          <p14:tracePt t="110285" x="3155950" y="3359150"/>
          <p14:tracePt t="110334" x="3162300" y="3359150"/>
          <p14:tracePt t="110355" x="3168650" y="3359150"/>
          <p14:tracePt t="110362" x="3175000" y="3359150"/>
          <p14:tracePt t="110383" x="3181350" y="3359150"/>
          <p14:tracePt t="110393" x="3187700" y="3359150"/>
          <p14:tracePt t="110409" x="3200400" y="3359150"/>
          <p14:tracePt t="110426" x="3219450" y="3359150"/>
          <p14:tracePt t="110442" x="3251200" y="3359150"/>
          <p14:tracePt t="110460" x="3276600" y="3352800"/>
          <p14:tracePt t="110476" x="3282950" y="3352800"/>
          <p14:tracePt t="110492" x="3289300" y="3352800"/>
          <p14:tracePt t="110510" x="3308350" y="3352800"/>
          <p14:tracePt t="110525" x="3314700" y="3352800"/>
          <p14:tracePt t="110542" x="3321050" y="3352800"/>
          <p14:tracePt t="110575" x="3327400" y="3352800"/>
          <p14:tracePt t="110594" x="3333750" y="3352800"/>
          <p14:tracePt t="110608" x="3340100" y="3352800"/>
          <p14:tracePt t="110625" x="3352800" y="3346450"/>
          <p14:tracePt t="110643" x="3359150" y="3346450"/>
          <p14:tracePt t="110658" x="3365500" y="3346450"/>
          <p14:tracePt t="110692" x="3365500" y="3340100"/>
          <p14:tracePt t="110708" x="3371850" y="3340100"/>
          <p14:tracePt t="110727" x="3378200" y="3340100"/>
          <p14:tracePt t="110755" x="3384550" y="3340100"/>
          <p14:tracePt t="111316" x="3384550" y="3346450"/>
          <p14:tracePt t="111330" x="3378200" y="3352800"/>
          <p14:tracePt t="111352" x="3365500" y="3359150"/>
          <p14:tracePt t="111358" x="3359150" y="3365500"/>
          <p14:tracePt t="111376" x="3346450" y="3378200"/>
          <p14:tracePt t="111389" x="3314700" y="3397250"/>
          <p14:tracePt t="111406" x="3302000" y="3416300"/>
          <p14:tracePt t="111423" x="3276600" y="3441700"/>
          <p14:tracePt t="111439" x="3263900" y="3454400"/>
          <p14:tracePt t="111456" x="3232150" y="3473450"/>
          <p14:tracePt t="111472" x="3225800" y="3486150"/>
          <p14:tracePt t="111489" x="3225800" y="3498850"/>
          <p14:tracePt t="111506" x="3225800" y="3505200"/>
          <p14:tracePt t="111522" x="3225800" y="3511550"/>
          <p14:tracePt t="111539" x="3238500" y="3517900"/>
          <p14:tracePt t="111555" x="3276600" y="3524250"/>
          <p14:tracePt t="111572" x="3340100" y="3524250"/>
          <p14:tracePt t="111589" x="3397250" y="3530600"/>
          <p14:tracePt t="111605" x="3524250" y="3530600"/>
          <p14:tracePt t="111622" x="3676650" y="3530600"/>
          <p14:tracePt t="111639" x="3771900" y="3505200"/>
          <p14:tracePt t="111655" x="3816350" y="3492500"/>
          <p14:tracePt t="111671" x="3867150" y="3473450"/>
          <p14:tracePt t="111689" x="3892550" y="3454400"/>
          <p14:tracePt t="111705" x="3898900" y="3448050"/>
          <p14:tracePt t="111721" x="3911600" y="3448050"/>
          <p14:tracePt t="111724" x="3917950" y="3448050"/>
          <p14:tracePt t="111738" x="3924300" y="3441700"/>
          <p14:tracePt t="111754" x="3924300" y="3435350"/>
          <p14:tracePt t="111772" x="3930650" y="3435350"/>
          <p14:tracePt t="111793" x="3937000" y="3429000"/>
          <p14:tracePt t="111808" x="3943350" y="3429000"/>
          <p14:tracePt t="111828" x="3949700" y="3429000"/>
          <p14:tracePt t="112243" x="3968750" y="3435350"/>
          <p14:tracePt t="112250" x="4000500" y="3454400"/>
          <p14:tracePt t="112264" x="4025900" y="3460750"/>
          <p14:tracePt t="112272" x="4070350" y="3467100"/>
          <p14:tracePt t="112287" x="4095750" y="3473450"/>
          <p14:tracePt t="112303" x="4178300" y="3473450"/>
          <p14:tracePt t="112320" x="4248150" y="3473450"/>
          <p14:tracePt t="112336" x="4286250" y="3473450"/>
          <p14:tracePt t="112352" x="4318000" y="3460750"/>
          <p14:tracePt t="112369" x="4375150" y="3435350"/>
          <p14:tracePt t="112386" x="4438650" y="3422650"/>
          <p14:tracePt t="112402" x="4464050" y="3409950"/>
          <p14:tracePt t="112419" x="4495800" y="3409950"/>
          <p14:tracePt t="112436" x="4508500" y="3409950"/>
          <p14:tracePt t="112453" x="4514850" y="3409950"/>
          <p14:tracePt t="112469" x="4521200" y="3409950"/>
          <p14:tracePt t="112692" x="4508500" y="3409950"/>
          <p14:tracePt t="112706" x="4502150" y="3409950"/>
          <p14:tracePt t="112713" x="4489450" y="3409950"/>
          <p14:tracePt t="112721" x="4470400" y="3409950"/>
          <p14:tracePt t="112736" x="4438650" y="3422650"/>
          <p14:tracePt t="112751" x="4400550" y="3422650"/>
          <p14:tracePt t="112768" x="4292600" y="3454400"/>
          <p14:tracePt t="112784" x="4159250" y="3486150"/>
          <p14:tracePt t="112801" x="4083050" y="3505200"/>
          <p14:tracePt t="112818" x="3937000" y="3536950"/>
          <p14:tracePt t="112834" x="3778250" y="3575050"/>
          <p14:tracePt t="112851" x="3689350" y="3581400"/>
          <p14:tracePt t="112867" x="3505200" y="3625850"/>
          <p14:tracePt t="112884" x="3359150" y="3663950"/>
          <p14:tracePt t="112901" x="3295650" y="3670300"/>
          <p14:tracePt t="112917" x="3175000" y="3708400"/>
          <p14:tracePt t="112934" x="3092450" y="3727450"/>
          <p14:tracePt t="112952" x="2990850" y="3752850"/>
          <p14:tracePt t="112967" x="2952750" y="3771900"/>
          <p14:tracePt t="112985" x="2863850" y="3797300"/>
          <p14:tracePt t="113001" x="2832100" y="3810000"/>
          <p14:tracePt t="113017" x="2774950" y="3822700"/>
          <p14:tracePt t="113034" x="2755900" y="3829050"/>
          <p14:tracePt t="113050" x="2705100" y="3848100"/>
          <p14:tracePt t="113066" x="2698750" y="3848100"/>
          <p14:tracePt t="113100" x="2705100" y="3841750"/>
          <p14:tracePt t="113669" x="2692400" y="3835400"/>
          <p14:tracePt t="113676" x="2667000" y="3829050"/>
          <p14:tracePt t="113690" x="2647950" y="3829050"/>
          <p14:tracePt t="113699" x="2622550" y="3816350"/>
          <p14:tracePt t="113714" x="2603500" y="3816350"/>
          <p14:tracePt t="113731" x="2571750" y="3810000"/>
          <p14:tracePt t="113747" x="2546350" y="3803650"/>
          <p14:tracePt t="113764" x="2533650" y="3803650"/>
          <p14:tracePt t="113768" x="2514600" y="3803650"/>
          <p14:tracePt t="113781" x="2508250" y="3803650"/>
          <p14:tracePt t="113797" x="2482850" y="3803650"/>
          <p14:tracePt t="113814" x="2470150" y="3803650"/>
          <p14:tracePt t="113831" x="2457450" y="3803650"/>
          <p14:tracePt t="113847" x="2432050" y="3810000"/>
          <p14:tracePt t="113864" x="2425700" y="3810000"/>
          <p14:tracePt t="113881" x="2406650" y="3816350"/>
          <p14:tracePt t="113897" x="2400300" y="3816350"/>
          <p14:tracePt t="113915" x="2387600" y="3816350"/>
          <p14:tracePt t="113971" x="2381250" y="3822700"/>
          <p14:tracePt t="114020" x="2374900" y="3822700"/>
          <p14:tracePt t="115859" x="2368550" y="3829050"/>
          <p14:tracePt t="115874" x="2362200" y="3835400"/>
          <p14:tracePt t="115894" x="2362200" y="3848100"/>
          <p14:tracePt t="115901" x="2362200" y="3854450"/>
          <p14:tracePt t="115909" x="2355850" y="3854450"/>
          <p14:tracePt t="115923" x="2355850" y="3860800"/>
          <p14:tracePt t="115950" x="2349500" y="3867150"/>
          <p14:tracePt t="115971" x="2349500" y="3879850"/>
          <p14:tracePt t="115978" x="2343150" y="3886200"/>
          <p14:tracePt t="115999" x="2336800" y="3886200"/>
          <p14:tracePt t="116013" x="2330450" y="3892550"/>
          <p14:tracePt t="116034" x="2324100" y="3898900"/>
          <p14:tracePt t="116042" x="2317750" y="3898900"/>
          <p14:tracePt t="116056" x="2317750" y="3905250"/>
          <p14:tracePt t="116073" x="2317750" y="3911600"/>
          <p14:tracePt t="116090" x="2305050" y="3917950"/>
          <p14:tracePt t="116106" x="2298700" y="3917950"/>
          <p14:tracePt t="116123" x="2273300" y="3930650"/>
          <p14:tracePt t="116140" x="2241550" y="3949700"/>
          <p14:tracePt t="116156" x="2216150" y="3962400"/>
          <p14:tracePt t="116173" x="2197100" y="3968750"/>
          <p14:tracePt t="116189" x="2127250" y="3994150"/>
          <p14:tracePt t="116206" x="2108200" y="4006850"/>
          <p14:tracePt t="116223" x="2082800" y="4006850"/>
          <p14:tracePt t="116239" x="2044700" y="4013200"/>
          <p14:tracePt t="116256" x="2000250" y="4013200"/>
          <p14:tracePt t="116273" x="1987550" y="4013200"/>
          <p14:tracePt t="116289" x="1968500" y="4013200"/>
          <p14:tracePt t="116306" x="1943100" y="4013200"/>
          <p14:tracePt t="116323" x="1917700" y="4013200"/>
          <p14:tracePt t="116339" x="1905000" y="4013200"/>
          <p14:tracePt t="116355" x="1879600" y="4013200"/>
          <p14:tracePt t="116372" x="1847850" y="4013200"/>
          <p14:tracePt t="116389" x="1828800" y="4013200"/>
          <p14:tracePt t="116406" x="1797050" y="4019550"/>
          <p14:tracePt t="116422" x="1758950" y="4032250"/>
          <p14:tracePt t="116438" x="1752600" y="4032250"/>
          <p14:tracePt t="116455" x="1733550" y="4038600"/>
          <p14:tracePt t="116471" x="1714500" y="4044950"/>
          <p14:tracePt t="116488" x="1701800" y="4051300"/>
          <p14:tracePt t="116504" x="1689100" y="4057650"/>
          <p14:tracePt t="116522" x="1682750" y="4057650"/>
          <p14:tracePt t="116538" x="1676400" y="4064000"/>
          <p14:tracePt t="116554" x="1670050" y="4064000"/>
          <p14:tracePt t="116571" x="1663700" y="4064000"/>
          <p14:tracePt t="116623" x="1657350" y="4064000"/>
          <p14:tracePt t="116651" x="1651000" y="4070350"/>
          <p14:tracePt t="116672" x="1644650" y="4070350"/>
          <p14:tracePt t="116700" x="1638300" y="4070350"/>
          <p14:tracePt t="116749" x="1638300" y="4076700"/>
          <p14:tracePt t="116770" x="1631950" y="4076700"/>
          <p14:tracePt t="116812" x="1619250" y="4076700"/>
          <p14:tracePt t="116833" x="1612900" y="4076700"/>
          <p14:tracePt t="116855" x="1606550" y="4076700"/>
          <p14:tracePt t="116862" x="1600200" y="4076700"/>
          <p14:tracePt t="116890" x="1593850" y="4076700"/>
          <p14:tracePt t="116904" x="1587500" y="4076700"/>
          <p14:tracePt t="116932" x="1581150" y="4076700"/>
          <p14:tracePt t="116946" x="1574800" y="4076700"/>
          <p14:tracePt t="116954" x="1568450" y="4076700"/>
          <p14:tracePt t="116959" x="1562100" y="4070350"/>
          <p14:tracePt t="116974" x="1555750" y="4070350"/>
          <p14:tracePt t="116986" x="1543050" y="4064000"/>
          <p14:tracePt t="117003" x="1517650" y="4064000"/>
          <p14:tracePt t="117020" x="1504950" y="4064000"/>
          <p14:tracePt t="117037" x="1485900" y="4057650"/>
          <p14:tracePt t="117053" x="1466850" y="4051300"/>
          <p14:tracePt t="117070" x="1454150" y="4051300"/>
          <p14:tracePt t="117086" x="1447800" y="4051300"/>
          <p14:tracePt t="117156" x="1441450" y="4051300"/>
          <p14:tracePt t="117577" x="1441450" y="4044950"/>
          <p14:tracePt t="117591" x="1447800" y="4044950"/>
          <p14:tracePt t="117605" x="1454150" y="4038600"/>
          <p14:tracePt t="117626" x="1460500" y="4032250"/>
          <p14:tracePt t="117633" x="1466850" y="4032250"/>
          <p14:tracePt t="117654" x="1473200" y="4032250"/>
          <p14:tracePt t="117682" x="1473200" y="4025900"/>
          <p14:tracePt t="117703" x="1479550" y="4025900"/>
          <p14:tracePt t="117724" x="1479550" y="4019550"/>
          <p14:tracePt t="117731" x="1485900" y="4019550"/>
          <p14:tracePt t="117766" x="1492250" y="4019550"/>
          <p14:tracePt t="117801" x="1498600" y="4019550"/>
          <p14:tracePt t="117822" x="1504950" y="4013200"/>
          <p14:tracePt t="117843" x="1511300" y="4013200"/>
          <p14:tracePt t="117857" x="1517650" y="4013200"/>
          <p14:tracePt t="117906" x="1524000" y="4013200"/>
          <p14:tracePt t="117934" x="1530350" y="4013200"/>
          <p14:tracePt t="117962" x="1536700" y="4013200"/>
          <p14:tracePt t="118005" x="1543050" y="4013200"/>
          <p14:tracePt t="118103" x="1549400" y="4013200"/>
          <p14:tracePt t="118138" x="1555750" y="4013200"/>
          <p14:tracePt t="118152" x="1562100" y="4019550"/>
          <p14:tracePt t="118166" x="1568450" y="4019550"/>
          <p14:tracePt t="118173" x="1574800" y="4019550"/>
          <p14:tracePt t="118187" x="1587500" y="4025900"/>
          <p14:tracePt t="118199" x="1600200" y="4025900"/>
          <p14:tracePt t="118216" x="1631950" y="4038600"/>
          <p14:tracePt t="118232" x="1644650" y="4038600"/>
          <p14:tracePt t="118249" x="1670050" y="4044950"/>
          <p14:tracePt t="118265" x="1695450" y="4051300"/>
          <p14:tracePt t="118282" x="1701800" y="4051300"/>
          <p14:tracePt t="118299" x="1720850" y="4057650"/>
          <p14:tracePt t="118315" x="1758950" y="4064000"/>
          <p14:tracePt t="118332" x="1790700" y="4070350"/>
          <p14:tracePt t="118335" x="1809750" y="4083050"/>
          <p14:tracePt t="118351" x="1828800" y="4089400"/>
          <p14:tracePt t="118365" x="1866900" y="4095750"/>
          <p14:tracePt t="118398" x="1879600" y="4102100"/>
          <p14:tracePt t="118432" x="1885950" y="4102100"/>
          <p14:tracePt t="118467" x="1892300" y="4102100"/>
          <p14:tracePt t="118474" x="1898650" y="4102100"/>
          <p14:tracePt t="118488" x="1905000" y="4102100"/>
          <p14:tracePt t="118497" x="1911350" y="4102100"/>
          <p14:tracePt t="118514" x="1924050" y="4108450"/>
          <p14:tracePt t="118531" x="1949450" y="4108450"/>
          <p14:tracePt t="118548" x="1974850" y="4114800"/>
          <p14:tracePt t="118564" x="1981200" y="4121150"/>
          <p14:tracePt t="118581" x="2000250" y="4121150"/>
          <p14:tracePt t="118597" x="2006600" y="4121150"/>
          <p14:tracePt t="118614" x="2012950" y="4121150"/>
          <p14:tracePt t="118647" x="2019300" y="4127500"/>
          <p14:tracePt t="118706" x="2025650" y="4127500"/>
          <p14:tracePt t="118782" x="2032000" y="4127500"/>
          <p14:tracePt t="118825" x="2038350" y="4127500"/>
          <p14:tracePt t="118867" x="2044700" y="4127500"/>
          <p14:tracePt t="118874" x="2057400" y="4127500"/>
          <p14:tracePt t="118888" x="2070100" y="4127500"/>
          <p14:tracePt t="118897" x="2089150" y="4127500"/>
          <p14:tracePt t="118913" x="2114550" y="4127500"/>
          <p14:tracePt t="118930" x="2190750" y="4121150"/>
          <p14:tracePt t="118946" x="2311400" y="4102100"/>
          <p14:tracePt t="118963" x="2362200" y="4095750"/>
          <p14:tracePt t="118980" x="2470150" y="4076700"/>
          <p14:tracePt t="118996" x="2578100" y="4057650"/>
          <p14:tracePt t="119015" x="2654300" y="4057650"/>
          <p14:tracePt t="119029" x="2698750" y="4051300"/>
          <p14:tracePt t="119046" x="2736850" y="4051300"/>
          <p14:tracePt t="119063" x="2787650" y="4032250"/>
          <p14:tracePt t="119079" x="2819400" y="4032250"/>
          <p14:tracePt t="119096" x="2838450" y="4032250"/>
          <p14:tracePt t="119114" x="2870200" y="4032250"/>
          <p14:tracePt t="119128" x="2895600" y="4032250"/>
          <p14:tracePt t="119146" x="2908300" y="4038600"/>
          <p14:tracePt t="119162" x="2927350" y="4044950"/>
          <p14:tracePt t="119179" x="2946400" y="4044950"/>
          <p14:tracePt t="119196" x="2946400" y="4051300"/>
          <p14:tracePt t="119239" x="2946400" y="4057650"/>
          <p14:tracePt t="119295" x="2952750" y="4057650"/>
          <p14:tracePt t="119788" x="2965450" y="4057650"/>
          <p14:tracePt t="119795" x="2984500" y="4057650"/>
          <p14:tracePt t="119811" x="3009900" y="4057650"/>
          <p14:tracePt t="119816" x="3016250" y="4057650"/>
          <p14:tracePt t="119830" x="3048000" y="4057650"/>
          <p14:tracePt t="119844" x="3060700" y="4057650"/>
          <p14:tracePt t="119860" x="3098800" y="4057650"/>
          <p14:tracePt t="119877" x="3105150" y="4057650"/>
          <p14:tracePt t="119894" x="3124200" y="4057650"/>
          <p14:tracePt t="119910" x="3130550" y="4057650"/>
          <p14:tracePt t="119950" x="3136900" y="4064000"/>
          <p14:tracePt t="120041" x="3143250" y="4064000"/>
          <p14:tracePt t="120055" x="3149600" y="4064000"/>
          <p14:tracePt t="120069" x="3155950" y="4064000"/>
          <p14:tracePt t="120078" x="3155950" y="4070350"/>
          <p14:tracePt t="120093" x="3162300" y="4070350"/>
          <p14:tracePt t="120112" x="3168650" y="4070350"/>
          <p14:tracePt t="120128" x="3175000" y="4070350"/>
          <p14:tracePt t="120146" x="3181350" y="4076700"/>
          <p14:tracePt t="120167" x="3187700" y="4076700"/>
          <p14:tracePt t="120188" x="3194050" y="4076700"/>
          <p14:tracePt t="120210" x="3200400" y="4076700"/>
          <p14:tracePt t="120217" x="3206750" y="4076700"/>
          <p14:tracePt t="120238" x="3219450" y="4076700"/>
          <p14:tracePt t="120252" x="3232150" y="4076700"/>
          <p14:tracePt t="120261" x="3263900" y="4076700"/>
          <p14:tracePt t="120275" x="3282950" y="4083050"/>
          <p14:tracePt t="120292" x="3340100" y="4083050"/>
          <p14:tracePt t="120309" x="3390900" y="4083050"/>
          <p14:tracePt t="120325" x="3416300" y="4083050"/>
          <p14:tracePt t="120342" x="3448050" y="4083050"/>
          <p14:tracePt t="120358" x="3473450" y="4083050"/>
          <p14:tracePt t="120375" x="3479800" y="4083050"/>
          <p14:tracePt t="120399" x="3486150" y="4089400"/>
          <p14:tracePt t="120477" x="3479800" y="4089400"/>
          <p14:tracePt t="120840" x="3479800" y="4114800"/>
          <p14:tracePt t="120847" x="3486150" y="4159250"/>
          <p14:tracePt t="120861" x="3498850" y="4191000"/>
          <p14:tracePt t="120873" x="3511550" y="4222750"/>
          <p14:tracePt t="120890" x="3524250" y="4267200"/>
          <p14:tracePt t="120907" x="3530600" y="4292600"/>
          <p14:tracePt t="120923" x="3543300" y="4318000"/>
          <p14:tracePt t="120939" x="3549650" y="4330700"/>
          <p14:tracePt t="120973" x="3556000" y="4330700"/>
          <p14:tracePt t="120989" x="3562350" y="4337050"/>
          <p14:tracePt t="121044" x="3568700" y="4337050"/>
          <p14:tracePt t="121058" x="3575050" y="4337050"/>
          <p14:tracePt t="121072" x="3581400" y="4337050"/>
          <p14:tracePt t="121079" x="3581400" y="4343400"/>
          <p14:tracePt t="121093" x="3587750" y="4343400"/>
          <p14:tracePt t="121105" x="3594100" y="4343400"/>
          <p14:tracePt t="121122" x="3606800" y="4349750"/>
          <p14:tracePt t="121139" x="3613150" y="4349750"/>
          <p14:tracePt t="121156" x="3619500" y="4356100"/>
          <p14:tracePt t="121172" x="3632200" y="4356100"/>
          <p14:tracePt t="121188" x="3638550" y="4356100"/>
          <p14:tracePt t="121206" x="3644900" y="4356100"/>
          <p14:tracePt t="121222" x="3663950" y="4362450"/>
          <p14:tracePt t="121239" x="3676650" y="4362450"/>
          <p14:tracePt t="121255" x="3733800" y="4362450"/>
          <p14:tracePt t="121271" x="3835400" y="4362450"/>
          <p14:tracePt t="121289" x="3962400" y="4362450"/>
          <p14:tracePt t="121305" x="4025900" y="4362450"/>
          <p14:tracePt t="121321" x="4089400" y="4362450"/>
          <p14:tracePt t="121338" x="4260850" y="4356100"/>
          <p14:tracePt t="121355" x="4298950" y="4356100"/>
          <p14:tracePt t="121371" x="4343400" y="4349750"/>
          <p14:tracePt t="121388" x="4413250" y="4343400"/>
          <p14:tracePt t="121405" x="4476750" y="4343400"/>
          <p14:tracePt t="121422" x="4514850" y="4343400"/>
          <p14:tracePt t="121438" x="4572000" y="4343400"/>
          <p14:tracePt t="121454" x="4641850" y="4343400"/>
          <p14:tracePt t="121472" x="4679950" y="4343400"/>
          <p14:tracePt t="121487" x="4743450" y="4343400"/>
          <p14:tracePt t="121504" x="4832350" y="4343400"/>
          <p14:tracePt t="121521" x="4940300" y="4343400"/>
          <p14:tracePt t="121538" x="5003800" y="4356100"/>
          <p14:tracePt t="121555" x="5137150" y="4362450"/>
          <p14:tracePt t="121571" x="5264150" y="4375150"/>
          <p14:tracePt t="121587" x="5314950" y="4375150"/>
          <p14:tracePt t="121604" x="5422900" y="4375150"/>
          <p14:tracePt t="121621" x="5486400" y="4368800"/>
          <p14:tracePt t="121637" x="5518150" y="4362450"/>
          <p14:tracePt t="121654" x="5556250" y="4356100"/>
          <p14:tracePt t="121670" x="5594350" y="4349750"/>
          <p14:tracePt t="121688" x="5607050" y="4349750"/>
          <p14:tracePt t="121704" x="5638800" y="4349750"/>
          <p14:tracePt t="121720" x="5651500" y="4349750"/>
          <p14:tracePt t="121737" x="5676900" y="4349750"/>
          <p14:tracePt t="121753" x="5689600" y="4349750"/>
          <p14:tracePt t="121770" x="5702300" y="4349750"/>
          <p14:tracePt t="121787" x="5734050" y="4349750"/>
          <p14:tracePt t="121803" x="5740400" y="4349750"/>
          <p14:tracePt t="121837" x="5759450" y="4349750"/>
          <p14:tracePt t="121853" x="5772150" y="4349750"/>
          <p14:tracePt t="121870" x="5784850" y="4349750"/>
          <p14:tracePt t="121886" x="5803900" y="4349750"/>
          <p14:tracePt t="121903" x="5816600" y="4349750"/>
          <p14:tracePt t="122250" x="5861050" y="4356100"/>
          <p14:tracePt t="122264" x="5911850" y="4375150"/>
          <p14:tracePt t="122271" x="5981700" y="4406900"/>
          <p14:tracePt t="122287" x="6045200" y="4425950"/>
          <p14:tracePt t="122301" x="6115050" y="4451350"/>
          <p14:tracePt t="122318" x="6223000" y="4483100"/>
          <p14:tracePt t="122335" x="6299200" y="4508500"/>
          <p14:tracePt t="122351" x="6311900" y="4514850"/>
          <p14:tracePt t="122369" x="6330950" y="4521200"/>
          <p14:tracePt t="122432" x="6330950" y="4527550"/>
          <p14:tracePt t="122453" x="6324600" y="4533900"/>
          <p14:tracePt t="122460" x="6311900" y="4533900"/>
          <p14:tracePt t="122474" x="6299200" y="4540250"/>
          <p14:tracePt t="122484" x="6286500" y="4540250"/>
          <p14:tracePt t="122501" x="6261100" y="4546600"/>
          <p14:tracePt t="122517" x="6191250" y="4559300"/>
          <p14:tracePt t="122534" x="6045200" y="4578350"/>
          <p14:tracePt t="122552" x="5854700" y="4597400"/>
          <p14:tracePt t="122567" x="5765800" y="4603750"/>
          <p14:tracePt t="122584" x="5638800" y="4629150"/>
          <p14:tracePt t="122601" x="5346700" y="4673600"/>
          <p14:tracePt t="122617" x="5022850" y="4730750"/>
          <p14:tracePt t="122634" x="4895850" y="4762500"/>
          <p14:tracePt t="122650" x="4654550" y="4826000"/>
          <p14:tracePt t="122667" x="4451350" y="4908550"/>
          <p14:tracePt t="122683" x="4387850" y="4940300"/>
          <p14:tracePt t="122700" x="4260850" y="4984750"/>
          <p14:tracePt t="122716" x="4178300" y="5010150"/>
          <p14:tracePt t="122734" x="4095750" y="5048250"/>
          <p14:tracePt t="122750" x="4070350" y="5060950"/>
          <p14:tracePt t="122766" x="4019550" y="5073650"/>
          <p14:tracePt t="122783" x="4006850" y="5073650"/>
          <p14:tracePt t="122800" x="4006850" y="5067300"/>
          <p14:tracePt t="123731" x="3879850" y="5067300"/>
          <p14:tracePt t="123747" x="3714750" y="5067300"/>
          <p14:tracePt t="123763" x="3613150" y="5067300"/>
          <p14:tracePt t="123780" x="3397250" y="5067300"/>
          <p14:tracePt t="123797" x="3187700" y="5067300"/>
          <p14:tracePt t="123813" x="3092450" y="5067300"/>
          <p14:tracePt t="123829" x="2914650" y="5080000"/>
          <p14:tracePt t="123846" x="2774950" y="5086350"/>
          <p14:tracePt t="123863" x="2711450" y="5086350"/>
          <p14:tracePt t="123880" x="2628900" y="5086350"/>
          <p14:tracePt t="123896" x="2565400" y="5086350"/>
          <p14:tracePt t="123912" x="2533650" y="5086350"/>
          <p14:tracePt t="123930" x="2508250" y="5086350"/>
          <p14:tracePt t="123946" x="2444750" y="5086350"/>
          <p14:tracePt t="123962" x="2425700" y="5086350"/>
          <p14:tracePt t="123979" x="2387600" y="5086350"/>
          <p14:tracePt t="123995" x="2362200" y="5086350"/>
          <p14:tracePt t="124012" x="2305050" y="5086350"/>
          <p14:tracePt t="124029" x="2209800" y="5073650"/>
          <p14:tracePt t="124045" x="2159000" y="5060950"/>
          <p14:tracePt t="124062" x="2038350" y="5035550"/>
          <p14:tracePt t="124079" x="1911350" y="4978400"/>
          <p14:tracePt t="124095" x="1860550" y="4946650"/>
          <p14:tracePt t="124112" x="1758950" y="4895850"/>
          <p14:tracePt t="124129" x="1720850" y="4870450"/>
          <p14:tracePt t="124145" x="1708150" y="4870450"/>
          <p14:tracePt t="124162" x="1701800" y="4870450"/>
          <p14:tracePt t="124194" x="1701800" y="4864100"/>
          <p14:tracePt t="124244" x="1695450" y="4864100"/>
          <p14:tracePt t="124322" x="1701800" y="4864100"/>
          <p14:tracePt t="124329" x="1714500" y="4864100"/>
          <p14:tracePt t="124855" x="1733550" y="4864100"/>
          <p14:tracePt t="124869" x="1771650" y="4864100"/>
          <p14:tracePt t="124878" x="1816100" y="4864100"/>
          <p14:tracePt t="124892" x="1879600" y="4864100"/>
          <p14:tracePt t="124909" x="1955800" y="4864100"/>
          <p14:tracePt t="124926" x="2197100" y="4864100"/>
          <p14:tracePt t="124943" x="2273300" y="4864100"/>
          <p14:tracePt t="124959" x="2349500" y="4864100"/>
          <p14:tracePt t="124976" x="2489200" y="4864100"/>
          <p14:tracePt t="124992" x="2667000" y="4864100"/>
          <p14:tracePt t="125010" x="2832100" y="4864100"/>
          <p14:tracePt t="125025" x="2908300" y="4864100"/>
          <p14:tracePt t="125042" x="3035300" y="4864100"/>
          <p14:tracePt t="125059" x="3117850" y="4864100"/>
          <p14:tracePt t="125075" x="3130550" y="4864100"/>
          <p14:tracePt t="125092" x="3149600" y="4864100"/>
          <p14:tracePt t="125108" x="3155950" y="4864100"/>
          <p14:tracePt t="125157" x="3155950" y="4857750"/>
          <p14:tracePt t="126512" x="3149600" y="4857750"/>
          <p14:tracePt t="126519" x="3136900" y="4857750"/>
          <p14:tracePt t="126533" x="3124200" y="4864100"/>
          <p14:tracePt t="126540" x="3111500" y="4864100"/>
          <p14:tracePt t="126556" x="3098800" y="4864100"/>
          <p14:tracePt t="126570" x="3079750" y="4870450"/>
          <p14:tracePt t="126586" x="3067050" y="4876800"/>
          <p14:tracePt t="126604" x="3041650" y="4883150"/>
          <p14:tracePt t="126621" x="3016250" y="4889500"/>
          <p14:tracePt t="126636" x="2952750" y="4908550"/>
          <p14:tracePt t="126653" x="2857500" y="4921250"/>
          <p14:tracePt t="126669" x="2806700" y="4940300"/>
          <p14:tracePt t="126686" x="2647950" y="4978400"/>
          <p14:tracePt t="126703" x="2489200" y="5010150"/>
          <p14:tracePt t="126719" x="2400300" y="5041900"/>
          <p14:tracePt t="126737" x="2178050" y="5092700"/>
          <p14:tracePt t="126753" x="1955800" y="5156200"/>
          <p14:tracePt t="126770" x="1866900" y="5175250"/>
          <p14:tracePt t="126786" x="1708150" y="5226050"/>
          <p14:tracePt t="126803" x="1587500" y="5264150"/>
          <p14:tracePt t="126819" x="1530350" y="5283200"/>
          <p14:tracePt t="126835" x="1447800" y="5314950"/>
          <p14:tracePt t="126852" x="1371600" y="5334000"/>
          <p14:tracePt t="126870" x="1333500" y="5346700"/>
          <p14:tracePt t="126885" x="1308100" y="5353050"/>
          <p14:tracePt t="126902" x="1282700" y="5353050"/>
          <p14:tracePt t="126919" x="1257300" y="5359400"/>
          <p14:tracePt t="126935" x="1238250" y="5365750"/>
          <p14:tracePt t="126952" x="1231900" y="5372100"/>
          <p14:tracePt t="126989" x="1225550" y="5372100"/>
          <p14:tracePt t="127024" x="1219200" y="5378450"/>
          <p14:tracePt t="127031" x="1212850" y="5378450"/>
          <p14:tracePt t="127045" x="1206500" y="5384800"/>
          <p14:tracePt t="127054" x="1200150" y="5384800"/>
          <p14:tracePt t="127068" x="1187450" y="5384800"/>
          <p14:tracePt t="127085" x="1181100" y="5391150"/>
          <p14:tracePt t="127101" x="1174750" y="5391150"/>
          <p14:tracePt t="127633" x="1168400" y="5391150"/>
          <p14:tracePt t="127640" x="1162050" y="5391150"/>
          <p14:tracePt t="127654" x="1155700" y="5391150"/>
          <p14:tracePt t="127666" x="1143000" y="5384800"/>
          <p14:tracePt t="127685" x="1130300" y="5384800"/>
          <p14:tracePt t="127699" x="1130300" y="5378450"/>
          <p14:tracePt t="127732" x="1123950" y="5378450"/>
          <p14:tracePt t="127753" x="1117600" y="5372100"/>
          <p14:tracePt t="127794" x="1111250" y="5372100"/>
          <p14:tracePt t="127851" x="1117600" y="5365750"/>
          <p14:tracePt t="127864" x="1130300" y="5365750"/>
          <p14:tracePt t="127872" x="1143000" y="5359400"/>
          <p14:tracePt t="127886" x="1162050" y="5353050"/>
          <p14:tracePt t="127899" x="1187450" y="5353050"/>
          <p14:tracePt t="127916" x="1314450" y="5346700"/>
          <p14:tracePt t="127933" x="1403350" y="5334000"/>
          <p14:tracePt t="127949" x="1619250" y="5340350"/>
          <p14:tracePt t="127965" x="1860550" y="5353050"/>
          <p14:tracePt t="127982" x="1962150" y="5359400"/>
          <p14:tracePt t="127998" x="2159000" y="5378450"/>
          <p14:tracePt t="128015" x="2298700" y="5397500"/>
          <p14:tracePt t="128032" x="2362200" y="5410200"/>
          <p14:tracePt t="128048" x="2482850" y="5416550"/>
          <p14:tracePt t="128065" x="2584450" y="5416550"/>
          <p14:tracePt t="128082" x="2673350" y="5416550"/>
          <p14:tracePt t="128098" x="2717800" y="5416550"/>
          <p14:tracePt t="128114" x="2743200" y="5416550"/>
          <p14:tracePt t="128132" x="2794000" y="5416550"/>
          <p14:tracePt t="128148" x="2806700" y="5416550"/>
          <p14:tracePt t="128164" x="2813050" y="5416550"/>
          <p14:tracePt t="128181" x="2832100" y="5416550"/>
          <p14:tracePt t="128198" x="2857500" y="5416550"/>
          <p14:tracePt t="128214" x="2870200" y="5416550"/>
          <p14:tracePt t="128231" x="2901950" y="5410200"/>
          <p14:tracePt t="128247" x="2927350" y="5410200"/>
          <p14:tracePt t="128265" x="2959100" y="5397500"/>
          <p14:tracePt t="128281" x="2978150" y="5391150"/>
          <p14:tracePt t="128297" x="3041650" y="5378450"/>
          <p14:tracePt t="128314" x="3124200" y="5359400"/>
          <p14:tracePt t="128331" x="3149600" y="5353050"/>
          <p14:tracePt t="128347" x="3213100" y="5340350"/>
          <p14:tracePt t="128364" x="3244850" y="5334000"/>
          <p14:tracePt t="128381" x="3257550" y="5327650"/>
          <p14:tracePt t="128398" x="3270250" y="5327650"/>
          <p14:tracePt t="128414" x="3270250" y="5321300"/>
          <p14:tracePt t="128447" x="3282950" y="5321300"/>
          <p14:tracePt t="128463" x="3295650" y="5327650"/>
          <p14:tracePt t="128480" x="3302000" y="5327650"/>
          <p14:tracePt t="128836" x="3270250" y="5314950"/>
          <p14:tracePt t="128843" x="3225800" y="5302250"/>
          <p14:tracePt t="128857" x="3162300" y="5270500"/>
          <p14:tracePt t="128865" x="3092450" y="5251450"/>
          <p14:tracePt t="128881" x="3003550" y="5219700"/>
          <p14:tracePt t="128896" x="2800350" y="5137150"/>
          <p14:tracePt t="128912" x="2698750" y="5092700"/>
          <p14:tracePt t="128929" x="2489200" y="5022850"/>
          <p14:tracePt t="128945" x="2400300" y="4991100"/>
          <p14:tracePt t="128963" x="2209800" y="4927600"/>
          <p14:tracePt t="128978" x="2184400" y="4921250"/>
          <p14:tracePt t="128995" x="2171700" y="4914900"/>
          <p14:tracePt t="129012" x="2159000" y="4914900"/>
          <p14:tracePt t="129028" x="2159000" y="4908550"/>
          <p14:tracePt t="129089" x="2152650" y="4908550"/>
          <p14:tracePt t="129117" x="2146300" y="4908550"/>
          <p14:tracePt t="129124" x="2127250" y="4908550"/>
          <p14:tracePt t="129138" x="2114550" y="4902200"/>
          <p14:tracePt t="129147" x="2082800" y="4889500"/>
          <p14:tracePt t="129161" x="2057400" y="4883150"/>
          <p14:tracePt t="129178" x="1981200" y="4870450"/>
          <p14:tracePt t="129195" x="1854200" y="4851400"/>
          <p14:tracePt t="129211" x="1790700" y="4838700"/>
          <p14:tracePt t="129227" x="1720850" y="4832350"/>
          <p14:tracePt t="129244" x="1549400" y="4813300"/>
          <p14:tracePt t="129261" x="1511300" y="4813300"/>
          <p14:tracePt t="129278" x="1441450" y="4826000"/>
          <p14:tracePt t="129294" x="1409700" y="4832350"/>
          <p14:tracePt t="129310" x="1371600" y="4845050"/>
          <p14:tracePt t="129328" x="1352550" y="4851400"/>
          <p14:tracePt t="129344" x="1346200" y="4851400"/>
          <p14:tracePt t="129360" x="1339850" y="4857750"/>
          <p14:tracePt t="129439" x="1346200" y="4857750"/>
          <p14:tracePt t="129447" x="1352550" y="4857750"/>
          <p14:tracePt t="129461" x="1371600" y="4857750"/>
          <p14:tracePt t="129476" x="1428750" y="4857750"/>
          <p14:tracePt t="129493" x="1492250" y="4864100"/>
          <p14:tracePt t="129511" x="1701800" y="4883150"/>
          <p14:tracePt t="129526" x="1930400" y="4914900"/>
          <p14:tracePt t="129543" x="2032000" y="4927600"/>
          <p14:tracePt t="129560" x="2209800" y="4946650"/>
          <p14:tracePt t="129577" x="2266950" y="4953000"/>
          <p14:tracePt t="129580" x="2305050" y="4953000"/>
          <p14:tracePt t="129594" x="2330450" y="4953000"/>
          <p14:tracePt t="129610" x="2362200" y="4953000"/>
          <p14:tracePt t="129643" x="2374900" y="4953000"/>
          <p14:tracePt t="129699" x="2368550" y="4953000"/>
          <p14:tracePt t="129706" x="2349500" y="4953000"/>
          <p14:tracePt t="129720" x="2324100" y="4953000"/>
          <p14:tracePt t="129728" x="2279650" y="4946650"/>
          <p14:tracePt t="129742" x="2228850" y="4940300"/>
          <p14:tracePt t="129759" x="2070100" y="4921250"/>
          <p14:tracePt t="129777" x="1892300" y="4908550"/>
          <p14:tracePt t="129793" x="1816100" y="4889500"/>
          <p14:tracePt t="129809" x="1670050" y="4876800"/>
          <p14:tracePt t="129826" x="1593850" y="4876800"/>
          <p14:tracePt t="129842" x="1562100" y="4876800"/>
          <p14:tracePt t="129859" x="1549400" y="4876800"/>
          <p14:tracePt t="129875" x="1536700" y="4876800"/>
          <p14:tracePt t="129937" x="1543050" y="4876800"/>
          <p14:tracePt t="129944" x="1562100" y="4876800"/>
          <p14:tracePt t="129961" x="1600200" y="4883150"/>
          <p14:tracePt t="129976" x="1670050" y="4895850"/>
          <p14:tracePt t="129992" x="1860550" y="4933950"/>
          <p14:tracePt t="130008" x="2089150" y="4959350"/>
          <p14:tracePt t="130024" x="2203450" y="4965700"/>
          <p14:tracePt t="130041" x="2393950" y="4978400"/>
          <p14:tracePt t="130058" x="2552700" y="4978400"/>
          <p14:tracePt t="130074" x="2603500" y="4978400"/>
          <p14:tracePt t="130092" x="2641600" y="4978400"/>
          <p14:tracePt t="130108" x="2660650" y="4978400"/>
          <p14:tracePt t="130148" x="2647950" y="4978400"/>
          <p14:tracePt t="130157" x="2609850" y="4978400"/>
          <p14:tracePt t="130174" x="2565400" y="4965700"/>
          <p14:tracePt t="130191" x="2425700" y="4946650"/>
          <p14:tracePt t="130207" x="2349500" y="4940300"/>
          <p14:tracePt t="130225" x="2165350" y="4921250"/>
          <p14:tracePt t="130240" x="2000250" y="4902200"/>
          <p14:tracePt t="130257" x="1936750" y="4902200"/>
          <p14:tracePt t="130274" x="1866900" y="4902200"/>
          <p14:tracePt t="130290" x="1847850" y="4908550"/>
          <p14:tracePt t="130307" x="1841500" y="4908550"/>
          <p14:tracePt t="130324" x="1835150" y="4914900"/>
          <p14:tracePt t="130407" x="1841500" y="4914900"/>
          <p14:tracePt t="130421" x="1847850" y="4914900"/>
          <p14:tracePt t="130428" x="1854200" y="4914900"/>
          <p14:tracePt t="130440" x="1860550" y="4914900"/>
          <p14:tracePt t="130457" x="1924050" y="4908550"/>
          <p14:tracePt t="130473" x="1943100" y="4902200"/>
          <p14:tracePt t="130489" x="1981200" y="4889500"/>
          <p14:tracePt t="130506" x="2095500" y="4857750"/>
          <p14:tracePt t="130523" x="2114550" y="4851400"/>
          <p14:tracePt t="130540" x="2133600" y="4851400"/>
          <p14:tracePt t="130556" x="2152650" y="4845050"/>
          <p14:tracePt t="130576" x="2152650" y="4838700"/>
          <p14:tracePt t="130592" x="2146300" y="4838700"/>
          <p14:tracePt t="130606" x="2127250" y="4838700"/>
          <p14:tracePt t="130623" x="2070100" y="4838700"/>
          <p14:tracePt t="130639" x="1974850" y="4838700"/>
          <p14:tracePt t="130656" x="1911350" y="4838700"/>
          <p14:tracePt t="130672" x="1809750" y="4845050"/>
          <p14:tracePt t="130689" x="1739900" y="4845050"/>
          <p14:tracePt t="130706" x="1727200" y="4845050"/>
          <p14:tracePt t="130722" x="1708150" y="4845050"/>
          <p14:tracePt t="130759" x="1720850" y="4845050"/>
          <p14:tracePt t="130775" x="1752600" y="4845050"/>
          <p14:tracePt t="130789" x="1854200" y="4845050"/>
          <p14:tracePt t="130805" x="1930400" y="4845050"/>
          <p14:tracePt t="130822" x="2082800" y="4845050"/>
          <p14:tracePt t="130838" x="2159000" y="4845050"/>
          <p14:tracePt t="130855" x="2266950" y="4845050"/>
          <p14:tracePt t="130872" x="2355850" y="4857750"/>
          <p14:tracePt t="130888" x="2393950" y="4857750"/>
          <p14:tracePt t="130905" x="2463800" y="4864100"/>
          <p14:tracePt t="130921" x="2520950" y="4864100"/>
          <p14:tracePt t="130938" x="2559050" y="4864100"/>
          <p14:tracePt t="130955" x="2628900" y="4864100"/>
          <p14:tracePt t="130972" x="2686050" y="4870450"/>
          <p14:tracePt t="130988" x="2705100" y="4870450"/>
          <p14:tracePt t="131005" x="2736850" y="4870450"/>
          <p14:tracePt t="131021" x="2749550" y="4870450"/>
          <p14:tracePt t="131060" x="2749550" y="4876800"/>
          <p14:tracePt t="131070" x="2743200" y="4883150"/>
          <p14:tracePt t="131089" x="2711450" y="4902200"/>
          <p14:tracePt t="131104" x="2667000" y="4914900"/>
          <p14:tracePt t="131121" x="2622550" y="4946650"/>
          <p14:tracePt t="131137" x="2425700" y="5022850"/>
          <p14:tracePt t="131154" x="2355850" y="5048250"/>
          <p14:tracePt t="131171" x="2273300" y="5080000"/>
          <p14:tracePt t="131187" x="2152650" y="5137150"/>
          <p14:tracePt t="131204" x="2025650" y="5187950"/>
          <p14:tracePt t="131221" x="1905000" y="5245100"/>
          <p14:tracePt t="131237" x="1860550" y="5257800"/>
          <p14:tracePt t="131254" x="1784350" y="5283200"/>
          <p14:tracePt t="131271" x="1771650" y="5289550"/>
          <p14:tracePt t="131287" x="1765300" y="5295900"/>
          <p14:tracePt t="131304" x="1758950" y="5295900"/>
          <p14:tracePt t="131348" x="1758950" y="5302250"/>
          <p14:tracePt t="131362" x="1765300" y="5302250"/>
          <p14:tracePt t="131370" x="1778000" y="5302250"/>
          <p14:tracePt t="131387" x="1816100" y="5302250"/>
          <p14:tracePt t="131404" x="1949450" y="5308600"/>
          <p14:tracePt t="131419" x="2178050" y="5334000"/>
          <p14:tracePt t="131437" x="2317750" y="5334000"/>
          <p14:tracePt t="131454" x="2616200" y="5365750"/>
          <p14:tracePt t="131470" x="2743200" y="5365750"/>
          <p14:tracePt t="131486" x="2933700" y="5372100"/>
          <p14:tracePt t="131504" x="3035300" y="5372100"/>
          <p14:tracePt t="131520" x="3067050" y="5372100"/>
          <p14:tracePt t="131537" x="3111500" y="5372100"/>
          <p14:tracePt t="131553" x="3175000" y="5372100"/>
          <p14:tracePt t="131569" x="3194050" y="5365750"/>
          <p14:tracePt t="131586" x="3244850" y="5359400"/>
          <p14:tracePt t="131603" x="3282950" y="5353050"/>
          <p14:tracePt t="131619" x="3289300" y="5353050"/>
          <p14:tracePt t="131636" x="3308350" y="5346700"/>
          <p14:tracePt t="132274" x="3276600" y="5327650"/>
          <p14:tracePt t="132281" x="3181350" y="5283200"/>
          <p14:tracePt t="132295" x="3079750" y="5245100"/>
          <p14:tracePt t="132303" x="2927350" y="5181600"/>
          <p14:tracePt t="132317" x="2762250" y="5118100"/>
          <p14:tracePt t="132333" x="2413000" y="5003800"/>
          <p14:tracePt t="132350" x="2273300" y="4946650"/>
          <p14:tracePt t="132367" x="2051050" y="4870450"/>
          <p14:tracePt t="132383" x="1892300" y="4813300"/>
          <p14:tracePt t="132401" x="1822450" y="4787900"/>
          <p14:tracePt t="132416" x="1803400" y="4781550"/>
          <p14:tracePt t="132433" x="1790700" y="4781550"/>
          <p14:tracePt t="132450" x="1771650" y="4781550"/>
          <p14:tracePt t="132520" x="1765300" y="4781550"/>
          <p14:tracePt t="132555" x="1758950" y="4781550"/>
          <p14:tracePt t="132562" x="1752600" y="4787900"/>
          <p14:tracePt t="132575" x="1739900" y="4787900"/>
          <p14:tracePt t="132585" x="1727200" y="4794250"/>
          <p14:tracePt t="132599" x="1714500" y="4800600"/>
          <p14:tracePt t="132616" x="1689100" y="4806950"/>
          <p14:tracePt t="132633" x="1682750" y="4806950"/>
          <p14:tracePt t="132649" x="1676400" y="4806950"/>
          <p14:tracePt t="132665" x="1670050" y="4806950"/>
          <p14:tracePt t="132744" x="1676400" y="4806950"/>
          <p14:tracePt t="132751" x="1682750" y="4806950"/>
          <p14:tracePt t="132767" x="1695450" y="4806950"/>
          <p14:tracePt t="132782" x="1708150" y="4806950"/>
          <p14:tracePt t="132798" x="1778000" y="4806950"/>
          <p14:tracePt t="132815" x="1911350" y="4794250"/>
          <p14:tracePt t="132832" x="1987550" y="4787900"/>
          <p14:tracePt t="132849" x="2178050" y="4787900"/>
          <p14:tracePt t="132865" x="2355850" y="4787900"/>
          <p14:tracePt t="132881" x="2419350" y="4787900"/>
          <p14:tracePt t="132899" x="2495550" y="4787900"/>
          <p14:tracePt t="132915" x="2533650" y="4787900"/>
          <p14:tracePt t="132931" x="2540000" y="4787900"/>
          <p14:tracePt t="132948" x="2546350" y="4787900"/>
          <p14:tracePt t="132964" x="2552700" y="4787900"/>
          <p14:tracePt t="133025" x="2546350" y="4787900"/>
          <p14:tracePt t="133045" x="2527300" y="4787900"/>
          <p14:tracePt t="133052" x="2501900" y="4800600"/>
          <p14:tracePt t="133067" x="2476500" y="4806950"/>
          <p14:tracePt t="133081" x="2343150" y="4826000"/>
          <p14:tracePt t="133097" x="2254250" y="4832350"/>
          <p14:tracePt t="133114" x="2152650" y="4851400"/>
          <p14:tracePt t="133131" x="1930400" y="4883150"/>
          <p14:tracePt t="133147" x="1727200" y="4940300"/>
          <p14:tracePt t="133165" x="1638300" y="4946650"/>
          <p14:tracePt t="133180" x="1466850" y="4984750"/>
          <p14:tracePt t="133197" x="1346200" y="5003800"/>
          <p14:tracePt t="133214" x="1308100" y="5010150"/>
          <p14:tracePt t="133230" x="1295400" y="5016500"/>
          <p14:tracePt t="133247" x="1289050" y="5016500"/>
          <p14:tracePt t="133280" x="1320800" y="5016500"/>
          <p14:tracePt t="133297" x="1473200" y="5010150"/>
          <p14:tracePt t="133313" x="1765300" y="4984750"/>
          <p14:tracePt t="133330" x="2006600" y="4972050"/>
          <p14:tracePt t="133347" x="2578100" y="4953000"/>
          <p14:tracePt t="133363" x="3276600" y="4953000"/>
          <p14:tracePt t="133380" x="3568700" y="4965700"/>
          <p14:tracePt t="133397" x="3968750" y="4978400"/>
          <p14:tracePt t="133413" x="4095750" y="4972050"/>
          <p14:tracePt t="133430" x="4235450" y="4959350"/>
          <p14:tracePt t="133446" x="4260850" y="4953000"/>
          <p14:tracePt t="133463" x="4267200" y="4953000"/>
          <p14:tracePt t="133480" x="4273550" y="4953000"/>
          <p14:tracePt t="133516" x="4273550" y="4946650"/>
          <p14:tracePt t="133558" x="4267200" y="4946650"/>
          <p14:tracePt t="133564" x="4260850" y="4946650"/>
          <p14:tracePt t="133572" x="4254500" y="4933950"/>
          <p14:tracePt t="133586" x="4210050" y="4895850"/>
          <p14:tracePt t="133596" x="4127500" y="4845050"/>
          <p14:tracePt t="133612" x="4032250" y="4787900"/>
          <p14:tracePt t="133629" x="3765550" y="4648200"/>
          <p14:tracePt t="133646" x="3422650" y="4527550"/>
          <p14:tracePt t="133663" x="3244850" y="4495800"/>
          <p14:tracePt t="133679" x="2978150" y="4470400"/>
          <p14:tracePt t="133695" x="2876550" y="4470400"/>
          <p14:tracePt t="133712" x="2597150" y="4559300"/>
          <p14:tracePt t="133729" x="2540000" y="4603750"/>
          <p14:tracePt t="133745" x="2501900" y="4648200"/>
          <p14:tracePt t="133762" x="2476500" y="4737100"/>
          <p14:tracePt t="133778" x="2501900" y="4832350"/>
          <p14:tracePt t="133795" x="2527300" y="4876800"/>
          <p14:tracePt t="133811" x="2597150" y="4946650"/>
          <p14:tracePt t="133828" x="2692400" y="4978400"/>
          <p14:tracePt t="133845" x="2838450" y="5010150"/>
          <p14:tracePt t="133861" x="2914650" y="5016500"/>
          <p14:tracePt t="133878" x="3130550" y="5029200"/>
          <p14:tracePt t="133895" x="3321050" y="5022850"/>
          <p14:tracePt t="133911" x="3403600" y="5003800"/>
          <p14:tracePt t="133928" x="3492500" y="4978400"/>
          <p14:tracePt t="133944" x="3505200" y="4965700"/>
          <p14:tracePt t="133961" x="3505200" y="4953000"/>
          <p14:tracePt t="133978" x="3333750" y="4851400"/>
          <p14:tracePt t="133994" x="3022600" y="4692650"/>
          <p14:tracePt t="134011" x="2863850" y="4641850"/>
          <p14:tracePt t="134028" x="2514600" y="4578350"/>
          <p14:tracePt t="134044" x="2381250" y="4572000"/>
          <p14:tracePt t="134061" x="2139950" y="4572000"/>
          <p14:tracePt t="134077" x="1898650" y="4673600"/>
          <p14:tracePt t="134094" x="1797050" y="4711700"/>
          <p14:tracePt t="134111" x="1657350" y="4800600"/>
          <p14:tracePt t="134127" x="1568450" y="4908550"/>
          <p14:tracePt t="134144" x="1555750" y="4946650"/>
          <p14:tracePt t="134161" x="1549400" y="5003800"/>
          <p14:tracePt t="134177" x="1555750" y="5048250"/>
          <p14:tracePt t="134194" x="1568450" y="5067300"/>
          <p14:tracePt t="134211" x="1600200" y="5092700"/>
          <p14:tracePt t="134227" x="1695450" y="5118100"/>
          <p14:tracePt t="134244" x="1771650" y="5124450"/>
          <p14:tracePt t="134260" x="2025650" y="5137150"/>
          <p14:tracePt t="134277" x="2368550" y="5130800"/>
          <p14:tracePt t="134294" x="2565400" y="5105400"/>
          <p14:tracePt t="134310" x="2908300" y="5054600"/>
          <p14:tracePt t="134327" x="3041650" y="5010150"/>
          <p14:tracePt t="134344" x="3225800" y="4908550"/>
          <p14:tracePt t="134360" x="3359150" y="4806950"/>
          <p14:tracePt t="134376" x="3390900" y="4775200"/>
          <p14:tracePt t="134393" x="3416300" y="4711700"/>
          <p14:tracePt t="134409" x="3422650" y="4692650"/>
          <p14:tracePt t="134426" x="3416300" y="4679950"/>
          <p14:tracePt t="134443" x="3232150" y="4584700"/>
          <p14:tracePt t="134459" x="2832100" y="4432300"/>
          <p14:tracePt t="134477" x="2508250" y="4375150"/>
          <p14:tracePt t="134492" x="2393950" y="4375150"/>
          <p14:tracePt t="134509" x="2228850" y="4375150"/>
          <p14:tracePt t="134526" x="2139950" y="4400550"/>
          <p14:tracePt t="134542" x="2120900" y="4406900"/>
          <p14:tracePt t="134559" x="2101850" y="4419600"/>
          <p14:tracePt t="134576" x="2095500" y="4432300"/>
          <p14:tracePt t="134592" x="2108200" y="4451350"/>
          <p14:tracePt t="134610" x="2146300" y="4495800"/>
          <p14:tracePt t="134626" x="2165350" y="4502150"/>
          <p14:tracePt t="135069" x="2159000" y="4521200"/>
          <p14:tracePt t="135076" x="2133600" y="4552950"/>
          <p14:tracePt t="135091" x="2108200" y="4584700"/>
          <p14:tracePt t="135097" x="2089150" y="4622800"/>
          <p14:tracePt t="135111" x="2063750" y="4641850"/>
          <p14:tracePt t="135124" x="2051050" y="4673600"/>
          <p14:tracePt t="135141" x="2012950" y="4692650"/>
          <p14:tracePt t="135157" x="2006600" y="4705350"/>
          <p14:tracePt t="135174" x="1987550" y="4718050"/>
          <p14:tracePt t="135190" x="1981200" y="4724400"/>
          <p14:tracePt t="135207" x="1974850" y="4730750"/>
          <p14:tracePt t="135224" x="1968500" y="4730750"/>
          <p14:tracePt t="135257" x="1962150" y="4737100"/>
          <p14:tracePt t="135273" x="1949450" y="4737100"/>
          <p14:tracePt t="135290" x="1936750" y="4743450"/>
          <p14:tracePt t="135307" x="1930400" y="4749800"/>
          <p14:tracePt t="135323" x="1917700" y="4749800"/>
          <p14:tracePt t="135339" x="1911350" y="4756150"/>
          <p14:tracePt t="135357" x="1905000" y="4756150"/>
          <p14:tracePt t="135406" x="1898650" y="4762500"/>
          <p14:tracePt t="135447" x="1892300" y="4768850"/>
          <p14:tracePt t="135469" x="1885950" y="4775200"/>
          <p14:tracePt t="135475" x="1879600" y="4775200"/>
          <p14:tracePt t="135511" x="1873250" y="4781550"/>
          <p14:tracePt t="135539" x="1866900" y="4781550"/>
          <p14:tracePt t="135545" x="1866900" y="4787900"/>
          <p14:tracePt t="135567" x="1860550" y="4787900"/>
          <p14:tracePt t="135588" x="1860550" y="4794250"/>
          <p14:tracePt t="135616" x="1860550" y="4800600"/>
          <p14:tracePt t="135637" x="1854200" y="4806950"/>
          <p14:tracePt t="135651" x="1847850" y="4806950"/>
          <p14:tracePt t="135679" x="1841500" y="4813300"/>
          <p14:tracePt t="135707" x="1835150" y="4813300"/>
          <p14:tracePt t="135728" x="1828800" y="4819650"/>
          <p14:tracePt t="135749" x="1822450" y="4819650"/>
          <p14:tracePt t="135756" x="1816100" y="4819650"/>
          <p14:tracePt t="135771" x="1809750" y="4819650"/>
          <p14:tracePt t="135777" x="1797050" y="4819650"/>
          <p14:tracePt t="135792" x="1790700" y="4826000"/>
          <p14:tracePt t="135805" x="1758950" y="4832350"/>
          <p14:tracePt t="135822" x="1739900" y="4832350"/>
          <p14:tracePt t="135838" x="1720850" y="4838700"/>
          <p14:tracePt t="135855" x="1682750" y="4845050"/>
          <p14:tracePt t="135871" x="1651000" y="4857750"/>
          <p14:tracePt t="135888" x="1644650" y="4857750"/>
          <p14:tracePt t="135904" x="1638300" y="4857750"/>
          <p14:tracePt t="135921" x="1631950" y="4864100"/>
          <p14:tracePt t="135954" x="1625600" y="4864100"/>
          <p14:tracePt t="136247" x="1631950" y="4864100"/>
          <p14:tracePt t="136310" x="1638300" y="4864100"/>
          <p14:tracePt t="136331" x="1644650" y="4864100"/>
          <p14:tracePt t="136338" x="1657350" y="4857750"/>
          <p14:tracePt t="136354" x="1663700" y="4857750"/>
          <p14:tracePt t="136359" x="1676400" y="4857750"/>
          <p14:tracePt t="136373" x="1695450" y="4851400"/>
          <p14:tracePt t="136386" x="1708150" y="4845050"/>
          <p14:tracePt t="136403" x="1758950" y="4838700"/>
          <p14:tracePt t="136419" x="1778000" y="4832350"/>
          <p14:tracePt t="136436" x="1822450" y="4826000"/>
          <p14:tracePt t="136452" x="1854200" y="4819650"/>
          <p14:tracePt t="136469" x="1866900" y="4819650"/>
          <p14:tracePt t="136486" x="1885950" y="4813300"/>
          <p14:tracePt t="136528" x="1892300" y="4813300"/>
          <p14:tracePt t="136780" x="1930400" y="4813300"/>
          <p14:tracePt t="136794" x="1993900" y="4813300"/>
          <p14:tracePt t="136803" x="2057400" y="4826000"/>
          <p14:tracePt t="136818" x="2146300" y="4832350"/>
          <p14:tracePt t="136835" x="2292350" y="4851400"/>
          <p14:tracePt t="136852" x="2419350" y="4864100"/>
          <p14:tracePt t="136868" x="2463800" y="4870450"/>
          <p14:tracePt t="136885" x="2514600" y="4876800"/>
          <p14:tracePt t="136901" x="2533650" y="4876800"/>
          <p14:tracePt t="136917" x="2540000" y="4876800"/>
          <p14:tracePt t="136935" x="2552700" y="4883150"/>
          <p14:tracePt t="136985" x="2559050" y="4883150"/>
          <p14:tracePt t="136990" x="2565400" y="4883150"/>
          <p14:tracePt t="137019" x="2571750" y="4883150"/>
          <p14:tracePt t="137299" x="2603500" y="4883150"/>
          <p14:tracePt t="137313" x="2654300" y="4883150"/>
          <p14:tracePt t="137320" x="2717800" y="4876800"/>
          <p14:tracePt t="137336" x="2781300" y="4876800"/>
          <p14:tracePt t="137349" x="2844800" y="4876800"/>
          <p14:tracePt t="137366" x="2978150" y="4857750"/>
          <p14:tracePt t="137384" x="3086100" y="4838700"/>
          <p14:tracePt t="137399" x="3111500" y="4838700"/>
          <p14:tracePt t="137416" x="3155950" y="4832350"/>
          <p14:tracePt t="137433" x="3175000" y="4832350"/>
          <p14:tracePt t="137449" x="3181350" y="4832350"/>
          <p14:tracePt t="137496" x="3187700" y="4826000"/>
          <p14:tracePt t="137734" x="3200400" y="4819650"/>
          <p14:tracePt t="137741" x="3219450" y="4813300"/>
          <p14:tracePt t="137755" x="3251200" y="4813300"/>
          <p14:tracePt t="137764" x="3282950" y="4806950"/>
          <p14:tracePt t="137781" x="3308350" y="4800600"/>
          <p14:tracePt t="137798" x="3352800" y="4787900"/>
          <p14:tracePt t="137814" x="3390900" y="4775200"/>
          <p14:tracePt t="137831" x="3403600" y="4775200"/>
          <p14:tracePt t="137848" x="3422650" y="4768850"/>
          <p14:tracePt t="137865" x="3429000" y="4768850"/>
          <p14:tracePt t="138387" x="3435350" y="4699000"/>
          <p14:tracePt t="138394" x="3467100" y="4572000"/>
          <p14:tracePt t="138401" x="3505200" y="4406900"/>
          <p14:tracePt t="138416" x="3517900" y="4191000"/>
          <p14:tracePt t="138430" x="3530600" y="3949700"/>
          <p14:tracePt t="138446" x="3524250" y="3454400"/>
          <p14:tracePt t="138463" x="3511550" y="3263900"/>
          <p14:tracePt t="138479" x="3492500" y="2997200"/>
          <p14:tracePt t="138496" x="3429000" y="2787650"/>
          <p14:tracePt t="138512" x="3409950" y="2717800"/>
          <p14:tracePt t="138529" x="3314700" y="2616200"/>
          <p14:tracePt t="138545" x="3219450" y="2520950"/>
          <p14:tracePt t="138563" x="3117850" y="2444750"/>
          <p14:tracePt t="138578" x="3060700" y="2406650"/>
          <p14:tracePt t="138595" x="3028950" y="2393950"/>
          <p14:tracePt t="138612" x="2990850" y="2374900"/>
          <p14:tracePt t="138628" x="2984500" y="2374900"/>
          <p14:tracePt t="138645" x="2971800" y="2374900"/>
          <p14:tracePt t="138662" x="2940050" y="2374900"/>
          <p14:tracePt t="138678" x="2927350" y="2374900"/>
          <p14:tracePt t="138695" x="2908300" y="2381250"/>
          <p14:tracePt t="139006" x="2908300" y="2368550"/>
          <p14:tracePt t="139013" x="2901950" y="2330450"/>
          <p14:tracePt t="139029" x="2895600" y="2279650"/>
          <p14:tracePt t="139043" x="2882900" y="2222500"/>
          <p14:tracePt t="139060" x="2844800" y="2089150"/>
          <p14:tracePt t="139078" x="2819400" y="1955800"/>
          <p14:tracePt t="139093" x="2800350" y="1892300"/>
          <p14:tracePt t="139110" x="2755900" y="1790700"/>
          <p14:tracePt t="139127" x="2711450" y="1727200"/>
          <p14:tracePt t="139143" x="2698750" y="1695450"/>
          <p14:tracePt t="139160" x="2667000" y="1644650"/>
          <p14:tracePt t="139176" x="2654300" y="1619250"/>
          <p14:tracePt t="139193" x="2654300" y="1612900"/>
          <p14:tracePt t="139210" x="2641600" y="1606550"/>
          <p14:tracePt t="139243" x="2635250" y="1606550"/>
          <p14:tracePt t="139260" x="2597150" y="1600200"/>
          <p14:tracePt t="139276" x="2540000" y="1600200"/>
          <p14:tracePt t="139293" x="2508250" y="1600200"/>
          <p14:tracePt t="139309" x="2432050" y="1600200"/>
          <p14:tracePt t="139326" x="2400300" y="1600200"/>
          <p14:tracePt t="139343" x="2324100" y="1606550"/>
          <p14:tracePt t="139359" x="2305050" y="1612900"/>
          <p14:tracePt t="139376" x="2286000" y="1612900"/>
          <p14:tracePt t="139393" x="2247900" y="1619250"/>
          <p14:tracePt t="139409" x="2216150" y="1631950"/>
          <p14:tracePt t="139425" x="2203450" y="1638300"/>
          <p14:tracePt t="139442" x="2178050" y="1663700"/>
          <p14:tracePt t="139459" x="2146300" y="1682750"/>
          <p14:tracePt t="139475" x="2133600" y="1695450"/>
          <p14:tracePt t="139492" x="2120900" y="1708150"/>
          <p14:tracePt t="139509" x="2114550" y="1714500"/>
          <p14:tracePt t="139526" x="2108200" y="1720850"/>
          <p14:tracePt t="139558" x="2101850" y="1720850"/>
          <p14:tracePt t="139617" x="2095500" y="1727200"/>
          <p14:tracePt t="139715" x="2095500" y="1733550"/>
          <p14:tracePt t="139736" x="2101850" y="1733550"/>
          <p14:tracePt t="139750" x="2108200" y="1739900"/>
          <p14:tracePt t="139759" x="2114550" y="1739900"/>
          <p14:tracePt t="139764" x="2120900" y="1746250"/>
          <p14:tracePt t="139778" x="2127250" y="1746250"/>
          <p14:tracePt t="139791" x="2133600" y="1752600"/>
          <p14:tracePt t="139807" x="2159000" y="1752600"/>
          <p14:tracePt t="139824" x="2171700" y="1758950"/>
          <p14:tracePt t="139841" x="2197100" y="1778000"/>
          <p14:tracePt t="139857" x="2216150" y="1778000"/>
          <p14:tracePt t="139874" x="2222500" y="1784350"/>
          <p14:tracePt t="139891" x="2228850" y="1784350"/>
          <p14:tracePt t="139908" x="2235200" y="1784350"/>
          <p14:tracePt t="139926" x="2241550" y="1790700"/>
          <p14:tracePt t="139968" x="2247900" y="1790700"/>
          <p14:tracePt t="140031" x="2254250" y="1790700"/>
          <p14:tracePt t="140037" x="2266950" y="1790700"/>
          <p14:tracePt t="140044" x="2273300" y="1790700"/>
          <p14:tracePt t="140060" x="2279650" y="1790700"/>
          <p14:tracePt t="140073" x="2311400" y="1790700"/>
          <p14:tracePt t="140090" x="2393950" y="1797050"/>
          <p14:tracePt t="140107" x="2457450" y="1809750"/>
          <p14:tracePt t="140123" x="2622550" y="1809750"/>
          <p14:tracePt t="140140" x="2787650" y="1809750"/>
          <p14:tracePt t="140157" x="2927350" y="1809750"/>
          <p14:tracePt t="140173" x="2978150" y="1809750"/>
          <p14:tracePt t="140189" x="3035300" y="1809750"/>
          <p14:tracePt t="140206" x="3067050" y="1809750"/>
          <p14:tracePt t="140223" x="3079750" y="1809750"/>
          <p14:tracePt t="140239" x="3086100" y="1809750"/>
          <p14:tracePt t="140256" x="3098800" y="1809750"/>
          <p14:tracePt t="140366" x="3105150" y="1809750"/>
          <p14:tracePt t="140394" x="3111500" y="1809750"/>
          <p14:tracePt t="140409" x="3117850" y="1809750"/>
          <p14:tracePt t="140415" x="3136900" y="1816100"/>
          <p14:tracePt t="140430" x="3162300" y="1822450"/>
          <p14:tracePt t="140439" x="3187700" y="1828800"/>
          <p14:tracePt t="140455" x="3238500" y="1828800"/>
          <p14:tracePt t="140472" x="3384550" y="1847850"/>
          <p14:tracePt t="140488" x="3562350" y="1860550"/>
          <p14:tracePt t="140505" x="3651250" y="1866900"/>
          <p14:tracePt t="140522" x="3816350" y="1866900"/>
          <p14:tracePt t="140538" x="3937000" y="1866900"/>
          <p14:tracePt t="140555" x="3962400" y="1866900"/>
          <p14:tracePt t="140572" x="4006850" y="1866900"/>
          <p14:tracePt t="140588" x="4006850" y="1860550"/>
          <p14:tracePt t="140605" x="4025900" y="1860550"/>
          <p14:tracePt t="140928" x="4025900" y="1854200"/>
          <p14:tracePt t="140935" x="4044950" y="1854200"/>
          <p14:tracePt t="140949" x="4064000" y="1847850"/>
          <p14:tracePt t="140956" x="4095750" y="1847850"/>
          <p14:tracePt t="140973" x="4140200" y="1841500"/>
          <p14:tracePt t="140987" x="4286250" y="1822450"/>
          <p14:tracePt t="141003" x="4362450" y="1809750"/>
          <p14:tracePt t="141020" x="4546600" y="1790700"/>
          <p14:tracePt t="141037" x="4622800" y="1778000"/>
          <p14:tracePt t="141056" x="4832350" y="1739900"/>
          <p14:tracePt t="141070" x="4883150" y="1733550"/>
          <p14:tracePt t="141086" x="4927600" y="1727200"/>
          <p14:tracePt t="141103" x="4984750" y="1720850"/>
          <p14:tracePt t="141120" x="5016500" y="1714500"/>
          <p14:tracePt t="141136" x="5022850" y="1714500"/>
          <p14:tracePt t="141153" x="5035550" y="1714500"/>
          <p14:tracePt t="141209" x="5041900" y="1714500"/>
          <p14:tracePt t="141321" x="5041900" y="1708150"/>
          <p14:tracePt t="141349" x="5048250" y="1708150"/>
          <p14:tracePt t="141356" x="5048250" y="1701800"/>
          <p14:tracePt t="141699" x="4997450" y="1701800"/>
          <p14:tracePt t="141714" x="4883150" y="1701800"/>
          <p14:tracePt t="141720" x="4756150" y="1727200"/>
          <p14:tracePt t="141735" x="4629150" y="1746250"/>
          <p14:tracePt t="141751" x="4356100" y="1803400"/>
          <p14:tracePt t="141768" x="4210050" y="1835150"/>
          <p14:tracePt t="141784" x="3873500" y="1924050"/>
          <p14:tracePt t="141801" x="3435350" y="2038350"/>
          <p14:tracePt t="141818" x="3225800" y="2108200"/>
          <p14:tracePt t="141834" x="2787650" y="2292350"/>
          <p14:tracePt t="141850" x="2654300" y="2343150"/>
          <p14:tracePt t="141868" x="2317750" y="2495550"/>
          <p14:tracePt t="141884" x="2247900" y="2514600"/>
          <p14:tracePt t="141900" x="2171700" y="2520950"/>
          <p14:tracePt t="141917" x="2076450" y="2546350"/>
          <p14:tracePt t="141934" x="2032000" y="2552700"/>
          <p14:tracePt t="141950" x="2025650" y="2552700"/>
          <p14:tracePt t="141967" x="2019300" y="2552700"/>
          <p14:tracePt t="142022" x="2012950" y="2559050"/>
          <p14:tracePt t="142163" x="2019300" y="2552700"/>
          <p14:tracePt t="142169" x="2032000" y="2552700"/>
          <p14:tracePt t="142185" x="2063750" y="2546350"/>
          <p14:tracePt t="142200" x="2159000" y="2540000"/>
          <p14:tracePt t="142216" x="2222500" y="2527300"/>
          <p14:tracePt t="142233" x="2387600" y="2501900"/>
          <p14:tracePt t="142249" x="2495550" y="2489200"/>
          <p14:tracePt t="142266" x="2711450" y="2457450"/>
          <p14:tracePt t="142282" x="2863850" y="2451100"/>
          <p14:tracePt t="142299" x="2921000" y="2438400"/>
          <p14:tracePt t="142302" x="2940050" y="2438400"/>
          <p14:tracePt t="142317" x="2952750" y="2438400"/>
          <p14:tracePt t="142332" x="2959100" y="2438400"/>
          <p14:tracePt t="142611" x="2971800" y="2438400"/>
          <p14:tracePt t="142625" x="2984500" y="2438400"/>
          <p14:tracePt t="142634" x="3003550" y="2438400"/>
          <p14:tracePt t="142648" x="3035300" y="2438400"/>
          <p14:tracePt t="142664" x="3149600" y="2432050"/>
          <p14:tracePt t="142681" x="3225800" y="2419350"/>
          <p14:tracePt t="142697" x="3409950" y="2393950"/>
          <p14:tracePt t="142714" x="3581400" y="2349500"/>
          <p14:tracePt t="142731" x="3689350" y="2324100"/>
          <p14:tracePt t="142747" x="3727450" y="2317750"/>
          <p14:tracePt t="142764" x="3746500" y="2311400"/>
          <p14:tracePt t="142781" x="3784600" y="2305050"/>
          <p14:tracePt t="142797" x="3784600" y="2298700"/>
          <p14:tracePt t="142814" x="3790950" y="2298700"/>
          <p14:tracePt t="143102" x="3803650" y="2298700"/>
          <p14:tracePt t="143116" x="3822700" y="2298700"/>
          <p14:tracePt t="143123" x="3841750" y="2298700"/>
          <p14:tracePt t="143132" x="3892550" y="2298700"/>
          <p14:tracePt t="143145" x="3956050" y="2298700"/>
          <p14:tracePt t="143163" x="4044950" y="2286000"/>
          <p14:tracePt t="143180" x="4248150" y="2266950"/>
          <p14:tracePt t="143196" x="4457700" y="2247900"/>
          <p14:tracePt t="143213" x="4546600" y="2235200"/>
          <p14:tracePt t="143229" x="4679950" y="2216150"/>
          <p14:tracePt t="143246" x="4749800" y="2203450"/>
          <p14:tracePt t="143263" x="4768850" y="2203450"/>
          <p14:tracePt t="143279" x="4794250" y="2197100"/>
          <p14:tracePt t="143296" x="4800600" y="2197100"/>
          <p14:tracePt t="143537" x="4813300" y="2197100"/>
          <p14:tracePt t="143544" x="4832350" y="2197100"/>
          <p14:tracePt t="143551" x="4845050" y="2197100"/>
          <p14:tracePt t="143565" x="4883150" y="2197100"/>
          <p14:tracePt t="143579" x="4914900" y="2203450"/>
          <p14:tracePt t="143594" x="5022850" y="2216150"/>
          <p14:tracePt t="143611" x="5073650" y="2216150"/>
          <p14:tracePt t="143628" x="5162550" y="2216150"/>
          <p14:tracePt t="143644" x="5226050" y="2216150"/>
          <p14:tracePt t="143660" x="5251450" y="2216150"/>
          <p14:tracePt t="143678" x="5276850" y="2216150"/>
          <p14:tracePt t="143694" x="5289550" y="2216150"/>
          <p14:tracePt t="143711" x="5295900" y="2216150"/>
          <p14:tracePt t="143744" x="5302250" y="2216150"/>
          <p14:tracePt t="144205" x="5346700" y="2216150"/>
          <p14:tracePt t="144212" x="5397500" y="2228850"/>
          <p14:tracePt t="144228" x="5461000" y="2235200"/>
          <p14:tracePt t="144242" x="5518150" y="2235200"/>
          <p14:tracePt t="144259" x="5645150" y="2247900"/>
          <p14:tracePt t="144276" x="5727700" y="2254250"/>
          <p14:tracePt t="144292" x="5740400" y="2254250"/>
          <p14:tracePt t="144308" x="5759450" y="2254250"/>
          <p14:tracePt t="144342" x="5765800" y="2254250"/>
          <p14:tracePt t="144367" x="5772150" y="2247900"/>
          <p14:tracePt t="144556" x="5765800" y="2247900"/>
          <p14:tracePt t="144669" x="5753100" y="2247900"/>
          <p14:tracePt t="144676" x="5740400" y="2247900"/>
          <p14:tracePt t="144683" x="5721350" y="2247900"/>
          <p14:tracePt t="144697" x="5689600" y="2241550"/>
          <p14:tracePt t="144707" x="5626100" y="2228850"/>
          <p14:tracePt t="144723" x="5511800" y="2228850"/>
          <p14:tracePt t="144740" x="5245100" y="2197100"/>
          <p14:tracePt t="144757" x="4857750" y="2171700"/>
          <p14:tracePt t="144774" x="4413250" y="2171700"/>
          <p14:tracePt t="144790" x="4222750" y="2178050"/>
          <p14:tracePt t="144807" x="4057650" y="2190750"/>
          <p14:tracePt t="144824" x="3702050" y="2222500"/>
          <p14:tracePt t="144840" x="3613150" y="2247900"/>
          <p14:tracePt t="144857" x="3556000" y="2254250"/>
          <p14:tracePt t="144860" x="3505200" y="2273300"/>
          <p14:tracePt t="144873" x="3473450" y="2279650"/>
          <p14:tracePt t="144890" x="3441700" y="2292350"/>
          <p14:tracePt t="144907" x="3429000" y="2298700"/>
          <p14:tracePt t="144923" x="3422650" y="2305050"/>
          <p14:tracePt t="144939" x="3416300" y="2305050"/>
          <p14:tracePt t="144984" x="3416300" y="2311400"/>
          <p14:tracePt t="145026" x="3422650" y="2311400"/>
          <p14:tracePt t="145048" x="3441700" y="2311400"/>
          <p14:tracePt t="145055" x="3454400" y="2311400"/>
          <p14:tracePt t="145069" x="3479800" y="2311400"/>
          <p14:tracePt t="145076" x="3530600" y="2311400"/>
          <p14:tracePt t="145092" x="3594100" y="2311400"/>
          <p14:tracePt t="145106" x="3797300" y="2311400"/>
          <p14:tracePt t="145123" x="3898900" y="2311400"/>
          <p14:tracePt t="145139" x="4127500" y="2311400"/>
          <p14:tracePt t="145155" x="4235450" y="2311400"/>
          <p14:tracePt t="145172" x="4425950" y="2311400"/>
          <p14:tracePt t="145189" x="4597400" y="2286000"/>
          <p14:tracePt t="145205" x="4686300" y="2286000"/>
          <p14:tracePt t="145223" x="4838700" y="2279650"/>
          <p14:tracePt t="145238" x="4997450" y="2260600"/>
          <p14:tracePt t="145255" x="5073650" y="2241550"/>
          <p14:tracePt t="145272" x="5168900" y="2216150"/>
          <p14:tracePt t="145289" x="5213350" y="2216150"/>
          <p14:tracePt t="145305" x="5213350" y="2209800"/>
          <p14:tracePt t="145322" x="5219700" y="2209800"/>
          <p14:tracePt t="145349" x="5207000" y="2209800"/>
          <p14:tracePt t="145358" x="5175250" y="2203450"/>
          <p14:tracePt t="145372" x="5111750" y="2203450"/>
          <p14:tracePt t="145388" x="4946650" y="2171700"/>
          <p14:tracePt t="145405" x="4692650" y="2159000"/>
          <p14:tracePt t="145421" x="4552950" y="2159000"/>
          <p14:tracePt t="145438" x="4413250" y="2159000"/>
          <p14:tracePt t="145455" x="4083050" y="2184400"/>
          <p14:tracePt t="145471" x="4019550" y="2197100"/>
          <p14:tracePt t="145488" x="3975100" y="2197100"/>
          <p14:tracePt t="145504" x="3943350" y="2203450"/>
          <p14:tracePt t="145521" x="3937000" y="2209800"/>
          <p14:tracePt t="145545" x="3956050" y="2209800"/>
          <p14:tracePt t="145560" x="3975100" y="2209800"/>
          <p14:tracePt t="145570" x="4038600" y="2209800"/>
          <p14:tracePt t="145588" x="4292600" y="2228850"/>
          <p14:tracePt t="145604" x="4476750" y="2266950"/>
          <p14:tracePt t="145621" x="5016500" y="2343150"/>
          <p14:tracePt t="145637" x="5486400" y="2413000"/>
          <p14:tracePt t="145654" x="5626100" y="2425700"/>
          <p14:tracePt t="145671" x="5822950" y="2457450"/>
          <p14:tracePt t="145687" x="5867400" y="2457450"/>
          <p14:tracePt t="145704" x="5873750" y="2463800"/>
          <p14:tracePt t="145721" x="5880100" y="2463800"/>
          <p14:tracePt t="145753" x="5873750" y="2463800"/>
          <p14:tracePt t="145770" x="5772150" y="2438400"/>
          <p14:tracePt t="145787" x="5657850" y="2413000"/>
          <p14:tracePt t="145804" x="5295900" y="2368550"/>
          <p14:tracePt t="145820" x="4819650" y="2336800"/>
          <p14:tracePt t="145837" x="4584700" y="2336800"/>
          <p14:tracePt t="145854" x="4146550" y="2374900"/>
          <p14:tracePt t="145870" x="3879850" y="2425700"/>
          <p14:tracePt t="145886" x="3778250" y="2451100"/>
          <p14:tracePt t="145903" x="3619500" y="2476500"/>
          <p14:tracePt t="145920" x="3556000" y="2495550"/>
          <p14:tracePt t="145936" x="3549650" y="2501900"/>
          <p14:tracePt t="145981" x="3556000" y="2501900"/>
          <p14:tracePt t="145988" x="3587750" y="2495550"/>
          <p14:tracePt t="146003" x="3663950" y="2489200"/>
          <p14:tracePt t="146020" x="3905250" y="2476500"/>
          <p14:tracePt t="146037" x="4368800" y="2476500"/>
          <p14:tracePt t="146053" x="4629150" y="2476500"/>
          <p14:tracePt t="146069" x="4889500" y="2489200"/>
          <p14:tracePt t="146086" x="5295900" y="2514600"/>
          <p14:tracePt t="146102" x="5353050" y="2508250"/>
          <p14:tracePt t="146119" x="5359400" y="2508250"/>
          <p14:tracePt t="146136" x="5372100" y="2508250"/>
          <p14:tracePt t="146226" x="5365750" y="2508250"/>
          <p14:tracePt t="146345" x="5378450" y="2508250"/>
          <p14:tracePt t="146353" x="5391150" y="2508250"/>
          <p14:tracePt t="146366" x="5391150" y="2514600"/>
          <p14:tracePt t="146601" x="5308600" y="2508250"/>
          <p14:tracePt t="146608" x="5149850" y="2482850"/>
          <p14:tracePt t="146622" x="4978400" y="2457450"/>
          <p14:tracePt t="146634" x="4781550" y="2432050"/>
          <p14:tracePt t="146651" x="4457700" y="2419350"/>
          <p14:tracePt t="146667" x="4311650" y="2432050"/>
          <p14:tracePt t="146685" x="4089400" y="2489200"/>
          <p14:tracePt t="146700" x="3924300" y="2540000"/>
          <p14:tracePt t="146717" x="3841750" y="2578100"/>
          <p14:tracePt t="146734" x="3708400" y="2686050"/>
          <p14:tracePt t="146750" x="3587750" y="2851150"/>
          <p14:tracePt t="146766" x="3524250" y="2959100"/>
          <p14:tracePt t="146784" x="3397250" y="3149600"/>
          <p14:tracePt t="146800" x="3251200" y="3352800"/>
          <p14:tracePt t="146817" x="3187700" y="3454400"/>
          <p14:tracePt t="146834" x="3067050" y="3657600"/>
          <p14:tracePt t="146850" x="3016250" y="3752850"/>
          <p14:tracePt t="146867" x="2927350" y="3987800"/>
          <p14:tracePt t="146883" x="2921000" y="4032250"/>
          <p14:tracePt t="146900" x="2914650" y="4064000"/>
          <p14:tracePt t="146917" x="2901950" y="4102100"/>
          <p14:tracePt t="146933" x="2901950" y="4114800"/>
          <p14:tracePt t="147064" x="2895600" y="4114800"/>
          <p14:tracePt t="147099" x="2882900" y="4108450"/>
          <p14:tracePt t="147113" x="2870200" y="4102100"/>
          <p14:tracePt t="147120" x="2844800" y="4089400"/>
          <p14:tracePt t="147135" x="2819400" y="4089400"/>
          <p14:tracePt t="147149" x="2755900" y="4064000"/>
          <p14:tracePt t="147165" x="2717800" y="4064000"/>
          <p14:tracePt t="147183" x="2641600" y="4057650"/>
          <p14:tracePt t="147199" x="2609850" y="4057650"/>
          <p14:tracePt t="147215" x="2559050" y="4057650"/>
          <p14:tracePt t="147233" x="2514600" y="4057650"/>
          <p14:tracePt t="147248" x="2482850" y="4057650"/>
          <p14:tracePt t="147265" x="2425700" y="4064000"/>
          <p14:tracePt t="147282" x="2343150" y="4070350"/>
          <p14:tracePt t="147298" x="2292350" y="4083050"/>
          <p14:tracePt t="147315" x="2203450" y="4083050"/>
          <p14:tracePt t="147331" x="2133600" y="4083050"/>
          <p14:tracePt t="147348" x="2095500" y="4083050"/>
          <p14:tracePt t="147365" x="2063750" y="4083050"/>
          <p14:tracePt t="147381" x="2051050" y="4076700"/>
          <p14:tracePt t="147398" x="2044700" y="4076700"/>
          <p14:tracePt t="147401" x="2038350" y="4076700"/>
          <p14:tracePt t="147428" x="2032000" y="4076700"/>
          <p14:tracePt t="147484" x="2025650" y="4076700"/>
          <p14:tracePt t="147674" x="2025650" y="4083050"/>
          <p14:tracePt t="147765" x="2025650" y="4089400"/>
          <p14:tracePt t="147821" x="2032000" y="4089400"/>
          <p14:tracePt t="147835" x="2044700" y="4089400"/>
          <p14:tracePt t="147842" x="2057400" y="4089400"/>
          <p14:tracePt t="147850" x="2089150" y="4083050"/>
          <p14:tracePt t="147865" x="2139950" y="4083050"/>
          <p14:tracePt t="147880" x="2190750" y="4064000"/>
          <p14:tracePt t="147896" x="2336800" y="4044950"/>
          <p14:tracePt t="147913" x="2457450" y="4019550"/>
          <p14:tracePt t="147930" x="2508250" y="4006850"/>
          <p14:tracePt t="147946" x="2578100" y="3994150"/>
          <p14:tracePt t="147963" x="2622550" y="3987800"/>
          <p14:tracePt t="147979" x="2635250" y="3987800"/>
          <p14:tracePt t="147996" x="2647950" y="3987800"/>
          <p14:tracePt t="148193" x="2647950" y="3981450"/>
          <p14:tracePt t="148242" x="2647950" y="3975100"/>
          <p14:tracePt t="148305" x="2647950" y="3968750"/>
          <p14:tracePt t="148396" x="2654300" y="3968750"/>
          <p14:tracePt t="148403" x="2673350" y="3968750"/>
          <p14:tracePt t="148411" x="2692400" y="3968750"/>
          <p14:tracePt t="148427" x="2730500" y="3962400"/>
          <p14:tracePt t="148445" x="2774950" y="3956050"/>
          <p14:tracePt t="148461" x="2971800" y="3937000"/>
          <p14:tracePt t="148478" x="3035300" y="3924300"/>
          <p14:tracePt t="148495" x="3130550" y="3911600"/>
          <p14:tracePt t="148511" x="3149600" y="3911600"/>
          <p14:tracePt t="148528" x="3194050" y="3898900"/>
          <p14:tracePt t="148544" x="3219450" y="3892550"/>
          <p14:tracePt t="148560" x="3225800" y="3892550"/>
          <p14:tracePt t="148656" x="3232150" y="3892550"/>
          <p14:tracePt t="148753" x="3238500" y="3892550"/>
          <p14:tracePt t="149035" x="3244850" y="3892550"/>
          <p14:tracePt t="149041" x="3257550" y="3892550"/>
          <p14:tracePt t="149056" x="3276600" y="3892550"/>
          <p14:tracePt t="149063" x="3314700" y="3892550"/>
          <p14:tracePt t="149078" x="3352800" y="3892550"/>
          <p14:tracePt t="149092" x="3416300" y="3892550"/>
          <p14:tracePt t="149109" x="3594100" y="3898900"/>
          <p14:tracePt t="149126" x="3765550" y="3911600"/>
          <p14:tracePt t="149142" x="3829050" y="3911600"/>
          <p14:tracePt t="149158" x="3905250" y="3911600"/>
          <p14:tracePt t="149176" x="3943350" y="3911600"/>
          <p14:tracePt t="149192" x="3956050" y="3911600"/>
          <p14:tracePt t="149208" x="3968750" y="3911600"/>
          <p14:tracePt t="149225" x="3975100" y="3911600"/>
          <p14:tracePt t="149364" x="3968750" y="3911600"/>
          <p14:tracePt t="149385" x="3962400" y="3911600"/>
          <p14:tracePt t="149392" x="3956050" y="3917950"/>
          <p14:tracePt t="149406" x="3949700" y="3917950"/>
          <p14:tracePt t="149413" x="3930650" y="3917950"/>
          <p14:tracePt t="149427" x="3898900" y="3924300"/>
          <p14:tracePt t="149441" x="3854450" y="3943350"/>
          <p14:tracePt t="149457" x="3733800" y="3981450"/>
          <p14:tracePt t="149474" x="3657600" y="4013200"/>
          <p14:tracePt t="149491" x="3505200" y="4070350"/>
          <p14:tracePt t="149507" x="3371850" y="4121150"/>
          <p14:tracePt t="149524" x="3327400" y="4146550"/>
          <p14:tracePt t="149541" x="3251200" y="4191000"/>
          <p14:tracePt t="149557" x="3200400" y="4216400"/>
          <p14:tracePt t="149575" x="3162300" y="4241800"/>
          <p14:tracePt t="149590" x="3149600" y="4254500"/>
          <p14:tracePt t="149607" x="3136900" y="4260850"/>
          <p14:tracePt t="149694" x="3136900" y="4267200"/>
          <p14:tracePt t="149743" x="3130550" y="4267200"/>
          <p14:tracePt t="149791" x="3124200" y="4267200"/>
          <p14:tracePt t="149807" x="3117850" y="4267200"/>
          <p14:tracePt t="149812" x="3111500" y="4267200"/>
          <p14:tracePt t="149827" x="3105150" y="4273550"/>
          <p14:tracePt t="149848" x="3098800" y="4273550"/>
          <p14:tracePt t="149857" x="3092450" y="4279900"/>
          <p14:tracePt t="149872" x="3086100" y="4279900"/>
          <p14:tracePt t="149890" x="3073400" y="4279900"/>
          <p14:tracePt t="149906" x="3067050" y="4286250"/>
          <p14:tracePt t="149946" x="3060700" y="4286250"/>
          <p14:tracePt t="149988" x="3054350" y="4286250"/>
          <p14:tracePt t="149995" x="3048000" y="4286250"/>
          <p14:tracePt t="150016" x="3041650" y="4286250"/>
          <p14:tracePt t="150024" x="3041650" y="4292600"/>
          <p14:tracePt t="150044" x="3035300" y="4292600"/>
          <p14:tracePt t="150080" x="3028950" y="4292600"/>
          <p14:tracePt t="150129" x="3035300" y="4298950"/>
          <p14:tracePt t="150136" x="3041650" y="4298950"/>
          <p14:tracePt t="150150" x="3054350" y="4298950"/>
          <p14:tracePt t="150158" x="3073400" y="4298950"/>
          <p14:tracePt t="150172" x="3111500" y="4298950"/>
          <p14:tracePt t="150188" x="3238500" y="4298950"/>
          <p14:tracePt t="150206" x="3429000" y="4298950"/>
          <p14:tracePt t="150221" x="3556000" y="4298950"/>
          <p14:tracePt t="150238" x="3822700" y="4298950"/>
          <p14:tracePt t="150255" x="4076700" y="4292600"/>
          <p14:tracePt t="150271" x="4178300" y="4279900"/>
          <p14:tracePt t="150288" x="4267200" y="4279900"/>
          <p14:tracePt t="150305" x="4413250" y="4267200"/>
          <p14:tracePt t="150321" x="4438650" y="4267200"/>
          <p14:tracePt t="150338" x="4451350" y="4267200"/>
          <p14:tracePt t="150354" x="4470400" y="4260850"/>
          <p14:tracePt t="150371" x="4476750" y="4260850"/>
          <p14:tracePt t="150388" x="4476750" y="4254500"/>
          <p14:tracePt t="150404" x="4483100" y="4254500"/>
          <p14:tracePt t="150430" x="4489450" y="4254500"/>
          <p14:tracePt t="150458" x="4495800" y="4248150"/>
          <p14:tracePt t="150465" x="4514850" y="4248150"/>
          <p14:tracePt t="150479" x="4546600" y="4248150"/>
          <p14:tracePt t="150488" x="4591050" y="4248150"/>
          <p14:tracePt t="150503" x="4660900" y="4241800"/>
          <p14:tracePt t="150521" x="4813300" y="4216400"/>
          <p14:tracePt t="150537" x="4984750" y="4191000"/>
          <p14:tracePt t="150554" x="5060950" y="4178300"/>
          <p14:tracePt t="150571" x="5168900" y="4152900"/>
          <p14:tracePt t="150587" x="5226050" y="4140200"/>
          <p14:tracePt t="150604" x="5257800" y="4140200"/>
          <p14:tracePt t="150620" x="5314950" y="4114800"/>
          <p14:tracePt t="150637" x="5346700" y="4108450"/>
          <p14:tracePt t="150654" x="5397500" y="4102100"/>
          <p14:tracePt t="150670" x="5429250" y="4095750"/>
          <p14:tracePt t="150686" x="5435600" y="4089400"/>
          <p14:tracePt t="150705" x="5448300" y="4089400"/>
          <p14:tracePt t="150767" x="5454650" y="4089400"/>
          <p14:tracePt t="150809" x="5461000" y="4089400"/>
          <p14:tracePt t="150829" x="5467350" y="4089400"/>
          <p14:tracePt t="150837" x="5480050" y="4089400"/>
          <p14:tracePt t="150850" x="5486400" y="4089400"/>
          <p14:tracePt t="150857" x="5505450" y="4089400"/>
          <p14:tracePt t="150869" x="5524500" y="4089400"/>
          <p14:tracePt t="150886" x="5613400" y="4095750"/>
          <p14:tracePt t="150903" x="5689600" y="4095750"/>
          <p14:tracePt t="150919" x="5867400" y="4108450"/>
          <p14:tracePt t="150936" x="6070600" y="4108450"/>
          <p14:tracePt t="150953" x="6159500" y="4108450"/>
          <p14:tracePt t="150969" x="6248400" y="4108450"/>
          <p14:tracePt t="150985" x="6407150" y="4102100"/>
          <p14:tracePt t="151002" x="6445250" y="4095750"/>
          <p14:tracePt t="151020" x="6489700" y="4083050"/>
          <p14:tracePt t="151035" x="6502400" y="4083050"/>
          <p14:tracePt t="151052" x="6515100" y="4076700"/>
          <p14:tracePt t="151069" x="6521450" y="4070350"/>
          <p14:tracePt t="151124" x="6527800" y="4070350"/>
          <p14:tracePt t="151538" x="6527800" y="4038600"/>
          <p14:tracePt t="151545" x="6521450" y="3994150"/>
          <p14:tracePt t="151559" x="6496050" y="3905250"/>
          <p14:tracePt t="151567" x="6457950" y="3784600"/>
          <p14:tracePt t="151583" x="6400800" y="3651250"/>
          <p14:tracePt t="151601" x="6299200" y="3429000"/>
          <p14:tracePt t="151617" x="6013450" y="2927350"/>
          <p14:tracePt t="151633" x="5632450" y="2381250"/>
          <p14:tracePt t="151651" x="5187950" y="1885950"/>
          <p14:tracePt t="151666" x="4946650" y="1676400"/>
          <p14:tracePt t="151683" x="4495800" y="1333500"/>
          <p14:tracePt t="151700" x="4133850" y="1098550"/>
          <p14:tracePt t="151716" x="3987800" y="1022350"/>
          <p14:tracePt t="151733" x="3790950" y="952500"/>
          <p14:tracePt t="151750" x="3619500" y="914400"/>
          <p14:tracePt t="151766" x="3556000" y="901700"/>
          <p14:tracePt t="151783" x="3448050" y="895350"/>
          <p14:tracePt t="151799" x="3371850" y="895350"/>
          <p14:tracePt t="151816" x="3346450" y="895350"/>
          <p14:tracePt t="151833" x="3321050" y="895350"/>
          <p14:tracePt t="151849" x="3295650" y="901700"/>
          <p14:tracePt t="151866" x="3289300" y="914400"/>
          <p14:tracePt t="151883" x="3257550" y="933450"/>
          <p14:tracePt t="151899" x="3238500" y="939800"/>
          <p14:tracePt t="151916" x="3194050" y="958850"/>
          <p14:tracePt t="151932" x="3162300" y="996950"/>
          <p14:tracePt t="151949" x="3136900" y="1022350"/>
          <p14:tracePt t="151966" x="3092450" y="1117600"/>
          <p14:tracePt t="151982" x="3067050" y="1238250"/>
          <p14:tracePt t="151999" x="3054350" y="1301750"/>
          <p14:tracePt t="152015" x="3067050" y="1422400"/>
          <p14:tracePt t="152032" x="3092450" y="1517650"/>
          <p14:tracePt t="152049" x="3111500" y="1543050"/>
          <p14:tracePt t="152065" x="3155950" y="1606550"/>
          <p14:tracePt t="152081" x="3200400" y="1670050"/>
          <p14:tracePt t="152100" x="3244850" y="1771650"/>
          <p14:tracePt t="152115" x="3263900" y="1809750"/>
          <p14:tracePt t="152132" x="3289300" y="1898650"/>
          <p14:tracePt t="152149" x="3289300" y="1955800"/>
          <p14:tracePt t="152165" x="3289300" y="1974850"/>
          <p14:tracePt t="152182" x="3289300" y="1987550"/>
          <p14:tracePt t="152198" x="3289300" y="2025650"/>
          <p14:tracePt t="152215" x="3289300" y="2038350"/>
          <p14:tracePt t="152232" x="3282950" y="2038350"/>
          <p14:tracePt t="152248" x="3270250" y="2051050"/>
          <p14:tracePt t="152264" x="3257550" y="2063750"/>
          <p14:tracePt t="152282" x="3251200" y="2070100"/>
          <p14:tracePt t="152297" x="3238500" y="2076450"/>
          <p14:tracePt t="152314" x="3213100" y="2089150"/>
          <p14:tracePt t="152331" x="3187700" y="2095500"/>
          <p14:tracePt t="152347" x="3175000" y="2101850"/>
          <p14:tracePt t="152364" x="3130550" y="2120900"/>
          <p14:tracePt t="152381" x="3092450" y="2139950"/>
          <p14:tracePt t="152397" x="3067050" y="2159000"/>
          <p14:tracePt t="152414" x="3028950" y="2178050"/>
          <p14:tracePt t="152430" x="2990850" y="2197100"/>
          <p14:tracePt t="152447" x="2971800" y="2197100"/>
          <p14:tracePt t="152464" x="2946400" y="2203450"/>
          <p14:tracePt t="152480" x="2927350" y="2209800"/>
          <p14:tracePt t="152500" x="2921000" y="2209800"/>
          <p14:tracePt t="152514" x="2914650" y="2209800"/>
          <p14:tracePt t="152530" x="2908300" y="2203450"/>
          <p14:tracePt t="152547" x="2832100" y="2159000"/>
          <p14:tracePt t="152563" x="2800350" y="2146300"/>
          <p14:tracePt t="152580" x="2755900" y="2114550"/>
          <p14:tracePt t="152597" x="2686050" y="2082800"/>
          <p14:tracePt t="152613" x="2635250" y="2063750"/>
          <p14:tracePt t="152630" x="2603500" y="2057400"/>
          <p14:tracePt t="152647" x="2559050" y="2044700"/>
          <p14:tracePt t="152664" x="2527300" y="2044700"/>
          <p14:tracePt t="152681" x="2508250" y="2038350"/>
          <p14:tracePt t="152800" x="2520950" y="2038350"/>
          <p14:tracePt t="152814" x="2540000" y="2044700"/>
          <p14:tracePt t="152821" x="2565400" y="2044700"/>
          <p14:tracePt t="152829" x="2590800" y="2051050"/>
          <p14:tracePt t="152846" x="2628900" y="2051050"/>
          <p14:tracePt t="152863" x="2698750" y="2057400"/>
          <p14:tracePt t="152879" x="2838450" y="2076450"/>
          <p14:tracePt t="152895" x="2965450" y="2076450"/>
          <p14:tracePt t="152914" x="3048000" y="2082800"/>
          <p14:tracePt t="152929" x="3079750" y="2082800"/>
          <p14:tracePt t="152946" x="3117850" y="2082800"/>
          <p14:tracePt t="152962" x="3136900" y="2082800"/>
          <p14:tracePt t="152979" x="3143250" y="2082800"/>
          <p14:tracePt t="153032" x="3149600" y="2082800"/>
          <p14:tracePt t="153081" x="3155950" y="2082800"/>
          <p14:tracePt t="153130" x="3162300" y="2082800"/>
          <p14:tracePt t="153151" x="3168650" y="2082800"/>
          <p14:tracePt t="153165" x="3181350" y="2082800"/>
          <p14:tracePt t="153172" x="3181350" y="2089150"/>
          <p14:tracePt t="153181" x="3200400" y="2089150"/>
          <p14:tracePt t="153194" x="3232150" y="2089150"/>
          <p14:tracePt t="153211" x="3257550" y="2095500"/>
          <p14:tracePt t="153228" x="3378200" y="2114550"/>
          <p14:tracePt t="153245" x="3549650" y="2133600"/>
          <p14:tracePt t="153262" x="3638550" y="2146300"/>
          <p14:tracePt t="153278" x="3854450" y="2165350"/>
          <p14:tracePt t="153294" x="4070350" y="2197100"/>
          <p14:tracePt t="153311" x="4197350" y="2209800"/>
          <p14:tracePt t="153327" x="4425950" y="2209800"/>
          <p14:tracePt t="153344" x="4667250" y="2203450"/>
          <p14:tracePt t="153362" x="4883150" y="2197100"/>
          <p14:tracePt t="153377" x="4972050" y="2184400"/>
          <p14:tracePt t="153394" x="5124450" y="2165350"/>
          <p14:tracePt t="153411" x="5257800" y="2139950"/>
          <p14:tracePt t="153427" x="5302250" y="2127250"/>
          <p14:tracePt t="153444" x="5346700" y="2114550"/>
          <p14:tracePt t="153460" x="5384800" y="2101850"/>
          <p14:tracePt t="153477" x="5391150" y="2101850"/>
          <p14:tracePt t="153579" x="5378450" y="2101850"/>
          <p14:tracePt t="153594" x="5365750" y="2101850"/>
          <p14:tracePt t="153600" x="5334000" y="2101850"/>
          <p14:tracePt t="153613" x="5276850" y="2101850"/>
          <p14:tracePt t="153626" x="5187950" y="2108200"/>
          <p14:tracePt t="153643" x="4902200" y="2133600"/>
          <p14:tracePt t="153660" x="4718050" y="2133600"/>
          <p14:tracePt t="153677" x="4305300" y="2184400"/>
          <p14:tracePt t="153693" x="3968750" y="2222500"/>
          <p14:tracePt t="153709" x="3822700" y="2241550"/>
          <p14:tracePt t="153726" x="3606800" y="2298700"/>
          <p14:tracePt t="153743" x="3448050" y="2336800"/>
          <p14:tracePt t="153760" x="3390900" y="2355850"/>
          <p14:tracePt t="153776" x="3321050" y="2381250"/>
          <p14:tracePt t="153793" x="3308350" y="2381250"/>
          <p14:tracePt t="153810" x="3289300" y="2387600"/>
          <p14:tracePt t="153826" x="3282950" y="2387600"/>
          <p14:tracePt t="154077" x="3232150" y="2381250"/>
          <p14:tracePt t="154083" x="3155950" y="2362200"/>
          <p14:tracePt t="154092" x="3073400" y="2343150"/>
          <p14:tracePt t="154108" x="2984500" y="2330450"/>
          <p14:tracePt t="154126" x="2851150" y="2305050"/>
          <p14:tracePt t="154142" x="2787650" y="2292350"/>
          <p14:tracePt t="154158" x="2730500" y="2292350"/>
          <p14:tracePt t="154175" x="2698750" y="2286000"/>
          <p14:tracePt t="154191" x="2686050" y="2286000"/>
          <p14:tracePt t="154208" x="2667000" y="2279650"/>
          <p14:tracePt t="154225" x="2635250" y="2279650"/>
          <p14:tracePt t="154241" x="2603500" y="2279650"/>
          <p14:tracePt t="154258" x="2546350" y="2286000"/>
          <p14:tracePt t="154274" x="2482850" y="2305050"/>
          <p14:tracePt t="154291" x="2451100" y="2305050"/>
          <p14:tracePt t="154308" x="2393950" y="2311400"/>
          <p14:tracePt t="154324" x="2336800" y="2317750"/>
          <p14:tracePt t="154340" x="2317750" y="2317750"/>
          <p14:tracePt t="154358" x="2273300" y="2324100"/>
          <p14:tracePt t="154374" x="2241550" y="2330450"/>
          <p14:tracePt t="154390" x="2228850" y="2330450"/>
          <p14:tracePt t="154407" x="2197100" y="2336800"/>
          <p14:tracePt t="154424" x="2190750" y="2336800"/>
          <p14:tracePt t="154441" x="2171700" y="2343150"/>
          <p14:tracePt t="154504" x="2184400" y="2343150"/>
          <p14:tracePt t="154511" x="2203450" y="2343150"/>
          <p14:tracePt t="154526" x="2222500" y="2343150"/>
          <p14:tracePt t="154540" x="2266950" y="2349500"/>
          <p14:tracePt t="154556" x="2393950" y="2349500"/>
          <p14:tracePt t="154574" x="2470150" y="2349500"/>
          <p14:tracePt t="154590" x="2660650" y="2336800"/>
          <p14:tracePt t="154606" x="2863850" y="2317750"/>
          <p14:tracePt t="154623" x="2952750" y="2305050"/>
          <p14:tracePt t="154639" x="3124200" y="2286000"/>
          <p14:tracePt t="154656" x="3276600" y="2266950"/>
          <p14:tracePt t="154673" x="3397250" y="2247900"/>
          <p14:tracePt t="154689" x="3429000" y="2241550"/>
          <p14:tracePt t="154706" x="3448050" y="2241550"/>
          <p14:tracePt t="154723" x="3473450" y="2235200"/>
          <p14:tracePt t="154974" x="3467100" y="2235200"/>
          <p14:tracePt t="154989" x="3454400" y="2228850"/>
          <p14:tracePt t="154995" x="3441700" y="2222500"/>
          <p14:tracePt t="155005" x="3403600" y="2216150"/>
          <p14:tracePt t="155021" x="3359150" y="2209800"/>
          <p14:tracePt t="155038" x="3200400" y="2178050"/>
          <p14:tracePt t="155055" x="3111500" y="2165350"/>
          <p14:tracePt t="155073" x="2768600" y="2146300"/>
          <p14:tracePt t="155088" x="2654300" y="2146300"/>
          <p14:tracePt t="155104" x="2565400" y="2146300"/>
          <p14:tracePt t="155121" x="2374900" y="2152650"/>
          <p14:tracePt t="155138" x="2260600" y="2159000"/>
          <p14:tracePt t="155154" x="2209800" y="2159000"/>
          <p14:tracePt t="155171" x="2165350" y="2159000"/>
          <p14:tracePt t="155188" x="2152650" y="2159000"/>
          <p14:tracePt t="155204" x="2146300" y="2159000"/>
          <p14:tracePt t="155304" x="2165350" y="2165350"/>
          <p14:tracePt t="155318" x="2203450" y="2171700"/>
          <p14:tracePt t="155324" x="2266950" y="2184400"/>
          <p14:tracePt t="155340" x="2368550" y="2190750"/>
          <p14:tracePt t="155354" x="2667000" y="2216150"/>
          <p14:tracePt t="155370" x="2857500" y="2228850"/>
          <p14:tracePt t="155388" x="3143250" y="2241550"/>
          <p14:tracePt t="155404" x="3244850" y="2247900"/>
          <p14:tracePt t="155420" x="3378200" y="2247900"/>
          <p14:tracePt t="155437" x="3435350" y="2260600"/>
          <p14:tracePt t="155454" x="3441700" y="2260600"/>
          <p14:tracePt t="155470" x="3454400" y="2260600"/>
          <p14:tracePt t="155487" x="3460750" y="2260600"/>
          <p14:tracePt t="155766" x="3454400" y="2260600"/>
          <p14:tracePt t="155830" x="3454400" y="2254250"/>
          <p14:tracePt t="156157" x="3441700" y="2279650"/>
          <p14:tracePt t="156164" x="3422650" y="2324100"/>
          <p14:tracePt t="156178" x="3403600" y="2393950"/>
          <p14:tracePt t="156187" x="3378200" y="2470150"/>
          <p14:tracePt t="156201" x="3352800" y="2578100"/>
          <p14:tracePt t="156218" x="3333750" y="2692400"/>
          <p14:tracePt t="156235" x="3244850" y="3092450"/>
          <p14:tracePt t="156251" x="3238500" y="3232150"/>
          <p14:tracePt t="156267" x="3213100" y="3409950"/>
          <p14:tracePt t="156285" x="3175000" y="3797300"/>
          <p14:tracePt t="156300" x="3130550" y="4305300"/>
          <p14:tracePt t="156317" x="3117850" y="4546600"/>
          <p14:tracePt t="156334" x="3073400" y="4959350"/>
          <p14:tracePt t="156351" x="3035300" y="5314950"/>
          <p14:tracePt t="156368" x="3016250" y="5619750"/>
          <p14:tracePt t="156384" x="3003550" y="5708650"/>
          <p14:tracePt t="156400" x="2997200" y="5829300"/>
          <p14:tracePt t="156417" x="2990850" y="5861050"/>
          <p14:tracePt t="156434" x="2984500" y="5873750"/>
          <p14:tracePt t="156450" x="2984500" y="5880100"/>
          <p14:tracePt t="156536" x="2984500" y="5873750"/>
          <p14:tracePt t="156550" x="2984500" y="5861050"/>
          <p14:tracePt t="156557" x="2990850" y="5848350"/>
          <p14:tracePt t="156571" x="2997200" y="5835650"/>
          <p14:tracePt t="156583" x="3009900" y="5822950"/>
          <p14:tracePt t="156600" x="3016250" y="5797550"/>
          <p14:tracePt t="156616" x="3022600" y="5778500"/>
          <p14:tracePt t="156633" x="3022600" y="5734050"/>
          <p14:tracePt t="156649" x="3016250" y="5657850"/>
          <p14:tracePt t="156666" x="3009900" y="5607050"/>
          <p14:tracePt t="156683" x="3003550" y="5473700"/>
          <p14:tracePt t="156699" x="3003550" y="5321300"/>
          <p14:tracePt t="156716" x="3003550" y="5257800"/>
          <p14:tracePt t="156732" x="3009900" y="5162550"/>
          <p14:tracePt t="156749" x="3016250" y="5111750"/>
          <p14:tracePt t="156765" x="3016250" y="5092700"/>
          <p14:tracePt t="156783" x="3022600" y="5073650"/>
          <p14:tracePt t="156799" x="3028950" y="5073650"/>
          <p14:tracePt t="156816" x="3028950" y="5067300"/>
          <p14:tracePt t="156866" x="3028950" y="5060950"/>
          <p14:tracePt t="156928" x="3028950" y="5054600"/>
          <p14:tracePt t="156991" x="3022600" y="5054600"/>
          <p14:tracePt t="157005" x="3022600" y="5048250"/>
          <p14:tracePt t="157026" x="3016250" y="5041900"/>
          <p14:tracePt t="157041" x="3003550" y="5041900"/>
          <p14:tracePt t="157049" x="2990850" y="5035550"/>
          <p14:tracePt t="157054" x="2971800" y="5029200"/>
          <p14:tracePt t="157068" x="2940050" y="5016500"/>
          <p14:tracePt t="157081" x="2908300" y="4997450"/>
          <p14:tracePt t="157098" x="2800350" y="4972050"/>
          <p14:tracePt t="157114" x="2743200" y="4953000"/>
          <p14:tracePt t="157132" x="2609850" y="4927600"/>
          <p14:tracePt t="157148" x="2470150" y="4895850"/>
          <p14:tracePt t="157165" x="2400300" y="4889500"/>
          <p14:tracePt t="157181" x="2235200" y="4870450"/>
          <p14:tracePt t="157197" x="2152650" y="4845050"/>
          <p14:tracePt t="157214" x="2025650" y="4826000"/>
          <p14:tracePt t="157231" x="1930400" y="4819650"/>
          <p14:tracePt t="157247" x="1892300" y="4819650"/>
          <p14:tracePt t="157265" x="1835150" y="4813300"/>
          <p14:tracePt t="157280" x="1790700" y="4813300"/>
          <p14:tracePt t="157297" x="1765300" y="4813300"/>
          <p14:tracePt t="157314" x="1708150" y="4813300"/>
          <p14:tracePt t="157330" x="1638300" y="4819650"/>
          <p14:tracePt t="157346" x="1600200" y="4819650"/>
          <p14:tracePt t="157363" x="1498600" y="4819650"/>
          <p14:tracePt t="157380" x="1403350" y="4819650"/>
          <p14:tracePt t="157397" x="1365250" y="4819650"/>
          <p14:tracePt t="157413" x="1314450" y="4806950"/>
          <p14:tracePt t="157430" x="1295400" y="4806950"/>
          <p14:tracePt t="157447" x="1295400" y="4800600"/>
          <p14:tracePt t="157463" x="1295400" y="4794250"/>
          <p14:tracePt t="157480" x="1320800" y="4781550"/>
          <p14:tracePt t="157497" x="1371600" y="4775200"/>
          <p14:tracePt t="157513" x="1422400" y="4768850"/>
          <p14:tracePt t="157529" x="1485900" y="4768850"/>
          <p14:tracePt t="157860" x="1473200" y="4768850"/>
          <p14:tracePt t="157866" x="1447800" y="4775200"/>
          <p14:tracePt t="157881" x="1428750" y="4781550"/>
          <p14:tracePt t="157895" x="1409700" y="4787900"/>
          <p14:tracePt t="157911" x="1365250" y="4806950"/>
          <p14:tracePt t="157928" x="1346200" y="4813300"/>
          <p14:tracePt t="157945" x="1301750" y="4826000"/>
          <p14:tracePt t="157961" x="1263650" y="4838700"/>
          <p14:tracePt t="157979" x="1250950" y="4838700"/>
          <p14:tracePt t="157994" x="1225550" y="4838700"/>
          <p14:tracePt t="158011" x="1212850" y="4845050"/>
          <p14:tracePt t="158028" x="1206500" y="4845050"/>
          <p14:tracePt t="158182" x="1212850" y="4845050"/>
          <p14:tracePt t="158189" x="1225550" y="4838700"/>
          <p14:tracePt t="158203" x="1231900" y="4832350"/>
          <p14:tracePt t="158213" x="1250950" y="4832350"/>
          <p14:tracePt t="158227" x="1270000" y="4819650"/>
          <p14:tracePt t="158244" x="1333500" y="4794250"/>
          <p14:tracePt t="158260" x="1384300" y="4781550"/>
          <p14:tracePt t="158277" x="1409700" y="4775200"/>
          <p14:tracePt t="158294" x="1435100" y="4768850"/>
          <p14:tracePt t="158310" x="1454150" y="4756150"/>
          <p14:tracePt t="158327" x="1460500" y="4756150"/>
          <p14:tracePt t="158359" x="1454150" y="4756150"/>
          <p14:tracePt t="158380" x="1441450" y="4756150"/>
          <p14:tracePt t="158396" x="1428750" y="4756150"/>
          <p14:tracePt t="158410" x="1416050" y="4756150"/>
          <p14:tracePt t="158426" x="1371600" y="4756150"/>
          <p14:tracePt t="158443" x="1314450" y="4768850"/>
          <p14:tracePt t="158460" x="1295400" y="4768850"/>
          <p14:tracePt t="158478" x="1206500" y="4787900"/>
          <p14:tracePt t="158493" x="1181100" y="4794250"/>
          <p14:tracePt t="158509" x="1174750" y="4794250"/>
          <p14:tracePt t="158527" x="1155700" y="4800600"/>
          <p14:tracePt t="158543" x="1143000" y="4806950"/>
          <p14:tracePt t="158589" x="1136650" y="4806950"/>
          <p14:tracePt t="158933" x="1155700" y="4813300"/>
          <p14:tracePt t="158939" x="1187450" y="4813300"/>
          <p14:tracePt t="158954" x="1225550" y="4819650"/>
          <p14:tracePt t="158961" x="1263650" y="4826000"/>
          <p14:tracePt t="158978" x="1308100" y="4832350"/>
          <p14:tracePt t="158991" x="1384300" y="4845050"/>
          <p14:tracePt t="159008" x="1441450" y="4845050"/>
          <p14:tracePt t="159025" x="1530350" y="4851400"/>
          <p14:tracePt t="159041" x="1600200" y="4864100"/>
          <p14:tracePt t="159057" x="1778000" y="4870450"/>
          <p14:tracePt t="159061" x="1892300" y="4883150"/>
          <p14:tracePt t="159075" x="2006600" y="4889500"/>
          <p14:tracePt t="159091" x="2146300" y="4902200"/>
          <p14:tracePt t="159109" x="2374900" y="4914900"/>
          <p14:tracePt t="159124" x="2540000" y="4908550"/>
          <p14:tracePt t="159141" x="2603500" y="4908550"/>
          <p14:tracePt t="159158" x="2686050" y="4895850"/>
          <p14:tracePt t="159174" x="2768600" y="4883150"/>
          <p14:tracePt t="159190" x="2806700" y="4876800"/>
          <p14:tracePt t="159207" x="2889250" y="4876800"/>
          <p14:tracePt t="159224" x="2927350" y="4870450"/>
          <p14:tracePt t="159241" x="2946400" y="4870450"/>
          <p14:tracePt t="159257" x="2965450" y="4864100"/>
          <p14:tracePt t="159273" x="2971800" y="4864100"/>
          <p14:tracePt t="159291" x="2978150" y="4864100"/>
          <p14:tracePt t="159360" x="2984500" y="4864100"/>
          <p14:tracePt t="159375" x="2990850" y="4864100"/>
          <p14:tracePt t="159382" x="3003550" y="4864100"/>
          <p14:tracePt t="159396" x="3022600" y="4864100"/>
          <p14:tracePt t="159406" x="3041650" y="4870450"/>
          <p14:tracePt t="159424" x="3124200" y="4889500"/>
          <p14:tracePt t="159440" x="3175000" y="4908550"/>
          <p14:tracePt t="159456" x="3276600" y="4933950"/>
          <p14:tracePt t="159473" x="3340100" y="4959350"/>
          <p14:tracePt t="159489" x="3352800" y="4959350"/>
          <p14:tracePt t="159506" x="3365500" y="4965700"/>
          <p14:tracePt t="159523" x="3302000" y="4965700"/>
          <p14:tracePt t="159539" x="3225800" y="4965700"/>
          <p14:tracePt t="159556" x="2984500" y="4965700"/>
          <p14:tracePt t="159573" x="2692400" y="4953000"/>
          <p14:tracePt t="159589" x="2533650" y="4959350"/>
          <p14:tracePt t="159606" x="2292350" y="4972050"/>
          <p14:tracePt t="159622" x="2095500" y="4997450"/>
          <p14:tracePt t="159639" x="2019300" y="4997450"/>
          <p14:tracePt t="159656" x="1911350" y="5029200"/>
          <p14:tracePt t="159672" x="1866900" y="5035550"/>
          <p14:tracePt t="159689" x="1854200" y="5035550"/>
          <p14:tracePt t="159705" x="1847850" y="5041900"/>
          <p14:tracePt t="159722" x="1841500" y="5041900"/>
          <p14:tracePt t="159781" x="1854200" y="5041900"/>
          <p14:tracePt t="159795" x="1866900" y="5041900"/>
          <p14:tracePt t="159802" x="1905000" y="5041900"/>
          <p14:tracePt t="159817" x="1955800" y="5041900"/>
          <p14:tracePt t="159825" x="2044700" y="5054600"/>
          <p14:tracePt t="159838" x="2133600" y="5067300"/>
          <p14:tracePt t="159855" x="2349500" y="5092700"/>
          <p14:tracePt t="159872" x="2463800" y="5092700"/>
          <p14:tracePt t="159888" x="2647950" y="5118100"/>
          <p14:tracePt t="159905" x="2800350" y="5118100"/>
          <p14:tracePt t="159922" x="2940050" y="5105400"/>
          <p14:tracePt t="159938" x="3003550" y="5105400"/>
          <p14:tracePt t="159954" x="3073400" y="5092700"/>
          <p14:tracePt t="159971" x="3276600" y="5073650"/>
          <p14:tracePt t="159988" x="3346450" y="5067300"/>
          <p14:tracePt t="160004" x="3397250" y="5054600"/>
          <p14:tracePt t="160021" x="3467100" y="5048250"/>
          <p14:tracePt t="160037" x="3486150" y="5041900"/>
          <p14:tracePt t="160146" x="3479800" y="5041900"/>
          <p14:tracePt t="160265" x="3473450" y="5035550"/>
          <p14:tracePt t="160272" x="3473450" y="5029200"/>
          <p14:tracePt t="160545" x="3505200" y="5022850"/>
          <p14:tracePt t="160553" x="3543300" y="5010150"/>
          <p14:tracePt t="160566" x="3587750" y="4978400"/>
          <p14:tracePt t="160573" x="3632200" y="4965700"/>
          <p14:tracePt t="160588" x="3663950" y="4946650"/>
          <p14:tracePt t="160602" x="3695700" y="4933950"/>
          <p14:tracePt t="160619" x="3746500" y="4902200"/>
          <p14:tracePt t="160636" x="3778250" y="4883150"/>
          <p14:tracePt t="160669" x="3784600" y="4876800"/>
          <p14:tracePt t="160706" x="3790950" y="4876800"/>
          <p14:tracePt t="160713" x="3797300" y="4876800"/>
          <p14:tracePt t="160749" x="3803650" y="4876800"/>
          <p14:tracePt t="160924" x="3803650" y="4883150"/>
          <p14:tracePt t="160938" x="3803650" y="4889500"/>
          <p14:tracePt t="160959" x="3803650" y="4902200"/>
          <p14:tracePt t="160965" x="3803650" y="4908550"/>
          <p14:tracePt t="160972" x="3803650" y="4914900"/>
          <p14:tracePt t="160988" x="3803650" y="4927600"/>
          <p14:tracePt t="161001" x="3803650" y="4940300"/>
          <p14:tracePt t="161018" x="3803650" y="4972050"/>
          <p14:tracePt t="161034" x="3803650" y="4984750"/>
          <p14:tracePt t="161051" x="3810000" y="4997450"/>
          <p14:tracePt t="161067" x="3810000" y="5022850"/>
          <p14:tracePt t="161085" x="3810000" y="5035550"/>
          <p14:tracePt t="161117" x="3810000" y="5041900"/>
          <p14:tracePt t="161148" x="3810000" y="5048250"/>
          <p14:tracePt t="161225" x="3803650" y="5048250"/>
          <p14:tracePt t="161239" x="3797300" y="5048250"/>
          <p14:tracePt t="161246" x="3790950" y="5048250"/>
          <p14:tracePt t="161253" x="3784600" y="5048250"/>
          <p14:tracePt t="161269" x="3778250" y="5048250"/>
          <p14:tracePt t="161283" x="3765550" y="5048250"/>
          <p14:tracePt t="161300" x="3721100" y="5035550"/>
          <p14:tracePt t="161317" x="3638550" y="5022850"/>
          <p14:tracePt t="161333" x="3587750" y="5010150"/>
          <p14:tracePt t="161350" x="3454400" y="4984750"/>
          <p14:tracePt t="161366" x="3289300" y="4965700"/>
          <p14:tracePt t="161383" x="3187700" y="4953000"/>
          <p14:tracePt t="161400" x="3016250" y="4933950"/>
          <p14:tracePt t="161416" x="2851150" y="4933950"/>
          <p14:tracePt t="161433" x="2787650" y="4933950"/>
          <p14:tracePt t="161450" x="2628900" y="4959350"/>
          <p14:tracePt t="161466" x="2489200" y="4965700"/>
          <p14:tracePt t="161483" x="2413000" y="4984750"/>
          <p14:tracePt t="161499" x="2266950" y="5016500"/>
          <p14:tracePt t="161516" x="2197100" y="5035550"/>
          <p14:tracePt t="161532" x="2076450" y="5060950"/>
          <p14:tracePt t="161549" x="1968500" y="5099050"/>
          <p14:tracePt t="161566" x="1917700" y="5105400"/>
          <p14:tracePt t="161583" x="1797050" y="5143500"/>
          <p14:tracePt t="161599" x="1663700" y="5162550"/>
          <p14:tracePt t="161615" x="1606550" y="5175250"/>
          <p14:tracePt t="161619" x="1555750" y="5175250"/>
          <p14:tracePt t="161632" x="1504950" y="5175250"/>
          <p14:tracePt t="161649" x="1403350" y="5168900"/>
          <p14:tracePt t="161665" x="1358900" y="5168900"/>
          <p14:tracePt t="161682" x="1257300" y="5168900"/>
          <p14:tracePt t="161698" x="1174750" y="5175250"/>
          <p14:tracePt t="161716" x="1149350" y="5168900"/>
          <p14:tracePt t="161732" x="1098550" y="5162550"/>
          <p14:tracePt t="161748" x="1073150" y="5149850"/>
          <p14:tracePt t="161765" x="1060450" y="5149850"/>
          <p14:tracePt t="161782" x="1054100" y="5149850"/>
          <p14:tracePt t="162119" x="1041400" y="5149850"/>
          <p14:tracePt t="162126" x="1016000" y="5149850"/>
          <p14:tracePt t="162140" x="990600" y="5149850"/>
          <p14:tracePt t="162149" x="958850" y="5149850"/>
          <p14:tracePt t="162164" x="939800" y="5149850"/>
          <p14:tracePt t="162181" x="882650" y="5149850"/>
          <p14:tracePt t="162197" x="819150" y="5149850"/>
          <p14:tracePt t="162213" x="781050" y="5149850"/>
          <p14:tracePt t="162231" x="749300" y="5143500"/>
          <p14:tracePt t="162246" x="679450" y="5137150"/>
          <p14:tracePt t="162263" x="660400" y="5137150"/>
          <p14:tracePt t="162280" x="647700" y="5137150"/>
          <p14:tracePt t="162296" x="635000" y="5137150"/>
          <p14:tracePt t="162313" x="622300" y="5130800"/>
          <p14:tracePt t="162330" x="584200" y="5130800"/>
          <p14:tracePt t="162346" x="565150" y="5124450"/>
          <p14:tracePt t="162363" x="514350" y="5124450"/>
          <p14:tracePt t="162380" x="482600" y="5118100"/>
          <p14:tracePt t="162396" x="463550" y="5118100"/>
          <p14:tracePt t="162413" x="450850" y="5118100"/>
          <p14:tracePt t="162429" x="444500" y="5118100"/>
          <p14:tracePt t="162463" x="438150" y="5111750"/>
          <p14:tracePt t="162479" x="419100" y="5105400"/>
          <p14:tracePt t="162496" x="406400" y="5099050"/>
          <p14:tracePt t="162512" x="387350" y="5092700"/>
          <p14:tracePt t="162529" x="361950" y="5080000"/>
          <p14:tracePt t="162546" x="336550" y="5067300"/>
          <p14:tracePt t="162562" x="323850" y="5060950"/>
          <p14:tracePt t="162579" x="317500" y="5054600"/>
          <p14:tracePt t="162596" x="298450" y="5048250"/>
          <p14:tracePt t="162629" x="292100" y="5048250"/>
          <p14:tracePt t="162729" x="292100" y="5054600"/>
          <p14:tracePt t="162750" x="298450" y="5067300"/>
          <p14:tracePt t="162757" x="298450" y="5073650"/>
          <p14:tracePt t="162771" x="298450" y="5080000"/>
          <p14:tracePt t="162781" x="298450" y="5086350"/>
          <p14:tracePt t="162794" x="298450" y="5092700"/>
          <p14:tracePt t="162811" x="298450" y="5099050"/>
          <p14:tracePt t="162828" x="304800" y="5105400"/>
          <p14:tracePt t="162876" x="311150" y="5111750"/>
          <p14:tracePt t="162911" x="317500" y="5118100"/>
          <p14:tracePt t="162918" x="323850" y="5118100"/>
          <p14:tracePt t="162927" x="330200" y="5118100"/>
          <p14:tracePt t="162944" x="336550" y="5118100"/>
          <p14:tracePt t="162962" x="342900" y="5118100"/>
          <p14:tracePt t="162977" x="355600" y="5118100"/>
          <p14:tracePt t="162994" x="406400" y="5111750"/>
          <p14:tracePt t="163011" x="463550" y="5086350"/>
          <p14:tracePt t="163027" x="508000" y="5086350"/>
          <p14:tracePt t="163044" x="577850" y="5060950"/>
          <p14:tracePt t="163060" x="660400" y="5048250"/>
          <p14:tracePt t="163077" x="692150" y="5041900"/>
          <p14:tracePt t="163094" x="762000" y="5035550"/>
          <p14:tracePt t="163110" x="825500" y="5035550"/>
          <p14:tracePt t="163127" x="863600" y="5035550"/>
          <p14:tracePt t="163130" x="901700" y="5035550"/>
          <p14:tracePt t="163144" x="958850" y="5035550"/>
          <p14:tracePt t="163160" x="1079500" y="5060950"/>
          <p14:tracePt t="163178" x="1276350" y="5111750"/>
          <p14:tracePt t="163193" x="1390650" y="5137150"/>
          <p14:tracePt t="163210" x="1517650" y="5156200"/>
          <p14:tracePt t="163227" x="1784350" y="5187950"/>
          <p14:tracePt t="163243" x="2089150" y="5226050"/>
          <p14:tracePt t="163260" x="2228850" y="5232400"/>
          <p14:tracePt t="163276" x="2520950" y="5257800"/>
          <p14:tracePt t="163293" x="2800350" y="5257800"/>
          <p14:tracePt t="163310" x="2940050" y="5251450"/>
          <p14:tracePt t="163326" x="3219450" y="5219700"/>
          <p14:tracePt t="163343" x="3333750" y="5207000"/>
          <p14:tracePt t="163360" x="3543300" y="5156200"/>
          <p14:tracePt t="163376" x="3619500" y="5137150"/>
          <p14:tracePt t="163393" x="3689350" y="5111750"/>
          <p14:tracePt t="163409" x="3695700" y="5111750"/>
          <p14:tracePt t="163443" x="3695700" y="5105400"/>
          <p14:tracePt t="163459" x="3695700" y="5099050"/>
          <p14:tracePt t="163479" x="3663950" y="5099050"/>
          <p14:tracePt t="163492" x="3568700" y="5099050"/>
          <p14:tracePt t="163509" x="3257550" y="5048250"/>
          <p14:tracePt t="163525" x="2863850" y="4997450"/>
          <p14:tracePt t="163543" x="2520950" y="4984750"/>
          <p14:tracePt t="163559" x="2381250" y="4991100"/>
          <p14:tracePt t="163575" x="2108200" y="5035550"/>
          <p14:tracePt t="163592" x="1879600" y="5067300"/>
          <p14:tracePt t="163609" x="1765300" y="5099050"/>
          <p14:tracePt t="163625" x="1568450" y="5156200"/>
          <p14:tracePt t="163642" x="1371600" y="5213350"/>
          <p14:tracePt t="163658" x="1289050" y="5251450"/>
          <p14:tracePt t="163675" x="1143000" y="5289550"/>
          <p14:tracePt t="163691" x="1085850" y="5302250"/>
          <p14:tracePt t="163708" x="1073150" y="5302250"/>
          <p14:tracePt t="163725" x="1054100" y="5302250"/>
          <p14:tracePt t="163767" x="1060450" y="5302250"/>
          <p14:tracePt t="163781" x="1066800" y="5302250"/>
          <p14:tracePt t="163791" x="1092200" y="5302250"/>
          <p14:tracePt t="163808" x="1143000" y="5295900"/>
          <p14:tracePt t="163825" x="1384300" y="5276850"/>
          <p14:tracePt t="163841" x="1574800" y="5276850"/>
          <p14:tracePt t="163859" x="2343150" y="5314950"/>
          <p14:tracePt t="163874" x="2616200" y="5346700"/>
          <p14:tracePt t="163891" x="2857500" y="5372100"/>
          <p14:tracePt t="163908" x="3194050" y="5410200"/>
          <p14:tracePt t="163925" x="3422650" y="5410200"/>
          <p14:tracePt t="163941" x="3498850" y="5410200"/>
          <p14:tracePt t="163958" x="3619500" y="5397500"/>
          <p14:tracePt t="163975" x="3721100" y="5384800"/>
          <p14:tracePt t="163991" x="3816350" y="5359400"/>
          <p14:tracePt t="164007" x="3860800" y="5334000"/>
          <p14:tracePt t="164024" x="3943350" y="5283200"/>
          <p14:tracePt t="164041" x="3962400" y="5264150"/>
          <p14:tracePt t="164057" x="3962400" y="5257800"/>
          <p14:tracePt t="164118" x="3949700" y="5257800"/>
          <p14:tracePt t="164132" x="3937000" y="5245100"/>
          <p14:tracePt t="164138" x="3930650" y="5238750"/>
          <p14:tracePt t="164402" x="3860800" y="5232400"/>
          <p14:tracePt t="164409" x="3733800" y="5207000"/>
          <p14:tracePt t="164425" x="3587750" y="5187950"/>
          <p14:tracePt t="164439" x="3403600" y="5175250"/>
          <p14:tracePt t="164455" x="3022600" y="5149850"/>
          <p14:tracePt t="164473" x="2622550" y="5137150"/>
          <p14:tracePt t="164489" x="2470150" y="5137150"/>
          <p14:tracePt t="164506" x="2171700" y="5143500"/>
          <p14:tracePt t="164522" x="1905000" y="5149850"/>
          <p14:tracePt t="164539" x="1790700" y="5162550"/>
          <p14:tracePt t="164556" x="1612900" y="5181600"/>
          <p14:tracePt t="164572" x="1479550" y="5200650"/>
          <p14:tracePt t="164588" x="1428750" y="5207000"/>
          <p14:tracePt t="164606" x="1365250" y="5219700"/>
          <p14:tracePt t="164622" x="1352550" y="5219700"/>
          <p14:tracePt t="164638" x="1346200" y="5219700"/>
          <p14:tracePt t="164672" x="1339850" y="5219700"/>
          <p14:tracePt t="164746" x="1346200" y="5219700"/>
          <p14:tracePt t="164753" x="1358900" y="5219700"/>
          <p14:tracePt t="164760" x="1397000" y="5219700"/>
          <p14:tracePt t="164774" x="1460500" y="5219700"/>
          <p14:tracePt t="164788" x="1549400" y="5219700"/>
          <p14:tracePt t="164804" x="1866900" y="5219700"/>
          <p14:tracePt t="164821" x="2152650" y="5219700"/>
          <p14:tracePt t="164838" x="2781300" y="5226050"/>
          <p14:tracePt t="164854" x="3225800" y="5226050"/>
          <p14:tracePt t="164871" x="3346450" y="5226050"/>
          <p14:tracePt t="164887" x="3575050" y="5238750"/>
          <p14:tracePt t="164904" x="3663950" y="5232400"/>
          <p14:tracePt t="164921" x="3784600" y="5226050"/>
          <p14:tracePt t="164938" x="3835400" y="5213350"/>
          <p14:tracePt t="164954" x="3911600" y="5187950"/>
          <p14:tracePt t="164970" x="3943350" y="5175250"/>
          <p14:tracePt t="164988" x="3956050" y="5168900"/>
          <p14:tracePt t="165040" x="3949700" y="5168900"/>
          <p14:tracePt t="165055" x="3930650" y="5162550"/>
          <p14:tracePt t="165061" x="3879850" y="5143500"/>
          <p14:tracePt t="165075" x="3790950" y="5111750"/>
          <p14:tracePt t="165087" x="3683000" y="5073650"/>
          <p14:tracePt t="165104" x="3365500" y="5010150"/>
          <p14:tracePt t="165120" x="3175000" y="4984750"/>
          <p14:tracePt t="165137" x="2787650" y="4946650"/>
          <p14:tracePt t="165154" x="2489200" y="4953000"/>
          <p14:tracePt t="165170" x="2355850" y="4965700"/>
          <p14:tracePt t="165187" x="2089150" y="4984750"/>
          <p14:tracePt t="165203" x="1879600" y="5003800"/>
          <p14:tracePt t="165220" x="1790700" y="5022850"/>
          <p14:tracePt t="165237" x="1701800" y="5035550"/>
          <p14:tracePt t="165253" x="1549400" y="5060950"/>
          <p14:tracePt t="165269" x="1530350" y="5067300"/>
          <p14:tracePt t="165286" x="1524000" y="5067300"/>
          <p14:tracePt t="165303" x="1517650" y="5067300"/>
          <p14:tracePt t="165322" x="1511300" y="5067300"/>
          <p14:tracePt t="165341" x="1517650" y="5067300"/>
          <p14:tracePt t="165352" x="1536700" y="5060950"/>
          <p14:tracePt t="165370" x="1574800" y="5054600"/>
          <p14:tracePt t="165386" x="1600200" y="5048250"/>
          <p14:tracePt t="165692" x="1600200" y="5041900"/>
          <p14:tracePt t="165707" x="1606550" y="5035550"/>
          <p14:tracePt t="165714" x="1612900" y="5035550"/>
          <p14:tracePt t="165721" x="1631950" y="5022850"/>
          <p14:tracePt t="165737" x="1644650" y="5016500"/>
          <p14:tracePt t="165751" x="1651000" y="4997450"/>
          <p14:tracePt t="165768" x="1670050" y="4972050"/>
          <p14:tracePt t="165785" x="1695450" y="4940300"/>
          <p14:tracePt t="165801" x="1701800" y="4927600"/>
          <p14:tracePt t="165818" x="1708150" y="4908550"/>
          <p14:tracePt t="165834" x="1708150" y="4895850"/>
          <p14:tracePt t="165868" x="1695450" y="4889500"/>
          <p14:tracePt t="165885" x="1663700" y="4870450"/>
          <p14:tracePt t="165900" x="1651000" y="4851400"/>
          <p14:tracePt t="165918" x="1600200" y="4826000"/>
          <p14:tracePt t="165934" x="1568450" y="4806950"/>
          <p14:tracePt t="165950" x="1454150" y="4768850"/>
          <p14:tracePt t="165967" x="1314450" y="4749800"/>
          <p14:tracePt t="165984" x="1250950" y="4749800"/>
          <p14:tracePt t="166001" x="1123950" y="4749800"/>
          <p14:tracePt t="166017" x="1016000" y="4756150"/>
          <p14:tracePt t="166034" x="977900" y="4762500"/>
          <p14:tracePt t="166051" x="920750" y="4787900"/>
          <p14:tracePt t="166066" x="895350" y="4794250"/>
          <p14:tracePt t="166083" x="895350" y="4800600"/>
          <p14:tracePt t="166100" x="889000" y="4800600"/>
          <p14:tracePt t="166116" x="908050" y="4819650"/>
          <p14:tracePt t="166133" x="939800" y="4838700"/>
          <p14:tracePt t="166150" x="1079500" y="4902200"/>
          <p14:tracePt t="166166" x="1276350" y="4965700"/>
          <p14:tracePt t="166184" x="1492250" y="4984750"/>
          <p14:tracePt t="166200" x="1593850" y="4984750"/>
          <p14:tracePt t="166216" x="1670050" y="4984750"/>
          <p14:tracePt t="166233" x="1898650" y="4883150"/>
          <p14:tracePt t="166249" x="1943100" y="4851400"/>
          <p14:tracePt t="166266" x="1981200" y="4800600"/>
          <p14:tracePt t="166283" x="2012950" y="4749800"/>
          <p14:tracePt t="166299" x="2025650" y="4730750"/>
          <p14:tracePt t="166316" x="2025650" y="4724400"/>
          <p14:tracePt t="166349" x="1974850" y="4699000"/>
          <p14:tracePt t="166366" x="1841500" y="4673600"/>
          <p14:tracePt t="166382" x="1778000" y="4654550"/>
          <p14:tracePt t="166399" x="1631950" y="4635500"/>
          <p14:tracePt t="166416" x="1479550" y="4635500"/>
          <p14:tracePt t="166432" x="1441450" y="4635500"/>
          <p14:tracePt t="166449" x="1384300" y="4635500"/>
          <p14:tracePt t="166465" x="1365250" y="4635500"/>
          <p14:tracePt t="166527" x="1371600" y="4641850"/>
          <p14:tracePt t="166534" x="1377950" y="4641850"/>
          <p14:tracePt t="166549" x="1409700" y="4654550"/>
          <p14:tracePt t="166565" x="1466850" y="4673600"/>
          <p14:tracePt t="166582" x="1612900" y="4711700"/>
          <p14:tracePt t="166598" x="1739900" y="4730750"/>
          <p14:tracePt t="166615" x="1816100" y="4730750"/>
          <p14:tracePt t="166632" x="1936750" y="4724400"/>
          <p14:tracePt t="166648" x="2019300" y="4711700"/>
          <p14:tracePt t="166664" x="2038350" y="4705350"/>
          <p14:tracePt t="166682" x="2057400" y="4699000"/>
          <p14:tracePt t="166698" x="2057400" y="4692650"/>
          <p14:tracePt t="166714" x="2044700" y="4679950"/>
          <p14:tracePt t="166731" x="1993900" y="4641850"/>
          <p14:tracePt t="166748" x="1885950" y="4597400"/>
          <p14:tracePt t="166764" x="1816100" y="4578350"/>
          <p14:tracePt t="166781" x="1682750" y="4559300"/>
          <p14:tracePt t="166797" x="1543050" y="4552950"/>
          <p14:tracePt t="166815" x="1447800" y="4572000"/>
          <p14:tracePt t="166831" x="1403350" y="4578350"/>
          <p14:tracePt t="166847" x="1384300" y="4591050"/>
          <p14:tracePt t="166864" x="1352550" y="4635500"/>
          <p14:tracePt t="166881" x="1346200" y="4635500"/>
          <p14:tracePt t="166897" x="1339850" y="4635500"/>
          <p14:tracePt t="166914" x="1339850" y="4641850"/>
          <p14:tracePt t="167207" x="1308100" y="4660900"/>
          <p14:tracePt t="167214" x="1263650" y="4699000"/>
          <p14:tracePt t="167228" x="1206500" y="4743450"/>
          <p14:tracePt t="167235" x="1155700" y="4794250"/>
          <p14:tracePt t="167249" x="1098550" y="4832350"/>
          <p14:tracePt t="167263" x="1041400" y="4876800"/>
          <p14:tracePt t="167279" x="939800" y="4965700"/>
          <p14:tracePt t="167296" x="895350" y="4991100"/>
          <p14:tracePt t="167313" x="812800" y="5054600"/>
          <p14:tracePt t="167329" x="781050" y="5067300"/>
          <p14:tracePt t="167346" x="774700" y="5073650"/>
          <p14:tracePt t="167363" x="762000" y="5080000"/>
          <p14:tracePt t="167390" x="755650" y="5080000"/>
          <p14:tracePt t="167439" x="755650" y="5086350"/>
          <p14:tracePt t="167446" x="749300" y="5086350"/>
          <p14:tracePt t="167460" x="736600" y="5092700"/>
          <p14:tracePt t="167467" x="730250" y="5092700"/>
          <p14:tracePt t="167482" x="717550" y="5099050"/>
          <p14:tracePt t="167496" x="704850" y="5111750"/>
          <p14:tracePt t="167512" x="698500" y="5118100"/>
          <p14:tracePt t="167529" x="692150" y="5118100"/>
          <p14:tracePt t="167545" x="679450" y="5124450"/>
          <p14:tracePt t="167562" x="666750" y="5130800"/>
          <p14:tracePt t="167579" x="660400" y="5137150"/>
          <p14:tracePt t="167621" x="660400" y="5143500"/>
          <p14:tracePt t="167655" x="654050" y="5143500"/>
          <p14:tracePt t="167698" x="647700" y="5149850"/>
          <p14:tracePt t="167768" x="647700" y="5156200"/>
          <p14:tracePt t="167790" x="654050" y="5156200"/>
          <p14:tracePt t="167811" x="660400" y="5156200"/>
          <p14:tracePt t="167817" x="666750" y="5156200"/>
          <p14:tracePt t="167832" x="673100" y="5156200"/>
          <p14:tracePt t="167843" x="685800" y="5156200"/>
          <p14:tracePt t="167861" x="717550" y="5149850"/>
          <p14:tracePt t="167877" x="736600" y="5143500"/>
          <p14:tracePt t="167895" x="781050" y="5137150"/>
          <p14:tracePt t="167910" x="838200" y="5111750"/>
          <p14:tracePt t="167927" x="882650" y="5105400"/>
          <p14:tracePt t="167944" x="984250" y="5092700"/>
          <p14:tracePt t="167960" x="1092200" y="5086350"/>
          <p14:tracePt t="167977" x="1143000" y="5073650"/>
          <p14:tracePt t="167994" x="1238250" y="5073650"/>
          <p14:tracePt t="168010" x="1301750" y="5080000"/>
          <p14:tracePt t="168027" x="1346200" y="5080000"/>
          <p14:tracePt t="168043" x="1403350" y="5080000"/>
          <p14:tracePt t="168060" x="1466850" y="5067300"/>
          <p14:tracePt t="168077" x="1524000" y="5060950"/>
          <p14:tracePt t="168093" x="1568450" y="5060950"/>
          <p14:tracePt t="168109" x="1593850" y="5054600"/>
          <p14:tracePt t="168127" x="1676400" y="5041900"/>
          <p14:tracePt t="168143" x="1695450" y="5041900"/>
          <p14:tracePt t="168159" x="1720850" y="5041900"/>
          <p14:tracePt t="168176" x="1765300" y="5041900"/>
          <p14:tracePt t="168193" x="1803400" y="5035550"/>
          <p14:tracePt t="168210" x="1860550" y="5022850"/>
          <p14:tracePt t="168226" x="1905000" y="5022850"/>
          <p14:tracePt t="168243" x="1968500" y="5016500"/>
          <p14:tracePt t="168260" x="2051050" y="5010150"/>
          <p14:tracePt t="168276" x="2082800" y="5003800"/>
          <p14:tracePt t="168292" x="2146300" y="5003800"/>
          <p14:tracePt t="168309" x="2222500" y="5003800"/>
          <p14:tracePt t="168325" x="2254250" y="5003800"/>
          <p14:tracePt t="168342" x="2330450" y="5003800"/>
          <p14:tracePt t="168359" x="2438400" y="5003800"/>
          <p14:tracePt t="168375" x="2489200" y="5003800"/>
          <p14:tracePt t="168393" x="2590800" y="5003800"/>
          <p14:tracePt t="168408" x="2692400" y="5003800"/>
          <p14:tracePt t="168425" x="2730500" y="5003800"/>
          <p14:tracePt t="168442" x="2800350" y="5010150"/>
          <p14:tracePt t="168458" x="2832100" y="5022850"/>
          <p14:tracePt t="168475" x="2882900" y="5022850"/>
          <p14:tracePt t="168492" x="2940050" y="5022850"/>
          <p14:tracePt t="168508" x="2965450" y="5022850"/>
          <p14:tracePt t="168525" x="3041650" y="5022850"/>
          <p14:tracePt t="168541" x="3111500" y="5022850"/>
          <p14:tracePt t="168558" x="3143250" y="5022850"/>
          <p14:tracePt t="168575" x="3200400" y="5029200"/>
          <p14:tracePt t="168591" x="3232150" y="5035550"/>
          <p14:tracePt t="168608" x="3251200" y="5035550"/>
          <p14:tracePt t="168625" x="3282950" y="5041900"/>
          <p14:tracePt t="168641" x="3302000" y="5048250"/>
          <p14:tracePt t="168659" x="3321050" y="5048250"/>
          <p14:tracePt t="168675" x="3327400" y="5054600"/>
          <p14:tracePt t="168691" x="3333750" y="5054600"/>
          <p14:tracePt t="168869" x="3333750" y="5048250"/>
          <p14:tracePt t="169301" x="3308350" y="5048250"/>
          <p14:tracePt t="169308" x="3282950" y="5041900"/>
          <p14:tracePt t="169325" x="3257550" y="5035550"/>
          <p14:tracePt t="169339" x="3232150" y="5035550"/>
          <p14:tracePt t="169355" x="3155950" y="5035550"/>
          <p14:tracePt t="169372" x="3016250" y="5035550"/>
          <p14:tracePt t="169389" x="2927350" y="5035550"/>
          <p14:tracePt t="169405" x="2698750" y="5035550"/>
          <p14:tracePt t="169422" x="2470150" y="5048250"/>
          <p14:tracePt t="169439" x="2343150" y="5048250"/>
          <p14:tracePt t="169455" x="2139950" y="5067300"/>
          <p14:tracePt t="169472" x="1993900" y="5086350"/>
          <p14:tracePt t="169488" x="1943100" y="5092700"/>
          <p14:tracePt t="169505" x="1873250" y="5111750"/>
          <p14:tracePt t="169521" x="1828800" y="5118100"/>
          <p14:tracePt t="169538" x="1822450" y="5124450"/>
          <p14:tracePt t="169555" x="1816100" y="5130800"/>
          <p14:tracePt t="169624" x="1822450" y="5130800"/>
          <p14:tracePt t="169631" x="1828800" y="5130800"/>
          <p14:tracePt t="169645" x="1847850" y="5130800"/>
          <p14:tracePt t="169654" x="1885950" y="5130800"/>
          <p14:tracePt t="169671" x="1949450" y="5130800"/>
          <p14:tracePt t="169688" x="2114550" y="5118100"/>
          <p14:tracePt t="169705" x="2330450" y="5099050"/>
          <p14:tracePt t="169721" x="2451100" y="5073650"/>
          <p14:tracePt t="169738" x="2654300" y="5022850"/>
          <p14:tracePt t="169754" x="2794000" y="4946650"/>
          <p14:tracePt t="169771" x="2921000" y="4838700"/>
          <p14:tracePt t="169787" x="2965450" y="4768850"/>
          <p14:tracePt t="169804" x="3035300" y="4603750"/>
          <p14:tracePt t="169821" x="3054350" y="4413250"/>
          <p14:tracePt t="169837" x="3054350" y="4286250"/>
          <p14:tracePt t="169854" x="3028950" y="4140200"/>
          <p14:tracePt t="169871" x="2736850" y="3505200"/>
          <p14:tracePt t="169887" x="2635250" y="3289300"/>
          <p14:tracePt t="169905" x="2463800" y="2946400"/>
          <p14:tracePt t="169920" x="2406650" y="2800350"/>
          <p14:tracePt t="169937" x="2311400" y="2660650"/>
          <p14:tracePt t="169954" x="2273300" y="2590800"/>
          <p14:tracePt t="169970" x="2235200" y="2552700"/>
          <p14:tracePt t="169986" x="2197100" y="2514600"/>
          <p14:tracePt t="170004" x="2178050" y="2508250"/>
          <p14:tracePt t="170020" x="2171700" y="2508250"/>
          <p14:tracePt t="170037" x="2171700" y="2501900"/>
          <p14:tracePt t="170053" x="2152650" y="2482850"/>
          <p14:tracePt t="170070" x="2133600" y="2476500"/>
          <p14:tracePt t="170087" x="2070100" y="2470150"/>
          <p14:tracePt t="170373" x="2057400" y="2444750"/>
          <p14:tracePt t="170380" x="2051050" y="2425700"/>
          <p14:tracePt t="170394" x="2038350" y="2406650"/>
          <p14:tracePt t="170403" x="2032000" y="2381250"/>
          <p14:tracePt t="170418" x="2012950" y="2343150"/>
          <p14:tracePt t="170435" x="2000250" y="2311400"/>
          <p14:tracePt t="170452" x="1949450" y="2190750"/>
          <p14:tracePt t="170468" x="1930400" y="2159000"/>
          <p14:tracePt t="170485" x="1917700" y="2120900"/>
          <p14:tracePt t="170501" x="1911350" y="2108200"/>
          <p14:tracePt t="170518" x="1905000" y="2095500"/>
          <p14:tracePt t="170551" x="1898650" y="2089150"/>
          <p14:tracePt t="170591" x="1898650" y="2082800"/>
          <p14:tracePt t="171012" x="1905000" y="2082800"/>
          <p14:tracePt t="171025" x="1911350" y="2082800"/>
          <p14:tracePt t="171032" x="1924050" y="2082800"/>
          <p14:tracePt t="171046" x="1930400" y="2082800"/>
          <p14:tracePt t="171054" x="1936750" y="2082800"/>
          <p14:tracePt t="171069" x="1968500" y="2082800"/>
          <p14:tracePt t="171083" x="2044700" y="2089150"/>
          <p14:tracePt t="171099" x="2108200" y="2089150"/>
          <p14:tracePt t="171117" x="2292350" y="2108200"/>
          <p14:tracePt t="171133" x="2381250" y="2108200"/>
          <p14:tracePt t="171149" x="2571750" y="2114550"/>
          <p14:tracePt t="171166" x="2749550" y="2127250"/>
          <p14:tracePt t="171183" x="2813050" y="2127250"/>
          <p14:tracePt t="171199" x="2940050" y="2127250"/>
          <p14:tracePt t="171216" x="3073400" y="2133600"/>
          <p14:tracePt t="171232" x="3136900" y="2133600"/>
          <p14:tracePt t="171249" x="3270250" y="2165350"/>
          <p14:tracePt t="171265" x="3384550" y="2190750"/>
          <p14:tracePt t="171282" x="3454400" y="2203450"/>
          <p14:tracePt t="171299" x="3556000" y="2209800"/>
          <p14:tracePt t="171315" x="3613150" y="2209800"/>
          <p14:tracePt t="171332" x="3638550" y="2209800"/>
          <p14:tracePt t="171349" x="3670300" y="2203450"/>
          <p14:tracePt t="171365" x="3683000" y="2197100"/>
          <p14:tracePt t="172237" x="3702050" y="2197100"/>
          <p14:tracePt t="172244" x="3733800" y="2197100"/>
          <p14:tracePt t="172258" x="3752850" y="2203450"/>
          <p14:tracePt t="172265" x="3771900" y="2203450"/>
          <p14:tracePt t="172281" x="3797300" y="2203450"/>
          <p14:tracePt t="172295" x="3816350" y="2203450"/>
          <p14:tracePt t="172312" x="3848100" y="2203450"/>
          <p14:tracePt t="172329" x="3879850" y="2197100"/>
          <p14:tracePt t="172345" x="3898900" y="2197100"/>
          <p14:tracePt t="172362" x="3937000" y="2197100"/>
          <p14:tracePt t="172378" x="3956050" y="2197100"/>
          <p14:tracePt t="172395" x="3962400" y="2190750"/>
          <p14:tracePt t="172412" x="3975100" y="2184400"/>
          <p14:tracePt t="172428" x="3981450" y="2184400"/>
          <p14:tracePt t="172445" x="3987800" y="2184400"/>
          <p14:tracePt t="172517" x="3994150" y="2184400"/>
          <p14:tracePt t="172538" x="4000500" y="2184400"/>
          <p14:tracePt t="172546" x="4006850" y="2178050"/>
          <p14:tracePt t="172559" x="4013200" y="2178050"/>
          <p14:tracePt t="172566" x="4019550" y="2178050"/>
          <p14:tracePt t="172581" x="4025900" y="2178050"/>
          <p14:tracePt t="172597" x="4032250" y="2171700"/>
          <p14:tracePt t="172610" x="4038600" y="2171700"/>
          <p14:tracePt t="172627" x="4044950" y="2171700"/>
          <p14:tracePt t="172644" x="4057650" y="2171700"/>
          <p14:tracePt t="172660" x="4070350" y="2165350"/>
          <p14:tracePt t="172677" x="4076700" y="2165350"/>
          <p14:tracePt t="172694" x="4108450" y="2159000"/>
          <p14:tracePt t="172710" x="4152900" y="2152650"/>
          <p14:tracePt t="172728" x="4191000" y="2146300"/>
          <p14:tracePt t="172743" x="4203700" y="2139950"/>
          <p14:tracePt t="172760" x="4216400" y="2133600"/>
          <p14:tracePt t="172777" x="4203700" y="2133600"/>
          <p14:tracePt t="172794" x="4178300" y="2133600"/>
          <p14:tracePt t="172810" x="4057650" y="2108200"/>
          <p14:tracePt t="172827" x="3854450" y="2076450"/>
          <p14:tracePt t="172843" x="3727450" y="2057400"/>
          <p14:tracePt t="172861" x="3524250" y="2044700"/>
          <p14:tracePt t="172877" x="3403600" y="2044700"/>
          <p14:tracePt t="172894" x="3365500" y="2044700"/>
          <p14:tracePt t="172910" x="3333750" y="2044700"/>
          <p14:tracePt t="172926" x="3327400" y="2051050"/>
          <p14:tracePt t="172943" x="3321050" y="2051050"/>
          <p14:tracePt t="173008" x="3327400" y="2051050"/>
          <p14:tracePt t="173015" x="3346450" y="2057400"/>
          <p14:tracePt t="173029" x="3365500" y="2063750"/>
          <p14:tracePt t="173043" x="3384550" y="2082800"/>
          <p14:tracePt t="173059" x="3454400" y="2095500"/>
          <p14:tracePt t="173076" x="3511550" y="2114550"/>
          <p14:tracePt t="173093" x="3644900" y="2139950"/>
          <p14:tracePt t="173109" x="3778250" y="2171700"/>
          <p14:tracePt t="173125" x="3829050" y="2178050"/>
          <p14:tracePt t="173142" x="3937000" y="2190750"/>
          <p14:tracePt t="173159" x="4006850" y="2197100"/>
          <p14:tracePt t="173176" x="4044950" y="2197100"/>
          <p14:tracePt t="173192" x="4089400" y="2197100"/>
          <p14:tracePt t="173209" x="4102100" y="2197100"/>
          <p14:tracePt t="173226" x="4140200" y="2197100"/>
          <p14:tracePt t="173242" x="4165600" y="2190750"/>
          <p14:tracePt t="173258" x="4184650" y="2190750"/>
          <p14:tracePt t="173275" x="4235450" y="2190750"/>
          <p14:tracePt t="173292" x="4273550" y="2197100"/>
          <p14:tracePt t="173295" x="4311650" y="2197100"/>
          <p14:tracePt t="173325" x="4368800" y="2203450"/>
          <p14:tracePt t="173341" x="4438650" y="2203450"/>
          <p14:tracePt t="173359" x="4495800" y="2222500"/>
          <p14:tracePt t="173375" x="4521200" y="2222500"/>
          <p14:tracePt t="173392" x="4603750" y="2228850"/>
          <p14:tracePt t="173408" x="4673600" y="2235200"/>
          <p14:tracePt t="173424" x="4711700" y="2241550"/>
          <p14:tracePt t="173441" x="4781550" y="2241550"/>
          <p14:tracePt t="173458" x="4851400" y="2260600"/>
          <p14:tracePt t="173474" x="4876800" y="2260600"/>
          <p14:tracePt t="173492" x="4933950" y="2266950"/>
          <p14:tracePt t="173508" x="4965700" y="2266950"/>
          <p14:tracePt t="173524" x="4991100" y="2266950"/>
          <p14:tracePt t="173542" x="5003800" y="2266950"/>
          <p14:tracePt t="173558" x="5016500" y="2266950"/>
          <p14:tracePt t="173574" x="5016500" y="2273300"/>
          <p14:tracePt t="173591" x="5022850" y="2273300"/>
          <p14:tracePt t="173660" x="5029200" y="2279650"/>
          <p14:tracePt t="173668" x="5035550" y="2279650"/>
          <p14:tracePt t="174029" x="4972050" y="2324100"/>
          <p14:tracePt t="174036" x="4851400" y="2387600"/>
          <p14:tracePt t="174050" x="4692650" y="2508250"/>
          <p14:tracePt t="174058" x="4533900" y="2628900"/>
          <p14:tracePt t="174073" x="4400550" y="2774950"/>
          <p14:tracePt t="174089" x="4235450" y="2984500"/>
          <p14:tracePt t="174106" x="3886200" y="3460750"/>
          <p14:tracePt t="174122" x="3530600" y="3981450"/>
          <p14:tracePt t="174139" x="3365500" y="4235450"/>
          <p14:tracePt t="174156" x="3117850" y="4730750"/>
          <p14:tracePt t="174172" x="2971800" y="5111750"/>
          <p14:tracePt t="174189" x="2882900" y="5327650"/>
          <p14:tracePt t="174205" x="2787650" y="5645150"/>
          <p14:tracePt t="174222" x="2705100" y="5899150"/>
          <p14:tracePt t="174239" x="2692400" y="6007100"/>
          <p14:tracePt t="174254" x="2667000" y="6134100"/>
          <p14:tracePt t="174272" x="2647950" y="6229350"/>
          <p14:tracePt t="174289" x="2641600" y="6299200"/>
          <p14:tracePt t="174305" x="2635250" y="6330950"/>
          <p14:tracePt t="174321" x="2628900" y="6343650"/>
          <p14:tracePt t="174325" x="2628900" y="6356350"/>
          <p14:tracePt t="174339" x="2628900" y="6369050"/>
          <p14:tracePt t="174374" x="2628900" y="6362700"/>
          <p14:tracePt t="174394" x="2641600" y="6362700"/>
          <p14:tracePt t="174404" x="2654300" y="6362700"/>
          <p14:tracePt t="174421" x="2686050" y="6375400"/>
          <p14:tracePt t="175091" x="2679700" y="6362700"/>
          <p14:tracePt t="175098" x="2647950" y="6318250"/>
          <p14:tracePt t="175105" x="2590800" y="6280150"/>
          <p14:tracePt t="175121" x="2527300" y="6235700"/>
          <p14:tracePt t="175135" x="2457450" y="6172200"/>
          <p14:tracePt t="175152" x="2292350" y="6057900"/>
          <p14:tracePt t="175169" x="2133600" y="5969000"/>
          <p14:tracePt t="175185" x="2076450" y="5930900"/>
          <p14:tracePt t="175202" x="1974850" y="5873750"/>
          <p14:tracePt t="175218" x="1898650" y="5842000"/>
          <p14:tracePt t="175235" x="1860550" y="5835650"/>
          <p14:tracePt t="175252" x="1784350" y="5816600"/>
          <p14:tracePt t="175268" x="1739900" y="5816600"/>
          <p14:tracePt t="175285" x="1727200" y="5816600"/>
          <p14:tracePt t="175301" x="1708150" y="5816600"/>
          <p14:tracePt t="175318" x="1701800" y="5816600"/>
          <p14:tracePt t="175399" x="1701800" y="5810250"/>
          <p14:tracePt t="175407" x="1708150" y="5810250"/>
          <p14:tracePt t="175417" x="1720850" y="5810250"/>
          <p14:tracePt t="175435" x="1733550" y="5803900"/>
          <p14:tracePt t="176401" x="1733550" y="5791200"/>
          <p14:tracePt t="176407" x="1720850" y="5784850"/>
          <p14:tracePt t="176421" x="1695450" y="5772150"/>
          <p14:tracePt t="176431" x="1682750" y="5759450"/>
          <p14:tracePt t="176447" x="1663700" y="5746750"/>
          <p14:tracePt t="176464" x="1651000" y="5734050"/>
          <p14:tracePt t="176481" x="1644650" y="5734050"/>
          <p14:tracePt t="176680" x="1638300" y="5734050"/>
          <p14:tracePt t="176701" x="1631950" y="5727700"/>
          <p14:tracePt t="176708" x="1625600" y="5727700"/>
          <p14:tracePt t="176722" x="1612900" y="5721350"/>
          <p14:tracePt t="176733" x="1606550" y="5721350"/>
          <p14:tracePt t="176747" x="1593850" y="5721350"/>
          <p14:tracePt t="176763" x="1568450" y="5708650"/>
          <p14:tracePt t="176780" x="1536700" y="5702300"/>
          <p14:tracePt t="176796" x="1517650" y="5695950"/>
          <p14:tracePt t="176813" x="1498600" y="5689600"/>
          <p14:tracePt t="176830" x="1466850" y="5683250"/>
          <p14:tracePt t="176863" x="1460500" y="5683250"/>
          <p14:tracePt t="176880" x="1454150" y="5683250"/>
          <p14:tracePt t="176896" x="1447800" y="5683250"/>
          <p14:tracePt t="176934" x="1441450" y="5676900"/>
          <p14:tracePt t="177011" x="1435100" y="5676900"/>
          <p14:tracePt t="177074" x="1428750" y="5676900"/>
          <p14:tracePt t="177151" x="1428750" y="5670550"/>
          <p14:tracePt t="177172" x="1428750" y="5664200"/>
          <p14:tracePt t="177193" x="1422400" y="5657850"/>
          <p14:tracePt t="177200" x="1422400" y="5645150"/>
          <p14:tracePt t="177215" x="1422400" y="5638800"/>
          <p14:tracePt t="177228" x="1416050" y="5626100"/>
          <p14:tracePt t="177245" x="1409700" y="5600700"/>
          <p14:tracePt t="177261" x="1403350" y="5575300"/>
          <p14:tracePt t="177278" x="1403350" y="5562600"/>
          <p14:tracePt t="177296" x="1403350" y="5549900"/>
          <p14:tracePt t="177311" x="1403350" y="5543550"/>
          <p14:tracePt t="177352" x="1403350" y="5537200"/>
          <p14:tracePt t="177361" x="1403350" y="5530850"/>
          <p14:tracePt t="177387" x="1403350" y="5524500"/>
          <p14:tracePt t="177429" x="1409700" y="5524500"/>
          <p14:tracePt t="177436" x="1409700" y="5518150"/>
          <p14:tracePt t="177457" x="1416050" y="5511800"/>
          <p14:tracePt t="177499" x="1422400" y="5505450"/>
          <p14:tracePt t="177505" x="1428750" y="5499100"/>
          <p14:tracePt t="177520" x="1435100" y="5499100"/>
          <p14:tracePt t="177530" x="1441450" y="5499100"/>
          <p14:tracePt t="177543" x="1447800" y="5492750"/>
          <p14:tracePt t="177560" x="1473200" y="5486400"/>
          <p14:tracePt t="177577" x="1593850" y="5454650"/>
          <p14:tracePt t="177593" x="1663700" y="5435600"/>
          <p14:tracePt t="177611" x="1822450" y="5403850"/>
          <p14:tracePt t="177627" x="1885950" y="5397500"/>
          <p14:tracePt t="177644" x="2057400" y="5365750"/>
          <p14:tracePt t="177661" x="2222500" y="5346700"/>
          <p14:tracePt t="177677" x="2298700" y="5327650"/>
          <p14:tracePt t="177693" x="2457450" y="5314950"/>
          <p14:tracePt t="177710" x="2609850" y="5308600"/>
          <p14:tracePt t="177726" x="2686050" y="5308600"/>
          <p14:tracePt t="177744" x="2800350" y="5308600"/>
          <p14:tracePt t="177759" x="2895600" y="5308600"/>
          <p14:tracePt t="177776" x="2927350" y="5308600"/>
          <p14:tracePt t="177793" x="2971800" y="5302250"/>
          <p14:tracePt t="177809" x="2990850" y="5302250"/>
          <p14:tracePt t="177826" x="3003550" y="5302250"/>
          <p14:tracePt t="177843" x="3016250" y="5295900"/>
          <p14:tracePt t="177860" x="3022600" y="5295900"/>
          <p14:tracePt t="177876" x="3028950" y="5289550"/>
          <p14:tracePt t="177893" x="3041650" y="5283200"/>
          <p14:tracePt t="177909" x="3048000" y="5283200"/>
          <p14:tracePt t="178263" x="3048000" y="5245100"/>
          <p14:tracePt t="178270" x="3048000" y="5194300"/>
          <p14:tracePt t="178277" x="3048000" y="5130800"/>
          <p14:tracePt t="178294" x="3054350" y="5067300"/>
          <p14:tracePt t="178307" x="3067050" y="4991100"/>
          <p14:tracePt t="178324" x="3098800" y="4845050"/>
          <p14:tracePt t="178341" x="3124200" y="4737100"/>
          <p14:tracePt t="178357" x="3136900" y="4692650"/>
          <p14:tracePt t="178375" x="3162300" y="4629150"/>
          <p14:tracePt t="178391" x="3168650" y="4597400"/>
          <p14:tracePt t="178407" x="3175000" y="4578350"/>
          <p14:tracePt t="178410" x="3175000" y="4565650"/>
          <p14:tracePt t="178425" x="3181350" y="4546600"/>
          <p14:tracePt t="178441" x="3181350" y="4502150"/>
          <p14:tracePt t="178457" x="3181350" y="4476750"/>
          <p14:tracePt t="178474" x="3194050" y="4425950"/>
          <p14:tracePt t="178490" x="3194050" y="4375150"/>
          <p14:tracePt t="178507" x="3194050" y="4349750"/>
          <p14:tracePt t="178524" x="3187700" y="4292600"/>
          <p14:tracePt t="178540" x="3187700" y="4260850"/>
          <p14:tracePt t="178558" x="3187700" y="4184650"/>
          <p14:tracePt t="178573" x="3187700" y="4165600"/>
          <p14:tracePt t="178590" x="3181350" y="4133850"/>
          <p14:tracePt t="178607" x="3181350" y="4095750"/>
          <p14:tracePt t="178623" x="3181350" y="4064000"/>
          <p14:tracePt t="178640" x="3181350" y="4038600"/>
          <p14:tracePt t="178657" x="3181350" y="4019550"/>
          <p14:tracePt t="178673" x="3187700" y="3994150"/>
          <p14:tracePt t="178691" x="3187700" y="3968750"/>
          <p14:tracePt t="178706" x="3194050" y="3956050"/>
          <p14:tracePt t="178723" x="3194050" y="3943350"/>
          <p14:tracePt t="178740" x="3194050" y="3930650"/>
          <p14:tracePt t="178756" x="3200400" y="3924300"/>
          <p14:tracePt t="179000" x="3200400" y="3886200"/>
          <p14:tracePt t="179013" x="3200400" y="3829050"/>
          <p14:tracePt t="179022" x="3181350" y="3778250"/>
          <p14:tracePt t="179035" x="3175000" y="3714750"/>
          <p14:tracePt t="179042" x="3162300" y="3657600"/>
          <p14:tracePt t="179055" x="3143250" y="3594100"/>
          <p14:tracePt t="179072" x="3130550" y="3498850"/>
          <p14:tracePt t="179088" x="3117850" y="3467100"/>
          <p14:tracePt t="179105" x="3111500" y="3409950"/>
          <p14:tracePt t="179122" x="3105150" y="3378200"/>
          <p14:tracePt t="179138" x="3105150" y="3371850"/>
          <p14:tracePt t="179155" x="3105150" y="3365500"/>
          <p14:tracePt t="179171" x="3105150" y="3352800"/>
          <p14:tracePt t="179190" x="3105150" y="3346450"/>
          <p14:tracePt t="179205" x="3105150" y="3340100"/>
          <p14:tracePt t="179238" x="3098800" y="3340100"/>
          <p14:tracePt t="179524" x="3098800" y="3289300"/>
          <p14:tracePt t="179531" x="3098800" y="3238500"/>
          <p14:tracePt t="179545" x="3098800" y="3175000"/>
          <p14:tracePt t="179553" x="3098800" y="3124200"/>
          <p14:tracePt t="179570" x="3098800" y="3048000"/>
          <p14:tracePt t="179587" x="3086100" y="2940050"/>
          <p14:tracePt t="179604" x="3086100" y="2863850"/>
          <p14:tracePt t="179620" x="3086100" y="2832100"/>
          <p14:tracePt t="179637" x="3086100" y="2800350"/>
          <p14:tracePt t="179653" x="3086100" y="2787650"/>
          <p14:tracePt t="180022" x="3086100" y="2800350"/>
          <p14:tracePt t="180036" x="3086100" y="2813050"/>
          <p14:tracePt t="180042" x="3086100" y="2832100"/>
          <p14:tracePt t="180057" x="3086100" y="2863850"/>
          <p14:tracePt t="180068" x="3086100" y="2921000"/>
          <p14:tracePt t="180085" x="3130550" y="3111500"/>
          <p14:tracePt t="180102" x="3149600" y="3244850"/>
          <p14:tracePt t="180118" x="3225800" y="3600450"/>
          <p14:tracePt t="180135" x="3308350" y="4025900"/>
          <p14:tracePt t="180151" x="3359150" y="4210050"/>
          <p14:tracePt t="180168" x="3409950" y="4470400"/>
          <p14:tracePt t="180185" x="3441700" y="4629150"/>
          <p14:tracePt t="180201" x="3460750" y="4673600"/>
          <p14:tracePt t="180218" x="3467100" y="4724400"/>
          <p14:tracePt t="180234" x="3467100" y="4737100"/>
          <p14:tracePt t="180268" x="3467100" y="4743450"/>
          <p14:tracePt t="180324" x="3467100" y="4749800"/>
          <p14:tracePt t="181237" x="3467100" y="4775200"/>
          <p14:tracePt t="181244" x="3467100" y="4806950"/>
          <p14:tracePt t="181258" x="3473450" y="4832350"/>
          <p14:tracePt t="181267" x="3473450" y="4864100"/>
          <p14:tracePt t="181281" x="3479800" y="4883150"/>
          <p14:tracePt t="181297" x="3486150" y="4933950"/>
          <p14:tracePt t="181316" x="3498850" y="4972050"/>
          <p14:tracePt t="181330" x="3511550" y="5003800"/>
          <p14:tracePt t="181347" x="3524250" y="5060950"/>
          <p14:tracePt t="181364" x="3536950" y="5086350"/>
          <p14:tracePt t="181381" x="3543300" y="5143500"/>
          <p14:tracePt t="181397" x="3543300" y="5162550"/>
          <p14:tracePt t="181414" x="3556000" y="5232400"/>
          <p14:tracePt t="181430" x="3568700" y="5251450"/>
          <p14:tracePt t="181447" x="3568700" y="5270500"/>
          <p14:tracePt t="181464" x="3581400" y="5327650"/>
          <p14:tracePt t="181480" x="3587750" y="5346700"/>
          <p14:tracePt t="181498" x="3594100" y="5365750"/>
          <p14:tracePt t="181530" x="3594100" y="5372100"/>
          <p14:tracePt t="181549" x="3594100" y="5378450"/>
          <p14:tracePt t="181564" x="3594100" y="5384800"/>
          <p14:tracePt t="181580" x="3594100" y="5397500"/>
          <p14:tracePt t="181597" x="3587750" y="5416550"/>
          <p14:tracePt t="181613" x="3581400" y="5429250"/>
          <p14:tracePt t="181630" x="3568700" y="5454650"/>
          <p14:tracePt t="181646" x="3549650" y="5486400"/>
          <p14:tracePt t="181663" x="3524250" y="5511800"/>
          <p14:tracePt t="181680" x="3479800" y="5556250"/>
          <p14:tracePt t="181696" x="3435350" y="5581650"/>
          <p14:tracePt t="181713" x="3409950" y="5594350"/>
          <p14:tracePt t="181730" x="3352800" y="5600700"/>
          <p14:tracePt t="181746" x="3321050" y="5600700"/>
          <p14:tracePt t="181762" x="3282950" y="5600700"/>
          <p14:tracePt t="181779" x="3244850" y="5594350"/>
          <p14:tracePt t="181795" x="3232150" y="5588000"/>
          <p14:tracePt t="181813" x="3206750" y="5568950"/>
          <p14:tracePt t="181829" x="3200400" y="5568950"/>
          <p14:tracePt t="181869" x="3200400" y="5562600"/>
          <p14:tracePt t="181939" x="3194050" y="5562600"/>
          <p14:tracePt t="181946" x="3187700" y="5556250"/>
          <p14:tracePt t="181963" x="3175000" y="5556250"/>
          <p14:tracePt t="181967" x="3168650" y="5549900"/>
          <p14:tracePt t="181978" x="3162300" y="5543550"/>
          <p14:tracePt t="181997" x="3155950" y="5537200"/>
          <p14:tracePt t="182011" x="3149600" y="5537200"/>
          <p14:tracePt t="182028" x="3136900" y="5530850"/>
          <p14:tracePt t="182045" x="3124200" y="5524500"/>
          <p14:tracePt t="182061" x="3117850" y="5518150"/>
          <p14:tracePt t="182205" x="3117850" y="5511800"/>
          <p14:tracePt t="182241" x="3117850" y="5505450"/>
          <p14:tracePt t="182289" x="3117850" y="5499100"/>
          <p14:tracePt t="182296" x="3124200" y="5499100"/>
          <p14:tracePt t="182313" x="3130550" y="5499100"/>
          <p14:tracePt t="182327" x="3143250" y="5499100"/>
          <p14:tracePt t="182361" x="3168650" y="5499100"/>
          <p14:tracePt t="182377" x="3187700" y="5499100"/>
          <p14:tracePt t="182395" x="3225800" y="5499100"/>
          <p14:tracePt t="182410" x="3257550" y="5499100"/>
          <p14:tracePt t="182426" x="3270250" y="5499100"/>
          <p14:tracePt t="182444" x="3295650" y="5499100"/>
          <p14:tracePt t="182459" x="3302000" y="5499100"/>
          <p14:tracePt t="182477" x="3308350" y="5499100"/>
          <p14:tracePt t="182494" x="3314700" y="5499100"/>
          <p14:tracePt t="182522" x="3321050" y="5499100"/>
          <p14:tracePt t="182592" x="3327400" y="5499100"/>
          <p14:tracePt t="182641" x="3333750" y="5499100"/>
          <p14:tracePt t="182655" x="3340100" y="5499100"/>
          <p14:tracePt t="182669" x="3346450" y="5499100"/>
          <p14:tracePt t="182678" x="3359150" y="5505450"/>
          <p14:tracePt t="182692" x="3365500" y="5505450"/>
          <p14:tracePt t="182709" x="3378200" y="5505450"/>
          <p14:tracePt t="182726" x="3403600" y="5511800"/>
          <p14:tracePt t="182742" x="3422650" y="5511800"/>
          <p14:tracePt t="182759" x="3435350" y="5518150"/>
          <p14:tracePt t="182775" x="3454400" y="5518150"/>
          <p14:tracePt t="182792" x="3473450" y="5524500"/>
          <p14:tracePt t="182809" x="3486150" y="5524500"/>
          <p14:tracePt t="182825" x="3498850" y="5524500"/>
          <p14:tracePt t="182842" x="3517900" y="5530850"/>
          <p14:tracePt t="182859" x="3587750" y="5530850"/>
          <p14:tracePt t="182875" x="3638550" y="5530850"/>
          <p14:tracePt t="182892" x="3740150" y="5530850"/>
          <p14:tracePt t="182909" x="3854450" y="5530850"/>
          <p14:tracePt t="182925" x="3911600" y="5530850"/>
          <p14:tracePt t="182942" x="3987800" y="5530850"/>
          <p14:tracePt t="182958" x="4038600" y="5530850"/>
          <p14:tracePt t="182975" x="4051300" y="5530850"/>
          <p14:tracePt t="182978" x="4064000" y="5530850"/>
          <p14:tracePt t="182994" x="4070350" y="5530850"/>
          <p14:tracePt t="183132" x="4064000" y="5530850"/>
          <p14:tracePt t="183139" x="4051300" y="5530850"/>
          <p14:tracePt t="183146" x="4038600" y="5530850"/>
          <p14:tracePt t="183161" x="4019550" y="5537200"/>
          <p14:tracePt t="183174" x="3987800" y="5543550"/>
          <p14:tracePt t="183191" x="3892550" y="5549900"/>
          <p14:tracePt t="183208" x="3829050" y="5562600"/>
          <p14:tracePt t="183224" x="3689350" y="5568950"/>
          <p14:tracePt t="183241" x="3556000" y="5581650"/>
          <p14:tracePt t="183258" x="3441700" y="5588000"/>
          <p14:tracePt t="183274" x="3403600" y="5588000"/>
          <p14:tracePt t="183290" x="3371850" y="5588000"/>
          <p14:tracePt t="183308" x="3282950" y="5588000"/>
          <p14:tracePt t="183324" x="3257550" y="5588000"/>
          <p14:tracePt t="183341" x="3238500" y="5588000"/>
          <p14:tracePt t="183358" x="3206750" y="5588000"/>
          <p14:tracePt t="183374" x="3162300" y="5588000"/>
          <p14:tracePt t="183391" x="3149600" y="5588000"/>
          <p14:tracePt t="183407" x="3111500" y="5588000"/>
          <p14:tracePt t="183424" x="3086100" y="5588000"/>
          <p14:tracePt t="183441" x="3060700" y="5588000"/>
          <p14:tracePt t="183457" x="3054350" y="5588000"/>
          <p14:tracePt t="183474" x="3035300" y="5588000"/>
          <p14:tracePt t="183490" x="3028950" y="5588000"/>
          <p14:tracePt t="183507" x="3022600" y="5588000"/>
          <p14:tracePt t="183538" x="3016250" y="5588000"/>
          <p14:tracePt t="183559" x="3016250" y="5581650"/>
          <p14:tracePt t="183588" x="3022600" y="5575300"/>
          <p14:tracePt t="184255" x="3048000" y="5575300"/>
          <p14:tracePt t="184263" x="3086100" y="5575300"/>
          <p14:tracePt t="184270" x="3124200" y="5575300"/>
          <p14:tracePt t="184287" x="3149600" y="5575300"/>
          <p14:tracePt t="184305" x="3213100" y="5562600"/>
          <p14:tracePt t="184320" x="3232150" y="5556250"/>
          <p14:tracePt t="184338" x="3263900" y="5537200"/>
          <p14:tracePt t="184354" x="3276600" y="5530850"/>
          <p14:tracePt t="184370" x="3282950" y="5530850"/>
          <p14:tracePt t="184404" x="3289300" y="5530850"/>
          <p14:tracePt t="184514" x="3295650" y="5530850"/>
          <p14:tracePt t="184522" x="3302000" y="5530850"/>
          <p14:tracePt t="184528" x="3314700" y="5537200"/>
          <p14:tracePt t="184542" x="3321050" y="5543550"/>
          <p14:tracePt t="184553" x="3333750" y="5549900"/>
          <p14:tracePt t="184570" x="3352800" y="5549900"/>
          <p14:tracePt t="184586" x="3409950" y="5562600"/>
          <p14:tracePt t="184603" x="3467100" y="5562600"/>
          <p14:tracePt t="184620" x="3536950" y="5556250"/>
          <p14:tracePt t="185095" x="3695700" y="5556250"/>
          <p14:tracePt t="185102" x="3924300" y="5556250"/>
          <p14:tracePt t="185116" x="4210050" y="5556250"/>
          <p14:tracePt t="185123" x="4527550" y="5537200"/>
          <p14:tracePt t="185137" x="4870450" y="5524500"/>
          <p14:tracePt t="185151" x="5575300" y="5492750"/>
          <p14:tracePt t="185167" x="5873750" y="5461000"/>
          <p14:tracePt t="185184" x="6121400" y="5416550"/>
          <p14:tracePt t="185201" x="6584950" y="5321300"/>
          <p14:tracePt t="185217" x="6642100" y="5289550"/>
          <p14:tracePt t="185234" x="6686550" y="5276850"/>
          <p14:tracePt t="185250" x="6743700" y="5238750"/>
          <p14:tracePt t="185267" x="6750050" y="5232400"/>
          <p14:tracePt t="185300" x="6756400" y="5232400"/>
          <p14:tracePt t="185544" x="6642100" y="5238750"/>
          <p14:tracePt t="185557" x="6426200" y="5264150"/>
          <p14:tracePt t="185564" x="6210300" y="5276850"/>
          <p14:tracePt t="185572" x="5962650" y="5308600"/>
          <p14:tracePt t="185586" x="5721350" y="5334000"/>
          <p14:tracePt t="185600" x="5467350" y="5378450"/>
          <p14:tracePt t="185616" x="5016500" y="5461000"/>
          <p14:tracePt t="185633" x="4813300" y="5518150"/>
          <p14:tracePt t="185649" x="4470400" y="5568950"/>
          <p14:tracePt t="185666" x="4229100" y="5607050"/>
          <p14:tracePt t="185682" x="4127500" y="5619750"/>
          <p14:tracePt t="185699" x="3981450" y="5638800"/>
          <p14:tracePt t="185715" x="3867150" y="5638800"/>
          <p14:tracePt t="185733" x="3784600" y="5626100"/>
          <p14:tracePt t="185748" x="3746500" y="5626100"/>
          <p14:tracePt t="185765" x="3702050" y="5619750"/>
          <p14:tracePt t="185783" x="3594100" y="5607050"/>
          <p14:tracePt t="185798" x="3575050" y="5607050"/>
          <p14:tracePt t="185815" x="3562350" y="5607050"/>
          <p14:tracePt t="185832" x="3575050" y="5594350"/>
          <p14:tracePt t="185848" x="3600450" y="5594350"/>
          <p14:tracePt t="185865" x="3644900" y="5594350"/>
          <p14:tracePt t="186253" x="3625850" y="5594350"/>
          <p14:tracePt t="186267" x="3600450" y="5594350"/>
          <p14:tracePt t="186274" x="3568700" y="5594350"/>
          <p14:tracePt t="186288" x="3543300" y="5594350"/>
          <p14:tracePt t="186297" x="3505200" y="5594350"/>
          <p14:tracePt t="186313" x="3473450" y="5600700"/>
          <p14:tracePt t="186331" x="3403600" y="5619750"/>
          <p14:tracePt t="186346" x="3321050" y="5626100"/>
          <p14:tracePt t="186363" x="3282950" y="5632450"/>
          <p14:tracePt t="186380" x="3200400" y="5638800"/>
          <p14:tracePt t="186396" x="3105150" y="5657850"/>
          <p14:tracePt t="186413" x="3054350" y="5670550"/>
          <p14:tracePt t="186430" x="2921000" y="5695950"/>
          <p14:tracePt t="186446" x="2844800" y="5708650"/>
          <p14:tracePt t="186463" x="2584450" y="5727700"/>
          <p14:tracePt t="186479" x="2495550" y="5734050"/>
          <p14:tracePt t="186496" x="2406650" y="5746750"/>
          <p14:tracePt t="186513" x="2247900" y="5778500"/>
          <p14:tracePt t="186529" x="2159000" y="5784850"/>
          <p14:tracePt t="186546" x="2133600" y="5784850"/>
          <p14:tracePt t="186562" x="2108200" y="5791200"/>
          <p14:tracePt t="186579" x="2101850" y="5797550"/>
          <p14:tracePt t="186688" x="2101850" y="5791200"/>
          <p14:tracePt t="186702" x="2108200" y="5791200"/>
          <p14:tracePt t="186715" x="2114550" y="5791200"/>
          <p14:tracePt t="186723" x="2120900" y="5791200"/>
          <p14:tracePt t="187218" x="2108200" y="5791200"/>
          <p14:tracePt t="187225" x="2082800" y="5791200"/>
          <p14:tracePt t="187239" x="2063750" y="5797550"/>
          <p14:tracePt t="187247" x="2057400" y="5797550"/>
          <p14:tracePt t="187263" x="2051050" y="5797550"/>
          <p14:tracePt t="187277" x="2044700" y="5797550"/>
          <p14:tracePt t="187294" x="2038350" y="5803900"/>
          <p14:tracePt t="187326" x="2025650" y="5803900"/>
          <p14:tracePt t="187344" x="2006600" y="5803900"/>
          <p14:tracePt t="187359" x="1993900" y="5803900"/>
          <p14:tracePt t="187376" x="1993900" y="5797550"/>
          <p14:tracePt t="187393" x="1987550" y="5797550"/>
          <p14:tracePt t="187435" x="1981200" y="5797550"/>
          <p14:tracePt t="187520" x="1974850" y="5797550"/>
          <p14:tracePt t="187660" x="1981200" y="5797550"/>
          <p14:tracePt t="187702" x="1987550" y="5791200"/>
          <p14:tracePt t="187729" x="1987550" y="5784850"/>
          <p14:tracePt t="187772" x="1993900" y="5784850"/>
          <p14:tracePt t="187807" x="1993900" y="5778500"/>
          <p14:tracePt t="187877" x="2000250" y="5778500"/>
          <p14:tracePt t="187926" x="2006600" y="5772150"/>
          <p14:tracePt t="187941" x="2012950" y="5772150"/>
          <p14:tracePt t="187947" x="2019300" y="5765800"/>
          <p14:tracePt t="187961" x="2025650" y="5759450"/>
          <p14:tracePt t="187974" x="2032000" y="5753100"/>
          <p14:tracePt t="187990" x="2038350" y="5746750"/>
          <p14:tracePt t="188008" x="2044700" y="5734050"/>
          <p14:tracePt t="188024" x="2063750" y="5727700"/>
          <p14:tracePt t="188041" x="2076450" y="5721350"/>
          <p14:tracePt t="188057" x="2082800" y="5721350"/>
          <p14:tracePt t="188074" x="2082800" y="5715000"/>
          <p14:tracePt t="188091" x="2089150" y="5708650"/>
          <p14:tracePt t="188122" x="2095500" y="5708650"/>
          <p14:tracePt t="188158" x="2101850" y="5702300"/>
          <p14:tracePt t="188179" x="2108200" y="5702300"/>
          <p14:tracePt t="188249" x="2120900" y="5702300"/>
          <p14:tracePt t="188263" x="2127250" y="5702300"/>
          <p14:tracePt t="188312" x="2133600" y="5708650"/>
          <p14:tracePt t="188347" x="2139950" y="5715000"/>
          <p14:tracePt t="188361" x="2146300" y="5715000"/>
          <p14:tracePt t="188368" x="2146300" y="5721350"/>
          <p14:tracePt t="188390" x="2152650" y="5721350"/>
          <p14:tracePt t="188403" x="2159000" y="5721350"/>
          <p14:tracePt t="188410" x="2165350" y="5727700"/>
          <p14:tracePt t="188431" x="2171700" y="5740400"/>
          <p14:tracePt t="188440" x="2184400" y="5746750"/>
          <p14:tracePt t="188456" x="2197100" y="5753100"/>
          <p14:tracePt t="188473" x="2222500" y="5765800"/>
          <p14:tracePt t="188489" x="2279650" y="5803900"/>
          <p14:tracePt t="188506" x="2292350" y="5810250"/>
          <p14:tracePt t="188523" x="2305050" y="5829300"/>
          <p14:tracePt t="188539" x="2324100" y="5835650"/>
          <p14:tracePt t="188556" x="2330450" y="5842000"/>
          <p14:tracePt t="188592" x="2336800" y="5842000"/>
          <p14:tracePt t="188670" x="2336800" y="5848350"/>
          <p14:tracePt t="189340" x="2330450" y="5848350"/>
          <p14:tracePt t="189354" x="2330450" y="5854700"/>
          <p14:tracePt t="189361" x="2317750" y="5854700"/>
          <p14:tracePt t="189375" x="2305050" y="5861050"/>
          <p14:tracePt t="189386" x="2292350" y="5867400"/>
          <p14:tracePt t="189404" x="2254250" y="5873750"/>
          <p14:tracePt t="189419" x="2235200" y="5880100"/>
          <p14:tracePt t="189436" x="2197100" y="5892800"/>
          <p14:tracePt t="189453" x="2152650" y="5892800"/>
          <p14:tracePt t="189469" x="2133600" y="5892800"/>
          <p14:tracePt t="189486" x="2101850" y="5892800"/>
          <p14:tracePt t="189503" x="2089150" y="5892800"/>
          <p14:tracePt t="189519" x="2082800" y="5892800"/>
          <p14:tracePt t="189536" x="2076450" y="5892800"/>
          <p14:tracePt t="189621" x="2070100" y="5892800"/>
          <p14:tracePt t="190446" x="2070100" y="5886450"/>
          <p14:tracePt t="190467" x="2070100" y="5880100"/>
          <p14:tracePt t="190474" x="2070100" y="5867400"/>
          <p14:tracePt t="190483" x="2070100" y="5861050"/>
          <p14:tracePt t="190498" x="2070100" y="5854700"/>
          <p14:tracePt t="190516" x="2070100" y="5842000"/>
          <p14:tracePt t="190532" x="2070100" y="5829300"/>
          <p14:tracePt t="190549" x="2070100" y="5803900"/>
          <p14:tracePt t="190566" x="2070100" y="5772150"/>
          <p14:tracePt t="190582" x="2070100" y="5759450"/>
          <p14:tracePt t="190599" x="2070100" y="5727700"/>
          <p14:tracePt t="190615" x="2063750" y="5708650"/>
          <p14:tracePt t="190632" x="2063750" y="5702300"/>
          <p14:tracePt t="190649" x="2057400" y="5695950"/>
          <p14:tracePt t="190665" x="2057400" y="5689600"/>
          <p14:tracePt t="190762" x="2051050" y="5689600"/>
          <p14:tracePt t="190825" x="2044700" y="5683250"/>
          <p14:tracePt t="190832" x="2032000" y="5683250"/>
          <p14:tracePt t="190846" x="2032000" y="5670550"/>
          <p14:tracePt t="190852" x="2025650" y="5670550"/>
          <p14:tracePt t="190868" x="2012950" y="5657850"/>
          <p14:tracePt t="190881" x="2000250" y="5651500"/>
          <p14:tracePt t="190898" x="1981200" y="5632450"/>
          <p14:tracePt t="190914" x="1968500" y="5607050"/>
          <p14:tracePt t="190931" x="1949450" y="5594350"/>
          <p14:tracePt t="190947" x="1936750" y="5581650"/>
          <p14:tracePt t="190964" x="1930400" y="5575300"/>
          <p14:tracePt t="190980" x="1924050" y="5562600"/>
          <p14:tracePt t="190997" x="1917700" y="5562600"/>
          <p14:tracePt t="191035" x="1911350" y="5556250"/>
          <p14:tracePt t="191113" x="1911350" y="5549900"/>
          <p14:tracePt t="191154" x="1917700" y="5549900"/>
          <p14:tracePt t="191218" x="1924050" y="5543550"/>
          <p14:tracePt t="191239" x="1930400" y="5543550"/>
          <p14:tracePt t="191247" x="1930400" y="5537200"/>
          <p14:tracePt t="191267" x="1936750" y="5530850"/>
          <p14:tracePt t="191274" x="1943100" y="5524500"/>
          <p14:tracePt t="191288" x="1949450" y="5518150"/>
          <p14:tracePt t="191296" x="1955800" y="5511800"/>
          <p14:tracePt t="191312" x="1962150" y="5511800"/>
          <p14:tracePt t="191330" x="1987550" y="5499100"/>
          <p14:tracePt t="191346" x="2006600" y="5480050"/>
          <p14:tracePt t="191363" x="2012950" y="5473700"/>
          <p14:tracePt t="191380" x="2019300" y="5467350"/>
          <p14:tracePt t="191396" x="2032000" y="5461000"/>
          <p14:tracePt t="191429" x="2038350" y="5454650"/>
          <p14:tracePt t="191445" x="2044700" y="5454650"/>
          <p14:tracePt t="191464" x="2051050" y="5454650"/>
          <p14:tracePt t="191478" x="2057400" y="5454650"/>
          <p14:tracePt t="191495" x="2070100" y="5454650"/>
          <p14:tracePt t="191513" x="2114550" y="5454650"/>
          <p14:tracePt t="191529" x="2159000" y="5461000"/>
          <p14:tracePt t="191545" x="2203450" y="5461000"/>
          <p14:tracePt t="191562" x="2286000" y="5480050"/>
          <p14:tracePt t="191578" x="2362200" y="5486400"/>
          <p14:tracePt t="191595" x="2406650" y="5499100"/>
          <p14:tracePt t="191599" x="2444750" y="5505450"/>
          <p14:tracePt t="191612" x="2489200" y="5524500"/>
          <p14:tracePt t="191628" x="2546350" y="5530850"/>
          <p14:tracePt t="191646" x="2590800" y="5543550"/>
          <p14:tracePt t="191662" x="2603500" y="5549900"/>
          <p14:tracePt t="191678" x="2622550" y="5549900"/>
          <p14:tracePt t="191743" x="2628900" y="5549900"/>
          <p14:tracePt t="191765" x="2635250" y="5556250"/>
          <p14:tracePt t="191772" x="2647950" y="5556250"/>
          <p14:tracePt t="191786" x="2654300" y="5556250"/>
          <p14:tracePt t="192231" x="2641600" y="5556250"/>
          <p14:tracePt t="192238" x="2603500" y="5549900"/>
          <p14:tracePt t="192246" x="2571750" y="5530850"/>
          <p14:tracePt t="192260" x="2527300" y="5524500"/>
          <p14:tracePt t="192276" x="2489200" y="5524500"/>
          <p14:tracePt t="192293" x="2393950" y="5518150"/>
          <p14:tracePt t="192309" x="2305050" y="5518150"/>
          <p14:tracePt t="192326" x="2266950" y="5518150"/>
          <p14:tracePt t="192343" x="2190750" y="5518150"/>
          <p14:tracePt t="192359" x="2146300" y="5518150"/>
          <p14:tracePt t="192376" x="2133600" y="5518150"/>
          <p14:tracePt t="192393" x="2127250" y="5518150"/>
          <p14:tracePt t="192409" x="2114550" y="5518150"/>
          <p14:tracePt t="192442" x="2108200" y="5518150"/>
          <p14:tracePt t="192459" x="2095500" y="5518150"/>
          <p14:tracePt t="192476" x="2082800" y="5511800"/>
          <p14:tracePt t="192492" x="2057400" y="5505450"/>
          <p14:tracePt t="192509" x="2051050" y="5492750"/>
          <p14:tracePt t="192525" x="2044700" y="5492750"/>
          <p14:tracePt t="192558" x="2038350" y="5486400"/>
          <p14:tracePt t="192576" x="2032000" y="5486400"/>
          <p14:tracePt t="192617" x="2025650" y="5486400"/>
          <p14:tracePt t="192645" x="2019300" y="5486400"/>
          <p14:tracePt t="192708" x="2012950" y="5486400"/>
          <p14:tracePt t="192820" x="2012950" y="5480050"/>
          <p14:tracePt t="192848" x="2019300" y="5480050"/>
          <p14:tracePt t="192862" x="2025650" y="5480050"/>
          <p14:tracePt t="192869" x="2032000" y="5480050"/>
          <p14:tracePt t="192877" x="2044700" y="5473700"/>
          <p14:tracePt t="192891" x="2051050" y="5473700"/>
          <p14:tracePt t="192907" x="2057400" y="5467350"/>
          <p14:tracePt t="192924" x="2095500" y="5461000"/>
          <p14:tracePt t="192940" x="2152650" y="5448300"/>
          <p14:tracePt t="192957" x="2190750" y="5441950"/>
          <p14:tracePt t="192975" x="2298700" y="5422900"/>
          <p14:tracePt t="192991" x="2406650" y="5403850"/>
          <p14:tracePt t="193007" x="2476500" y="5384800"/>
          <p14:tracePt t="193024" x="2578100" y="5365750"/>
          <p14:tracePt t="193041" x="2647950" y="5359400"/>
          <p14:tracePt t="193057" x="2679700" y="5353050"/>
          <p14:tracePt t="193074" x="2711450" y="5353050"/>
          <p14:tracePt t="193091" x="2717800" y="5353050"/>
          <p14:tracePt t="193107" x="2724150" y="5353050"/>
          <p14:tracePt t="193199" x="2730500" y="5353050"/>
          <p14:tracePt t="193318" x="2736850" y="5353050"/>
          <p14:tracePt t="193338" x="2743200" y="5353050"/>
          <p14:tracePt t="193353" x="2749550" y="5359400"/>
          <p14:tracePt t="193360" x="2755900" y="5365750"/>
          <p14:tracePt t="193372" x="2762250" y="5365750"/>
          <p14:tracePt t="193389" x="2774950" y="5378450"/>
          <p14:tracePt t="193405" x="2781300" y="5378450"/>
          <p14:tracePt t="193422" x="2787650" y="5384800"/>
          <p14:tracePt t="193439" x="2813050" y="5397500"/>
          <p14:tracePt t="193455" x="2819400" y="5397500"/>
          <p14:tracePt t="193473" x="2825750" y="5403850"/>
          <p14:tracePt t="193489" x="2832100" y="5403850"/>
          <p14:tracePt t="193505" x="2857500" y="5416550"/>
          <p14:tracePt t="193522" x="2901950" y="5429250"/>
          <p14:tracePt t="193538" x="2933700" y="5448300"/>
          <p14:tracePt t="193555" x="2990850" y="5467350"/>
          <p14:tracePt t="193572" x="3035300" y="5486400"/>
          <p14:tracePt t="193588" x="3048000" y="5486400"/>
          <p14:tracePt t="193605" x="3073400" y="5492750"/>
          <p14:tracePt t="193622" x="3086100" y="5499100"/>
          <p14:tracePt t="193638" x="3092450" y="5499100"/>
          <p14:tracePt t="193690" x="3098800" y="5499100"/>
          <p14:tracePt t="194195" x="3105150" y="5499100"/>
          <p14:tracePt t="194202" x="3111500" y="5499100"/>
          <p14:tracePt t="194209" x="3117850" y="5499100"/>
          <p14:tracePt t="194223" x="3130550" y="5499100"/>
          <p14:tracePt t="194236" x="3143250" y="5499100"/>
          <p14:tracePt t="194253" x="3175000" y="5499100"/>
          <p14:tracePt t="194269" x="3194050" y="5486400"/>
          <p14:tracePt t="194286" x="3219450" y="5480050"/>
          <p14:tracePt t="194302" x="3244850" y="5480050"/>
          <p14:tracePt t="194319" x="3251200" y="5480050"/>
          <p14:tracePt t="194336" x="3270250" y="5480050"/>
          <p14:tracePt t="194391" x="3276600" y="5480050"/>
          <p14:tracePt t="194440" x="3282950" y="5480050"/>
          <p14:tracePt t="194644" x="3289300" y="5480050"/>
          <p14:tracePt t="194651" x="3295650" y="5473700"/>
          <p14:tracePt t="194665" x="3308350" y="5473700"/>
          <p14:tracePt t="194671" x="3314700" y="5473700"/>
          <p14:tracePt t="194687" x="3321050" y="5473700"/>
          <p14:tracePt t="194701" x="3346450" y="5467350"/>
          <p14:tracePt t="194718" x="3359150" y="5467350"/>
          <p14:tracePt t="194735" x="3384550" y="5467350"/>
          <p14:tracePt t="194751" x="3397250" y="5467350"/>
          <p14:tracePt t="194767" x="3416300" y="5461000"/>
          <p14:tracePt t="194784" x="3422650" y="5461000"/>
          <p14:tracePt t="194812" x="3429000" y="5454650"/>
          <p14:tracePt t="194882" x="3435350" y="5454650"/>
          <p14:tracePt t="194966" x="3441700" y="5454650"/>
          <p14:tracePt t="195817" x="3416300" y="5454650"/>
          <p14:tracePt t="195823" x="3378200" y="5448300"/>
          <p14:tracePt t="195833" x="3308350" y="5435600"/>
          <p14:tracePt t="195847" x="3257550" y="5429250"/>
          <p14:tracePt t="195864" x="3213100" y="5416550"/>
          <p14:tracePt t="195880" x="3155950" y="5416550"/>
          <p14:tracePt t="195897" x="3130550" y="5416550"/>
          <p14:tracePt t="195914" x="3124200" y="5416550"/>
          <p14:tracePt t="195930" x="3117850" y="5416550"/>
          <p14:tracePt t="195966" x="3117850" y="5410200"/>
          <p14:tracePt t="195979" x="3130550" y="5410200"/>
          <p14:tracePt t="195996" x="3168650" y="5378450"/>
          <p14:tracePt t="196014" x="3200400" y="5346700"/>
          <p14:tracePt t="196030" x="3302000" y="5207000"/>
          <p14:tracePt t="196046" x="3378200" y="5080000"/>
          <p14:tracePt t="196064" x="3638550" y="4406900"/>
          <p14:tracePt t="196080" x="3733800" y="4140200"/>
          <p14:tracePt t="196096" x="3810000" y="3860800"/>
          <p14:tracePt t="196113" x="3975100" y="3384550"/>
          <p14:tracePt t="196130" x="4070350" y="3092450"/>
          <p14:tracePt t="196147" x="4152900" y="2876550"/>
          <p14:tracePt t="196163" x="4184650" y="2800350"/>
          <p14:tracePt t="196179" x="4216400" y="2698750"/>
          <p14:tracePt t="196196" x="4254500" y="2616200"/>
          <p14:tracePt t="196212" x="4267200" y="2584450"/>
          <p14:tracePt t="196229" x="4305300" y="2508250"/>
          <p14:tracePt t="196246" x="4330700" y="2470150"/>
          <p14:tracePt t="196263" x="4337050" y="2451100"/>
          <p14:tracePt t="196279" x="4349750" y="2425700"/>
          <p14:tracePt t="196295" x="4349750" y="2419350"/>
          <p14:tracePt t="196313" x="4356100" y="2419350"/>
          <p14:tracePt t="196330" x="4356100" y="2413000"/>
          <p14:tracePt t="196345" x="4362450" y="2406650"/>
          <p14:tracePt t="196362" x="4362450" y="2400300"/>
          <p14:tracePt t="196379" x="4375150" y="2387600"/>
          <p14:tracePt t="196395" x="4375150" y="2381250"/>
          <p14:tracePt t="196412" x="4375150" y="2374900"/>
          <p14:tracePt t="196428" x="4368800" y="2374900"/>
          <p14:tracePt t="196710" x="4368800" y="2343150"/>
          <p14:tracePt t="196717" x="4368800" y="2298700"/>
          <p14:tracePt t="196727" x="4368800" y="2260600"/>
          <p14:tracePt t="196745" x="4368800" y="2197100"/>
          <p14:tracePt t="196760" x="4362450" y="2165350"/>
          <p14:tracePt t="196777" x="4356100" y="2139950"/>
          <p14:tracePt t="196794" x="4292600" y="2070100"/>
          <p14:tracePt t="196810" x="4248150" y="2044700"/>
          <p14:tracePt t="196827" x="4191000" y="2012950"/>
          <p14:tracePt t="196844" x="4019550" y="1955800"/>
          <p14:tracePt t="196860" x="3797300" y="1892300"/>
          <p14:tracePt t="196877" x="3683000" y="1860550"/>
          <p14:tracePt t="196893" x="3467100" y="1841500"/>
          <p14:tracePt t="196910" x="3276600" y="1841500"/>
          <p14:tracePt t="196927" x="3073400" y="1841500"/>
          <p14:tracePt t="196943" x="2984500" y="1866900"/>
          <p14:tracePt t="196960" x="2838450" y="1892300"/>
          <p14:tracePt t="196977" x="2717800" y="1930400"/>
          <p14:tracePt t="196993" x="2660650" y="1949450"/>
          <p14:tracePt t="197010" x="2571750" y="2000250"/>
          <p14:tracePt t="197026" x="2527300" y="2032000"/>
          <p14:tracePt t="197043" x="2514600" y="2038350"/>
          <p14:tracePt t="197061" x="2501900" y="2044700"/>
          <p14:tracePt t="197137" x="2508250" y="2044700"/>
          <p14:tracePt t="197144" x="2520950" y="2044700"/>
          <p14:tracePt t="197158" x="2552700" y="2044700"/>
          <p14:tracePt t="197165" x="2616200" y="2032000"/>
          <p14:tracePt t="197179" x="2705100" y="2032000"/>
          <p14:tracePt t="197192" x="2832100" y="2032000"/>
          <p14:tracePt t="197209" x="3200400" y="2038350"/>
          <p14:tracePt t="197226" x="3359150" y="2038350"/>
          <p14:tracePt t="197243" x="3651250" y="2038350"/>
          <p14:tracePt t="197259" x="3860800" y="2012950"/>
          <p14:tracePt t="197275" x="3949700" y="2012950"/>
          <p14:tracePt t="197292" x="4089400" y="1993900"/>
          <p14:tracePt t="197309" x="4222750" y="1968500"/>
          <p14:tracePt t="197325" x="4267200" y="1962150"/>
          <p14:tracePt t="197344" x="4368800" y="1962150"/>
          <p14:tracePt t="197360" x="4425950" y="1962150"/>
          <p14:tracePt t="197376" x="4451350" y="1955800"/>
          <p14:tracePt t="197408" x="4457700" y="1955800"/>
          <p14:tracePt t="197425" x="4464050" y="1955800"/>
          <p14:tracePt t="197467" x="4464050" y="1949450"/>
          <p14:tracePt t="197607" x="4457700" y="1949450"/>
          <p14:tracePt t="197937" x="4451350" y="1949450"/>
          <p14:tracePt t="197958" x="4445000" y="1949450"/>
          <p14:tracePt t="197972" x="4425950" y="1955800"/>
          <p14:tracePt t="197978" x="4406900" y="1955800"/>
          <p14:tracePt t="197989" x="4368800" y="1962150"/>
          <p14:tracePt t="198007" x="4222750" y="1987550"/>
          <p14:tracePt t="198023" x="4108450" y="2000250"/>
          <p14:tracePt t="198040" x="3994150" y="2019300"/>
          <p14:tracePt t="198056" x="3594100" y="2095500"/>
          <p14:tracePt t="198073" x="3467100" y="2120900"/>
          <p14:tracePt t="198089" x="3352800" y="2139950"/>
          <p14:tracePt t="198106" x="3162300" y="2171700"/>
          <p14:tracePt t="198122" x="3003550" y="2190750"/>
          <p14:tracePt t="198139" x="2927350" y="2209800"/>
          <p14:tracePt t="198156" x="2819400" y="2216150"/>
          <p14:tracePt t="198173" x="2724150" y="2235200"/>
          <p14:tracePt t="198190" x="2654300" y="2241550"/>
          <p14:tracePt t="198205" x="2616200" y="2247900"/>
          <p14:tracePt t="198222" x="2565400" y="2260600"/>
          <p14:tracePt t="198239" x="2533650" y="2266950"/>
          <p14:tracePt t="198255" x="2527300" y="2266950"/>
          <p14:tracePt t="198272" x="2514600" y="2266950"/>
          <p14:tracePt t="198289" x="2508250" y="2266950"/>
          <p14:tracePt t="198400" x="2520950" y="2266950"/>
          <p14:tracePt t="198406" x="2533650" y="2266950"/>
          <p14:tracePt t="198423" x="2552700" y="2260600"/>
          <p14:tracePt t="198438" x="2590800" y="2260600"/>
          <p14:tracePt t="198455" x="2711450" y="2247900"/>
          <p14:tracePt t="198471" x="2876550" y="2228850"/>
          <p14:tracePt t="198488" x="2946400" y="2222500"/>
          <p14:tracePt t="198505" x="3048000" y="2203450"/>
          <p14:tracePt t="198521" x="3117850" y="2197100"/>
          <p14:tracePt t="198538" x="3136900" y="2197100"/>
          <p14:tracePt t="198555" x="3162300" y="2197100"/>
          <p14:tracePt t="198571" x="3175000" y="2190750"/>
          <p14:tracePt t="198588" x="3181350" y="2190750"/>
          <p14:tracePt t="198702" x="3187700" y="2190750"/>
          <p14:tracePt t="198772" x="3194050" y="2190750"/>
          <p14:tracePt t="198800" x="3206750" y="2190750"/>
          <p14:tracePt t="198814" x="3232150" y="2190750"/>
          <p14:tracePt t="198823" x="3251200" y="2197100"/>
          <p14:tracePt t="198837" x="3276600" y="2203450"/>
          <p14:tracePt t="198854" x="3397250" y="2222500"/>
          <p14:tracePt t="198870" x="3460750" y="2228850"/>
          <p14:tracePt t="198887" x="3632200" y="2260600"/>
          <p14:tracePt t="198904" x="3810000" y="2273300"/>
          <p14:tracePt t="198920" x="3956050" y="2279650"/>
          <p14:tracePt t="198937" x="4019550" y="2279650"/>
          <p14:tracePt t="198953" x="4070350" y="2279650"/>
          <p14:tracePt t="198970" x="4146550" y="2279650"/>
          <p14:tracePt t="198986" x="4152900" y="2273300"/>
          <p14:tracePt t="199004" x="4171950" y="2273300"/>
          <p14:tracePt t="199108" x="4171950" y="2279650"/>
          <p14:tracePt t="199129" x="4178300" y="2279650"/>
          <p14:tracePt t="199412" x="4216400" y="2279650"/>
          <p14:tracePt t="199419" x="4254500" y="2279650"/>
          <p14:tracePt t="199433" x="4324350" y="2279650"/>
          <p14:tracePt t="199440" x="4375150" y="2279650"/>
          <p14:tracePt t="199455" x="4438650" y="2286000"/>
          <p14:tracePt t="199468" x="4502150" y="2286000"/>
          <p14:tracePt t="199484" x="4641850" y="2286000"/>
          <p14:tracePt t="199501" x="4711700" y="2286000"/>
          <p14:tracePt t="199518" x="4800600" y="2286000"/>
          <p14:tracePt t="199535" x="4832350" y="2279650"/>
          <p14:tracePt t="199551" x="4838700" y="2273300"/>
          <p14:tracePt t="199568" x="4845050" y="2273300"/>
          <p14:tracePt t="199584" x="4851400" y="2273300"/>
          <p14:tracePt t="200046" x="4864100" y="2273300"/>
          <p14:tracePt t="200053" x="4895850" y="2273300"/>
          <p14:tracePt t="200065" x="4933950" y="2273300"/>
          <p14:tracePt t="200082" x="5022850" y="2273300"/>
          <p14:tracePt t="200099" x="5060950" y="2273300"/>
          <p14:tracePt t="200116" x="5105400" y="2273300"/>
          <p14:tracePt t="200133" x="5200650" y="2273300"/>
          <p14:tracePt t="200149" x="5213350" y="2273300"/>
          <p14:tracePt t="200166" x="5232400" y="2273300"/>
          <p14:tracePt t="200199" x="5238750" y="2273300"/>
          <p14:tracePt t="200551" x="5314950" y="2273300"/>
          <p14:tracePt t="200565" x="5429250" y="2273300"/>
          <p14:tracePt t="200572" x="5543550" y="2273300"/>
          <p14:tracePt t="200586" x="5645150" y="2273300"/>
          <p14:tracePt t="200597" x="5734050" y="2273300"/>
          <p14:tracePt t="200614" x="5848350" y="2273300"/>
          <p14:tracePt t="200630" x="5892800" y="2273300"/>
          <p14:tracePt t="200647" x="5930900" y="2273300"/>
          <p14:tracePt t="200664" x="5956300" y="2273300"/>
          <p14:tracePt t="200681" x="5962650" y="2273300"/>
          <p14:tracePt t="200696" x="5969000" y="2273300"/>
          <p14:tracePt t="201379" x="5969000" y="2266950"/>
          <p14:tracePt t="201393" x="5975350" y="2266950"/>
          <p14:tracePt t="201407" x="5981700" y="2266950"/>
          <p14:tracePt t="201414" x="5988050" y="2260600"/>
          <p14:tracePt t="201430" x="5994400" y="2254250"/>
          <p14:tracePt t="201815" x="5918200" y="2254250"/>
          <p14:tracePt t="201830" x="5791200" y="2266950"/>
          <p14:tracePt t="201837" x="5645150" y="2298700"/>
          <p14:tracePt t="201846" x="5473700" y="2336800"/>
          <p14:tracePt t="201859" x="5283200" y="2406650"/>
          <p14:tracePt t="201876" x="5092700" y="2470150"/>
          <p14:tracePt t="201893" x="4781550" y="2622550"/>
          <p14:tracePt t="201909" x="4489450" y="2825750"/>
          <p14:tracePt t="201927" x="4330700" y="2946400"/>
          <p14:tracePt t="201943" x="4102100" y="3124200"/>
          <p14:tracePt t="201959" x="3937000" y="3295650"/>
          <p14:tracePt t="201976" x="3790950" y="3473450"/>
          <p14:tracePt t="201993" x="3740150" y="3568700"/>
          <p14:tracePt t="202009" x="3632200" y="3765550"/>
          <p14:tracePt t="202026" x="3549650" y="3937000"/>
          <p14:tracePt t="202042" x="3543300" y="3994150"/>
          <p14:tracePt t="202059" x="3536950" y="4114800"/>
          <p14:tracePt t="202076" x="3575050" y="4191000"/>
          <p14:tracePt t="202093" x="3613150" y="4229100"/>
          <p14:tracePt t="202109" x="3663950" y="4254500"/>
          <p14:tracePt t="202125" x="3714750" y="4267200"/>
          <p14:tracePt t="202493" x="3644900" y="4286250"/>
          <p14:tracePt t="202500" x="3524250" y="4324350"/>
          <p14:tracePt t="202509" x="3422650" y="4381500"/>
          <p14:tracePt t="202524" x="3314700" y="4445000"/>
          <p14:tracePt t="202541" x="3086100" y="4597400"/>
          <p14:tracePt t="202557" x="2901950" y="4756150"/>
          <p14:tracePt t="202574" x="2819400" y="4838700"/>
          <p14:tracePt t="202591" x="2698750" y="5003800"/>
          <p14:tracePt t="202607" x="2628900" y="5162550"/>
          <p14:tracePt t="202624" x="2597150" y="5245100"/>
          <p14:tracePt t="202641" x="2559050" y="5378450"/>
          <p14:tracePt t="202657" x="2533650" y="5422900"/>
          <p14:tracePt t="202673" x="2508250" y="5499100"/>
          <p14:tracePt t="202690" x="2501900" y="5556250"/>
          <p14:tracePt t="202707" x="2501900" y="5568950"/>
          <p14:tracePt t="202724" x="2508250" y="5581650"/>
          <p14:tracePt t="202740" x="2533650" y="5594350"/>
          <p14:tracePt t="203046" x="2501900" y="5607050"/>
          <p14:tracePt t="203059" x="2444750" y="5613400"/>
          <p14:tracePt t="203067" x="2393950" y="5619750"/>
          <p14:tracePt t="203081" x="2324100" y="5632450"/>
          <p14:tracePt t="203090" x="2273300" y="5638800"/>
          <p14:tracePt t="203105" x="2222500" y="5651500"/>
          <p14:tracePt t="203121" x="2127250" y="5664200"/>
          <p14:tracePt t="203138" x="2063750" y="5683250"/>
          <p14:tracePt t="203155" x="2032000" y="5683250"/>
          <p14:tracePt t="203173" x="1993900" y="5695950"/>
          <p14:tracePt t="203188" x="1962150" y="5708650"/>
          <p14:tracePt t="203205" x="1943100" y="5715000"/>
          <p14:tracePt t="203222" x="1911350" y="5727700"/>
          <p14:tracePt t="203239" x="1892300" y="5746750"/>
          <p14:tracePt t="203255" x="1873250" y="5753100"/>
          <p14:tracePt t="203258" x="1860550" y="5759450"/>
          <p14:tracePt t="203272" x="1854200" y="5759450"/>
          <p14:tracePt t="203288" x="1841500" y="5765800"/>
          <p14:tracePt t="203306" x="1835150" y="5778500"/>
          <p14:tracePt t="203322" x="1828800" y="5778500"/>
          <p14:tracePt t="203362" x="1828800" y="5784850"/>
          <p14:tracePt t="203397" x="1822450" y="5791200"/>
          <p14:tracePt t="203951" x="1822450" y="5797550"/>
          <p14:tracePt t="203993" x="1816100" y="5797550"/>
          <p14:tracePt t="204000" x="1809750" y="5797550"/>
          <p14:tracePt t="204014" x="1803400" y="5797550"/>
          <p14:tracePt t="204459" x="1790700" y="5797550"/>
          <p14:tracePt t="204473" x="1778000" y="5797550"/>
          <p14:tracePt t="204480" x="1758950" y="5797550"/>
          <p14:tracePt t="204494" x="1739900" y="5797550"/>
          <p14:tracePt t="204503" x="1727200" y="5797550"/>
          <p14:tracePt t="204517" x="1708150" y="5797550"/>
          <p14:tracePt t="204534" x="1676400" y="5797550"/>
          <p14:tracePt t="204551" x="1631950" y="5797550"/>
          <p14:tracePt t="204567" x="1619250" y="5797550"/>
          <p14:tracePt t="204584" x="1600200" y="5797550"/>
          <p14:tracePt t="204601" x="1555750" y="5797550"/>
          <p14:tracePt t="204617" x="1536700" y="5797550"/>
          <p14:tracePt t="204634" x="1504950" y="5797550"/>
          <p14:tracePt t="204651" x="1479550" y="5803900"/>
          <p14:tracePt t="204667" x="1454150" y="5803900"/>
          <p14:tracePt t="204684" x="1435100" y="5803900"/>
          <p14:tracePt t="204700" x="1428750" y="5803900"/>
          <p14:tracePt t="204716" x="1416050" y="5803900"/>
          <p14:tracePt t="204733" x="1409700" y="5803900"/>
          <p14:tracePt t="204852" x="1403350" y="5803900"/>
          <p14:tracePt t="204992" x="1409700" y="5803900"/>
          <p14:tracePt t="205606" x="1428750" y="5803900"/>
          <p14:tracePt t="205614" x="1447800" y="5803900"/>
          <p14:tracePt t="205627" x="1466850" y="5803900"/>
          <p14:tracePt t="205634" x="1498600" y="5803900"/>
          <p14:tracePt t="205646" x="1517650" y="5797550"/>
          <p14:tracePt t="205663" x="1587500" y="5778500"/>
          <p14:tracePt t="205680" x="1625600" y="5772150"/>
          <p14:tracePt t="205697" x="1733550" y="5746750"/>
          <p14:tracePt t="205713" x="1841500" y="5727700"/>
          <p14:tracePt t="205729" x="1911350" y="5715000"/>
          <p14:tracePt t="205747" x="2038350" y="5689600"/>
          <p14:tracePt t="205763" x="2108200" y="5676900"/>
          <p14:tracePt t="205780" x="2190750" y="5670550"/>
          <p14:tracePt t="205783" x="2209800" y="5664200"/>
          <p14:tracePt t="205799" x="2222500" y="5664200"/>
          <p14:tracePt t="205813" x="2228850" y="5657850"/>
          <p14:tracePt t="206999" x="2222500" y="5657850"/>
          <p14:tracePt t="207006" x="2209800" y="5664200"/>
          <p14:tracePt t="207020" x="2184400" y="5670550"/>
          <p14:tracePt t="207028" x="2171700" y="5676900"/>
          <p14:tracePt t="207042" x="2152650" y="5676900"/>
          <p14:tracePt t="207058" x="2120900" y="5676900"/>
          <p14:tracePt t="207075" x="2101850" y="5676900"/>
          <p14:tracePt t="207091" x="2057400" y="5683250"/>
          <p14:tracePt t="207108" x="2000250" y="5695950"/>
          <p14:tracePt t="207126" x="1943100" y="5702300"/>
          <p14:tracePt t="207141" x="1911350" y="5702300"/>
          <p14:tracePt t="207158" x="1873250" y="5702300"/>
          <p14:tracePt t="207175" x="1746250" y="5702300"/>
          <p14:tracePt t="207191" x="1708150" y="5702300"/>
          <p14:tracePt t="207208" x="1657350" y="5708650"/>
          <p14:tracePt t="207224" x="1536700" y="5721350"/>
          <p14:tracePt t="207241" x="1422400" y="5721350"/>
          <p14:tracePt t="207258" x="1371600" y="5721350"/>
          <p14:tracePt t="207274" x="1301750" y="5727700"/>
          <p14:tracePt t="207291" x="1263650" y="5727700"/>
          <p14:tracePt t="207308" x="1238250" y="5734050"/>
          <p14:tracePt t="207324" x="1225550" y="5740400"/>
          <p14:tracePt t="207341" x="1187450" y="5740400"/>
          <p14:tracePt t="207357" x="1149350" y="5746750"/>
          <p14:tracePt t="207374" x="1130300" y="5746750"/>
          <p14:tracePt t="207391" x="1073150" y="5753100"/>
          <p14:tracePt t="207407" x="1016000" y="5759450"/>
          <p14:tracePt t="207424" x="984250" y="5759450"/>
          <p14:tracePt t="207442" x="927100" y="5765800"/>
          <p14:tracePt t="207457" x="876300" y="5765800"/>
          <p14:tracePt t="207474" x="857250" y="5772150"/>
          <p14:tracePt t="207491" x="838200" y="5772150"/>
          <p14:tracePt t="207507" x="831850" y="5772150"/>
          <p14:tracePt t="207524" x="825500" y="5778500"/>
          <p14:tracePt t="207827" x="819150" y="5778500"/>
          <p14:tracePt t="207841" x="806450" y="5772150"/>
          <p14:tracePt t="207848" x="800100" y="5772150"/>
          <p14:tracePt t="207862" x="781050" y="5765800"/>
          <p14:tracePt t="207872" x="768350" y="5759450"/>
          <p14:tracePt t="207889" x="749300" y="5740400"/>
          <p14:tracePt t="207906" x="698500" y="5727700"/>
          <p14:tracePt t="207922" x="654050" y="5715000"/>
          <p14:tracePt t="207940" x="615950" y="5708650"/>
          <p14:tracePt t="207955" x="603250" y="5702300"/>
          <p14:tracePt t="207972" x="590550" y="5695950"/>
          <p14:tracePt t="207989" x="577850" y="5695950"/>
          <p14:tracePt t="208021" x="571500" y="5695950"/>
          <p14:tracePt t="208039" x="565150" y="5695950"/>
          <p14:tracePt t="208054" x="558800" y="5689600"/>
          <p14:tracePt t="208072" x="546100" y="5689600"/>
          <p14:tracePt t="208088" x="520700" y="5689600"/>
          <p14:tracePt t="208105" x="514350" y="5689600"/>
          <p14:tracePt t="208122" x="488950" y="5689600"/>
          <p14:tracePt t="208138" x="469900" y="5689600"/>
          <p14:tracePt t="208154" x="463550" y="5689600"/>
          <p14:tracePt t="208171" x="450850" y="5689600"/>
          <p14:tracePt t="208188" x="444500" y="5689600"/>
          <p14:tracePt t="208204" x="438150" y="5689600"/>
          <p14:tracePt t="208297" x="431800" y="5689600"/>
          <p14:tracePt t="208346" x="425450" y="5695950"/>
          <p14:tracePt t="208388" x="425450" y="5702300"/>
          <p14:tracePt t="208402" x="425450" y="5708650"/>
          <p14:tracePt t="208409" x="419100" y="5708650"/>
          <p14:tracePt t="208438" x="419100" y="5715000"/>
          <p14:tracePt t="208458" x="419100" y="5721350"/>
          <p14:tracePt t="208492" x="412750" y="5727700"/>
          <p14:tracePt t="208521" x="419100" y="5734050"/>
          <p14:tracePt t="208528" x="419100" y="5740400"/>
          <p14:tracePt t="208549" x="431800" y="5740400"/>
          <p14:tracePt t="208563" x="444500" y="5746750"/>
          <p14:tracePt t="208573" x="457200" y="5746750"/>
          <p14:tracePt t="208587" x="488950" y="5746750"/>
          <p14:tracePt t="208603" x="527050" y="5753100"/>
          <p14:tracePt t="208620" x="584200" y="5753100"/>
          <p14:tracePt t="208636" x="603250" y="5753100"/>
          <p14:tracePt t="208653" x="654050" y="5753100"/>
          <p14:tracePt t="208669" x="685800" y="5746750"/>
          <p14:tracePt t="208687" x="698500" y="5746750"/>
          <p14:tracePt t="208703" x="717550" y="5740400"/>
          <p14:tracePt t="208719" x="730250" y="5734050"/>
          <p14:tracePt t="208774" x="736600" y="5734050"/>
          <p14:tracePt t="208879" x="736600" y="5727700"/>
          <p14:tracePt t="208892" x="730250" y="5727700"/>
          <p14:tracePt t="208900" x="717550" y="5727700"/>
          <p14:tracePt t="208914" x="704850" y="5727700"/>
          <p14:tracePt t="208922" x="692150" y="5721350"/>
          <p14:tracePt t="208935" x="673100" y="5721350"/>
          <p14:tracePt t="208952" x="622300" y="5715000"/>
          <p14:tracePt t="208968" x="596900" y="5708650"/>
          <p14:tracePt t="208985" x="546100" y="5702300"/>
          <p14:tracePt t="209001" x="495300" y="5702300"/>
          <p14:tracePt t="209019" x="482600" y="5689600"/>
          <p14:tracePt t="209035" x="457200" y="5689600"/>
          <p14:tracePt t="209051" x="450850" y="5689600"/>
          <p14:tracePt t="209069" x="444500" y="5689600"/>
          <p14:tracePt t="209278" x="463550" y="5689600"/>
          <p14:tracePt t="209293" x="501650" y="5689600"/>
          <p14:tracePt t="209300" x="546100" y="5702300"/>
          <p14:tracePt t="209314" x="584200" y="5702300"/>
          <p14:tracePt t="209321" x="635000" y="5702300"/>
          <p14:tracePt t="209337" x="673100" y="5702300"/>
          <p14:tracePt t="209350" x="730250" y="5702300"/>
          <p14:tracePt t="209367" x="749300" y="5702300"/>
          <p14:tracePt t="209384" x="774700" y="5702300"/>
          <p14:tracePt t="209400" x="787400" y="5702300"/>
          <p14:tracePt t="209417" x="793750" y="5695950"/>
          <p14:tracePt t="209433" x="800100" y="5695950"/>
          <p14:tracePt t="209450" x="806450" y="5695950"/>
          <p14:tracePt t="210174" x="819150" y="5695950"/>
          <p14:tracePt t="210182" x="838200" y="5695950"/>
          <p14:tracePt t="210196" x="857250" y="5702300"/>
          <p14:tracePt t="210203" x="889000" y="5702300"/>
          <p14:tracePt t="210217" x="914400" y="5708650"/>
          <p14:tracePt t="210231" x="977900" y="5734050"/>
          <p14:tracePt t="210247" x="1016000" y="5740400"/>
          <p14:tracePt t="210264" x="1073150" y="5746750"/>
          <p14:tracePt t="210280" x="1181100" y="5765800"/>
          <p14:tracePt t="210297" x="1320800" y="5797550"/>
          <p14:tracePt t="210314" x="1377950" y="5803900"/>
          <p14:tracePt t="210330" x="1492250" y="5816600"/>
          <p14:tracePt t="210347" x="1612900" y="5822950"/>
          <p14:tracePt t="210364" x="1727200" y="5842000"/>
          <p14:tracePt t="210380" x="1797050" y="5842000"/>
          <p14:tracePt t="210397" x="1949450" y="5854700"/>
          <p14:tracePt t="210414" x="2108200" y="5829300"/>
          <p14:tracePt t="210430" x="2171700" y="5816600"/>
          <p14:tracePt t="210447" x="2247900" y="5784850"/>
          <p14:tracePt t="210464" x="2279650" y="5759450"/>
          <p14:tracePt t="210480" x="2292350" y="5746750"/>
          <p14:tracePt t="210497" x="2305050" y="5727700"/>
          <p14:tracePt t="210513" x="2311400" y="5727700"/>
          <p14:tracePt t="210529" x="2317750" y="5727700"/>
          <p14:tracePt t="210547" x="2324100" y="5727700"/>
          <p14:tracePt t="210563" x="2330450" y="5734050"/>
          <p14:tracePt t="211894" x="2324100" y="5734050"/>
          <p14:tracePt t="211915" x="2317750" y="5734050"/>
          <p14:tracePt t="211936" x="2311400" y="5727700"/>
          <p14:tracePt t="211957" x="2305050" y="5727700"/>
          <p14:tracePt t="211978" x="2298700" y="5727700"/>
          <p14:tracePt t="211985" x="2292350" y="5721350"/>
          <p14:tracePt t="211999" x="2286000" y="5721350"/>
          <p14:tracePt t="212008" x="2273300" y="5715000"/>
          <p14:tracePt t="212024" x="2266950" y="5715000"/>
          <p14:tracePt t="212042" x="2247900" y="5715000"/>
          <p14:tracePt t="212058" x="2222500" y="5708650"/>
          <p14:tracePt t="212091" x="2209800" y="5708650"/>
          <p14:tracePt t="212107" x="2197100" y="5708650"/>
          <p14:tracePt t="212124" x="2190750" y="5708650"/>
          <p14:tracePt t="212141" x="2184400" y="5708650"/>
          <p14:tracePt t="212189" x="2178050" y="5708650"/>
          <p14:tracePt t="212217" x="2171700" y="5708650"/>
          <p14:tracePt t="212231" x="2165350" y="5708650"/>
          <p14:tracePt t="212280" x="2159000" y="5715000"/>
          <p14:tracePt t="212287" x="2152650" y="5715000"/>
          <p14:tracePt t="212350" x="2146300" y="5721350"/>
          <p14:tracePt t="212967" x="2139950" y="5721350"/>
          <p14:tracePt t="212981" x="2133600" y="5721350"/>
          <p14:tracePt t="212990" x="2127250" y="5721350"/>
          <p14:tracePt t="213005" x="2120900" y="5721350"/>
          <p14:tracePt t="213021" x="2095500" y="5721350"/>
          <p14:tracePt t="213038" x="2082800" y="5721350"/>
          <p14:tracePt t="213054" x="2063750" y="5715000"/>
          <p14:tracePt t="213071" x="2032000" y="5715000"/>
          <p14:tracePt t="213088" x="1911350" y="5715000"/>
          <p14:tracePt t="213105" x="1847850" y="5715000"/>
          <p14:tracePt t="213122" x="1682750" y="5734050"/>
          <p14:tracePt t="213138" x="1593850" y="5734050"/>
          <p14:tracePt t="213154" x="1390650" y="5740400"/>
          <p14:tracePt t="213172" x="1200150" y="5759450"/>
          <p14:tracePt t="213187" x="1117600" y="5778500"/>
          <p14:tracePt t="213203" x="1003300" y="5791200"/>
          <p14:tracePt t="213221" x="952500" y="5797550"/>
          <p14:tracePt t="213237" x="939800" y="5797550"/>
          <p14:tracePt t="213254" x="927100" y="5797550"/>
          <p14:tracePt t="213270" x="920750" y="5797550"/>
          <p14:tracePt t="214314" x="927100" y="5797550"/>
          <p14:tracePt t="214321" x="927100" y="5791200"/>
          <p14:tracePt t="214336" x="933450" y="5791200"/>
          <p14:tracePt t="214350" x="952500" y="5784850"/>
          <p14:tracePt t="214367" x="965200" y="5778500"/>
          <p14:tracePt t="214383" x="984250" y="5765800"/>
          <p14:tracePt t="214400" x="1041400" y="5753100"/>
          <p14:tracePt t="214416" x="1155700" y="5715000"/>
          <p14:tracePt t="214419" x="1231900" y="5683250"/>
          <p14:tracePt t="214435" x="1327150" y="5657850"/>
          <p14:tracePt t="214449" x="1428750" y="5626100"/>
          <p14:tracePt t="214466" x="1625600" y="5543550"/>
          <p14:tracePt t="214483" x="1860550" y="5435600"/>
          <p14:tracePt t="214499" x="1981200" y="5378450"/>
          <p14:tracePt t="214516" x="2222500" y="5245100"/>
          <p14:tracePt t="214533" x="2501900" y="5092700"/>
          <p14:tracePt t="214549" x="2654300" y="5003800"/>
          <p14:tracePt t="214566" x="2901950" y="4851400"/>
          <p14:tracePt t="214582" x="3168650" y="4724400"/>
          <p14:tracePt t="214599" x="3263900" y="4667250"/>
          <p14:tracePt t="214616" x="3422650" y="4584700"/>
          <p14:tracePt t="214632" x="3517900" y="4508500"/>
          <p14:tracePt t="214649" x="3536950" y="4489450"/>
          <p14:tracePt t="214665" x="3562350" y="4445000"/>
          <p14:tracePt t="214682" x="3568700" y="4413250"/>
          <p14:tracePt t="215073" x="3568700" y="4330700"/>
          <p14:tracePt t="215087" x="3568700" y="4203700"/>
          <p14:tracePt t="215094" x="3581400" y="4064000"/>
          <p14:tracePt t="215108" x="3594100" y="3924300"/>
          <p14:tracePt t="215116" x="3594100" y="3771900"/>
          <p14:tracePt t="215130" x="3606800" y="3606800"/>
          <p14:tracePt t="215147" x="3606800" y="3295650"/>
          <p14:tracePt t="215164" x="3587750" y="3028950"/>
          <p14:tracePt t="215180" x="3581400" y="2914650"/>
          <p14:tracePt t="215197" x="3581400" y="2711450"/>
          <p14:tracePt t="215213" x="3594100" y="2552700"/>
          <p14:tracePt t="215230" x="3594100" y="2501900"/>
          <p14:tracePt t="215247" x="3594100" y="2413000"/>
          <p14:tracePt t="215263" x="3587750" y="2330450"/>
          <p14:tracePt t="215279" x="3587750" y="2305050"/>
          <p14:tracePt t="215297" x="3575050" y="2247900"/>
          <p14:tracePt t="215313" x="3562350" y="2216150"/>
          <p14:tracePt t="215330" x="3556000" y="2203450"/>
          <p14:tracePt t="215347" x="3536950" y="2184400"/>
          <p14:tracePt t="215363" x="3530600" y="2184400"/>
          <p14:tracePt t="215379" x="3524250" y="2184400"/>
          <p14:tracePt t="215634" x="3524250" y="2178050"/>
          <p14:tracePt t="215683" x="3530600" y="2178050"/>
          <p14:tracePt t="215725" x="3536950" y="2178050"/>
          <p14:tracePt t="215746" x="3543300" y="2178050"/>
          <p14:tracePt t="215753" x="3543300" y="2171700"/>
          <p14:tracePt t="215767" x="3549650" y="2171700"/>
          <p14:tracePt t="215778" x="3556000" y="2165350"/>
          <p14:tracePt t="215796" x="3568700" y="2159000"/>
          <p14:tracePt t="215812" x="3581400" y="2159000"/>
          <p14:tracePt t="215828" x="3619500" y="2146300"/>
          <p14:tracePt t="215845" x="3689350" y="2133600"/>
          <p14:tracePt t="215861" x="3733800" y="2120900"/>
          <p14:tracePt t="215878" x="3848100" y="2114550"/>
          <p14:tracePt t="215895" x="4006850" y="2101850"/>
          <p14:tracePt t="215911" x="4083050" y="2095500"/>
          <p14:tracePt t="215928" x="4260850" y="2095500"/>
          <p14:tracePt t="215944" x="4464050" y="2108200"/>
          <p14:tracePt t="215961" x="4565650" y="2120900"/>
          <p14:tracePt t="215978" x="4743450" y="2127250"/>
          <p14:tracePt t="215994" x="4864100" y="2127250"/>
          <p14:tracePt t="216011" x="4914900" y="2127250"/>
          <p14:tracePt t="216027" x="4978400" y="2108200"/>
          <p14:tracePt t="216044" x="5010150" y="2101850"/>
          <p14:tracePt t="216061" x="5016500" y="2101850"/>
          <p14:tracePt t="216077" x="5041900" y="2095500"/>
          <p14:tracePt t="216111" x="5054600" y="2095500"/>
          <p14:tracePt t="216153" x="5060950" y="2095500"/>
          <p14:tracePt t="216272" x="5060950" y="2101850"/>
          <p14:tracePt t="216294" x="5067300" y="2108200"/>
          <p14:tracePt t="216307" x="5073650" y="2108200"/>
          <p14:tracePt t="216314" x="5080000" y="2114550"/>
          <p14:tracePt t="216327" x="5092700" y="2114550"/>
          <p14:tracePt t="216343" x="5111750" y="2127250"/>
          <p14:tracePt t="216360" x="5118100" y="2139950"/>
          <p14:tracePt t="216376" x="5137150" y="2146300"/>
          <p14:tracePt t="216392" x="5194300" y="2184400"/>
          <p14:tracePt t="216409" x="5219700" y="2190750"/>
          <p14:tracePt t="216426" x="5245100" y="2203450"/>
          <p14:tracePt t="216443" x="5283200" y="2216150"/>
          <p14:tracePt t="216459" x="5327650" y="2235200"/>
          <p14:tracePt t="216476" x="5353050" y="2241550"/>
          <p14:tracePt t="216492" x="5359400" y="2241550"/>
          <p14:tracePt t="216553" x="5365750" y="2241550"/>
          <p14:tracePt t="216595" x="5365750" y="2247900"/>
          <p14:tracePt t="217619" x="5365750" y="2241550"/>
          <p14:tracePt t="217626" x="5372100" y="2241550"/>
          <p14:tracePt t="217641" x="5372100" y="2235200"/>
          <p14:tracePt t="217655" x="5378450" y="2228850"/>
          <p14:tracePt t="217672" x="5378450" y="2222500"/>
          <p14:tracePt t="217688" x="5378450" y="2216150"/>
          <p14:tracePt t="217705" x="5384800" y="2209800"/>
          <p14:tracePt t="217721" x="5391150" y="2203450"/>
          <p14:tracePt t="217754" x="5391150" y="2197100"/>
          <p14:tracePt t="217771" x="5397500" y="2190750"/>
          <p14:tracePt t="217789" x="5397500" y="2184400"/>
          <p14:tracePt t="217822" x="5397500" y="2178050"/>
          <p14:tracePt t="217857" x="5397500" y="2171700"/>
          <p14:tracePt t="217878" x="5397500" y="2165350"/>
          <p14:tracePt t="218384" x="5346700" y="2146300"/>
          <p14:tracePt t="218391" x="5270500" y="2114550"/>
          <p14:tracePt t="218403" x="5162550" y="2095500"/>
          <p14:tracePt t="218419" x="4984750" y="2044700"/>
          <p14:tracePt t="218436" x="4889500" y="2025650"/>
          <p14:tracePt t="218453" x="4800600" y="2012950"/>
          <p14:tracePt t="218469" x="4559300" y="2006600"/>
          <p14:tracePt t="218486" x="4489450" y="2006600"/>
          <p14:tracePt t="218503" x="4375150" y="2025650"/>
          <p14:tracePt t="218519" x="4330700" y="2044700"/>
          <p14:tracePt t="218535" x="4279900" y="2063750"/>
          <p14:tracePt t="218552" x="4260850" y="2076450"/>
          <p14:tracePt t="218594" x="4254500" y="2082800"/>
          <p14:tracePt t="218607" x="4260850" y="2089150"/>
          <p14:tracePt t="218622" x="4267200" y="2095500"/>
          <p14:tracePt t="218635" x="4279900" y="2108200"/>
          <p14:tracePt t="218651" x="4318000" y="2139950"/>
          <p14:tracePt t="218668" x="4343400" y="2159000"/>
          <p14:tracePt t="218685" x="4425950" y="2216150"/>
          <p14:tracePt t="218701" x="4540250" y="2273300"/>
          <p14:tracePt t="218718" x="4610100" y="2311400"/>
          <p14:tracePt t="218735" x="4756150" y="2374900"/>
          <p14:tracePt t="218751" x="4927600" y="2425700"/>
          <p14:tracePt t="218768" x="4997450" y="2444750"/>
          <p14:tracePt t="218784" x="5124450" y="2444750"/>
          <p14:tracePt t="218801" x="5162550" y="2444750"/>
          <p14:tracePt t="218818" x="5270500" y="2400300"/>
          <p14:tracePt t="218834" x="5283200" y="2387600"/>
          <p14:tracePt t="218851" x="5295900" y="2381250"/>
          <p14:tracePt t="218868" x="5302250" y="2355850"/>
          <p14:tracePt t="218884" x="5308600" y="2336800"/>
          <p14:tracePt t="218901" x="5308600" y="2324100"/>
          <p14:tracePt t="218917" x="5308600" y="2317750"/>
          <p14:tracePt t="218958" x="5302250" y="2311400"/>
          <p14:tracePt t="218972" x="5295900" y="2311400"/>
          <p14:tracePt t="218979" x="5270500" y="2292350"/>
          <p14:tracePt t="218994" x="5251450" y="2286000"/>
          <p14:tracePt t="219003" x="5219700" y="2279650"/>
          <p14:tracePt t="219016" x="5181600" y="2273300"/>
          <p14:tracePt t="219033" x="5086350" y="2254250"/>
          <p14:tracePt t="219050" x="4991100" y="2228850"/>
          <p14:tracePt t="219067" x="4946650" y="2222500"/>
          <p14:tracePt t="219083" x="4908550" y="2209800"/>
          <p14:tracePt t="219100" x="4838700" y="2209800"/>
          <p14:tracePt t="219117" x="4819650" y="2209800"/>
          <p14:tracePt t="219134" x="4775200" y="2222500"/>
          <p14:tracePt t="219150" x="4756150" y="2228850"/>
          <p14:tracePt t="219166" x="4724400" y="2235200"/>
          <p14:tracePt t="219184" x="4705350" y="2241550"/>
          <p14:tracePt t="219200" x="4699000" y="2241550"/>
          <p14:tracePt t="219239" x="4692650" y="2241550"/>
          <p14:tracePt t="219309" x="4699000" y="2241550"/>
          <p14:tracePt t="219576" x="4692650" y="2235200"/>
          <p14:tracePt t="219583" x="4679950" y="2228850"/>
          <p14:tracePt t="219590" x="4667250" y="2222500"/>
          <p14:tracePt t="219604" x="4654550" y="2216150"/>
          <p14:tracePt t="219615" x="4629150" y="2216150"/>
          <p14:tracePt t="219633" x="4610100" y="2216150"/>
          <p14:tracePt t="219648" x="4584700" y="2216150"/>
          <p14:tracePt t="219665" x="4527550" y="2209800"/>
          <p14:tracePt t="219682" x="4445000" y="2190750"/>
          <p14:tracePt t="219698" x="4394200" y="2171700"/>
          <p14:tracePt t="219714" x="4311650" y="2152650"/>
          <p14:tracePt t="219731" x="4051300" y="2095500"/>
          <p14:tracePt t="219748" x="3975100" y="2082800"/>
          <p14:tracePt t="219766" x="3822700" y="2076450"/>
          <p14:tracePt t="219781" x="3765550" y="2076450"/>
          <p14:tracePt t="219797" x="3676650" y="2076450"/>
          <p14:tracePt t="219815" x="3594100" y="2076450"/>
          <p14:tracePt t="219831" x="3556000" y="2082800"/>
          <p14:tracePt t="219847" x="3498850" y="2095500"/>
          <p14:tracePt t="219864" x="3435350" y="2114550"/>
          <p14:tracePt t="219881" x="3403600" y="2127250"/>
          <p14:tracePt t="219897" x="3333750" y="2152650"/>
          <p14:tracePt t="219914" x="3270250" y="2178050"/>
          <p14:tracePt t="219930" x="3244850" y="2178050"/>
          <p14:tracePt t="219948" x="3194050" y="2190750"/>
          <p14:tracePt t="219964" x="3162300" y="2197100"/>
          <p14:tracePt t="219980" x="3149600" y="2197100"/>
          <p14:tracePt t="219997" x="3143250" y="2203450"/>
          <p14:tracePt t="220014" x="3136900" y="2203450"/>
          <p14:tracePt t="220277" x="3143250" y="2203450"/>
          <p14:tracePt t="220284" x="3149600" y="2203450"/>
          <p14:tracePt t="220299" x="3155950" y="2197100"/>
          <p14:tracePt t="220572" x="3130550" y="2184400"/>
          <p14:tracePt t="220586" x="3079750" y="2165350"/>
          <p14:tracePt t="220593" x="3022600" y="2139950"/>
          <p14:tracePt t="220607" x="2952750" y="2101850"/>
          <p14:tracePt t="220614" x="2882900" y="2057400"/>
          <p14:tracePt t="220631" x="2800350" y="2032000"/>
          <p14:tracePt t="220645" x="2673350" y="1943100"/>
          <p14:tracePt t="220661" x="2616200" y="1905000"/>
          <p14:tracePt t="220678" x="2527300" y="1841500"/>
          <p14:tracePt t="220694" x="2495550" y="1816100"/>
          <p14:tracePt t="220711" x="2470150" y="1803400"/>
          <p14:tracePt t="220728" x="2457450" y="1797050"/>
          <p14:tracePt t="220804" x="2444750" y="1790700"/>
          <p14:tracePt t="220818" x="2432050" y="1784350"/>
          <p14:tracePt t="220825" x="2413000" y="1778000"/>
          <p14:tracePt t="220839" x="2400300" y="1765300"/>
          <p14:tracePt t="220847" x="2381250" y="1765300"/>
          <p14:tracePt t="220860" x="2374900" y="1758950"/>
          <p14:tracePt t="220877" x="2355850" y="1758950"/>
          <p14:tracePt t="220894" x="2349500" y="1752600"/>
          <p14:tracePt t="220937" x="2343150" y="1752600"/>
          <p14:tracePt t="221028" x="2349500" y="1752600"/>
          <p14:tracePt t="221035" x="2362200" y="1752600"/>
          <p14:tracePt t="221049" x="2368550" y="1758950"/>
          <p14:tracePt t="221060" x="2381250" y="1765300"/>
          <p14:tracePt t="221077" x="2432050" y="1790700"/>
          <p14:tracePt t="221093" x="2476500" y="1822450"/>
          <p14:tracePt t="221110" x="2603500" y="1898650"/>
          <p14:tracePt t="221127" x="2736850" y="1974850"/>
          <p14:tracePt t="221143" x="2794000" y="2006600"/>
          <p14:tracePt t="221159" x="2895600" y="2057400"/>
          <p14:tracePt t="221176" x="2940050" y="2082800"/>
          <p14:tracePt t="221193" x="2952750" y="2089150"/>
          <p14:tracePt t="221210" x="2965450" y="2095500"/>
          <p14:tracePt t="221226" x="2971800" y="2101850"/>
          <p14:tracePt t="221309" x="2965450" y="2101850"/>
          <p14:tracePt t="221316" x="2946400" y="2101850"/>
          <p14:tracePt t="221330" x="2927350" y="2095500"/>
          <p14:tracePt t="221342" x="2895600" y="2082800"/>
          <p14:tracePt t="221359" x="2800350" y="2051050"/>
          <p14:tracePt t="221375" x="2743200" y="2032000"/>
          <p14:tracePt t="221393" x="2647950" y="1993900"/>
          <p14:tracePt t="221409" x="2559050" y="1968500"/>
          <p14:tracePt t="221425" x="2540000" y="1962150"/>
          <p14:tracePt t="221442" x="2514600" y="1949450"/>
          <p14:tracePt t="221458" x="2501900" y="1949450"/>
          <p14:tracePt t="221475" x="2495550" y="1943100"/>
          <p14:tracePt t="221508" x="2470150" y="1943100"/>
          <p14:tracePt t="221525" x="2444750" y="1943100"/>
          <p14:tracePt t="221541" x="2425700" y="1943100"/>
          <p14:tracePt t="221558" x="2406650" y="1943100"/>
          <p14:tracePt t="221576" x="2387600" y="1943100"/>
          <p14:tracePt t="221617" x="2381250" y="1943100"/>
          <p14:tracePt t="221736" x="2387600" y="1943100"/>
          <p14:tracePt t="221751" x="2400300" y="1943100"/>
          <p14:tracePt t="221758" x="2432050" y="1955800"/>
          <p14:tracePt t="221765" x="2489200" y="1962150"/>
          <p14:tracePt t="221778" x="2540000" y="1981200"/>
          <p14:tracePt t="221790" x="2635250" y="2012950"/>
          <p14:tracePt t="221807" x="2806700" y="2063750"/>
          <p14:tracePt t="221824" x="2882900" y="2082800"/>
          <p14:tracePt t="221841" x="2990850" y="2108200"/>
          <p14:tracePt t="221857" x="3060700" y="2127250"/>
          <p14:tracePt t="221874" x="3073400" y="2133600"/>
          <p14:tracePt t="221891" x="3098800" y="2139950"/>
          <p14:tracePt t="221907" x="3105150" y="2139950"/>
          <p14:tracePt t="221940" x="3111500" y="2139950"/>
          <p14:tracePt t="222950" x="3105150" y="2146300"/>
          <p14:tracePt t="222957" x="3098800" y="2152650"/>
          <p14:tracePt t="222972" x="3079750" y="2159000"/>
          <p14:tracePt t="222991" x="3067050" y="2165350"/>
          <p14:tracePt t="223003" x="3060700" y="2171700"/>
          <p14:tracePt t="223020" x="3054350" y="2178050"/>
          <p14:tracePt t="223259" x="3048000" y="2178050"/>
          <p14:tracePt t="223280" x="3048000" y="2184400"/>
          <p14:tracePt t="223301" x="3041650" y="2184400"/>
          <p14:tracePt t="223322" x="3041650" y="2190750"/>
          <p14:tracePt t="223329" x="3035300" y="2197100"/>
          <p14:tracePt t="223350" x="3035300" y="2203450"/>
          <p14:tracePt t="223371" x="3035300" y="2209800"/>
          <p14:tracePt t="223378" x="3035300" y="2216150"/>
          <p14:tracePt t="223392" x="3041650" y="2216150"/>
          <p14:tracePt t="224745" x="3048000" y="2209800"/>
          <p14:tracePt t="224752" x="3060700" y="2197100"/>
          <p14:tracePt t="224767" x="3073400" y="2184400"/>
          <p14:tracePt t="224780" x="3086100" y="2171700"/>
          <p14:tracePt t="224797" x="3105150" y="2152650"/>
          <p14:tracePt t="224814" x="3117850" y="2146300"/>
          <p14:tracePt t="224830" x="3124200" y="2146300"/>
          <p14:tracePt t="225717" x="3117850" y="2146300"/>
          <p14:tracePt t="225724" x="3098800" y="2146300"/>
          <p14:tracePt t="225738" x="3079750" y="2146300"/>
          <p14:tracePt t="225746" x="3067050" y="2152650"/>
          <p14:tracePt t="225760" x="3035300" y="2152650"/>
          <p14:tracePt t="225777" x="3003550" y="2165350"/>
          <p14:tracePt t="225795" x="2978150" y="2165350"/>
          <p14:tracePt t="225810" x="2965450" y="2171700"/>
          <p14:tracePt t="225844" x="2959100" y="2171700"/>
          <p14:tracePt t="225860" x="2952750" y="2171700"/>
          <p14:tracePt t="225913" x="2946400" y="2178050"/>
          <p14:tracePt t="225948" x="2940050" y="2178050"/>
          <p14:tracePt t="225955" x="2940050" y="2184400"/>
          <p14:tracePt t="225969" x="2933700" y="2184400"/>
          <p14:tracePt t="225979" x="2927350" y="2184400"/>
          <p14:tracePt t="225997" x="2921000" y="2184400"/>
          <p14:tracePt t="226026" x="2914650" y="2184400"/>
          <p14:tracePt t="226046" x="2908300" y="2184400"/>
          <p14:tracePt t="226074" x="2908300" y="2190750"/>
          <p14:tracePt t="226110" x="2901950" y="2190750"/>
          <p14:tracePt t="226116" x="2895600" y="2197100"/>
          <p14:tracePt t="226201" x="2901950" y="2197100"/>
          <p14:tracePt t="226650" x="2908300" y="2197100"/>
          <p14:tracePt t="226699" x="2914650" y="2190750"/>
          <p14:tracePt t="226707" x="2927350" y="2190750"/>
          <p14:tracePt t="226720" x="2933700" y="2190750"/>
          <p14:tracePt t="226727" x="2940050" y="2184400"/>
          <p14:tracePt t="226748" x="2952750" y="2178050"/>
          <p14:tracePt t="226756" x="2978150" y="2171700"/>
          <p14:tracePt t="226773" x="2990850" y="2171700"/>
          <p14:tracePt t="226791" x="3022600" y="2159000"/>
          <p14:tracePt t="226807" x="3035300" y="2159000"/>
          <p14:tracePt t="226823" x="3060700" y="2152650"/>
          <p14:tracePt t="226840" x="3079750" y="2146300"/>
          <p14:tracePt t="226856" x="3086100" y="2146300"/>
          <p14:tracePt t="226916" x="3092450" y="2146300"/>
          <p14:tracePt t="227169" x="3149600" y="2152650"/>
          <p14:tracePt t="227176" x="3225800" y="2171700"/>
          <p14:tracePt t="227191" x="3302000" y="2190750"/>
          <p14:tracePt t="227205" x="3384550" y="2203450"/>
          <p14:tracePt t="227222" x="3549650" y="2228850"/>
          <p14:tracePt t="227239" x="3683000" y="2247900"/>
          <p14:tracePt t="227255" x="3759200" y="2260600"/>
          <p14:tracePt t="227272" x="3879850" y="2266950"/>
          <p14:tracePt t="227289" x="3975100" y="2273300"/>
          <p14:tracePt t="227305" x="4013200" y="2273300"/>
          <p14:tracePt t="227322" x="4070350" y="2266950"/>
          <p14:tracePt t="227338" x="4089400" y="2260600"/>
          <p14:tracePt t="227355" x="4095750" y="2254250"/>
          <p14:tracePt t="227388" x="4089400" y="2254250"/>
          <p14:tracePt t="227404" x="4064000" y="2254250"/>
          <p14:tracePt t="227422" x="3981450" y="2247900"/>
          <p14:tracePt t="227438" x="3892550" y="2247900"/>
          <p14:tracePt t="227454" x="3625850" y="2235200"/>
          <p14:tracePt t="227472" x="3365500" y="2241550"/>
          <p14:tracePt t="227488" x="3238500" y="2254250"/>
          <p14:tracePt t="227504" x="3048000" y="2260600"/>
          <p14:tracePt t="227521" x="2940050" y="2279650"/>
          <p14:tracePt t="227538" x="2908300" y="2279650"/>
          <p14:tracePt t="227554" x="2889250" y="2279650"/>
          <p14:tracePt t="227631" x="2901950" y="2279650"/>
          <p14:tracePt t="227638" x="2921000" y="2279650"/>
          <p14:tracePt t="227653" x="2959100" y="2286000"/>
          <p14:tracePt t="227660" x="3016250" y="2298700"/>
          <p14:tracePt t="227670" x="3092450" y="2298700"/>
          <p14:tracePt t="227687" x="3194050" y="2305050"/>
          <p14:tracePt t="227703" x="3448050" y="2349500"/>
          <p14:tracePt t="227720" x="3613150" y="2374900"/>
          <p14:tracePt t="227737" x="3994150" y="2425700"/>
          <p14:tracePt t="227754" x="4083050" y="2432050"/>
          <p14:tracePt t="227770" x="4171950" y="2432050"/>
          <p14:tracePt t="227787" x="4298950" y="2432050"/>
          <p14:tracePt t="227803" x="4318000" y="2425700"/>
          <p14:tracePt t="227820" x="4330700" y="2419350"/>
          <p14:tracePt t="227836" x="4343400" y="2413000"/>
          <p14:tracePt t="227877" x="4343400" y="2406650"/>
          <p14:tracePt t="227891" x="4337050" y="2406650"/>
          <p14:tracePt t="227903" x="4311650" y="2406650"/>
          <p14:tracePt t="227920" x="4171950" y="2406650"/>
          <p14:tracePt t="227936" x="4070350" y="2393950"/>
          <p14:tracePt t="227953" x="3816350" y="2374900"/>
          <p14:tracePt t="227970" x="3549650" y="2343150"/>
          <p14:tracePt t="227987" x="3441700" y="2330450"/>
          <p14:tracePt t="228003" x="3365500" y="2324100"/>
          <p14:tracePt t="228019" x="3270250" y="2305050"/>
          <p14:tracePt t="228036" x="3263900" y="2305050"/>
          <p14:tracePt t="228101" x="3276600" y="2305050"/>
          <p14:tracePt t="228108" x="3295650" y="2298700"/>
          <p14:tracePt t="228123" x="3327400" y="2298700"/>
          <p14:tracePt t="228135" x="3365500" y="2298700"/>
          <p14:tracePt t="228152" x="3473450" y="2279650"/>
          <p14:tracePt t="228169" x="3536950" y="2273300"/>
          <p14:tracePt t="228186" x="3644900" y="2254250"/>
          <p14:tracePt t="228202" x="3702050" y="2241550"/>
          <p14:tracePt t="228218" x="3714750" y="2241550"/>
          <p14:tracePt t="228235" x="3727450" y="2241550"/>
          <p14:tracePt t="228291" x="3714750" y="2241550"/>
          <p14:tracePt t="228298" x="3695700" y="2241550"/>
          <p14:tracePt t="228312" x="3676650" y="2241550"/>
          <p14:tracePt t="228321" x="3625850" y="2228850"/>
          <p14:tracePt t="228335" x="3575050" y="2228850"/>
          <p14:tracePt t="228352" x="3492500" y="2222500"/>
          <p14:tracePt t="228369" x="3263900" y="2209800"/>
          <p14:tracePt t="228384" x="3175000" y="2209800"/>
          <p14:tracePt t="228401" x="3111500" y="2209800"/>
          <p14:tracePt t="228418" x="3009900" y="2209800"/>
          <p14:tracePt t="228434" x="2940050" y="2216150"/>
          <p14:tracePt t="228451" x="2921000" y="2216150"/>
          <p14:tracePt t="228467" x="2901950" y="2216150"/>
          <p14:tracePt t="228484" x="2895600" y="2216150"/>
          <p14:tracePt t="228502" x="2889250" y="2216150"/>
          <p14:tracePt t="228803" x="2857500" y="2216150"/>
          <p14:tracePt t="228809" x="2813050" y="2209800"/>
          <p14:tracePt t="228824" x="2762250" y="2190750"/>
          <p14:tracePt t="228833" x="2711450" y="2190750"/>
          <p14:tracePt t="228849" x="2667000" y="2184400"/>
          <p14:tracePt t="228866" x="2597150" y="2184400"/>
          <p14:tracePt t="228883" x="2540000" y="2203450"/>
          <p14:tracePt t="228899" x="2514600" y="2209800"/>
          <p14:tracePt t="228916" x="2482850" y="2228850"/>
          <p14:tracePt t="228933" x="2463800" y="2241550"/>
          <p14:tracePt t="228949" x="2457450" y="2247900"/>
          <p14:tracePt t="228966" x="2444750" y="2247900"/>
          <p14:tracePt t="229350" x="2419350" y="2222500"/>
          <p14:tracePt t="229365" x="2406650" y="2190750"/>
          <p14:tracePt t="229371" x="2381250" y="2159000"/>
          <p14:tracePt t="229385" x="2362200" y="2127250"/>
          <p14:tracePt t="229398" x="2343150" y="2101850"/>
          <p14:tracePt t="229415" x="2324100" y="2070100"/>
          <p14:tracePt t="229431" x="2305050" y="2057400"/>
          <p14:tracePt t="229448" x="2298700" y="2044700"/>
          <p14:tracePt t="229464" x="2292350" y="2044700"/>
          <p14:tracePt t="229498" x="2292350" y="2038350"/>
          <p14:tracePt t="229526" x="2286000" y="2032000"/>
          <p14:tracePt t="229561" x="2286000" y="2025650"/>
          <p14:tracePt t="229947" x="2286000" y="2038350"/>
          <p14:tracePt t="229953" x="2286000" y="2051050"/>
          <p14:tracePt t="229968" x="2286000" y="2063750"/>
          <p14:tracePt t="229978" x="2286000" y="2076450"/>
          <p14:tracePt t="229996" x="2292350" y="2108200"/>
          <p14:tracePt t="230012" x="2298700" y="2120900"/>
          <p14:tracePt t="230029" x="2298700" y="2146300"/>
          <p14:tracePt t="230046" x="2305050" y="2159000"/>
          <p14:tracePt t="230062" x="2305050" y="2165350"/>
          <p14:tracePt t="230108" x="2311400" y="2171700"/>
          <p14:tracePt t="230227" x="2311400" y="2178050"/>
          <p14:tracePt t="230508" x="2317750" y="2178050"/>
          <p14:tracePt t="230515" x="2324100" y="2178050"/>
          <p14:tracePt t="230527" x="2324100" y="2171700"/>
          <p14:tracePt t="230544" x="2330450" y="2171700"/>
          <p14:tracePt t="231049" x="2330450" y="2178050"/>
          <p14:tracePt t="231070" x="2324100" y="2190750"/>
          <p14:tracePt t="231083" x="2324100" y="2197100"/>
          <p14:tracePt t="231105" x="2324100" y="2203450"/>
          <p14:tracePt t="231147" x="2324100" y="2209800"/>
          <p14:tracePt t="231168" x="2324100" y="2216150"/>
          <p14:tracePt t="231176" x="2324100" y="2228850"/>
          <p14:tracePt t="231189" x="2324100" y="2241550"/>
          <p14:tracePt t="231196" x="2324100" y="2254250"/>
          <p14:tracePt t="231211" x="2324100" y="2266950"/>
          <p14:tracePt t="231224" x="2317750" y="2305050"/>
          <p14:tracePt t="231241" x="2317750" y="2336800"/>
          <p14:tracePt t="231259" x="2317750" y="2374900"/>
          <p14:tracePt t="231274" x="2330450" y="2527300"/>
          <p14:tracePt t="231291" x="2374900" y="2806700"/>
          <p14:tracePt t="231309" x="2482850" y="3340100"/>
          <p14:tracePt t="231324" x="2546350" y="3670300"/>
          <p14:tracePt t="231341" x="2628900" y="4286250"/>
          <p14:tracePt t="231358" x="2692400" y="4876800"/>
          <p14:tracePt t="231374" x="2705100" y="5143500"/>
          <p14:tracePt t="231391" x="2717800" y="5568950"/>
          <p14:tracePt t="231407" x="2717800" y="5886450"/>
          <p14:tracePt t="231424" x="2711450" y="6000750"/>
          <p14:tracePt t="231441" x="2692400" y="6254750"/>
          <p14:tracePt t="231457" x="2660650" y="6483350"/>
          <p14:tracePt t="231474" x="2654300" y="6565900"/>
          <p14:tracePt t="231491" x="2635250" y="6692900"/>
          <p14:tracePt t="231507" x="2622550" y="6788150"/>
          <p14:tracePt t="231524" x="2622550" y="6819900"/>
          <p14:tracePt t="231540" x="2622550" y="6838950"/>
          <p14:tracePt t="231942" x="2622550" y="6788150"/>
          <p14:tracePt t="231949" x="2603500" y="6692900"/>
          <p14:tracePt t="231958" x="2597150" y="6591300"/>
          <p14:tracePt t="231972" x="2584450" y="6489700"/>
          <p14:tracePt t="231989" x="2565400" y="6375400"/>
          <p14:tracePt t="232005" x="2476500" y="6140450"/>
          <p14:tracePt t="232022" x="2406650" y="5918200"/>
          <p14:tracePt t="232039" x="2362200" y="5822950"/>
          <p14:tracePt t="232055" x="2279650" y="5626100"/>
          <p14:tracePt t="232072" x="2197100" y="5467350"/>
          <p14:tracePt t="232089" x="2146300" y="5378450"/>
          <p14:tracePt t="232105" x="2139950" y="5353050"/>
          <p14:tracePt t="232122" x="2127250" y="5340350"/>
          <p14:tracePt t="232138" x="2127250" y="5334000"/>
          <p14:tracePt t="232278" x="2127250" y="5340350"/>
          <p14:tracePt t="232482" x="2127250" y="5346700"/>
          <p14:tracePt t="232489" x="2127250" y="5353050"/>
          <p14:tracePt t="232503" x="2127250" y="5359400"/>
          <p14:tracePt t="232510" x="2127250" y="5365750"/>
          <p14:tracePt t="232538" x="2127250" y="5372100"/>
          <p14:tracePt t="232551" x="2127250" y="5378450"/>
          <p14:tracePt t="232558" x="2127250" y="5384800"/>
          <p14:tracePt t="232573" x="2127250" y="5397500"/>
          <p14:tracePt t="232588" x="2120900" y="5410200"/>
          <p14:tracePt t="232603" x="2114550" y="5435600"/>
          <p14:tracePt t="232620" x="2114550" y="5454650"/>
          <p14:tracePt t="232637" x="2108200" y="5492750"/>
          <p14:tracePt t="232653" x="2101850" y="5518150"/>
          <p14:tracePt t="232670" x="2095500" y="5530850"/>
          <p14:tracePt t="232686" x="2095500" y="5556250"/>
          <p14:tracePt t="232703" x="2089150" y="5575300"/>
          <p14:tracePt t="232721" x="2076450" y="5600700"/>
          <p14:tracePt t="232736" x="2076450" y="5613400"/>
          <p14:tracePt t="232753" x="2063750" y="5638800"/>
          <p14:tracePt t="232770" x="2051050" y="5664200"/>
          <p14:tracePt t="232786" x="2044700" y="5676900"/>
          <p14:tracePt t="232803" x="2032000" y="5695950"/>
          <p14:tracePt t="232819" x="2019300" y="5715000"/>
          <p14:tracePt t="232836" x="2012950" y="5721350"/>
          <p14:tracePt t="232853" x="2006600" y="5727700"/>
          <p14:tracePt t="232869" x="1993900" y="5740400"/>
          <p14:tracePt t="232903" x="1987550" y="5753100"/>
          <p14:tracePt t="232919" x="1981200" y="5759450"/>
          <p14:tracePt t="232935" x="1974850" y="5765800"/>
          <p14:tracePt t="232953" x="1968500" y="5765800"/>
          <p14:tracePt t="232969" x="1968500" y="5772150"/>
          <p14:tracePt t="233003" x="1962150" y="5772150"/>
          <p14:tracePt t="233018" x="1962150" y="5778500"/>
          <p14:tracePt t="233036" x="1962150" y="5784850"/>
          <p14:tracePt t="233051" x="1955800" y="5791200"/>
          <p14:tracePt t="233077" x="1949450" y="5791200"/>
          <p14:tracePt t="233113" x="1943100" y="5797550"/>
          <p14:tracePt t="233141" x="1936750" y="5797550"/>
          <p14:tracePt t="233148" x="1930400" y="5797550"/>
          <p14:tracePt t="233162" x="1924050" y="5803900"/>
          <p14:tracePt t="233190" x="1917700" y="5803900"/>
          <p14:tracePt t="233211" x="1911350" y="5803900"/>
          <p14:tracePt t="233219" x="1905000" y="5803900"/>
          <p14:tracePt t="233239" x="1898650" y="5803900"/>
          <p14:tracePt t="233253" x="1892300" y="5810250"/>
          <p14:tracePt t="233260" x="1885950" y="5816600"/>
          <p14:tracePt t="233274" x="1866900" y="5822950"/>
          <p14:tracePt t="233284" x="1860550" y="5822950"/>
          <p14:tracePt t="233301" x="1835150" y="5835650"/>
          <p14:tracePt t="233317" x="1797050" y="5848350"/>
          <p14:tracePt t="233334" x="1733550" y="5867400"/>
          <p14:tracePt t="233351" x="1695450" y="5880100"/>
          <p14:tracePt t="233367" x="1670050" y="5886450"/>
          <p14:tracePt t="233384" x="1657350" y="5892800"/>
          <p14:tracePt t="233401" x="1644650" y="5892800"/>
          <p14:tracePt t="233417" x="1631950" y="5899150"/>
          <p14:tracePt t="233434" x="1625600" y="5899150"/>
          <p14:tracePt t="233660" x="1625600" y="5905500"/>
          <p14:tracePt t="233681" x="1625600" y="5911850"/>
          <p14:tracePt t="233730" x="1625600" y="5918200"/>
          <p14:tracePt t="233751" x="1625600" y="5924550"/>
          <p14:tracePt t="233773" x="1625600" y="5930900"/>
          <p14:tracePt t="233801" x="1625600" y="5943600"/>
          <p14:tracePt t="233829" x="1625600" y="5949950"/>
          <p14:tracePt t="238044" x="1593850" y="5905500"/>
          <p14:tracePt t="238059" x="1511300" y="5829300"/>
          <p14:tracePt t="238065" x="1441450" y="5746750"/>
          <p14:tracePt t="238079" x="1352550" y="5676900"/>
          <p14:tracePt t="238087" x="1257300" y="5588000"/>
          <p14:tracePt t="238101" x="1162050" y="5505450"/>
          <p14:tracePt t="238117" x="1022350" y="5365750"/>
          <p14:tracePt t="238134" x="952500" y="5314950"/>
          <p14:tracePt t="238151" x="863600" y="5257800"/>
          <p14:tracePt t="238167" x="800100" y="5232400"/>
          <p14:tracePt t="238185" x="781050" y="5232400"/>
          <p14:tracePt t="238235" x="768350" y="5232400"/>
          <p14:tracePt t="238248" x="755650" y="5238750"/>
          <p14:tracePt t="238255" x="742950" y="5245100"/>
          <p14:tracePt t="238270" x="730250" y="5257800"/>
          <p14:tracePt t="238284" x="704850" y="5257800"/>
          <p14:tracePt t="238300" x="692150" y="5264150"/>
          <p14:tracePt t="238318" x="685800" y="5264150"/>
          <p14:tracePt t="238333" x="679450" y="5264150"/>
          <p14:tracePt t="238416" x="679450" y="5257800"/>
          <p14:tracePt t="238430" x="685800" y="5251450"/>
          <p14:tracePt t="238437" x="685800" y="5238750"/>
          <p14:tracePt t="238450" x="698500" y="5232400"/>
          <p14:tracePt t="238467" x="723900" y="5194300"/>
          <p14:tracePt t="238483" x="742950" y="5181600"/>
          <p14:tracePt t="238500" x="768350" y="5149850"/>
          <p14:tracePt t="238516" x="781050" y="5137150"/>
          <p14:tracePt t="238533" x="787400" y="5130800"/>
          <p14:tracePt t="238550" x="793750" y="5124450"/>
          <p14:tracePt t="238570" x="793750" y="5118100"/>
          <p14:tracePt t="238829" x="800100" y="5118100"/>
          <p14:tracePt t="238865" x="806450" y="5118100"/>
          <p14:tracePt t="238921" x="812800" y="5118100"/>
          <p14:tracePt t="238928" x="819150" y="5118100"/>
          <p14:tracePt t="238935" x="825500" y="5118100"/>
          <p14:tracePt t="238950" x="831850" y="5118100"/>
          <p14:tracePt t="238964" x="831850" y="5111750"/>
          <p14:tracePt t="238981" x="844550" y="5111750"/>
          <p14:tracePt t="238998" x="850900" y="5111750"/>
          <p14:tracePt t="239014" x="857250" y="5111750"/>
          <p14:tracePt t="239031" x="863600" y="5111750"/>
          <p14:tracePt t="239048" x="869950" y="5105400"/>
          <p14:tracePt t="239096" x="876300" y="5105400"/>
          <p14:tracePt t="239117" x="882650" y="5105400"/>
          <p14:tracePt t="239138" x="882650" y="5111750"/>
          <p14:tracePt t="239145" x="882650" y="5118100"/>
          <p14:tracePt t="239159" x="882650" y="5124450"/>
          <p14:tracePt t="239167" x="882650" y="5130800"/>
          <p14:tracePt t="239183" x="882650" y="5137150"/>
          <p14:tracePt t="239197" x="882650" y="5143500"/>
          <p14:tracePt t="239214" x="889000" y="5181600"/>
          <p14:tracePt t="239231" x="889000" y="5226050"/>
          <p14:tracePt t="239247" x="889000" y="5257800"/>
          <p14:tracePt t="239264" x="895350" y="5308600"/>
          <p14:tracePt t="239280" x="895350" y="5353050"/>
          <p14:tracePt t="239297" x="895350" y="5384800"/>
          <p14:tracePt t="239300" x="895350" y="5397500"/>
          <p14:tracePt t="239314" x="895350" y="5410200"/>
          <p14:tracePt t="239330" x="895350" y="5429250"/>
          <p14:tracePt t="239364" x="895350" y="5435600"/>
          <p14:tracePt t="239379" x="895350" y="5441950"/>
          <p14:tracePt t="239580" x="901700" y="5429250"/>
          <p14:tracePt t="239587" x="914400" y="5416550"/>
          <p14:tracePt t="239601" x="933450" y="5403850"/>
          <p14:tracePt t="239613" x="939800" y="5391150"/>
          <p14:tracePt t="239629" x="965200" y="5372100"/>
          <p14:tracePt t="239646" x="977900" y="5359400"/>
          <p14:tracePt t="239662" x="1009650" y="5359400"/>
          <p14:tracePt t="239679" x="1047750" y="5359400"/>
          <p14:tracePt t="239695" x="1079500" y="5359400"/>
          <p14:tracePt t="239712" x="1123950" y="5372100"/>
          <p14:tracePt t="239728" x="1162050" y="5384800"/>
          <p14:tracePt t="239745" x="1174750" y="5391150"/>
          <p14:tracePt t="239762" x="1187450" y="5391150"/>
          <p14:tracePt t="239778" x="1200150" y="5391150"/>
          <p14:tracePt t="239812" x="1206500" y="5391150"/>
          <p14:tracePt t="239829" x="1212850" y="5391150"/>
          <p14:tracePt t="239844" x="1225550" y="5391150"/>
          <p14:tracePt t="239861" x="1270000" y="5391150"/>
          <p14:tracePt t="239878" x="1295400" y="5391150"/>
          <p14:tracePt t="239895" x="1409700" y="5391150"/>
          <p14:tracePt t="239911" x="1574800" y="5391150"/>
          <p14:tracePt t="239928" x="1651000" y="5391150"/>
          <p14:tracePt t="239945" x="1841500" y="5391150"/>
          <p14:tracePt t="239961" x="2032000" y="5365750"/>
          <p14:tracePt t="239978" x="2127250" y="5346700"/>
          <p14:tracePt t="239994" x="2292350" y="5327650"/>
          <p14:tracePt t="240011" x="2470150" y="5321300"/>
          <p14:tracePt t="240028" x="2559050" y="5308600"/>
          <p14:tracePt t="240044" x="2705100" y="5295900"/>
          <p14:tracePt t="240061" x="2787650" y="5283200"/>
          <p14:tracePt t="240078" x="2844800" y="5270500"/>
          <p14:tracePt t="240094" x="2857500" y="5270500"/>
          <p14:tracePt t="240111" x="2870200" y="5264150"/>
          <p14:tracePt t="240128" x="2901950" y="5264150"/>
          <p14:tracePt t="240144" x="2914650" y="5264150"/>
          <p14:tracePt t="240177" x="2946400" y="5257800"/>
          <p14:tracePt t="240194" x="2971800" y="5251450"/>
          <p14:tracePt t="240211" x="3009900" y="5232400"/>
          <p14:tracePt t="240227" x="3016250" y="5232400"/>
          <p14:tracePt t="240244" x="3022600" y="5232400"/>
          <p14:tracePt t="240260" x="3028950" y="5232400"/>
          <p14:tracePt t="240351" x="3028950" y="5226050"/>
          <p14:tracePt t="240372" x="3022600" y="5226050"/>
          <p14:tracePt t="240394" x="3016250" y="5226050"/>
          <p14:tracePt t="240400" x="3009900" y="5226050"/>
          <p14:tracePt t="240409" x="3003550" y="5226050"/>
          <p14:tracePt t="240426" x="2990850" y="5232400"/>
          <p14:tracePt t="240443" x="2971800" y="5238750"/>
          <p14:tracePt t="240459" x="2952750" y="5251450"/>
          <p14:tracePt t="240477" x="2921000" y="5283200"/>
          <p14:tracePt t="240493" x="2882900" y="5327650"/>
          <p14:tracePt t="240509" x="2870200" y="5346700"/>
          <p14:tracePt t="240526" x="2844800" y="5391150"/>
          <p14:tracePt t="240543" x="2838450" y="5416550"/>
          <p14:tracePt t="240559" x="2838450" y="5429250"/>
          <p14:tracePt t="240576" x="2838450" y="5441950"/>
          <p14:tracePt t="240592" x="2863850" y="5454650"/>
          <p14:tracePt t="240609" x="2895600" y="5467350"/>
          <p14:tracePt t="240625" x="2952750" y="5480050"/>
          <p14:tracePt t="240642" x="3022600" y="5486400"/>
          <p14:tracePt t="240660" x="3092450" y="5499100"/>
          <p14:tracePt t="240676" x="3117850" y="5499100"/>
          <p14:tracePt t="240692" x="3213100" y="5492750"/>
          <p14:tracePt t="240709" x="3314700" y="5486400"/>
          <p14:tracePt t="240725" x="3365500" y="5480050"/>
          <p14:tracePt t="240742" x="3486150" y="5461000"/>
          <p14:tracePt t="240759" x="3606800" y="5441950"/>
          <p14:tracePt t="240775" x="3657600" y="5429250"/>
          <p14:tracePt t="240792" x="3702050" y="5422900"/>
          <p14:tracePt t="240808" x="3797300" y="5416550"/>
          <p14:tracePt t="240826" x="3816350" y="5416550"/>
          <p14:tracePt t="240829" x="3841750" y="5416550"/>
          <p14:tracePt t="240844" x="3860800" y="5416550"/>
          <p14:tracePt t="240858" x="3873500" y="5429250"/>
          <p14:tracePt t="240874" x="3898900" y="5454650"/>
          <p14:tracePt t="240892" x="3911600" y="5486400"/>
          <p14:tracePt t="240908" x="3911600" y="5518150"/>
          <p14:tracePt t="240925" x="3886200" y="5568950"/>
          <p14:tracePt t="240941" x="3854450" y="5613400"/>
          <p14:tracePt t="240958" x="3841750" y="5632450"/>
          <p14:tracePt t="240975" x="3803650" y="5670550"/>
          <p14:tracePt t="240991" x="3778250" y="5689600"/>
          <p14:tracePt t="241007" x="3765550" y="5702300"/>
          <p14:tracePt t="241025" x="3746500" y="5715000"/>
          <p14:tracePt t="241041" x="3740150" y="5721350"/>
          <p14:tracePt t="241075" x="3733800" y="5721350"/>
          <p14:tracePt t="241551" x="3663950" y="5702300"/>
          <p14:tracePt t="241565" x="3549650" y="5657850"/>
          <p14:tracePt t="241573" x="3429000" y="5619750"/>
          <p14:tracePt t="241586" x="3302000" y="5588000"/>
          <p14:tracePt t="241593" x="3175000" y="5556250"/>
          <p14:tracePt t="241605" x="3028950" y="5518150"/>
          <p14:tracePt t="241622" x="2686050" y="5473700"/>
          <p14:tracePt t="241639" x="2533650" y="5435600"/>
          <p14:tracePt t="241656" x="2247900" y="5391150"/>
          <p14:tracePt t="241672" x="1974850" y="5359400"/>
          <p14:tracePt t="241688" x="1860550" y="5340350"/>
          <p14:tracePt t="241705" x="1663700" y="5295900"/>
          <p14:tracePt t="241722" x="1600200" y="5276850"/>
          <p14:tracePt t="241738" x="1479550" y="5232400"/>
          <p14:tracePt t="241755" x="1365250" y="5200650"/>
          <p14:tracePt t="241772" x="1339850" y="5187950"/>
          <p14:tracePt t="241790" x="1263650" y="5168900"/>
          <p14:tracePt t="241805" x="1231900" y="5149850"/>
          <p14:tracePt t="241822" x="1212850" y="5143500"/>
          <p14:tracePt t="241839" x="1174750" y="5130800"/>
          <p14:tracePt t="241854" x="1143000" y="5111750"/>
          <p14:tracePt t="241871" x="1136650" y="5105400"/>
          <p14:tracePt t="241888" x="1111250" y="5092700"/>
          <p14:tracePt t="241904" x="1085850" y="5080000"/>
          <p14:tracePt t="241921" x="1066800" y="5073650"/>
          <p14:tracePt t="241938" x="1022350" y="5067300"/>
          <p14:tracePt t="241954" x="984250" y="5060950"/>
          <p14:tracePt t="241972" x="952500" y="5060950"/>
          <p14:tracePt t="241988" x="939800" y="5060950"/>
          <p14:tracePt t="242004" x="933450" y="5060950"/>
          <p14:tracePt t="242021" x="914400" y="5060950"/>
          <p14:tracePt t="242037" x="908050" y="5060950"/>
          <p14:tracePt t="242054" x="908050" y="5067300"/>
          <p14:tracePt t="242071" x="895350" y="5080000"/>
          <p14:tracePt t="242087" x="876300" y="5105400"/>
          <p14:tracePt t="242105" x="863600" y="5118100"/>
          <p14:tracePt t="242120" x="850900" y="5162550"/>
          <p14:tracePt t="242137" x="844550" y="5232400"/>
          <p14:tracePt t="242154" x="838200" y="5308600"/>
          <p14:tracePt t="242170" x="838200" y="5346700"/>
          <p14:tracePt t="242187" x="838200" y="5410200"/>
          <p14:tracePt t="242204" x="844550" y="5454650"/>
          <p14:tracePt t="242237" x="844550" y="5461000"/>
          <p14:tracePt t="242254" x="844550" y="5467350"/>
          <p14:tracePt t="242463" x="850900" y="5467350"/>
          <p14:tracePt t="242505" x="850900" y="5461000"/>
          <p14:tracePt t="242722" x="850900" y="5467350"/>
          <p14:tracePt t="242743" x="857250" y="5473700"/>
          <p14:tracePt t="242757" x="857250" y="5480050"/>
          <p14:tracePt t="242764" x="857250" y="5486400"/>
          <p14:tracePt t="242786" x="863600" y="5486400"/>
          <p14:tracePt t="242792" x="863600" y="5492750"/>
          <p14:tracePt t="242827" x="869950" y="5492750"/>
          <p14:tracePt t="242862" x="876300" y="5499100"/>
          <p14:tracePt t="242883" x="876300" y="5505450"/>
          <p14:tracePt t="242925" x="876300" y="5499100"/>
          <p14:tracePt t="242932" x="882650" y="5499100"/>
          <p14:tracePt t="242947" x="882650" y="5486400"/>
          <p14:tracePt t="242954" x="889000" y="5480050"/>
          <p14:tracePt t="242970" x="889000" y="5467350"/>
          <p14:tracePt t="242984" x="895350" y="5448300"/>
          <p14:tracePt t="243001" x="908050" y="5403850"/>
          <p14:tracePt t="243018" x="927100" y="5365750"/>
          <p14:tracePt t="243034" x="927100" y="5353050"/>
          <p14:tracePt t="243051" x="939800" y="5327650"/>
          <p14:tracePt t="243067" x="946150" y="5308600"/>
          <p14:tracePt t="243084" x="946150" y="5302250"/>
          <p14:tracePt t="243101" x="946150" y="5295900"/>
          <p14:tracePt t="243117" x="958850" y="5302250"/>
          <p14:tracePt t="243133" x="965200" y="5308600"/>
          <p14:tracePt t="243151" x="977900" y="5334000"/>
          <p14:tracePt t="243167" x="1009650" y="5372100"/>
          <p14:tracePt t="243184" x="1016000" y="5403850"/>
          <p14:tracePt t="243200" x="1047750" y="5467350"/>
          <p14:tracePt t="243217" x="1060450" y="5499100"/>
          <p14:tracePt t="243233" x="1066800" y="5511800"/>
          <p14:tracePt t="243250" x="1079500" y="5530850"/>
          <p14:tracePt t="243266" x="1079500" y="5537200"/>
          <p14:tracePt t="243325" x="1085850" y="5537200"/>
          <p14:tracePt t="243353" x="1092200" y="5537200"/>
          <p14:tracePt t="243367" x="1092200" y="5524500"/>
          <p14:tracePt t="243388" x="1098550" y="5511800"/>
          <p14:tracePt t="243409" x="1104900" y="5499100"/>
          <p14:tracePt t="243417" x="1104900" y="5492750"/>
          <p14:tracePt t="243423" x="1104900" y="5480050"/>
          <p14:tracePt t="243437" x="1104900" y="5467350"/>
          <p14:tracePt t="243449" x="1111250" y="5454650"/>
          <p14:tracePt t="243466" x="1123950" y="5429250"/>
          <p14:tracePt t="243482" x="1123950" y="5422900"/>
          <p14:tracePt t="243499" x="1123950" y="5410200"/>
          <p14:tracePt t="243599" x="1123950" y="5416550"/>
          <p14:tracePt t="243648" x="1123950" y="5422900"/>
          <p14:tracePt t="243683" x="1130300" y="5429250"/>
          <p14:tracePt t="243739" x="1136650" y="5429250"/>
          <p14:tracePt t="243816" x="1143000" y="5429250"/>
          <p14:tracePt t="243908" x="1149350" y="5429250"/>
          <p14:tracePt t="244167" x="1143000" y="5435600"/>
          <p14:tracePt t="244174" x="1143000" y="5441950"/>
          <p14:tracePt t="244188" x="1136650" y="5441950"/>
          <p14:tracePt t="244196" x="1136650" y="5448300"/>
          <p14:tracePt t="244213" x="1130300" y="5454650"/>
          <p14:tracePt t="244230" x="1123950" y="5480050"/>
          <p14:tracePt t="244246" x="1117600" y="5492750"/>
          <p14:tracePt t="244263" x="1104900" y="5537200"/>
          <p14:tracePt t="244280" x="1092200" y="5575300"/>
          <p14:tracePt t="244296" x="1085850" y="5588000"/>
          <p14:tracePt t="244313" x="1073150" y="5632450"/>
          <p14:tracePt t="244329" x="1047750" y="5664200"/>
          <p14:tracePt t="244346" x="1041400" y="5689600"/>
          <p14:tracePt t="244363" x="1028700" y="5715000"/>
          <p14:tracePt t="244379" x="1022350" y="5721350"/>
          <p14:tracePt t="244396" x="1022350" y="5727700"/>
          <p14:tracePt t="244413" x="1016000" y="5740400"/>
          <p14:tracePt t="244429" x="1009650" y="5753100"/>
          <p14:tracePt t="244463" x="1003300" y="5753100"/>
          <p14:tracePt t="244511" x="996950" y="5759450"/>
          <p14:tracePt t="245162" x="990600" y="5759450"/>
          <p14:tracePt t="245169" x="984250" y="5759450"/>
          <p14:tracePt t="245190" x="971550" y="5765800"/>
          <p14:tracePt t="245197" x="965200" y="5772150"/>
          <p14:tracePt t="245213" x="958850" y="5778500"/>
          <p14:tracePt t="245226" x="946150" y="5784850"/>
          <p14:tracePt t="245243" x="933450" y="5797550"/>
          <p14:tracePt t="245260" x="927100" y="5797550"/>
          <p14:tracePt t="245276" x="920750" y="5797550"/>
          <p14:tracePt t="245293" x="920750" y="5803900"/>
          <p14:tracePt t="245326" x="914400" y="5803900"/>
          <p14:tracePt t="245343" x="908050" y="5810250"/>
          <p14:tracePt t="245359" x="908050" y="5816600"/>
          <p14:tracePt t="245376" x="908050" y="5822950"/>
          <p14:tracePt t="245393" x="901700" y="5829300"/>
          <p14:tracePt t="245409" x="895350" y="5842000"/>
          <p14:tracePt t="245426" x="895350" y="5848350"/>
          <p14:tracePt t="245442" x="869950" y="5880100"/>
          <p14:tracePt t="245459" x="857250" y="5918200"/>
          <p14:tracePt t="245477" x="850900" y="5949950"/>
          <p14:tracePt t="245492" x="844550" y="5962650"/>
          <p14:tracePt t="245509" x="831850" y="5981700"/>
          <p14:tracePt t="245526" x="825500" y="5994400"/>
          <p14:tracePt t="245558" x="825500" y="6000750"/>
          <p14:tracePt t="245617" x="825500" y="6007100"/>
          <p14:tracePt t="246605" x="838200" y="6013450"/>
          <p14:tracePt t="246619" x="844550" y="6013450"/>
          <p14:tracePt t="246626" x="850900" y="6013450"/>
          <p14:tracePt t="246641" x="869950" y="6013450"/>
          <p14:tracePt t="246654" x="882650" y="6013450"/>
          <p14:tracePt t="246671" x="927100" y="6013450"/>
          <p14:tracePt t="246688" x="958850" y="6013450"/>
          <p14:tracePt t="246704" x="1016000" y="6000750"/>
          <p14:tracePt t="246721" x="1098550" y="5975350"/>
          <p14:tracePt t="246739" x="1225550" y="5937250"/>
          <p14:tracePt t="246754" x="1301750" y="5905500"/>
          <p14:tracePt t="246771" x="1460500" y="5848350"/>
          <p14:tracePt t="246788" x="1612900" y="5778500"/>
          <p14:tracePt t="246804" x="1695450" y="5734050"/>
          <p14:tracePt t="246821" x="1765300" y="5695950"/>
          <p14:tracePt t="246838" x="1898650" y="5626100"/>
          <p14:tracePt t="246854" x="2000250" y="5562600"/>
          <p14:tracePt t="246871" x="2032000" y="5537200"/>
          <p14:tracePt t="246887" x="2082800" y="5499100"/>
          <p14:tracePt t="246904" x="2108200" y="5473700"/>
          <p14:tracePt t="246921" x="2127250" y="5461000"/>
          <p14:tracePt t="246937" x="2133600" y="5454650"/>
          <p14:tracePt t="246954" x="2139950" y="5454650"/>
          <p14:tracePt t="246987" x="2146300" y="5448300"/>
          <p14:tracePt t="247075" x="2139950" y="5448300"/>
          <p14:tracePt t="247510" x="2165350" y="5454650"/>
          <p14:tracePt t="247517" x="2222500" y="5486400"/>
          <p14:tracePt t="247531" x="2279650" y="5505450"/>
          <p14:tracePt t="247538" x="2336800" y="5524500"/>
          <p14:tracePt t="247554" x="2400300" y="5543550"/>
          <p14:tracePt t="247568" x="2482850" y="5556250"/>
          <p14:tracePt t="247585" x="2514600" y="5562600"/>
          <p14:tracePt t="247602" x="2571750" y="5562600"/>
          <p14:tracePt t="247618" x="2603500" y="5562600"/>
          <p14:tracePt t="247635" x="2635250" y="5562600"/>
          <p14:tracePt t="247652" x="2660650" y="5562600"/>
          <p14:tracePt t="247685" x="2673350" y="5562600"/>
          <p14:tracePt t="247701" x="2679700" y="5562600"/>
          <p14:tracePt t="247721" x="2686050" y="5562600"/>
          <p14:tracePt t="247735" x="2698750" y="5562600"/>
          <p14:tracePt t="247751" x="2711450" y="5549900"/>
          <p14:tracePt t="248800" x="2736850" y="5549900"/>
          <p14:tracePt t="248815" x="2781300" y="5568950"/>
          <p14:tracePt t="248821" x="2838450" y="5581650"/>
          <p14:tracePt t="248835" x="2876550" y="5594350"/>
          <p14:tracePt t="248847" x="2927350" y="5594350"/>
          <p14:tracePt t="248864" x="3009900" y="5600700"/>
          <p14:tracePt t="248880" x="3028950" y="5600700"/>
          <p14:tracePt t="248897" x="3086100" y="5600700"/>
          <p14:tracePt t="248913" x="3136900" y="5588000"/>
          <p14:tracePt t="248930" x="3162300" y="5588000"/>
          <p14:tracePt t="248934" x="3181350" y="5581650"/>
          <p14:tracePt t="248947" x="3206750" y="5568950"/>
          <p14:tracePt t="248964" x="3270250" y="5568950"/>
          <p14:tracePt t="248980" x="3295650" y="5562600"/>
          <p14:tracePt t="248998" x="3340100" y="5556250"/>
          <p14:tracePt t="249013" x="3365500" y="5556250"/>
          <p14:tracePt t="249030" x="3371850" y="5556250"/>
          <p14:tracePt t="249081" x="3378200" y="5556250"/>
          <p14:tracePt t="250361" x="3371850" y="5588000"/>
          <p14:tracePt t="250375" x="3346450" y="5632450"/>
          <p14:tracePt t="250392" x="3289300" y="5740400"/>
          <p14:tracePt t="250408" x="3244850" y="5842000"/>
          <p14:tracePt t="250426" x="3187700" y="5943600"/>
          <p14:tracePt t="250442" x="3181350" y="5975350"/>
          <p14:tracePt t="250458" x="3155950" y="6045200"/>
          <p14:tracePt t="250462" x="3149600" y="6064250"/>
          <p14:tracePt t="250477" x="3143250" y="6089650"/>
          <p14:tracePt t="250491" x="3136900" y="6108700"/>
          <p14:tracePt t="250508" x="3130550" y="6134100"/>
          <p14:tracePt t="250524" x="3124200" y="6153150"/>
          <p14:tracePt t="250541" x="3124200" y="6159500"/>
          <p14:tracePt t="250558" x="3117850" y="6165850"/>
          <p14:tracePt t="250574" x="3117850" y="6172200"/>
          <p14:tracePt t="250591" x="3117850" y="6178550"/>
          <p14:tracePt t="250608" x="3117850" y="6191250"/>
          <p14:tracePt t="250624" x="3117850" y="6197600"/>
          <p14:tracePt t="251029" x="3124200" y="6197600"/>
          <p14:tracePt t="251035" x="3130550" y="6197600"/>
          <p14:tracePt t="251042" x="3143250" y="6197600"/>
          <p14:tracePt t="251059" x="3155950" y="6197600"/>
          <p14:tracePt t="251073" x="3155950" y="6191250"/>
          <p14:tracePt t="251089" x="3187700" y="6184900"/>
          <p14:tracePt t="251106" x="3238500" y="6159500"/>
          <p14:tracePt t="251122" x="3270250" y="6153150"/>
          <p14:tracePt t="251139" x="3321050" y="6134100"/>
          <p14:tracePt t="251156" x="3390900" y="6115050"/>
          <p14:tracePt t="251172" x="3416300" y="6108700"/>
          <p14:tracePt t="251189" x="3505200" y="6083300"/>
          <p14:tracePt t="251205" x="3613150" y="6057900"/>
          <p14:tracePt t="251222" x="3689350" y="6038850"/>
          <p14:tracePt t="251240" x="3848100" y="5988050"/>
          <p14:tracePt t="251255" x="4006850" y="5949950"/>
          <p14:tracePt t="251273" x="4070350" y="5937250"/>
          <p14:tracePt t="251289" x="4165600" y="5911850"/>
          <p14:tracePt t="251305" x="4197350" y="5905500"/>
          <p14:tracePt t="251322" x="4222750" y="5899150"/>
          <p14:tracePt t="251338" x="4229100" y="5899150"/>
          <p14:tracePt t="258464" x="4203700" y="5892800"/>
          <p14:tracePt t="258470" x="4159250" y="5886450"/>
          <p14:tracePt t="258481" x="4114800" y="5867400"/>
          <p14:tracePt t="258498" x="4025900" y="5854700"/>
          <p14:tracePt t="258514" x="3886200" y="5880100"/>
          <p14:tracePt t="258530" x="3790950" y="5924550"/>
          <p14:tracePt t="258547" x="3651250" y="5969000"/>
          <p14:tracePt t="258563" x="3549650" y="6013450"/>
          <p14:tracePt t="258580" x="3429000" y="6057900"/>
          <p14:tracePt t="258583" x="3397250" y="6076950"/>
          <p14:tracePt t="258597" x="3333750" y="6115050"/>
          <p14:tracePt t="258613" x="3257550" y="6153150"/>
          <p14:tracePt t="258630" x="3213100" y="6159500"/>
          <p14:tracePt t="258647" x="3149600" y="6184900"/>
          <p14:tracePt t="258663" x="3117850" y="6216650"/>
          <p14:tracePt t="258681" x="3098800" y="6235700"/>
          <p14:tracePt t="258696" x="3092450" y="6235700"/>
          <p14:tracePt t="258856" x="3098800" y="6235700"/>
          <p14:tracePt t="260744" x="3111500" y="6235700"/>
          <p14:tracePt t="260751" x="3130550" y="6223000"/>
          <p14:tracePt t="260759" x="3143250" y="6223000"/>
          <p14:tracePt t="260773" x="3155950" y="6210300"/>
          <p14:tracePt t="260789" x="3200400" y="6178550"/>
          <p14:tracePt t="260806" x="3225800" y="6153150"/>
          <p14:tracePt t="260823" x="3257550" y="6121400"/>
          <p14:tracePt t="260839" x="3276600" y="6108700"/>
          <p14:tracePt t="260855" x="3295650" y="6102350"/>
          <p14:tracePt t="260872" x="3327400" y="6083300"/>
          <p14:tracePt t="260889" x="3352800" y="6070600"/>
          <p14:tracePt t="260906" x="3390900" y="6057900"/>
          <p14:tracePt t="260921" x="3416300" y="6045200"/>
          <p14:tracePt t="260939" x="3429000" y="6038850"/>
          <p14:tracePt t="260956" x="3460750" y="6032500"/>
          <p14:tracePt t="260972" x="3511550" y="6019800"/>
          <p14:tracePt t="260989" x="3524250" y="6019800"/>
          <p14:tracePt t="261005" x="3549650" y="6007100"/>
          <p14:tracePt t="261022" x="3562350" y="6007100"/>
          <p14:tracePt t="261038" x="3575050" y="5994400"/>
          <p14:tracePt t="261055" x="3594100" y="5981700"/>
          <p14:tracePt t="261072" x="3606800" y="5969000"/>
          <p14:tracePt t="261902" x="3657600" y="5969000"/>
          <p14:tracePt t="261916" x="3676650" y="5962650"/>
          <p14:tracePt t="261923" x="3702050" y="5962650"/>
          <p14:tracePt t="261938" x="3721100" y="5956300"/>
          <p14:tracePt t="261952" x="3765550" y="5937250"/>
          <p14:tracePt t="261968" x="3778250" y="5930900"/>
          <p14:tracePt t="261985" x="3797300" y="5924550"/>
          <p14:tracePt t="262002" x="3810000" y="5918200"/>
          <p14:tracePt t="262035" x="3816350" y="5918200"/>
          <p14:tracePt t="262051" x="3822700" y="5918200"/>
          <p14:tracePt t="262977" x="3810000" y="5918200"/>
          <p14:tracePt t="262984" x="3797300" y="5918200"/>
          <p14:tracePt t="263000" x="3784600" y="5918200"/>
          <p14:tracePt t="263014" x="3771900" y="5918200"/>
          <p14:tracePt t="263031" x="3759200" y="5924550"/>
          <p14:tracePt t="263048" x="3746500" y="5930900"/>
          <p14:tracePt t="263065" x="3740150" y="5930900"/>
          <p14:tracePt t="263082" x="3727450" y="5930900"/>
          <p14:tracePt t="263194" x="3727450" y="5937250"/>
          <p14:tracePt t="263223" x="3721100" y="5943600"/>
          <p14:tracePt t="263243" x="3721100" y="5949950"/>
          <p14:tracePt t="263257" x="3721100" y="5956300"/>
          <p14:tracePt t="263266" x="3714750" y="5956300"/>
          <p14:tracePt t="263280" x="3714750" y="5962650"/>
          <p14:tracePt t="263297" x="3702050" y="5962650"/>
          <p14:tracePt t="263314" x="3695700" y="5969000"/>
          <p14:tracePt t="263331" x="3689350" y="5969000"/>
          <p14:tracePt t="263348" x="3683000" y="5969000"/>
          <p14:tracePt t="263364" x="3670300" y="5981700"/>
          <p14:tracePt t="263380" x="3663950" y="5981700"/>
          <p14:tracePt t="263397" x="3638550" y="5994400"/>
          <p14:tracePt t="263414" x="3625850" y="5994400"/>
          <p14:tracePt t="264236" x="3619500" y="5994400"/>
          <p14:tracePt t="264250" x="3613150" y="5994400"/>
          <p14:tracePt t="264257" x="3606800" y="6000750"/>
          <p14:tracePt t="264320" x="3600450" y="6007100"/>
          <p14:tracePt t="264376" x="3594100" y="6007100"/>
          <p14:tracePt t="264425" x="3600450" y="6000750"/>
          <p14:tracePt t="264440" x="3600450" y="5994400"/>
          <p14:tracePt t="264446" x="3606800" y="5988050"/>
          <p14:tracePt t="264462" x="3613150" y="5975350"/>
          <p14:tracePt t="264476" x="3619500" y="5956300"/>
          <p14:tracePt t="264493" x="3663950" y="5873750"/>
          <p14:tracePt t="264510" x="3714750" y="5721350"/>
          <p14:tracePt t="264526" x="3746500" y="5632450"/>
          <p14:tracePt t="264543" x="3797300" y="5422900"/>
          <p14:tracePt t="264560" x="3797300" y="5175250"/>
          <p14:tracePt t="264576" x="3790950" y="5048250"/>
          <p14:tracePt t="264594" x="3740150" y="4787900"/>
          <p14:tracePt t="264609" x="3638550" y="4540250"/>
          <p14:tracePt t="264626" x="3606800" y="4425950"/>
          <p14:tracePt t="264643" x="3505200" y="4222750"/>
          <p14:tracePt t="264659" x="3422650" y="4064000"/>
          <p14:tracePt t="264676" x="3403600" y="3994150"/>
          <p14:tracePt t="264679" x="3384550" y="3930650"/>
          <p14:tracePt t="265038" x="3397250" y="3886200"/>
          <p14:tracePt t="265051" x="3435350" y="3829050"/>
          <p14:tracePt t="265060" x="3454400" y="3759200"/>
          <p14:tracePt t="265074" x="3492500" y="3676650"/>
          <p14:tracePt t="265091" x="3562350" y="3505200"/>
          <p14:tracePt t="265108" x="3638550" y="3321050"/>
          <p14:tracePt t="265124" x="3676650" y="3219450"/>
          <p14:tracePt t="265141" x="3708400" y="3136900"/>
          <p14:tracePt t="265158" x="3784600" y="2933700"/>
          <p14:tracePt t="265174" x="3803650" y="2889250"/>
          <p14:tracePt t="265177" x="3810000" y="2863850"/>
          <p14:tracePt t="265193" x="3816350" y="2832100"/>
          <p14:tracePt t="265207" x="3822700" y="2819400"/>
          <p14:tracePt t="265224" x="3829050" y="2806700"/>
          <p14:tracePt t="265241" x="3829050" y="2800350"/>
          <p14:tracePt t="265283" x="3829050" y="2806700"/>
          <p14:tracePt t="265291" x="3829050" y="2813050"/>
          <p14:tracePt t="265297" x="3829050" y="2832100"/>
          <p14:tracePt t="265311" x="3829050" y="2857500"/>
          <p14:tracePt t="265324" x="3822700" y="2901950"/>
          <p14:tracePt t="265340" x="3797300" y="2997200"/>
          <p14:tracePt t="265357" x="3778250" y="3073400"/>
          <p14:tracePt t="265374" x="3727450" y="3295650"/>
          <p14:tracePt t="265390" x="3670300" y="3568700"/>
          <p14:tracePt t="265406" x="3644900" y="3714750"/>
          <p14:tracePt t="265424" x="3606800" y="4102100"/>
          <p14:tracePt t="265440" x="3575050" y="4406900"/>
          <p14:tracePt t="265457" x="3549650" y="4552950"/>
          <p14:tracePt t="265473" x="3505200" y="4845050"/>
          <p14:tracePt t="265490" x="3486150" y="5111750"/>
          <p14:tracePt t="265506" x="3473450" y="5226050"/>
          <p14:tracePt t="265523" x="3454400" y="5416550"/>
          <p14:tracePt t="265539" x="3454400" y="5486400"/>
          <p14:tracePt t="265557" x="3448050" y="5626100"/>
          <p14:tracePt t="265573" x="3448050" y="5651500"/>
          <p14:tracePt t="265589" x="3448050" y="5670550"/>
          <p14:tracePt t="265606" x="3454400" y="5695950"/>
          <p14:tracePt t="265622" x="3460750" y="5695950"/>
          <p14:tracePt t="265639" x="3460750" y="5702300"/>
          <p14:tracePt t="265683" x="3467100" y="5708650"/>
          <p14:tracePt t="265691" x="3473450" y="5727700"/>
          <p14:tracePt t="265705" x="3473450" y="5734050"/>
          <p14:tracePt t="265722" x="3479800" y="5746750"/>
          <p14:tracePt t="265739" x="3492500" y="5778500"/>
          <p14:tracePt t="265755" x="3492500" y="5797550"/>
          <p14:tracePt t="265772" x="3511550" y="5842000"/>
          <p14:tracePt t="265789" x="3511550" y="5886450"/>
          <p14:tracePt t="265806" x="3511550" y="5918200"/>
          <p14:tracePt t="265823" x="3511550" y="5975350"/>
          <p14:tracePt t="265839" x="3498850" y="6026150"/>
          <p14:tracePt t="265855" x="3492500" y="6038850"/>
          <p14:tracePt t="265873" x="3479800" y="6070600"/>
          <p14:tracePt t="265888" x="3473450" y="6083300"/>
          <p14:tracePt t="265905" x="3467100" y="6102350"/>
          <p14:tracePt t="265922" x="3467100" y="6108700"/>
          <p14:tracePt t="265938" x="3467100" y="6121400"/>
          <p14:tracePt t="266564" x="3479800" y="6121400"/>
          <p14:tracePt t="266571" x="3505200" y="6127750"/>
          <p14:tracePt t="266587" x="3524250" y="6134100"/>
          <p14:tracePt t="266592" x="3536950" y="6134100"/>
          <p14:tracePt t="266602" x="3556000" y="6134100"/>
          <p14:tracePt t="266619" x="3568700" y="6140450"/>
          <p14:tracePt t="266636" x="3594100" y="6146800"/>
          <p14:tracePt t="266653" x="3606800" y="6146800"/>
          <p14:tracePt t="266669" x="3619500" y="6153150"/>
          <p14:tracePt t="266685" x="3625850" y="6153150"/>
          <p14:tracePt t="266733" x="3632200" y="6153150"/>
          <p14:tracePt t="266753" x="3638550" y="6159500"/>
          <p14:tracePt t="266761" x="3644900" y="6159500"/>
          <p14:tracePt t="266782" x="3651250" y="6165850"/>
          <p14:tracePt t="266803" x="3657600" y="6165850"/>
          <p14:tracePt t="266810" x="3663950" y="6165850"/>
          <p14:tracePt t="266852" x="3670300" y="6172200"/>
          <p14:tracePt t="266873" x="3676650" y="6172200"/>
          <p14:tracePt t="266880" x="3683000" y="6172200"/>
          <p14:tracePt t="266902" x="3689350" y="6178550"/>
          <p14:tracePt t="266943" x="3695700" y="6178550"/>
          <p14:tracePt t="266985" x="3695700" y="6184900"/>
          <p14:tracePt t="266991" x="3702050" y="6184900"/>
          <p14:tracePt t="267019" x="3702050" y="6191250"/>
          <p14:tracePt t="267035" x="3708400" y="6191250"/>
          <p14:tracePt t="267040" x="3714750" y="6191250"/>
          <p14:tracePt t="267055" x="3721100" y="6197600"/>
          <p14:tracePt t="267067" x="3727450" y="6197600"/>
          <p14:tracePt t="267084" x="3733800" y="6203950"/>
          <p14:tracePt t="267101" x="3746500" y="6203950"/>
          <p14:tracePt t="267118" x="3765550" y="6210300"/>
          <p14:tracePt t="267133" x="3784600" y="6216650"/>
          <p14:tracePt t="267150" x="3797300" y="6223000"/>
          <p14:tracePt t="267168" x="3803650" y="6229350"/>
          <p14:tracePt t="267184" x="3816350" y="6242050"/>
          <p14:tracePt t="267200" x="3829050" y="6248400"/>
          <p14:tracePt t="267620" x="3752850" y="6248400"/>
          <p14:tracePt t="267634" x="3670300" y="6248400"/>
          <p14:tracePt t="267641" x="3568700" y="6248400"/>
          <p14:tracePt t="267655" x="3441700" y="6248400"/>
          <p14:tracePt t="267665" x="3314700" y="6248400"/>
          <p14:tracePt t="267682" x="3187700" y="6248400"/>
          <p14:tracePt t="267699" x="2971800" y="6248400"/>
          <p14:tracePt t="267715" x="2819400" y="6248400"/>
          <p14:tracePt t="267733" x="2692400" y="6248400"/>
          <p14:tracePt t="267749" x="2628900" y="6248400"/>
          <p14:tracePt t="267765" x="2559050" y="6235700"/>
          <p14:tracePt t="267782" x="2400300" y="6197600"/>
          <p14:tracePt t="267798" x="2355850" y="6191250"/>
          <p14:tracePt t="267815" x="2330450" y="6191250"/>
          <p14:tracePt t="267831" x="2273300" y="6184900"/>
          <p14:tracePt t="267848" x="2209800" y="6159500"/>
          <p14:tracePt t="267865" x="2133600" y="6153150"/>
          <p14:tracePt t="267881" x="2101850" y="6146800"/>
          <p14:tracePt t="267898" x="2051050" y="6134100"/>
          <p14:tracePt t="267915" x="2019300" y="6134100"/>
          <p14:tracePt t="267931" x="2006600" y="6134100"/>
          <p14:tracePt t="267948" x="2000250" y="6134100"/>
          <p14:tracePt t="268378" x="2006600" y="6134100"/>
          <p14:tracePt t="268518" x="2000250" y="6140450"/>
          <p14:tracePt t="268525" x="1993900" y="6140450"/>
          <p14:tracePt t="268539" x="1993900" y="6146800"/>
          <p14:tracePt t="268553" x="1987550" y="6146800"/>
          <p14:tracePt t="268567" x="1981200" y="6153150"/>
          <p14:tracePt t="268580" x="1981200" y="6159500"/>
          <p14:tracePt t="268596" x="1968500" y="6165850"/>
          <p14:tracePt t="268628" x="1943100" y="6178550"/>
          <p14:tracePt t="268645" x="1924050" y="6191250"/>
          <p14:tracePt t="268662" x="1911350" y="6203950"/>
          <p14:tracePt t="268679" x="1885950" y="6210300"/>
          <p14:tracePt t="268695" x="1847850" y="6229350"/>
          <p14:tracePt t="268712" x="1835150" y="6242050"/>
          <p14:tracePt t="268729" x="1797050" y="6248400"/>
          <p14:tracePt t="268745" x="1784350" y="6254750"/>
          <p14:tracePt t="268762" x="1771650" y="6261100"/>
          <p14:tracePt t="268778" x="1758950" y="6261100"/>
          <p14:tracePt t="268795" x="1752600" y="6261100"/>
          <p14:tracePt t="269009" x="1758950" y="6261100"/>
          <p14:tracePt t="269016" x="1771650" y="6254750"/>
          <p14:tracePt t="269030" x="1790700" y="6235700"/>
          <p14:tracePt t="269044" x="1828800" y="6216650"/>
          <p14:tracePt t="269060" x="1847850" y="6203950"/>
          <p14:tracePt t="269077" x="1860550" y="6197600"/>
          <p14:tracePt t="269094" x="1898650" y="6178550"/>
          <p14:tracePt t="269110" x="1905000" y="6172200"/>
          <p14:tracePt t="269128" x="1917700" y="6165850"/>
          <p14:tracePt t="269143" x="1930400" y="6165850"/>
          <p14:tracePt t="269160" x="1943100" y="6165850"/>
          <p14:tracePt t="269177" x="1993900" y="6165850"/>
          <p14:tracePt t="269193" x="2012950" y="6165850"/>
          <p14:tracePt t="269210" x="2076450" y="6172200"/>
          <p14:tracePt t="269227" x="2120900" y="6172200"/>
          <p14:tracePt t="269243" x="2152650" y="6178550"/>
          <p14:tracePt t="269260" x="2190750" y="6178550"/>
          <p14:tracePt t="269276" x="2235200" y="6178550"/>
          <p14:tracePt t="269293" x="2247900" y="6178550"/>
          <p14:tracePt t="269310" x="2266950" y="6178550"/>
          <p14:tracePt t="269326" x="2305050" y="6184900"/>
          <p14:tracePt t="269343" x="2324100" y="6184900"/>
          <p14:tracePt t="269360" x="2349500" y="6191250"/>
          <p14:tracePt t="269376" x="2362200" y="6197600"/>
          <p14:tracePt t="269393" x="2387600" y="6210300"/>
          <p14:tracePt t="269409" x="2400300" y="6210300"/>
          <p14:tracePt t="269443" x="2400300" y="6216650"/>
          <p14:tracePt t="269478" x="2406650" y="6216650"/>
          <p14:tracePt t="269520" x="2413000" y="6216650"/>
          <p14:tracePt t="269619" x="2419350" y="6216650"/>
          <p14:tracePt t="269717" x="2425700" y="6216650"/>
          <p14:tracePt t="270060" x="2432050" y="6216650"/>
          <p14:tracePt t="270067" x="2438400" y="6216650"/>
          <p14:tracePt t="270081" x="2444750" y="6210300"/>
          <p14:tracePt t="270090" x="2457450" y="6210300"/>
          <p14:tracePt t="270107" x="2470150" y="6210300"/>
          <p14:tracePt t="270124" x="2501900" y="6203950"/>
          <p14:tracePt t="270140" x="2546350" y="6197600"/>
          <p14:tracePt t="270157" x="2565400" y="6197600"/>
          <p14:tracePt t="270174" x="2609850" y="6191250"/>
          <p14:tracePt t="270190" x="2654300" y="6191250"/>
          <p14:tracePt t="270207" x="2679700" y="6191250"/>
          <p14:tracePt t="270223" x="2717800" y="6191250"/>
          <p14:tracePt t="270240" x="2755900" y="6191250"/>
          <p14:tracePt t="270257" x="2806700" y="6191250"/>
          <p14:tracePt t="270273" x="2825750" y="6191250"/>
          <p14:tracePt t="270290" x="2844800" y="6191250"/>
          <p14:tracePt t="270306" x="2914650" y="6191250"/>
          <p14:tracePt t="270323" x="2940050" y="6184900"/>
          <p14:tracePt t="270340" x="2965450" y="6184900"/>
          <p14:tracePt t="270356" x="3016250" y="6178550"/>
          <p14:tracePt t="270373" x="3048000" y="6178550"/>
          <p14:tracePt t="270390" x="3073400" y="6178550"/>
          <p14:tracePt t="270407" x="3079750" y="6178550"/>
          <p14:tracePt t="270423" x="3086100" y="6178550"/>
          <p14:tracePt t="270460" x="3092450" y="6178550"/>
          <p14:tracePt t="270699" x="3041650" y="6178550"/>
          <p14:tracePt t="270713" x="2965450" y="6178550"/>
          <p14:tracePt t="270720" x="2863850" y="6184900"/>
          <p14:tracePt t="270727" x="2774950" y="6197600"/>
          <p14:tracePt t="270742" x="2673350" y="6197600"/>
          <p14:tracePt t="270755" x="2571750" y="6210300"/>
          <p14:tracePt t="270771" x="2413000" y="6216650"/>
          <p14:tracePt t="270789" x="2349500" y="6216650"/>
          <p14:tracePt t="270792" x="2298700" y="6223000"/>
          <p14:tracePt t="270805" x="2266950" y="6223000"/>
          <p14:tracePt t="270821" x="2228850" y="6223000"/>
          <p14:tracePt t="270839" x="2216150" y="6223000"/>
          <p14:tracePt t="270854" x="2209800" y="6223000"/>
          <p14:tracePt t="270871" x="2203450" y="6223000"/>
          <p14:tracePt t="270937" x="2209800" y="6223000"/>
          <p14:tracePt t="270979" x="2216150" y="6223000"/>
          <p14:tracePt t="271000" x="2222500" y="6223000"/>
          <p14:tracePt t="271028" x="2228850" y="6216650"/>
          <p14:tracePt t="271042" x="2235200" y="6210300"/>
          <p14:tracePt t="271049" x="2247900" y="6210300"/>
          <p14:tracePt t="271063" x="2260600" y="6197600"/>
          <p14:tracePt t="271073" x="2292350" y="6184900"/>
          <p14:tracePt t="271087" x="2336800" y="6165850"/>
          <p14:tracePt t="271104" x="2476500" y="6064250"/>
          <p14:tracePt t="271120" x="2698750" y="5892800"/>
          <p14:tracePt t="271137" x="2870200" y="5721350"/>
          <p14:tracePt t="271154" x="3314700" y="5232400"/>
          <p14:tracePt t="271170" x="3562350" y="4895850"/>
          <p14:tracePt t="271186" x="4019550" y="4102100"/>
          <p14:tracePt t="271204" x="4387850" y="3282950"/>
          <p14:tracePt t="271220" x="4508500" y="2889250"/>
          <p14:tracePt t="271237" x="4679950" y="2203450"/>
          <p14:tracePt t="271253" x="4724400" y="1765300"/>
          <p14:tracePt t="271270" x="4730750" y="1638300"/>
          <p14:tracePt t="271286" x="4730750" y="1447800"/>
          <p14:tracePt t="271303" x="4705350" y="1365250"/>
          <p14:tracePt t="271319" x="4686300" y="1333500"/>
          <p14:tracePt t="271337" x="4679950" y="1314450"/>
          <p14:tracePt t="271704" x="4667250" y="1358900"/>
          <p14:tracePt t="271711" x="4654550" y="1397000"/>
          <p14:tracePt t="271720" x="4622800" y="1441450"/>
          <p14:tracePt t="271735" x="4610100" y="1485900"/>
          <p14:tracePt t="271752" x="4578350" y="1543050"/>
          <p14:tracePt t="271767" x="4527550" y="1644650"/>
          <p14:tracePt t="271784" x="4470400" y="1746250"/>
          <p14:tracePt t="271802" x="4445000" y="1803400"/>
          <p14:tracePt t="271804" x="4425950" y="1841500"/>
          <p14:tracePt t="271818" x="4406900" y="1885950"/>
          <p14:tracePt t="271834" x="4387850" y="1930400"/>
          <p14:tracePt t="271852" x="4381500" y="1955800"/>
          <p14:tracePt t="271867" x="4375150" y="1962150"/>
          <p14:tracePt t="271884" x="4375150" y="1968500"/>
          <p14:tracePt t="271964" x="4368800" y="1974850"/>
          <p14:tracePt t="271971" x="4356100" y="1974850"/>
          <p14:tracePt t="271986" x="4349750" y="1974850"/>
          <p14:tracePt t="272000" x="4330700" y="1981200"/>
          <p14:tracePt t="272017" x="4318000" y="1981200"/>
          <p14:tracePt t="272034" x="4260850" y="1981200"/>
          <p14:tracePt t="272050" x="4210050" y="1981200"/>
          <p14:tracePt t="272067" x="4076700" y="1968500"/>
          <p14:tracePt t="272084" x="3930650" y="1924050"/>
          <p14:tracePt t="272100" x="3829050" y="1892300"/>
          <p14:tracePt t="272117" x="3632200" y="1828800"/>
          <p14:tracePt t="272133" x="3409950" y="1746250"/>
          <p14:tracePt t="272150" x="3295650" y="1701800"/>
          <p14:tracePt t="272167" x="3098800" y="1638300"/>
          <p14:tracePt t="272183" x="2927350" y="1600200"/>
          <p14:tracePt t="272200" x="2857500" y="1581150"/>
          <p14:tracePt t="272217" x="2717800" y="1562100"/>
          <p14:tracePt t="272233" x="2616200" y="1562100"/>
          <p14:tracePt t="272252" x="2559050" y="1562100"/>
          <p14:tracePt t="272266" x="2527300" y="1562100"/>
          <p14:tracePt t="272283" x="2476500" y="1568450"/>
          <p14:tracePt t="272301" x="2438400" y="1581150"/>
          <p14:tracePt t="272316" x="2425700" y="1581150"/>
          <p14:tracePt t="272333" x="2413000" y="1587500"/>
          <p14:tracePt t="272336" x="2400300" y="1593850"/>
          <p14:tracePt t="272350" x="2381250" y="1593850"/>
          <p14:tracePt t="272366" x="2374900" y="1600200"/>
          <p14:tracePt t="272382" x="2368550" y="1606550"/>
          <p14:tracePt t="272399" x="2362200" y="1619250"/>
          <p14:tracePt t="272415" x="2355850" y="1644650"/>
          <p14:tracePt t="272433" x="2355850" y="1657350"/>
          <p14:tracePt t="272449" x="2355850" y="1663700"/>
          <p14:tracePt t="272465" x="2387600" y="1676400"/>
          <p14:tracePt t="272483" x="2451100" y="1682750"/>
          <p14:tracePt t="272764" x="2451100" y="1695450"/>
          <p14:tracePt t="272771" x="2451100" y="1714500"/>
          <p14:tracePt t="272785" x="2451100" y="1727200"/>
          <p14:tracePt t="272797" x="2451100" y="1739900"/>
          <p14:tracePt t="272815" x="2451100" y="1752600"/>
          <p14:tracePt t="272849" x="2457450" y="1752600"/>
          <p14:tracePt t="272864" x="2470150" y="1752600"/>
          <p14:tracePt t="272881" x="2489200" y="1752600"/>
          <p14:tracePt t="272898" x="2559050" y="1765300"/>
          <p14:tracePt t="272914" x="2654300" y="1778000"/>
          <p14:tracePt t="272931" x="2692400" y="1778000"/>
          <p14:tracePt t="272947" x="2813050" y="1784350"/>
          <p14:tracePt t="272964" x="2952750" y="1778000"/>
          <p14:tracePt t="272987" x="3079750" y="1771650"/>
          <p14:tracePt t="272998" x="3149600" y="1765300"/>
          <p14:tracePt t="273014" x="3200400" y="1752600"/>
          <p14:tracePt t="273031" x="3327400" y="1720850"/>
          <p14:tracePt t="273047" x="3346450" y="1714500"/>
          <p14:tracePt t="273063" x="3359150" y="1708150"/>
          <p14:tracePt t="273080" x="3371850" y="1701800"/>
          <p14:tracePt t="273171" x="3365500" y="1701800"/>
          <p14:tracePt t="273198" x="3365500" y="1695450"/>
          <p14:tracePt t="273515" x="3422650" y="1695450"/>
          <p14:tracePt t="273522" x="3536950" y="1708150"/>
          <p14:tracePt t="273536" x="3651250" y="1714500"/>
          <p14:tracePt t="273545" x="3752850" y="1739900"/>
          <p14:tracePt t="273561" x="3841750" y="1739900"/>
          <p14:tracePt t="273579" x="3949700" y="1746250"/>
          <p14:tracePt t="273595" x="3987800" y="1746250"/>
          <p14:tracePt t="273612" x="3994150" y="1746250"/>
          <p14:tracePt t="273628" x="4000500" y="1746250"/>
          <p14:tracePt t="273733" x="4000500" y="1752600"/>
          <p14:tracePt t="273817" x="3994150" y="1752600"/>
          <p14:tracePt t="273887" x="3987800" y="1758950"/>
          <p14:tracePt t="273936" x="3981450" y="1758950"/>
          <p14:tracePt t="274055" x="3987800" y="1758950"/>
          <p14:tracePt t="274062" x="4000500" y="1758950"/>
          <p14:tracePt t="274077" x="4019550" y="1758950"/>
          <p14:tracePt t="274083" x="4044950" y="1765300"/>
          <p14:tracePt t="274097" x="4070350" y="1765300"/>
          <p14:tracePt t="274110" x="4121150" y="1765300"/>
          <p14:tracePt t="274127" x="4171950" y="1758950"/>
          <p14:tracePt t="274143" x="4337050" y="1752600"/>
          <p14:tracePt t="274160" x="4438650" y="1739900"/>
          <p14:tracePt t="274176" x="4540250" y="1733550"/>
          <p14:tracePt t="274193" x="4800600" y="1689100"/>
          <p14:tracePt t="274210" x="5067300" y="1657350"/>
          <p14:tracePt t="274226" x="5308600" y="1612900"/>
          <p14:tracePt t="274243" x="5397500" y="1593850"/>
          <p14:tracePt t="274259" x="5530850" y="1568450"/>
          <p14:tracePt t="274276" x="5594350" y="1555750"/>
          <p14:tracePt t="274293" x="5607050" y="1555750"/>
          <p14:tracePt t="274504" x="5600700" y="1555750"/>
          <p14:tracePt t="274511" x="5588000" y="1562100"/>
          <p14:tracePt t="274527" x="5556250" y="1568450"/>
          <p14:tracePt t="274542" x="5429250" y="1600200"/>
          <p14:tracePt t="274558" x="5295900" y="1644650"/>
          <p14:tracePt t="274575" x="4889500" y="1739900"/>
          <p14:tracePt t="274591" x="4279900" y="1949450"/>
          <p14:tracePt t="274609" x="3676650" y="2165350"/>
          <p14:tracePt t="274625" x="3143250" y="2368550"/>
          <p14:tracePt t="274641" x="2927350" y="2457450"/>
          <p14:tracePt t="274658" x="2628900" y="2546350"/>
          <p14:tracePt t="274674" x="2527300" y="2578100"/>
          <p14:tracePt t="274691" x="2425700" y="2616200"/>
          <p14:tracePt t="274709" x="2374900" y="2628900"/>
          <p14:tracePt t="274724" x="2374900" y="2635250"/>
          <p14:tracePt t="274741" x="2362200" y="2641600"/>
          <p14:tracePt t="274758" x="2355850" y="2641600"/>
          <p14:tracePt t="274826" x="2349500" y="2641600"/>
          <p14:tracePt t="274833" x="2343150" y="2641600"/>
          <p14:tracePt t="274854" x="2330450" y="2641600"/>
          <p14:tracePt t="274869" x="2324100" y="2641600"/>
          <p14:tracePt t="274876" x="2317750" y="2641600"/>
          <p14:tracePt t="274891" x="2305050" y="2641600"/>
          <p14:tracePt t="274907" x="2292350" y="2641600"/>
          <p14:tracePt t="274926" x="2286000" y="2641600"/>
          <p14:tracePt t="274957" x="2279650" y="2641600"/>
          <p14:tracePt t="274995" x="2286000" y="2635250"/>
          <p14:tracePt t="275016" x="2292350" y="2635250"/>
          <p14:tracePt t="275030" x="2298700" y="2622550"/>
          <p14:tracePt t="275037" x="2311400" y="2616200"/>
          <p14:tracePt t="275043" x="2324100" y="2590800"/>
          <p14:tracePt t="275059" x="2349500" y="2578100"/>
          <p14:tracePt t="275073" x="2368550" y="2546350"/>
          <p14:tracePt t="275090" x="2438400" y="2476500"/>
          <p14:tracePt t="275107" x="2520950" y="2393950"/>
          <p14:tracePt t="275123" x="2552700" y="2362200"/>
          <p14:tracePt t="275140" x="2622550" y="2305050"/>
          <p14:tracePt t="275156" x="2667000" y="2266950"/>
          <p14:tracePt t="275173" x="2673350" y="2254250"/>
          <p14:tracePt t="275189" x="2692400" y="2235200"/>
          <p14:tracePt t="275206" x="2698750" y="2228850"/>
          <p14:tracePt t="275457" x="2768600" y="2228850"/>
          <p14:tracePt t="275464" x="2844800" y="2247900"/>
          <p14:tracePt t="275478" x="2946400" y="2260600"/>
          <p14:tracePt t="275488" x="3048000" y="2266950"/>
          <p14:tracePt t="275505" x="3149600" y="2266950"/>
          <p14:tracePt t="275522" x="3378200" y="2279650"/>
          <p14:tracePt t="275538" x="3568700" y="2279650"/>
          <p14:tracePt t="275556" x="3702050" y="2279650"/>
          <p14:tracePt t="275571" x="3752850" y="2266950"/>
          <p14:tracePt t="275588" x="3771900" y="2266950"/>
          <p14:tracePt t="275605" x="3803650" y="2260600"/>
          <p14:tracePt t="275621" x="3810000" y="2260600"/>
          <p14:tracePt t="276108" x="3854450" y="2260600"/>
          <p14:tracePt t="276115" x="3930650" y="2260600"/>
          <p14:tracePt t="276129" x="4019550" y="2266950"/>
          <p14:tracePt t="276139" x="4108450" y="2266950"/>
          <p14:tracePt t="276152" x="4197350" y="2260600"/>
          <p14:tracePt t="276169" x="4286250" y="2260600"/>
          <p14:tracePt t="276186" x="4540250" y="2260600"/>
          <p14:tracePt t="276203" x="4597400" y="2260600"/>
          <p14:tracePt t="276222" x="4686300" y="2260600"/>
          <p14:tracePt t="276236" x="4705350" y="2247900"/>
          <p14:tracePt t="276253" x="4743450" y="2241550"/>
          <p14:tracePt t="276285" x="4743450" y="2235200"/>
          <p14:tracePt t="276375" x="4743450" y="2228850"/>
          <p14:tracePt t="276389" x="4737100" y="2222500"/>
          <p14:tracePt t="276417" x="4737100" y="2203450"/>
          <p14:tracePt t="276667" x="4806950" y="2203450"/>
          <p14:tracePt t="276681" x="4876800" y="2184400"/>
          <p14:tracePt t="276688" x="4927600" y="2178050"/>
          <p14:tracePt t="276704" x="4972050" y="2159000"/>
          <p14:tracePt t="276718" x="5022850" y="2146300"/>
          <p14:tracePt t="276734" x="5041900" y="2139950"/>
          <p14:tracePt t="276751" x="5060950" y="2127250"/>
          <p14:tracePt t="276767" x="5067300" y="2120900"/>
          <p14:tracePt t="276784" x="5080000" y="2114550"/>
          <p14:tracePt t="276801" x="5092700" y="2101850"/>
          <p14:tracePt t="276817" x="5099050" y="2095500"/>
          <p14:tracePt t="276834" x="5111750" y="2089150"/>
          <p14:tracePt t="276850" x="5118100" y="2082800"/>
          <p14:tracePt t="277116" x="5124450" y="2082800"/>
          <p14:tracePt t="277130" x="5130800" y="2082800"/>
          <p14:tracePt t="277137" x="5143500" y="2082800"/>
          <p14:tracePt t="277149" x="5149850" y="2082800"/>
          <p14:tracePt t="277166" x="5200650" y="2095500"/>
          <p14:tracePt t="277182" x="5245100" y="2095500"/>
          <p14:tracePt t="277199" x="5359400" y="2114550"/>
          <p14:tracePt t="277215" x="5518150" y="2120900"/>
          <p14:tracePt t="277232" x="5594350" y="2133600"/>
          <p14:tracePt t="277250" x="5734050" y="2133600"/>
          <p14:tracePt t="277266" x="5784850" y="2133600"/>
          <p14:tracePt t="277282" x="5835650" y="2133600"/>
          <p14:tracePt t="277300" x="5905500" y="2133600"/>
          <p14:tracePt t="277316" x="5924550" y="2133600"/>
          <p14:tracePt t="277332" x="5943600" y="2133600"/>
          <p14:tracePt t="277348" x="5956300" y="2133600"/>
          <p14:tracePt t="277365" x="5962650" y="2133600"/>
          <p14:tracePt t="278210" x="5937250" y="2133600"/>
          <p14:tracePt t="278217" x="5873750" y="2133600"/>
          <p14:tracePt t="278229" x="5772150" y="2139950"/>
          <p14:tracePt t="278246" x="5530850" y="2152650"/>
          <p14:tracePt t="278262" x="5403850" y="2171700"/>
          <p14:tracePt t="278279" x="5099050" y="2197100"/>
          <p14:tracePt t="278296" x="4845050" y="2228850"/>
          <p14:tracePt t="278313" x="4730750" y="2228850"/>
          <p14:tracePt t="278329" x="4476750" y="2235200"/>
          <p14:tracePt t="278345" x="4413250" y="2235200"/>
          <p14:tracePt t="278362" x="4362450" y="2235200"/>
          <p14:tracePt t="278378" x="4305300" y="2247900"/>
          <p14:tracePt t="278395" x="4286250" y="2247900"/>
          <p14:tracePt t="278412" x="4279900" y="2247900"/>
          <p14:tracePt t="278415" x="4273550" y="2247900"/>
          <p14:tracePt t="278428" x="4267200" y="2247900"/>
          <p14:tracePt t="278666" x="4273550" y="2247900"/>
          <p14:tracePt t="278673" x="4279900" y="2247900"/>
          <p14:tracePt t="278680" x="4286250" y="2247900"/>
          <p14:tracePt t="278697" x="4292600" y="2247900"/>
          <p14:tracePt t="278710" x="4298950" y="2247900"/>
          <p14:tracePt t="278727" x="4311650" y="2247900"/>
          <p14:tracePt t="278744" x="4337050" y="2247900"/>
          <p14:tracePt t="278760" x="4356100" y="2247900"/>
          <p14:tracePt t="278778" x="4413250" y="2241550"/>
          <p14:tracePt t="278794" x="4464050" y="2241550"/>
          <p14:tracePt t="278810" x="4495800" y="2235200"/>
          <p14:tracePt t="278828" x="4572000" y="2235200"/>
          <p14:tracePt t="278844" x="4635500" y="2235200"/>
          <p14:tracePt t="278860" x="4679950" y="2235200"/>
          <p14:tracePt t="278877" x="4781550" y="2235200"/>
          <p14:tracePt t="278893" x="4883150" y="2241550"/>
          <p14:tracePt t="278910" x="4940300" y="2235200"/>
          <p14:tracePt t="278913" x="4991100" y="2235200"/>
          <p14:tracePt t="278927" x="5022850" y="2235200"/>
          <p14:tracePt t="278943" x="5048250" y="2235200"/>
          <p14:tracePt t="278961" x="5080000" y="2228850"/>
          <p14:tracePt t="278977" x="5086350" y="2228850"/>
          <p14:tracePt t="279010" x="5092700" y="2222500"/>
          <p14:tracePt t="279367" x="5099050" y="2222500"/>
          <p14:tracePt t="279374" x="5105400" y="2222500"/>
          <p14:tracePt t="279416" x="5105400" y="2216150"/>
          <p14:tracePt t="279423" x="5111750" y="2216150"/>
          <p14:tracePt t="279437" x="5118100" y="2216150"/>
          <p14:tracePt t="279445" x="5130800" y="2216150"/>
          <p14:tracePt t="279458" x="5143500" y="2222500"/>
          <p14:tracePt t="279474" x="5181600" y="2222500"/>
          <p14:tracePt t="279491" x="5219700" y="2222500"/>
          <p14:tracePt t="279508" x="5308600" y="2222500"/>
          <p14:tracePt t="279524" x="5429250" y="2222500"/>
          <p14:tracePt t="279541" x="5467350" y="2222500"/>
          <p14:tracePt t="279557" x="5556250" y="2222500"/>
          <p14:tracePt t="279574" x="5594350" y="2222500"/>
          <p14:tracePt t="279591" x="5645150" y="2222500"/>
          <p14:tracePt t="279607" x="5683250" y="2222500"/>
          <p14:tracePt t="279624" x="5695950" y="2222500"/>
          <p14:tracePt t="279641" x="5715000" y="2222500"/>
          <p14:tracePt t="279657" x="5727700" y="2222500"/>
          <p14:tracePt t="279753" x="5721350" y="2222500"/>
          <p14:tracePt t="279767" x="5715000" y="2222500"/>
          <p14:tracePt t="279776" x="5702300" y="2222500"/>
          <p14:tracePt t="279790" x="5695950" y="2222500"/>
          <p14:tracePt t="279807" x="5645150" y="2216150"/>
          <p14:tracePt t="279824" x="5575300" y="2216150"/>
          <p14:tracePt t="279840" x="5524500" y="2216150"/>
          <p14:tracePt t="279857" x="5486400" y="2222500"/>
          <p14:tracePt t="279873" x="5378450" y="2222500"/>
          <p14:tracePt t="279890" x="5353050" y="2228850"/>
          <p14:tracePt t="279907" x="5334000" y="2228850"/>
          <p14:tracePt t="279923" x="5327650" y="2228850"/>
          <p14:tracePt t="279940" x="5321300" y="2235200"/>
          <p14:tracePt t="279985" x="5334000" y="2235200"/>
          <p14:tracePt t="279998" x="5353050" y="2235200"/>
          <p14:tracePt t="280006" x="5372100" y="2241550"/>
          <p14:tracePt t="280013" x="5410200" y="2247900"/>
          <p14:tracePt t="280027" x="5448300" y="2247900"/>
          <p14:tracePt t="280039" x="5511800" y="2247900"/>
          <p14:tracePt t="280056" x="5645150" y="2254250"/>
          <p14:tracePt t="280073" x="5695950" y="2254250"/>
          <p14:tracePt t="280089" x="5797550" y="2254250"/>
          <p14:tracePt t="280106" x="5848350" y="2254250"/>
          <p14:tracePt t="280122" x="5867400" y="2254250"/>
          <p14:tracePt t="280139" x="5880100" y="2254250"/>
          <p14:tracePt t="280155" x="5886450" y="2247900"/>
          <p14:tracePt t="280216" x="5880100" y="2247900"/>
          <p14:tracePt t="280223" x="5854700" y="2247900"/>
          <p14:tracePt t="280237" x="5829300" y="2235200"/>
          <p14:tracePt t="280244" x="5784850" y="2228850"/>
          <p14:tracePt t="280258" x="5721350" y="2222500"/>
          <p14:tracePt t="280272" x="5645150" y="2209800"/>
          <p14:tracePt t="280288" x="5486400" y="2203450"/>
          <p14:tracePt t="280305" x="5397500" y="2203450"/>
          <p14:tracePt t="280322" x="5270500" y="2203450"/>
          <p14:tracePt t="280338" x="5200650" y="2209800"/>
          <p14:tracePt t="280355" x="5168900" y="2216150"/>
          <p14:tracePt t="280371" x="5143500" y="2228850"/>
          <p14:tracePt t="280388" x="5137150" y="2228850"/>
          <p14:tracePt t="280643" x="5111750" y="2228850"/>
          <p14:tracePt t="280657" x="5080000" y="2228850"/>
          <p14:tracePt t="280665" x="5041900" y="2228850"/>
          <p14:tracePt t="280679" x="5003800" y="2228850"/>
          <p14:tracePt t="280688" x="4940300" y="2228850"/>
          <p14:tracePt t="280703" x="4876800" y="2228850"/>
          <p14:tracePt t="280721" x="4749800" y="2228850"/>
          <p14:tracePt t="280737" x="4622800" y="2228850"/>
          <p14:tracePt t="280753" x="4552950" y="2241550"/>
          <p14:tracePt t="280770" x="4470400" y="2247900"/>
          <p14:tracePt t="280787" x="4425950" y="2260600"/>
          <p14:tracePt t="280803" x="4413250" y="2260600"/>
          <p14:tracePt t="280820" x="4400550" y="2266950"/>
          <p14:tracePt t="280836" x="4394200" y="2266950"/>
          <p14:tracePt t="280869" x="4387850" y="2266950"/>
          <p14:tracePt t="281212" x="4394200" y="2266950"/>
          <p14:tracePt t="281234" x="4387850" y="2266950"/>
          <p14:tracePt t="281536" x="4368800" y="2317750"/>
          <p14:tracePt t="281551" x="4337050" y="2425700"/>
          <p14:tracePt t="281557" x="4305300" y="2527300"/>
          <p14:tracePt t="281574" x="4267200" y="2660650"/>
          <p14:tracePt t="281583" x="4229100" y="2838450"/>
          <p14:tracePt t="281601" x="4108450" y="3295650"/>
          <p14:tracePt t="281617" x="4083050" y="3517900"/>
          <p14:tracePt t="281634" x="4044950" y="3905250"/>
          <p14:tracePt t="281651" x="4032250" y="4222750"/>
          <p14:tracePt t="281667" x="4032250" y="4381500"/>
          <p14:tracePt t="281684" x="4038600" y="4705350"/>
          <p14:tracePt t="281700" x="4051300" y="4927600"/>
          <p14:tracePt t="281717" x="4057650" y="5041900"/>
          <p14:tracePt t="281733" x="4070350" y="5226050"/>
          <p14:tracePt t="281750" x="4089400" y="5365750"/>
          <p14:tracePt t="281767" x="4095750" y="5422900"/>
          <p14:tracePt t="281783" x="4121150" y="5505450"/>
          <p14:tracePt t="281800" x="4140200" y="5549900"/>
          <p14:tracePt t="281817" x="4159250" y="5556250"/>
          <p14:tracePt t="281833" x="4191000" y="5588000"/>
          <p14:tracePt t="281849" x="4241800" y="5588000"/>
          <p14:tracePt t="281866" x="4254500" y="5588000"/>
          <p14:tracePt t="282188" x="4254500" y="5645150"/>
          <p14:tracePt t="282201" x="4254500" y="5695950"/>
          <p14:tracePt t="282208" x="4254500" y="5746750"/>
          <p14:tracePt t="282223" x="4254500" y="5784850"/>
          <p14:tracePt t="282231" x="4260850" y="5816600"/>
          <p14:tracePt t="282248" x="4267200" y="5842000"/>
          <p14:tracePt t="282265" x="4298950" y="5886450"/>
          <p14:tracePt t="282281" x="4324350" y="5911850"/>
          <p14:tracePt t="282298" x="4337050" y="5924550"/>
          <p14:tracePt t="282315" x="4349750" y="5937250"/>
          <p14:tracePt t="282331" x="4356100" y="5943600"/>
          <p14:tracePt t="282364" x="4362450" y="5949950"/>
          <p14:tracePt t="282384" x="4375150" y="5956300"/>
          <p14:tracePt t="282426" x="4381500" y="5956300"/>
          <p14:tracePt t="282440" x="4387850" y="5962650"/>
          <p14:tracePt t="282448" x="4394200" y="5962650"/>
          <p14:tracePt t="282461" x="4400550" y="5969000"/>
          <p14:tracePt t="282468" x="4400550" y="5975350"/>
          <p14:tracePt t="282483" x="4406900" y="5981700"/>
          <p14:tracePt t="282497" x="4419600" y="5994400"/>
          <p14:tracePt t="282514" x="4438650" y="6019800"/>
          <p14:tracePt t="282531" x="4470400" y="6057900"/>
          <p14:tracePt t="282547" x="4483100" y="6070600"/>
          <p14:tracePt t="282564" x="4514850" y="6102350"/>
          <p14:tracePt t="282581" x="4546600" y="6146800"/>
          <p14:tracePt t="282597" x="4559300" y="6172200"/>
          <p14:tracePt t="282614" x="4591050" y="6223000"/>
          <p14:tracePt t="282630" x="4622800" y="6273800"/>
          <p14:tracePt t="282647" x="4635500" y="6305550"/>
          <p14:tracePt t="282665" x="4648200" y="6356350"/>
          <p14:tracePt t="282680" x="4660900" y="6413500"/>
          <p14:tracePt t="282696" x="4660900" y="6451600"/>
          <p14:tracePt t="282714" x="4660900" y="6502400"/>
          <p14:tracePt t="282730" x="4648200" y="6540500"/>
          <p14:tracePt t="282747" x="4635500" y="6565900"/>
          <p14:tracePt t="282763" x="4610100" y="6584950"/>
          <p14:tracePt t="282780" x="4603750" y="6597650"/>
          <p14:tracePt t="282796" x="4591050" y="6610350"/>
          <p14:tracePt t="282813" x="4578350" y="6616700"/>
          <p14:tracePt t="283001" x="4584700" y="6616700"/>
          <p14:tracePt t="283008" x="4591050" y="6616700"/>
          <p14:tracePt t="283022" x="4597400" y="6616700"/>
          <p14:tracePt t="283043" x="4610100" y="6616700"/>
          <p14:tracePt t="283050" x="4622800" y="6616700"/>
          <p14:tracePt t="283065" x="4648200" y="6610350"/>
          <p14:tracePt t="283080" x="4692650" y="6604000"/>
          <p14:tracePt t="283096" x="4724400" y="6597650"/>
          <p14:tracePt t="283113" x="4756150" y="6591300"/>
          <p14:tracePt t="283129" x="4813300" y="6584950"/>
          <p14:tracePt t="283145" x="4889500" y="6565900"/>
          <p14:tracePt t="283163" x="4984750" y="6565900"/>
          <p14:tracePt t="283178" x="5022850" y="6559550"/>
          <p14:tracePt t="283195" x="5118100" y="6553200"/>
          <p14:tracePt t="283212" x="5194300" y="6540500"/>
          <p14:tracePt t="283228" x="5226050" y="6540500"/>
          <p14:tracePt t="283245" x="5276850" y="6534150"/>
          <p14:tracePt t="283262" x="5302250" y="6527800"/>
          <p14:tracePt t="283278" x="5308600" y="6527800"/>
          <p14:tracePt t="283295" x="5308600" y="6521450"/>
          <p14:tracePt t="283311" x="5314950" y="6521450"/>
          <p14:tracePt t="283347" x="5321300" y="6521450"/>
          <p14:tracePt t="283401" x="5327650" y="6521450"/>
          <p14:tracePt t="283415" x="5334000" y="6521450"/>
          <p14:tracePt t="283422" x="5340350" y="6527800"/>
          <p14:tracePt t="283430" x="5346700" y="6527800"/>
          <p14:tracePt t="283445" x="5353050" y="6534150"/>
          <p14:tracePt t="283461" x="5359400" y="6534150"/>
          <p14:tracePt t="283478" x="5372100" y="6534150"/>
          <p14:tracePt t="283494" x="5403850" y="6540500"/>
          <p14:tracePt t="283511" x="5422900" y="6546850"/>
          <p14:tracePt t="283528" x="5473700" y="6553200"/>
          <p14:tracePt t="283544" x="5524500" y="6559550"/>
          <p14:tracePt t="283560" x="5549900" y="6565900"/>
          <p14:tracePt t="283577" x="5607050" y="6565900"/>
          <p14:tracePt t="283594" x="5664200" y="6578600"/>
          <p14:tracePt t="283612" x="5715000" y="6584950"/>
          <p14:tracePt t="283627" x="5746750" y="6591300"/>
          <p14:tracePt t="283644" x="5797550" y="6591300"/>
          <p14:tracePt t="283662" x="5829300" y="6597650"/>
          <p14:tracePt t="283677" x="5842000" y="6597650"/>
          <p14:tracePt t="283693" x="5854700" y="6597650"/>
          <p14:tracePt t="283710" x="5873750" y="6597650"/>
          <p14:tracePt t="283727" x="5880100" y="6597650"/>
          <p14:tracePt t="283760" x="5886450" y="6597650"/>
          <p14:tracePt t="283871" x="5886450" y="6604000"/>
          <p14:tracePt t="283885" x="5886450" y="6610350"/>
          <p14:tracePt t="283899" x="5886450" y="6616700"/>
          <p14:tracePt t="284305" x="5905500" y="6616700"/>
          <p14:tracePt t="284312" x="5943600" y="6616700"/>
          <p14:tracePt t="284327" x="5994400" y="6610350"/>
          <p14:tracePt t="284341" x="6051550" y="6610350"/>
          <p14:tracePt t="284358" x="6140450" y="6604000"/>
          <p14:tracePt t="284375" x="6210300" y="6604000"/>
          <p14:tracePt t="284391" x="6235700" y="6604000"/>
          <p14:tracePt t="284408" x="6292850" y="6604000"/>
          <p14:tracePt t="284424" x="6343650" y="6604000"/>
          <p14:tracePt t="284441" x="6362700" y="6604000"/>
          <p14:tracePt t="284457" x="6394450" y="6604000"/>
          <p14:tracePt t="284474" x="6413500" y="6604000"/>
          <p14:tracePt t="284490" x="6426200" y="6604000"/>
          <p14:tracePt t="284508" x="6438900" y="6604000"/>
          <p14:tracePt t="284524" x="6438900" y="6610350"/>
          <p14:tracePt t="284782" x="6445250" y="6610350"/>
          <p14:tracePt t="284796" x="6457950" y="6610350"/>
          <p14:tracePt t="284803" x="6464300" y="6610350"/>
          <p14:tracePt t="284816" x="6477000" y="6610350"/>
          <p14:tracePt t="284825" x="6489700" y="6610350"/>
          <p14:tracePt t="284840" x="6508750" y="6610350"/>
          <p14:tracePt t="284856" x="6559550" y="6604000"/>
          <p14:tracePt t="284873" x="6616700" y="6591300"/>
          <p14:tracePt t="284889" x="6648450" y="6584950"/>
          <p14:tracePt t="284906" x="6667500" y="6584950"/>
          <p14:tracePt t="284923" x="6705600" y="6578600"/>
          <p14:tracePt t="284939" x="6711950" y="6578600"/>
          <p14:tracePt t="284956" x="6718300" y="6578600"/>
          <p14:tracePt t="285027" x="6711950" y="6578600"/>
          <p14:tracePt t="285034" x="6705600" y="6572250"/>
          <p14:tracePt t="285048" x="6692900" y="6572250"/>
          <p14:tracePt t="285058" x="6673850" y="6565900"/>
          <p14:tracePt t="285072" x="6642100" y="6565900"/>
          <p14:tracePt t="285088" x="6565900" y="6559550"/>
          <p14:tracePt t="285105" x="6457950" y="6546850"/>
          <p14:tracePt t="285122" x="6407150" y="6540500"/>
          <p14:tracePt t="285139" x="6292850" y="6540500"/>
          <p14:tracePt t="285155" x="6172200" y="6540500"/>
          <p14:tracePt t="285171" x="6134100" y="6540500"/>
          <p14:tracePt t="285189" x="6051550" y="6559550"/>
          <p14:tracePt t="285205" x="5994400" y="6572250"/>
          <p14:tracePt t="285222" x="5975350" y="6578600"/>
          <p14:tracePt t="285238" x="5949950" y="6591300"/>
          <p14:tracePt t="285254" x="5949950" y="6597650"/>
          <p14:tracePt t="285272" x="5943600" y="6597650"/>
          <p14:tracePt t="285288" x="5937250" y="6597650"/>
          <p14:tracePt t="285497" x="5956300" y="6597650"/>
          <p14:tracePt t="285505" x="5994400" y="6591300"/>
          <p14:tracePt t="285518" x="6038850" y="6578600"/>
          <p14:tracePt t="285525" x="6089650" y="6572250"/>
          <p14:tracePt t="285540" x="6146800" y="6565900"/>
          <p14:tracePt t="285554" x="6254750" y="6546850"/>
          <p14:tracePt t="285570" x="6318250" y="6534150"/>
          <p14:tracePt t="285587" x="6369050" y="6527800"/>
          <p14:tracePt t="285603" x="6438900" y="6508750"/>
          <p14:tracePt t="285620" x="6496050" y="6502400"/>
          <p14:tracePt t="285638" x="6515100" y="6502400"/>
          <p14:tracePt t="285653" x="6527800" y="6502400"/>
          <p14:tracePt t="285689" x="6534150" y="6502400"/>
          <p14:tracePt t="285756" x="6540500" y="6502400"/>
          <p14:tracePt t="285834" x="6546850" y="6502400"/>
          <p14:tracePt t="285918" x="6546850" y="6496050"/>
          <p14:tracePt t="285960" x="6534150" y="6496050"/>
          <p14:tracePt t="285967" x="6521450" y="6496050"/>
          <p14:tracePt t="285974" x="6508750" y="6496050"/>
          <p14:tracePt t="285989" x="6483350" y="6496050"/>
          <p14:tracePt t="286002" x="6445250" y="6496050"/>
          <p14:tracePt t="286018" x="6337300" y="6496050"/>
          <p14:tracePt t="286035" x="6273800" y="6508750"/>
          <p14:tracePt t="286052" x="6127750" y="6527800"/>
          <p14:tracePt t="286068" x="6000750" y="6553200"/>
          <p14:tracePt t="286086" x="5956300" y="6572250"/>
          <p14:tracePt t="286101" x="5886450" y="6591300"/>
          <p14:tracePt t="286118" x="5848350" y="6597650"/>
          <p14:tracePt t="286136" x="5842000" y="6597650"/>
          <p14:tracePt t="286151" x="5835650" y="6604000"/>
          <p14:tracePt t="286226" x="5842000" y="6604000"/>
          <p14:tracePt t="286247" x="5854700" y="6604000"/>
          <p14:tracePt t="286254" x="5880100" y="6610350"/>
          <p14:tracePt t="286270" x="5911850" y="6610350"/>
          <p14:tracePt t="286284" x="5969000" y="6610350"/>
          <p14:tracePt t="286301" x="6108700" y="6616700"/>
          <p14:tracePt t="286318" x="6261100" y="6629400"/>
          <p14:tracePt t="286334" x="6337300" y="6629400"/>
          <p14:tracePt t="286351" x="6457950" y="6629400"/>
          <p14:tracePt t="286367" x="6502400" y="6629400"/>
          <p14:tracePt t="286384" x="6521450" y="6629400"/>
          <p14:tracePt t="286401" x="6540500" y="6629400"/>
          <p14:tracePt t="286417" x="6546850" y="6629400"/>
          <p14:tracePt t="286451" x="6553200" y="6629400"/>
          <p14:tracePt t="286766" x="6559550" y="6629400"/>
          <p14:tracePt t="286941" x="6553200" y="6629400"/>
          <p14:tracePt t="286949" x="6546850" y="6629400"/>
          <p14:tracePt t="286955" x="6534150" y="6623050"/>
          <p14:tracePt t="286970" x="6515100" y="6616700"/>
          <p14:tracePt t="286981" x="6496050" y="6616700"/>
          <p14:tracePt t="286999" x="6400800" y="6591300"/>
          <p14:tracePt t="287015" x="6324600" y="6565900"/>
          <p14:tracePt t="287033" x="6140450" y="6540500"/>
          <p14:tracePt t="287048" x="5937250" y="6515100"/>
          <p14:tracePt t="287065" x="5848350" y="6508750"/>
          <p14:tracePt t="287082" x="5683250" y="6508750"/>
          <p14:tracePt t="287098" x="5524500" y="6508750"/>
          <p14:tracePt t="287115" x="5473700" y="6521450"/>
          <p14:tracePt t="287132" x="5378450" y="6540500"/>
          <p14:tracePt t="287148" x="5340350" y="6546850"/>
          <p14:tracePt t="287165" x="5283200" y="6565900"/>
          <p14:tracePt t="287181" x="5257800" y="6572250"/>
          <p14:tracePt t="287198" x="5257800" y="6578600"/>
          <p14:tracePt t="287215" x="5251450" y="6584950"/>
          <p14:tracePt t="287247" x="5245100" y="6584950"/>
          <p14:tracePt t="287341" x="5245100" y="6578600"/>
          <p14:tracePt t="287355" x="5251450" y="6578600"/>
          <p14:tracePt t="287376" x="5257800" y="6578600"/>
          <p14:tracePt t="287390" x="5270500" y="6578600"/>
          <p14:tracePt t="287749" x="5194300" y="6553200"/>
          <p14:tracePt t="287764" x="5092700" y="6508750"/>
          <p14:tracePt t="287770" x="4972050" y="6445250"/>
          <p14:tracePt t="287779" x="4851400" y="6413500"/>
          <p14:tracePt t="287796" x="4724400" y="6369050"/>
          <p14:tracePt t="287813" x="4489450" y="6324600"/>
          <p14:tracePt t="287829" x="4387850" y="6311900"/>
          <p14:tracePt t="287846" x="4235450" y="6292850"/>
          <p14:tracePt t="287862" x="4076700" y="6299200"/>
          <p14:tracePt t="287879" x="4013200" y="6305550"/>
          <p14:tracePt t="287896" x="3930650" y="6324600"/>
          <p14:tracePt t="287912" x="3886200" y="6337300"/>
          <p14:tracePt t="287929" x="3873500" y="6337300"/>
          <p14:tracePt t="287946" x="3848100" y="6337300"/>
          <p14:tracePt t="287962" x="3835400" y="6343650"/>
          <p14:tracePt t="287979" x="3829050" y="6350000"/>
          <p14:tracePt t="287995" x="3803650" y="6350000"/>
          <p14:tracePt t="288012" x="3771900" y="6356350"/>
          <p14:tracePt t="288030" x="3765550" y="6356350"/>
          <p14:tracePt t="288044" x="3752850" y="6362700"/>
          <p14:tracePt t="288479" x="3759200" y="6362700"/>
          <p14:tracePt t="288542" x="3765550" y="6356350"/>
          <p14:tracePt t="288549" x="3771900" y="6356350"/>
          <p14:tracePt t="288563" x="3778250" y="6350000"/>
          <p14:tracePt t="288577" x="3784600" y="6350000"/>
          <p14:tracePt t="288593" x="3797300" y="6337300"/>
          <p14:tracePt t="288610" x="3810000" y="6330950"/>
          <p14:tracePt t="288626" x="3835400" y="6318250"/>
          <p14:tracePt t="288644" x="3854450" y="6305550"/>
          <p14:tracePt t="288659" x="3860800" y="6305550"/>
          <p14:tracePt t="288676" x="3879850" y="6299200"/>
          <p14:tracePt t="288692" x="3886200" y="6292850"/>
          <p14:tracePt t="288710" x="3892550" y="6286500"/>
          <p14:tracePt t="288742" x="3898900" y="6286500"/>
          <p14:tracePt t="288773" x="3905250" y="6286500"/>
          <p14:tracePt t="288822" x="3911600" y="6280150"/>
          <p14:tracePt t="288850" x="3917950" y="6273800"/>
          <p14:tracePt t="288864" x="3917950" y="6267450"/>
          <p14:tracePt t="288885" x="3917950" y="6261100"/>
          <p14:tracePt t="288893" x="3924300" y="6261100"/>
          <p14:tracePt t="288899" x="3930650" y="6254750"/>
          <p14:tracePt t="288913" x="3930650" y="6248400"/>
          <p14:tracePt t="288925" x="3937000" y="6242050"/>
          <p14:tracePt t="288944" x="3937000" y="6235700"/>
          <p14:tracePt t="288962" x="3943350" y="6229350"/>
          <p14:tracePt t="288975" x="3949700" y="6229350"/>
          <p14:tracePt t="288992" x="3956050" y="6223000"/>
          <p14:tracePt t="289011" x="3956050" y="6216650"/>
          <p14:tracePt t="289032" x="3956050" y="6210300"/>
          <p14:tracePt t="289053" x="3956050" y="6203950"/>
          <p14:tracePt t="289067" x="3962400" y="6203950"/>
          <p14:tracePt t="289453" x="3981450" y="6159500"/>
          <p14:tracePt t="289460" x="4019550" y="6102350"/>
          <p14:tracePt t="289476" x="4038600" y="6026150"/>
          <p14:tracePt t="289490" x="4076700" y="5930900"/>
          <p14:tracePt t="289506" x="4152900" y="5708650"/>
          <p14:tracePt t="289524" x="4191000" y="5594350"/>
          <p14:tracePt t="289540" x="4279900" y="5264150"/>
          <p14:tracePt t="289557" x="4349750" y="5054600"/>
          <p14:tracePt t="289573" x="4502150" y="4514850"/>
          <p14:tracePt t="289590" x="4667250" y="3892550"/>
          <p14:tracePt t="289606" x="4730750" y="3613150"/>
          <p14:tracePt t="289623" x="4908550" y="2679700"/>
          <p14:tracePt t="289639" x="4933950" y="2413000"/>
          <p14:tracePt t="289657" x="4946650" y="2120900"/>
          <p14:tracePt t="289672" x="4933950" y="1892300"/>
          <p14:tracePt t="289689" x="4914900" y="1816100"/>
          <p14:tracePt t="289706" x="4857750" y="1727200"/>
          <p14:tracePt t="289723" x="4838700" y="1708150"/>
          <p14:tracePt t="289739" x="4826000" y="1695450"/>
          <p14:tracePt t="289756" x="4819650" y="1689100"/>
          <p14:tracePt t="289772" x="4813300" y="1682750"/>
          <p14:tracePt t="289789" x="4775200" y="1670050"/>
          <p14:tracePt t="289805" x="4749800" y="1657350"/>
          <p14:tracePt t="289822" x="4730750" y="1651000"/>
          <p14:tracePt t="289839" x="4660900" y="1644650"/>
          <p14:tracePt t="290148" x="4603750" y="1644650"/>
          <p14:tracePt t="290155" x="4514850" y="1644650"/>
          <p14:tracePt t="290162" x="4419600" y="1670050"/>
          <p14:tracePt t="290176" x="4305300" y="1701800"/>
          <p14:tracePt t="290187" x="4222750" y="1727200"/>
          <p14:tracePt t="290204" x="4064000" y="1778000"/>
          <p14:tracePt t="290221" x="3994150" y="1809750"/>
          <p14:tracePt t="290237" x="3879850" y="1885950"/>
          <p14:tracePt t="290254" x="3822700" y="1949450"/>
          <p14:tracePt t="290270" x="3810000" y="1974850"/>
          <p14:tracePt t="290288" x="3790950" y="2044700"/>
          <p14:tracePt t="290304" x="3803650" y="2139950"/>
          <p14:tracePt t="290320" x="3822700" y="2184400"/>
          <p14:tracePt t="290337" x="3873500" y="2273300"/>
          <p14:tracePt t="290354" x="3898900" y="2305050"/>
          <p14:tracePt t="290370" x="3962400" y="2355850"/>
          <p14:tracePt t="290387" x="4076700" y="2381250"/>
          <p14:tracePt t="290403" x="4140200" y="2387600"/>
          <p14:tracePt t="290420" x="4298950" y="2355850"/>
          <p14:tracePt t="290436" x="4451350" y="2266950"/>
          <p14:tracePt t="290453" x="4508500" y="2203450"/>
          <p14:tracePt t="290470" x="4603750" y="2089150"/>
          <p14:tracePt t="290487" x="4641850" y="2006600"/>
          <p14:tracePt t="290504" x="4648200" y="1949450"/>
          <p14:tracePt t="290520" x="4641850" y="1898650"/>
          <p14:tracePt t="290536" x="4597400" y="1854200"/>
          <p14:tracePt t="290553" x="4565650" y="1841500"/>
          <p14:tracePt t="290570" x="4445000" y="1809750"/>
          <p14:tracePt t="290587" x="4311650" y="1816100"/>
          <p14:tracePt t="290603" x="4235450" y="1822450"/>
          <p14:tracePt t="290619" x="4095750" y="1892300"/>
          <p14:tracePt t="290636" x="4032250" y="1930400"/>
          <p14:tracePt t="290653" x="3917950" y="2070100"/>
          <p14:tracePt t="290669" x="3898900" y="2127250"/>
          <p14:tracePt t="290686" x="3898900" y="2178050"/>
          <p14:tracePt t="290702" x="3905250" y="2286000"/>
          <p14:tracePt t="290719" x="3943350" y="2368550"/>
          <p14:tracePt t="290736" x="3975100" y="2425700"/>
          <p14:tracePt t="290752" x="4076700" y="2501900"/>
          <p14:tracePt t="290769" x="4273550" y="2565400"/>
          <p14:tracePt t="290786" x="4387850" y="2584450"/>
          <p14:tracePt t="290802" x="4616450" y="2571750"/>
          <p14:tracePt t="290819" x="4711700" y="2527300"/>
          <p14:tracePt t="290835" x="4946650" y="2387600"/>
          <p14:tracePt t="290852" x="4991100" y="2330450"/>
          <p14:tracePt t="290869" x="5048250" y="2241550"/>
          <p14:tracePt t="290885" x="5054600" y="2159000"/>
          <p14:tracePt t="290902" x="5041900" y="2101850"/>
          <p14:tracePt t="290919" x="4978400" y="2012950"/>
          <p14:tracePt t="290935" x="4851400" y="1917700"/>
          <p14:tracePt t="290951" x="4756150" y="1873250"/>
          <p14:tracePt t="290968" x="4572000" y="1809750"/>
          <p14:tracePt t="290985" x="4457700" y="1803400"/>
          <p14:tracePt t="291001" x="4254500" y="1803400"/>
          <p14:tracePt t="291018" x="4095750" y="1847850"/>
          <p14:tracePt t="291035" x="4006850" y="1879600"/>
          <p14:tracePt t="291052" x="3892550" y="1943100"/>
          <p14:tracePt t="291068" x="3803650" y="2025650"/>
          <p14:tracePt t="291084" x="3765550" y="2070100"/>
          <p14:tracePt t="291102" x="3721100" y="2159000"/>
          <p14:tracePt t="291117" x="3702050" y="2254250"/>
          <p14:tracePt t="291134" x="3702050" y="2273300"/>
          <p14:tracePt t="291151" x="3708400" y="2324100"/>
          <p14:tracePt t="291167" x="3740150" y="2362200"/>
          <p14:tracePt t="291184" x="3746500" y="2362200"/>
          <p14:tracePt t="291201" x="3752850" y="2368550"/>
          <p14:tracePt t="291217" x="3759200" y="2368550"/>
          <p14:tracePt t="291354" x="3752850" y="2374900"/>
          <p14:tracePt t="291368" x="3746500" y="2381250"/>
          <p14:tracePt t="291374" x="3740150" y="2387600"/>
          <p14:tracePt t="291389" x="3733800" y="2393950"/>
          <p14:tracePt t="291399" x="3721100" y="2406650"/>
          <p14:tracePt t="291417" x="3683000" y="2451100"/>
          <p14:tracePt t="291433" x="3657600" y="2508250"/>
          <p14:tracePt t="291450" x="3619500" y="2673350"/>
          <p14:tracePt t="291467" x="3575050" y="2921000"/>
          <p14:tracePt t="291483" x="3562350" y="3079750"/>
          <p14:tracePt t="291500" x="3549650" y="3448050"/>
          <p14:tracePt t="291516" x="3556000" y="3924300"/>
          <p14:tracePt t="291533" x="3575050" y="4165600"/>
          <p14:tracePt t="291550" x="3600450" y="4591050"/>
          <p14:tracePt t="291566" x="3657600" y="4895850"/>
          <p14:tracePt t="291583" x="3689350" y="5041900"/>
          <p14:tracePt t="291600" x="3778250" y="5295900"/>
          <p14:tracePt t="291616" x="3848100" y="5467350"/>
          <p14:tracePt t="291633" x="3873500" y="5543550"/>
          <p14:tracePt t="291649" x="3905250" y="5670550"/>
          <p14:tracePt t="291666" x="3924300" y="5721350"/>
          <p14:tracePt t="291683" x="3962400" y="5886450"/>
          <p14:tracePt t="291698" x="3981450" y="5949950"/>
          <p14:tracePt t="291715" x="3987800" y="6019800"/>
          <p14:tracePt t="291732" x="4019550" y="6140450"/>
          <p14:tracePt t="291749" x="4044950" y="6210300"/>
          <p14:tracePt t="291766" x="4051300" y="6242050"/>
          <p14:tracePt t="291782" x="4070350" y="6280150"/>
          <p14:tracePt t="291799" x="4083050" y="6324600"/>
          <p14:tracePt t="291815" x="4089400" y="6343650"/>
          <p14:tracePt t="291832" x="4095750" y="6356350"/>
          <p14:tracePt t="291848" x="4102100" y="6369050"/>
          <p14:tracePt t="291868" x="4108450" y="6369050"/>
          <p14:tracePt t="291894" x="4114800" y="6369050"/>
          <p14:tracePt t="291957" x="4121150" y="6362700"/>
          <p14:tracePt t="291985" x="4127500" y="6350000"/>
          <p14:tracePt t="291999" x="4127500" y="6343650"/>
          <p14:tracePt t="292006" x="4127500" y="6337300"/>
          <p14:tracePt t="292019" x="4133850" y="6330950"/>
          <p14:tracePt t="292031" x="4133850" y="6324600"/>
          <p14:tracePt t="292048" x="4140200" y="6311900"/>
          <p14:tracePt t="292065" x="4140200" y="6305550"/>
          <p14:tracePt t="292081" x="4140200" y="6286500"/>
          <p14:tracePt t="292097" x="4140200" y="6280150"/>
          <p14:tracePt t="292173" x="4140200" y="6273800"/>
          <p14:tracePt t="292195" x="4140200" y="6267450"/>
          <p14:tracePt t="292209" x="4140200" y="6261100"/>
          <p14:tracePt t="292217" x="4140200" y="6254750"/>
          <p14:tracePt t="292238" x="4140200" y="6248400"/>
          <p14:tracePt t="292251" x="4140200" y="6242050"/>
          <p14:tracePt t="292263" x="4146550" y="6242050"/>
          <p14:tracePt t="292280" x="4152900" y="6210300"/>
          <p14:tracePt t="292297" x="4159250" y="6178550"/>
          <p14:tracePt t="292314" x="4191000" y="6083300"/>
          <p14:tracePt t="292330" x="4229100" y="5924550"/>
          <p14:tracePt t="292347" x="4248150" y="5810250"/>
          <p14:tracePt t="292364" x="4292600" y="5530850"/>
          <p14:tracePt t="292380" x="4362450" y="5086350"/>
          <p14:tracePt t="292396" x="4406900" y="4832350"/>
          <p14:tracePt t="292413" x="4470400" y="4267200"/>
          <p14:tracePt t="292430" x="4527550" y="3727450"/>
          <p14:tracePt t="292446" x="4559300" y="3486150"/>
          <p14:tracePt t="292463" x="4622800" y="3111500"/>
          <p14:tracePt t="292479" x="4660900" y="2882900"/>
          <p14:tracePt t="292497" x="4692650" y="2787650"/>
          <p14:tracePt t="292513" x="4730750" y="2667000"/>
          <p14:tracePt t="292529" x="4749800" y="2635250"/>
          <p14:tracePt t="292546" x="4781550" y="2546350"/>
          <p14:tracePt t="292563" x="4794250" y="2520950"/>
          <p14:tracePt t="292579" x="4800600" y="2495550"/>
          <p14:tracePt t="292596" x="4806950" y="2451100"/>
          <p14:tracePt t="292613" x="4806950" y="2413000"/>
          <p14:tracePt t="292630" x="4806950" y="2349500"/>
          <p14:tracePt t="292646" x="4794250" y="2254250"/>
          <p14:tracePt t="292662" x="4768850" y="2146300"/>
          <p14:tracePt t="292679" x="4749800" y="2051050"/>
          <p14:tracePt t="292695" x="4737100" y="2019300"/>
          <p14:tracePt t="292712" x="4718050" y="1955800"/>
          <p14:tracePt t="292729" x="4705350" y="1911350"/>
          <p14:tracePt t="292745" x="4699000" y="1898650"/>
          <p14:tracePt t="292762" x="4692650" y="1866900"/>
          <p14:tracePt t="292778" x="4686300" y="1854200"/>
          <p14:tracePt t="292819" x="4686300" y="1847850"/>
          <p14:tracePt t="292847" x="4692650" y="1847850"/>
          <p14:tracePt t="292869" x="4699000" y="1841500"/>
          <p14:tracePt t="292883" x="4705350" y="1835150"/>
          <p14:tracePt t="292918" x="4711700" y="1828800"/>
          <p14:tracePt t="292953" x="4718050" y="1822450"/>
          <p14:tracePt t="292988" x="4718050" y="1816100"/>
          <p14:tracePt t="293009" x="4724400" y="1816100"/>
          <p14:tracePt t="293051" x="4730750" y="1816100"/>
          <p14:tracePt t="293148" x="4730750" y="1822450"/>
          <p14:tracePt t="293170" x="4718050" y="1828800"/>
          <p14:tracePt t="293178" x="4711700" y="1835150"/>
          <p14:tracePt t="293191" x="4705350" y="1841500"/>
          <p14:tracePt t="293198" x="4705350" y="1847850"/>
          <p14:tracePt t="293213" x="4692650" y="1860550"/>
          <p14:tracePt t="293227" x="4679950" y="1873250"/>
          <p14:tracePt t="293244" x="4629150" y="1924050"/>
          <p14:tracePt t="293261" x="4603750" y="1955800"/>
          <p14:tracePt t="293277" x="4546600" y="2012950"/>
          <p14:tracePt t="293293" x="4508500" y="2082800"/>
          <p14:tracePt t="293310" x="4476750" y="2120900"/>
          <p14:tracePt t="293327" x="4464050" y="2146300"/>
          <p14:tracePt t="293343" x="4438650" y="2178050"/>
          <p14:tracePt t="293360" x="4432300" y="2203450"/>
          <p14:tracePt t="293376" x="4419600" y="2216150"/>
          <p14:tracePt t="293394" x="4400550" y="2247900"/>
          <p14:tracePt t="293410" x="4381500" y="2266950"/>
          <p14:tracePt t="293426" x="4381500" y="2279650"/>
          <p14:tracePt t="293443" x="4375150" y="2286000"/>
          <p14:tracePt t="293459" x="4375150" y="2292350"/>
          <p14:tracePt t="293521" x="4368800" y="2292350"/>
          <p14:tracePt t="293689" x="4375150" y="2292350"/>
          <p14:tracePt t="293745" x="4387850" y="2292350"/>
          <p14:tracePt t="293760" x="4400550" y="2292350"/>
          <p14:tracePt t="293773" x="4413250" y="2292350"/>
          <p14:tracePt t="293788" x="4451350" y="2292350"/>
          <p14:tracePt t="293795" x="4495800" y="2279650"/>
          <p14:tracePt t="293811" x="4559300" y="2279650"/>
          <p14:tracePt t="293824" x="4648200" y="2273300"/>
          <p14:tracePt t="293842" x="4737100" y="2260600"/>
          <p14:tracePt t="293858" x="4972050" y="2235200"/>
          <p14:tracePt t="293875" x="5035550" y="2222500"/>
          <p14:tracePt t="293891" x="5130800" y="2216150"/>
          <p14:tracePt t="293908" x="5187950" y="2203450"/>
          <p14:tracePt t="293924" x="5226050" y="2190750"/>
          <p14:tracePt t="293942" x="5251450" y="2178050"/>
          <p14:tracePt t="293958" x="5257800" y="2178050"/>
          <p14:tracePt t="293974" x="5276850" y="2171700"/>
          <p14:tracePt t="294007" x="5283200" y="2171700"/>
          <p14:tracePt t="294024" x="5289550" y="2171700"/>
          <p14:tracePt t="294054" x="5295900" y="2171700"/>
          <p14:tracePt t="294124" x="5302250" y="2165350"/>
          <p14:tracePt t="294144" x="5308600" y="2165350"/>
          <p14:tracePt t="294152" x="5321300" y="2165350"/>
          <p14:tracePt t="294160" x="5327650" y="2165350"/>
          <p14:tracePt t="294175" x="5340350" y="2159000"/>
          <p14:tracePt t="294190" x="5353050" y="2152650"/>
          <p14:tracePt t="294208" x="5391150" y="2146300"/>
          <p14:tracePt t="294224" x="5435600" y="2139950"/>
          <p14:tracePt t="294240" x="5454650" y="2139950"/>
          <p14:tracePt t="294258" x="5486400" y="2127250"/>
          <p14:tracePt t="294273" x="5505450" y="2127250"/>
          <p14:tracePt t="294290" x="5511800" y="2127250"/>
          <p14:tracePt t="294307" x="5518150" y="2127250"/>
          <p14:tracePt t="294341" x="5518150" y="2120900"/>
          <p14:tracePt t="294362" x="5518150" y="2114550"/>
          <p14:tracePt t="294369" x="5505450" y="2114550"/>
          <p14:tracePt t="294383" x="5499100" y="2108200"/>
          <p14:tracePt t="294392" x="5480050" y="2108200"/>
          <p14:tracePt t="294406" x="5461000" y="2101850"/>
          <p14:tracePt t="294423" x="5441950" y="2101850"/>
          <p14:tracePt t="294440" x="5346700" y="2082800"/>
          <p14:tracePt t="294456" x="5314950" y="2082800"/>
          <p14:tracePt t="294473" x="5295900" y="2082800"/>
          <p14:tracePt t="294489" x="5257800" y="2082800"/>
          <p14:tracePt t="294506" x="5232400" y="2082800"/>
          <p14:tracePt t="294523" x="5226050" y="2082800"/>
          <p14:tracePt t="294539" x="5213350" y="2082800"/>
          <p14:tracePt t="294556" x="5207000" y="2082800"/>
          <p14:tracePt t="294622" x="5213350" y="2082800"/>
          <p14:tracePt t="294636" x="5219700" y="2089150"/>
          <p14:tracePt t="294642" x="5232400" y="2089150"/>
          <p14:tracePt t="294655" x="5251450" y="2095500"/>
          <p14:tracePt t="294672" x="5302250" y="2108200"/>
          <p14:tracePt t="294689" x="5340350" y="2108200"/>
          <p14:tracePt t="294706" x="5448300" y="2114550"/>
          <p14:tracePt t="294722" x="5537200" y="2120900"/>
          <p14:tracePt t="294739" x="5581650" y="2120900"/>
          <p14:tracePt t="294756" x="5626100" y="2120900"/>
          <p14:tracePt t="294772" x="5638800" y="2120900"/>
          <p14:tracePt t="294788" x="5664200" y="2120900"/>
          <p14:tracePt t="294805" x="5670550" y="2120900"/>
          <p14:tracePt t="294846" x="5651500" y="2120900"/>
          <p14:tracePt t="294854" x="5619750" y="2127250"/>
          <p14:tracePt t="294871" x="5581650" y="2127250"/>
          <p14:tracePt t="294888" x="5454650" y="2127250"/>
          <p14:tracePt t="294904" x="5302250" y="2127250"/>
          <p14:tracePt t="294921" x="5226050" y="2146300"/>
          <p14:tracePt t="294938" x="5092700" y="2165350"/>
          <p14:tracePt t="294954" x="5029200" y="2184400"/>
          <p14:tracePt t="294971" x="5010150" y="2184400"/>
          <p14:tracePt t="294987" x="4997450" y="2197100"/>
          <p14:tracePt t="295004" x="4984750" y="2197100"/>
          <p14:tracePt t="295127" x="4991100" y="2197100"/>
          <p14:tracePt t="295162" x="4997450" y="2197100"/>
          <p14:tracePt t="295176" x="5003800" y="2203450"/>
          <p14:tracePt t="295190" x="5016500" y="2203450"/>
          <p14:tracePt t="295197" x="5029200" y="2209800"/>
          <p14:tracePt t="295211" x="5048250" y="2209800"/>
          <p14:tracePt t="295225" x="5080000" y="2216150"/>
          <p14:tracePt t="295236" x="5118100" y="2228850"/>
          <p14:tracePt t="295253" x="5175250" y="2235200"/>
          <p14:tracePt t="295270" x="5238750" y="2254250"/>
          <p14:tracePt t="295287" x="5372100" y="2286000"/>
          <p14:tracePt t="295304" x="5429250" y="2298700"/>
          <p14:tracePt t="295320" x="5499100" y="2311400"/>
          <p14:tracePt t="295337" x="5524500" y="2317750"/>
          <p14:tracePt t="295353" x="5537200" y="2317750"/>
          <p14:tracePt t="295370" x="5562600" y="2324100"/>
          <p14:tracePt t="295386" x="5568950" y="2324100"/>
          <p14:tracePt t="295449" x="5568950" y="2317750"/>
          <p14:tracePt t="295470" x="5568950" y="2311400"/>
          <p14:tracePt t="295484" x="5568950" y="2305050"/>
          <p14:tracePt t="295798" x="5600700" y="2406650"/>
          <p14:tracePt t="295805" x="5632450" y="2552700"/>
          <p14:tracePt t="295818" x="5664200" y="2705100"/>
          <p14:tracePt t="295835" x="5734050" y="3079750"/>
          <p14:tracePt t="295852" x="5746750" y="3270250"/>
          <p14:tracePt t="295869" x="5753100" y="3543300"/>
          <p14:tracePt t="295885" x="5765800" y="3810000"/>
          <p14:tracePt t="295901" x="5759450" y="3924300"/>
          <p14:tracePt t="295918" x="5765800" y="4152900"/>
          <p14:tracePt t="295935" x="5765800" y="4241800"/>
          <p14:tracePt t="295951" x="5765800" y="4419600"/>
          <p14:tracePt t="295967" x="5765800" y="4648200"/>
          <p14:tracePt t="295984" x="5765800" y="4762500"/>
          <p14:tracePt t="296001" x="5772150" y="4965700"/>
          <p14:tracePt t="296017" x="5778500" y="5156200"/>
          <p14:tracePt t="296034" x="5772150" y="5283200"/>
          <p14:tracePt t="296051" x="5772150" y="5486400"/>
          <p14:tracePt t="296067" x="5759450" y="5664200"/>
          <p14:tracePt t="296084" x="5765800" y="5753100"/>
          <p14:tracePt t="296100" x="5765800" y="5905500"/>
          <p14:tracePt t="296117" x="5759450" y="6038850"/>
          <p14:tracePt t="296134" x="5759450" y="6064250"/>
          <p14:tracePt t="296137" x="5759450" y="6102350"/>
          <p14:tracePt t="296150" x="5753100" y="6121400"/>
          <p14:tracePt t="296167" x="5753100" y="6134100"/>
          <p14:tracePt t="296184" x="5753100" y="6140450"/>
          <p14:tracePt t="296205" x="5759450" y="6140450"/>
          <p14:tracePt t="296226" x="5765800" y="6140450"/>
          <p14:tracePt t="296234" x="5778500" y="6134100"/>
          <p14:tracePt t="296249" x="5791200" y="6134100"/>
          <p14:tracePt t="296267" x="5791200" y="6127750"/>
          <p14:tracePt t="296283" x="5803900" y="6102350"/>
          <p14:tracePt t="296617" x="5810250" y="6115050"/>
          <p14:tracePt t="296624" x="5829300" y="6127750"/>
          <p14:tracePt t="296638" x="5835650" y="6153150"/>
          <p14:tracePt t="296648" x="5848350" y="6165850"/>
          <p14:tracePt t="296665" x="5867400" y="6184900"/>
          <p14:tracePt t="296682" x="5905500" y="6229350"/>
          <p14:tracePt t="296698" x="5975350" y="6286500"/>
          <p14:tracePt t="296716" x="6038850" y="6330950"/>
          <p14:tracePt t="296732" x="6076950" y="6337300"/>
          <p14:tracePt t="296748" x="6153150" y="6369050"/>
          <p14:tracePt t="296765" x="6223000" y="6394450"/>
          <p14:tracePt t="296781" x="6254750" y="6400800"/>
          <p14:tracePt t="296799" x="6273800" y="6407150"/>
          <p14:tracePt t="296815" x="6330950" y="6407150"/>
          <p14:tracePt t="296832" x="6337300" y="6407150"/>
          <p14:tracePt t="296848" x="6350000" y="6407150"/>
          <p14:tracePt t="296865" x="6356350" y="6407150"/>
          <p14:tracePt t="296898" x="6362700" y="6407150"/>
          <p14:tracePt t="296954" x="6369050" y="6407150"/>
          <p14:tracePt t="297052" x="6375400" y="6400800"/>
          <p14:tracePt t="299217" x="6381750" y="6350000"/>
          <p14:tracePt t="299232" x="6388100" y="6261100"/>
          <p14:tracePt t="299246" x="6400800" y="6134100"/>
          <p14:tracePt t="299253" x="6394450" y="5956300"/>
          <p14:tracePt t="299267" x="6362700" y="5683250"/>
          <p14:tracePt t="299275" x="6311900" y="5308600"/>
          <p14:tracePt t="299289" x="6191250" y="4895850"/>
          <p14:tracePt t="299306" x="5810250" y="3949700"/>
          <p14:tracePt t="299323" x="5226050" y="2984500"/>
          <p14:tracePt t="299339" x="4940300" y="2546350"/>
          <p14:tracePt t="299356" x="4419600" y="1841500"/>
          <p14:tracePt t="299374" x="4032250" y="1422400"/>
          <p14:tracePt t="299389" x="3797300" y="1250950"/>
          <p14:tracePt t="299406" x="3708400" y="1187450"/>
          <p14:tracePt t="299422" x="3562350" y="1085850"/>
          <p14:tracePt t="299439" x="3473450" y="1054100"/>
          <p14:tracePt t="299456" x="3448050" y="1041400"/>
          <p14:tracePt t="299820" x="3429000" y="1016000"/>
          <p14:tracePt t="299834" x="3390900" y="971550"/>
          <p14:tracePt t="299840" x="3359150" y="946150"/>
          <p14:tracePt t="299856" x="3327400" y="901700"/>
          <p14:tracePt t="299871" x="3257550" y="831850"/>
          <p14:tracePt t="299887" x="3213100" y="787400"/>
          <p14:tracePt t="299904" x="3124200" y="660400"/>
          <p14:tracePt t="299920" x="3073400" y="596900"/>
          <p14:tracePt t="299937" x="2990850" y="482600"/>
          <p14:tracePt t="299954" x="2914650" y="406400"/>
          <p14:tracePt t="299970" x="2895600" y="381000"/>
          <p14:tracePt t="299987" x="2870200" y="361950"/>
          <p14:tracePt t="300003" x="2857500" y="355600"/>
          <p14:tracePt t="300020" x="2851150" y="355600"/>
          <p14:tracePt t="300054" x="2844800" y="355600"/>
          <p14:tracePt t="300149" x="2838450" y="361950"/>
          <p14:tracePt t="300171" x="2832100" y="361950"/>
          <p14:tracePt t="300184" x="2825750" y="368300"/>
          <p14:tracePt t="300191" x="2819400" y="374650"/>
          <p14:tracePt t="300206" x="2813050" y="374650"/>
          <p14:tracePt t="300220" x="2800350" y="381000"/>
          <p14:tracePt t="300253" x="2794000" y="387350"/>
          <p14:tracePt t="300269" x="2781300" y="406400"/>
          <p14:tracePt t="300286" x="2768600" y="431800"/>
          <p14:tracePt t="300304" x="2768600" y="469900"/>
          <p14:tracePt t="300319" x="2768600" y="501650"/>
          <p14:tracePt t="300336" x="2800350" y="552450"/>
          <p14:tracePt t="300354" x="2844800" y="609600"/>
          <p14:tracePt t="300369" x="2870200" y="628650"/>
          <p14:tracePt t="300386" x="2946400" y="673100"/>
          <p14:tracePt t="300402" x="3003550" y="704850"/>
          <p14:tracePt t="300419" x="3035300" y="711200"/>
          <p14:tracePt t="300436" x="3092450" y="717550"/>
          <p14:tracePt t="300452" x="3175000" y="723900"/>
          <p14:tracePt t="300469" x="3225800" y="736600"/>
          <p14:tracePt t="300486" x="3327400" y="736600"/>
          <p14:tracePt t="300502" x="3435350" y="742950"/>
          <p14:tracePt t="300518" x="3473450" y="742950"/>
          <p14:tracePt t="300535" x="3568700" y="723900"/>
          <p14:tracePt t="300552" x="3613150" y="717550"/>
          <p14:tracePt t="300570" x="3727450" y="685800"/>
          <p14:tracePt t="300585" x="3752850" y="673100"/>
          <p14:tracePt t="300602" x="3797300" y="666750"/>
          <p14:tracePt t="300618" x="3892550" y="641350"/>
          <p14:tracePt t="300635" x="4013200" y="622300"/>
          <p14:tracePt t="300651" x="4076700" y="615950"/>
          <p14:tracePt t="300668" x="4210050" y="596900"/>
          <p14:tracePt t="300684" x="4349750" y="584200"/>
          <p14:tracePt t="300701" x="4425950" y="577850"/>
          <p14:tracePt t="300718" x="4572000" y="577850"/>
          <p14:tracePt t="300734" x="4686300" y="577850"/>
          <p14:tracePt t="300751" x="4749800" y="577850"/>
          <p14:tracePt t="300768" x="4851400" y="565150"/>
          <p14:tracePt t="300784" x="4921250" y="565150"/>
          <p14:tracePt t="300802" x="4978400" y="565150"/>
          <p14:tracePt t="300817" x="5010150" y="565150"/>
          <p14:tracePt t="300834" x="5029200" y="577850"/>
          <p14:tracePt t="300851" x="5067300" y="584200"/>
          <p14:tracePt t="300867" x="5080000" y="584200"/>
          <p14:tracePt t="300884" x="5092700" y="584200"/>
          <p14:tracePt t="300901" x="5105400" y="577850"/>
          <p14:tracePt t="300917" x="5111750" y="571500"/>
          <p14:tracePt t="300934" x="5111750" y="565150"/>
          <p14:tracePt t="301302" x="5156200" y="571500"/>
          <p14:tracePt t="301317" x="5238750" y="590550"/>
          <p14:tracePt t="301323" x="5302250" y="603250"/>
          <p14:tracePt t="301337" x="5391150" y="622300"/>
          <p14:tracePt t="301349" x="5473700" y="641350"/>
          <p14:tracePt t="301366" x="5645150" y="679450"/>
          <p14:tracePt t="301382" x="5734050" y="711200"/>
          <p14:tracePt t="301399" x="5880100" y="742950"/>
          <p14:tracePt t="301415" x="5988050" y="768350"/>
          <p14:tracePt t="301432" x="6013450" y="774700"/>
          <p14:tracePt t="301449" x="6076950" y="781050"/>
          <p14:tracePt t="301465" x="6121400" y="781050"/>
          <p14:tracePt t="301482" x="6140450" y="781050"/>
          <p14:tracePt t="301499" x="6184900" y="793750"/>
          <p14:tracePt t="301515" x="6210300" y="800100"/>
          <p14:tracePt t="301532" x="6216650" y="800100"/>
          <p14:tracePt t="301583" x="6223000" y="800100"/>
          <p14:tracePt t="301786" x="6210300" y="800100"/>
          <p14:tracePt t="301793" x="6159500" y="800100"/>
          <p14:tracePt t="301807" x="6108700" y="800100"/>
          <p14:tracePt t="301817" x="6032500" y="819150"/>
          <p14:tracePt t="301830" x="5949950" y="825500"/>
          <p14:tracePt t="301847" x="5753100" y="889000"/>
          <p14:tracePt t="301864" x="5556250" y="971550"/>
          <p14:tracePt t="301881" x="5454650" y="1028700"/>
          <p14:tracePt t="301897" x="5346700" y="1079500"/>
          <p14:tracePt t="301913" x="5099050" y="1244600"/>
          <p14:tracePt t="301930" x="5041900" y="1301750"/>
          <p14:tracePt t="301948" x="4946650" y="1397000"/>
          <p14:tracePt t="301964" x="4908550" y="1441450"/>
          <p14:tracePt t="301980" x="4876800" y="1479550"/>
          <p14:tracePt t="301997" x="4870450" y="1498600"/>
          <p14:tracePt t="302013" x="4864100" y="1498600"/>
          <p14:tracePt t="302066" x="4857750" y="1504950"/>
          <p14:tracePt t="302109" x="4851400" y="1511300"/>
          <p14:tracePt t="302115" x="4851400" y="1517650"/>
          <p14:tracePt t="302130" x="4851400" y="1524000"/>
          <p14:tracePt t="302146" x="4845050" y="1549400"/>
          <p14:tracePt t="302163" x="4845050" y="1562100"/>
          <p14:tracePt t="302179" x="4845050" y="1581150"/>
          <p14:tracePt t="302196" x="4845050" y="1606550"/>
          <p14:tracePt t="302215" x="4845050" y="1638300"/>
          <p14:tracePt t="302229" x="4845050" y="1644650"/>
          <p14:tracePt t="302246" x="4845050" y="1651000"/>
          <p14:tracePt t="302263" x="4845050" y="1663700"/>
          <p14:tracePt t="302279" x="4857750" y="1663700"/>
          <p14:tracePt t="302296" x="4864100" y="1670050"/>
          <p14:tracePt t="302299" x="4883150" y="1670050"/>
          <p14:tracePt t="302313" x="4908550" y="1670050"/>
          <p14:tracePt t="302329" x="4978400" y="1657350"/>
          <p14:tracePt t="302345" x="5048250" y="1638300"/>
          <p14:tracePt t="302362" x="5181600" y="1593850"/>
          <p14:tracePt t="302379" x="5353050" y="1511300"/>
          <p14:tracePt t="302396" x="5518150" y="1409700"/>
          <p14:tracePt t="302412" x="5588000" y="1358900"/>
          <p14:tracePt t="302428" x="5645150" y="1295400"/>
          <p14:tracePt t="302446" x="5753100" y="1181100"/>
          <p14:tracePt t="302462" x="5784850" y="1136650"/>
          <p14:tracePt t="302478" x="5810250" y="1092200"/>
          <p14:tracePt t="302495" x="5835650" y="1054100"/>
          <p14:tracePt t="302512" x="5835650" y="1047750"/>
          <p14:tracePt t="302544" x="5721350" y="1079500"/>
          <p14:tracePt t="302561" x="5638800" y="1098550"/>
          <p14:tracePt t="302579" x="5429250" y="1206500"/>
          <p14:tracePt t="302594" x="5321300" y="1282700"/>
          <p14:tracePt t="302611" x="5130800" y="1454150"/>
          <p14:tracePt t="302628" x="5003800" y="1638300"/>
          <p14:tracePt t="302644" x="4940300" y="1720850"/>
          <p14:tracePt t="302661" x="4870450" y="1885950"/>
          <p14:tracePt t="302678" x="4826000" y="2019300"/>
          <p14:tracePt t="302695" x="4806950" y="2063750"/>
          <p14:tracePt t="302712" x="4800600" y="2101850"/>
          <p14:tracePt t="302727" x="4794250" y="2114550"/>
          <p14:tracePt t="302744" x="4794250" y="2120900"/>
          <p14:tracePt t="302859" x="4800600" y="2120900"/>
          <p14:tracePt t="302929" x="4806950" y="2120900"/>
          <p14:tracePt t="303056" x="4800600" y="2120900"/>
          <p14:tracePt t="303070" x="4794250" y="2120900"/>
          <p14:tracePt t="303079" x="4787900" y="2120900"/>
          <p14:tracePt t="303093" x="4775200" y="2120900"/>
          <p14:tracePt t="303110" x="4730750" y="2120900"/>
          <p14:tracePt t="303126" x="4635500" y="2114550"/>
          <p14:tracePt t="303142" x="4572000" y="2114550"/>
          <p14:tracePt t="303159" x="4483100" y="2114550"/>
          <p14:tracePt t="303176" x="4152900" y="2127250"/>
          <p14:tracePt t="303193" x="4051300" y="2127250"/>
          <p14:tracePt t="303210" x="3848100" y="2146300"/>
          <p14:tracePt t="303226" x="3759200" y="2159000"/>
          <p14:tracePt t="303243" x="3606800" y="2165350"/>
          <p14:tracePt t="303259" x="3473450" y="2178050"/>
          <p14:tracePt t="303276" x="3422650" y="2184400"/>
          <p14:tracePt t="303292" x="3371850" y="2197100"/>
          <p14:tracePt t="303309" x="3359150" y="2197100"/>
          <p14:tracePt t="303343" x="3435350" y="2197100"/>
          <p14:tracePt t="303703" x="3429000" y="2324100"/>
          <p14:tracePt t="303709" x="3422650" y="2451100"/>
          <p14:tracePt t="303726" x="3422650" y="2565400"/>
          <p14:tracePt t="303741" x="3422650" y="2730500"/>
          <p14:tracePt t="303757" x="3422650" y="2781300"/>
          <p14:tracePt t="303774" x="3422650" y="2844800"/>
          <p14:tracePt t="303790" x="3422650" y="2863850"/>
          <p14:tracePt t="303850" x="3422650" y="2857500"/>
          <p14:tracePt t="303871" x="3422650" y="2851150"/>
          <p14:tracePt t="303878" x="3422650" y="2825750"/>
          <p14:tracePt t="303893" x="3422650" y="2787650"/>
          <p14:tracePt t="303907" x="3409950" y="2724150"/>
          <p14:tracePt t="303924" x="3403600" y="2590800"/>
          <p14:tracePt t="303941" x="3390900" y="2463800"/>
          <p14:tracePt t="303957" x="3390900" y="2425700"/>
          <p14:tracePt t="303973" x="3390900" y="2362200"/>
          <p14:tracePt t="303991" x="3390900" y="2349500"/>
          <p14:tracePt t="304006" x="3390900" y="2343150"/>
          <p14:tracePt t="304023" x="3390900" y="2336800"/>
          <p14:tracePt t="304089" x="3384550" y="2336800"/>
          <p14:tracePt t="304110" x="3384550" y="2343150"/>
          <p14:tracePt t="304124" x="3378200" y="2343150"/>
          <p14:tracePt t="304131" x="3365500" y="2349500"/>
          <p14:tracePt t="304145" x="3352800" y="2355850"/>
          <p14:tracePt t="304156" x="3327400" y="2374900"/>
          <p14:tracePt t="304173" x="3263900" y="2419350"/>
          <p14:tracePt t="304189" x="3194050" y="2463800"/>
          <p14:tracePt t="304206" x="3054350" y="2584450"/>
          <p14:tracePt t="304222" x="2901950" y="2705100"/>
          <p14:tracePt t="304239" x="2838450" y="2762250"/>
          <p14:tracePt t="304256" x="2743200" y="2889250"/>
          <p14:tracePt t="304273" x="2679700" y="2959100"/>
          <p14:tracePt t="304290" x="2660650" y="2984500"/>
          <p14:tracePt t="304306" x="2647950" y="2997200"/>
          <p14:tracePt t="304322" x="2641600" y="3003550"/>
          <p14:tracePt t="304338" x="2641600" y="3009900"/>
          <p14:tracePt t="304383" x="2647950" y="3009900"/>
          <p14:tracePt t="304390" x="2654300" y="3003550"/>
          <p14:tracePt t="304405" x="2660650" y="3003550"/>
          <p14:tracePt t="304425" x="2667000" y="3003550"/>
          <p14:tracePt t="304440" x="2673350" y="2997200"/>
          <p14:tracePt t="304460" x="2679700" y="2997200"/>
          <p14:tracePt t="304502" x="2686050" y="2990850"/>
          <p14:tracePt t="304544" x="2686050" y="2984500"/>
          <p14:tracePt t="304580" x="2692400" y="2978150"/>
          <p14:tracePt t="304601" x="2698750" y="2978150"/>
          <p14:tracePt t="304622" x="2698750" y="2971800"/>
          <p14:tracePt t="304629" x="2705100" y="2971800"/>
          <p14:tracePt t="304637" x="2711450" y="2971800"/>
          <p14:tracePt t="304654" x="2717800" y="2971800"/>
          <p14:tracePt t="304938" x="2711450" y="2984500"/>
          <p14:tracePt t="304946" x="2692400" y="3016250"/>
          <p14:tracePt t="304955" x="2686050" y="3060700"/>
          <p14:tracePt t="304970" x="2660650" y="3092450"/>
          <p14:tracePt t="304986" x="2628900" y="3187700"/>
          <p14:tracePt t="305003" x="2584450" y="3276600"/>
          <p14:tracePt t="305019" x="2571750" y="3321050"/>
          <p14:tracePt t="305037" x="2540000" y="3390900"/>
          <p14:tracePt t="305053" x="2533650" y="3460750"/>
          <p14:tracePt t="305069" x="2533650" y="3492500"/>
          <p14:tracePt t="305086" x="2527300" y="3524250"/>
          <p14:tracePt t="305103" x="2527300" y="3536950"/>
          <p14:tracePt t="305119" x="2527300" y="3549650"/>
          <p14:tracePt t="305184" x="2527300" y="3556000"/>
          <p14:tracePt t="305254" x="2533650" y="3556000"/>
          <p14:tracePt t="305472" x="2540000" y="3556000"/>
          <p14:tracePt t="305493" x="2546350" y="3556000"/>
          <p14:tracePt t="305507" x="2552700" y="3562350"/>
          <p14:tracePt t="305514" x="2559050" y="3568700"/>
          <p14:tracePt t="305528" x="2565400" y="3575050"/>
          <p14:tracePt t="305537" x="2571750" y="3581400"/>
          <p14:tracePt t="305551" x="2590800" y="3600450"/>
          <p14:tracePt t="305568" x="2628900" y="3651250"/>
          <p14:tracePt t="305585" x="2679700" y="3765550"/>
          <p14:tracePt t="305601" x="2724150" y="3835400"/>
          <p14:tracePt t="305618" x="2781300" y="3981450"/>
          <p14:tracePt t="305634" x="2863850" y="4140200"/>
          <p14:tracePt t="305651" x="2889250" y="4210050"/>
          <p14:tracePt t="305668" x="2946400" y="4337050"/>
          <p14:tracePt t="305684" x="2984500" y="4406900"/>
          <p14:tracePt t="305700" x="2997200" y="4432300"/>
          <p14:tracePt t="305718" x="3016250" y="4457700"/>
          <p14:tracePt t="305734" x="3022600" y="4464050"/>
          <p14:tracePt t="305750" x="3028950" y="4470400"/>
          <p14:tracePt t="305767" x="3035300" y="4470400"/>
          <p14:tracePt t="305794" x="3041650" y="4470400"/>
          <p14:tracePt t="305808" x="3048000" y="4470400"/>
          <p14:tracePt t="305817" x="3067050" y="4470400"/>
          <p14:tracePt t="305834" x="3086100" y="4470400"/>
          <p14:tracePt t="305851" x="3130550" y="4470400"/>
          <p14:tracePt t="305867" x="3206750" y="4451350"/>
          <p14:tracePt t="305884" x="3238500" y="4445000"/>
          <p14:tracePt t="305900" x="3302000" y="4419600"/>
          <p14:tracePt t="305916" x="3333750" y="4413250"/>
          <p14:tracePt t="305933" x="3340100" y="4406900"/>
          <p14:tracePt t="305950" x="3346450" y="4406900"/>
          <p14:tracePt t="305966" x="3346450" y="4400550"/>
          <p14:tracePt t="305985" x="3346450" y="4394200"/>
          <p14:tracePt t="306019" x="3340100" y="4387850"/>
          <p14:tracePt t="306025" x="3327400" y="4375150"/>
          <p14:tracePt t="306035" x="3314700" y="4362450"/>
          <p14:tracePt t="306049" x="3295650" y="4343400"/>
          <p14:tracePt t="306066" x="3270250" y="4324350"/>
          <p14:tracePt t="306083" x="3206750" y="4273550"/>
          <p14:tracePt t="306099" x="3117850" y="4210050"/>
          <p14:tracePt t="306116" x="3073400" y="4197350"/>
          <p14:tracePt t="306132" x="3003550" y="4171950"/>
          <p14:tracePt t="306149" x="2940050" y="4152900"/>
          <p14:tracePt t="306167" x="2908300" y="4152900"/>
          <p14:tracePt t="306183" x="2895600" y="4159250"/>
          <p14:tracePt t="306199" x="2870200" y="4171950"/>
          <p14:tracePt t="306216" x="2863850" y="4191000"/>
          <p14:tracePt t="306233" x="2863850" y="4203700"/>
          <p14:tracePt t="306249" x="2863850" y="4229100"/>
          <p14:tracePt t="306265" x="2882900" y="4267200"/>
          <p14:tracePt t="306282" x="2895600" y="4279900"/>
          <p14:tracePt t="306299" x="2914650" y="4298950"/>
          <p14:tracePt t="306315" x="2984500" y="4356100"/>
          <p14:tracePt t="306332" x="3016250" y="4375150"/>
          <p14:tracePt t="306349" x="3079750" y="4387850"/>
          <p14:tracePt t="306365" x="3105150" y="4394200"/>
          <p14:tracePt t="306382" x="3162300" y="4394200"/>
          <p14:tracePt t="306398" x="3206750" y="4394200"/>
          <p14:tracePt t="306415" x="3225800" y="4387850"/>
          <p14:tracePt t="306432" x="3251200" y="4375150"/>
          <p14:tracePt t="306448" x="3263900" y="4349750"/>
          <p14:tracePt t="306465" x="3263900" y="4330700"/>
          <p14:tracePt t="306482" x="3251200" y="4267200"/>
          <p14:tracePt t="306498" x="3200400" y="4133850"/>
          <p14:tracePt t="306514" x="3168650" y="4064000"/>
          <p14:tracePt t="306531" x="3124200" y="3956050"/>
          <p14:tracePt t="306548" x="3092450" y="3892550"/>
          <p14:tracePt t="306564" x="3086100" y="3879850"/>
          <p14:tracePt t="306582" x="3079750" y="3867150"/>
          <p14:tracePt t="306597" x="3073400" y="3867150"/>
          <p14:tracePt t="306614" x="3073400" y="3873500"/>
          <p14:tracePt t="306630" x="3060700" y="3892550"/>
          <p14:tracePt t="306647" x="3054350" y="3905250"/>
          <p14:tracePt t="306665" x="3054350" y="3949700"/>
          <p14:tracePt t="306680" x="3054350" y="3975100"/>
          <p14:tracePt t="306697" x="3054350" y="3994150"/>
          <p14:tracePt t="306714" x="3067050" y="4064000"/>
          <p14:tracePt t="306730" x="3092450" y="4127500"/>
          <p14:tracePt t="306747" x="3111500" y="4178300"/>
          <p14:tracePt t="306763" x="3149600" y="4279900"/>
          <p14:tracePt t="306780" x="3175000" y="4400550"/>
          <p14:tracePt t="306798" x="3200400" y="4508500"/>
          <p14:tracePt t="306813" x="3200400" y="4546600"/>
          <p14:tracePt t="306830" x="3206750" y="4597400"/>
          <p14:tracePt t="306847" x="3206750" y="4622800"/>
          <p14:tracePt t="306863" x="3213100" y="4629150"/>
          <p14:tracePt t="306880" x="3219450" y="4629150"/>
          <p14:tracePt t="306945" x="3225800" y="4629150"/>
          <p14:tracePt t="307036" x="3232150" y="4629150"/>
          <p14:tracePt t="307050" x="3232150" y="4622800"/>
          <p14:tracePt t="307057" x="3238500" y="4616450"/>
          <p14:tracePt t="307078" x="3244850" y="4610100"/>
          <p14:tracePt t="307085" x="3251200" y="4603750"/>
          <p14:tracePt t="307099" x="3257550" y="4603750"/>
          <p14:tracePt t="307113" x="3257550" y="4597400"/>
          <p14:tracePt t="307129" x="3276600" y="4591050"/>
          <p14:tracePt t="307145" x="3289300" y="4584700"/>
          <p14:tracePt t="307162" x="3308350" y="4584700"/>
          <p14:tracePt t="307179" x="3352800" y="4603750"/>
          <p14:tracePt t="307195" x="3378200" y="4635500"/>
          <p14:tracePt t="307212" x="3435350" y="4705350"/>
          <p14:tracePt t="307228" x="3486150" y="4813300"/>
          <p14:tracePt t="307246" x="3498850" y="4870450"/>
          <p14:tracePt t="307261" x="3549650" y="4972050"/>
          <p14:tracePt t="307278" x="3556000" y="5010150"/>
          <p14:tracePt t="307295" x="3581400" y="5060950"/>
          <p14:tracePt t="307328" x="3587750" y="5067300"/>
          <p14:tracePt t="307345" x="3587750" y="5073650"/>
          <p14:tracePt t="307366" x="3594100" y="5073650"/>
          <p14:tracePt t="307457" x="3594100" y="5080000"/>
          <p14:tracePt t="307597" x="3587750" y="5080000"/>
          <p14:tracePt t="307612" x="3581400" y="5073650"/>
          <p14:tracePt t="307618" x="3575050" y="5067300"/>
          <p14:tracePt t="307632" x="3568700" y="5060950"/>
          <p14:tracePt t="307643" x="3549650" y="5041900"/>
          <p14:tracePt t="307661" x="3505200" y="4997450"/>
          <p14:tracePt t="307677" x="3473450" y="4965700"/>
          <p14:tracePt t="307694" x="3409950" y="4914900"/>
          <p14:tracePt t="307710" x="3340100" y="4864100"/>
          <p14:tracePt t="307727" x="3327400" y="4851400"/>
          <p14:tracePt t="307744" x="3302000" y="4832350"/>
          <p14:tracePt t="307760" x="3282950" y="4813300"/>
          <p14:tracePt t="307777" x="3276600" y="4813300"/>
          <p14:tracePt t="307850" x="3270250" y="4813300"/>
          <p14:tracePt t="307969" x="3276600" y="4813300"/>
          <p14:tracePt t="308011" x="3282950" y="4813300"/>
          <p14:tracePt t="308018" x="3282950" y="4819650"/>
          <p14:tracePt t="308032" x="3289300" y="4832350"/>
          <p14:tracePt t="308042" x="3289300" y="4845050"/>
          <p14:tracePt t="308059" x="3295650" y="4864100"/>
          <p14:tracePt t="308075" x="3302000" y="4933950"/>
          <p14:tracePt t="308092" x="3302000" y="5086350"/>
          <p14:tracePt t="308109" x="3314700" y="5289550"/>
          <p14:tracePt t="308125" x="3321050" y="5384800"/>
          <p14:tracePt t="308142" x="3333750" y="5575300"/>
          <p14:tracePt t="308159" x="3333750" y="5715000"/>
          <p14:tracePt t="308175" x="3333750" y="5765800"/>
          <p14:tracePt t="308192" x="3333750" y="5791200"/>
          <p14:tracePt t="308208" x="3340100" y="5842000"/>
          <p14:tracePt t="308256" x="3340100" y="5848350"/>
          <p14:tracePt t="308277" x="3346450" y="5848350"/>
          <p14:tracePt t="308340" x="3352800" y="5848350"/>
          <p14:tracePt t="308347" x="3359150" y="5848350"/>
          <p14:tracePt t="308362" x="3359150" y="5835650"/>
          <p14:tracePt t="308375" x="3365500" y="5822950"/>
          <p14:tracePt t="308391" x="3365500" y="5810250"/>
          <p14:tracePt t="308408" x="3378200" y="5740400"/>
          <p14:tracePt t="308425" x="3384550" y="5581650"/>
          <p14:tracePt t="308441" x="3384550" y="5378450"/>
          <p14:tracePt t="308458" x="3371850" y="5264150"/>
          <p14:tracePt t="308474" x="3340100" y="5073650"/>
          <p14:tracePt t="308491" x="3314700" y="4927600"/>
          <p14:tracePt t="308507" x="3295650" y="4883150"/>
          <p14:tracePt t="308524" x="3282950" y="4832350"/>
          <p14:tracePt t="308541" x="3276600" y="4819650"/>
          <p14:tracePt t="308558" x="3270250" y="4813300"/>
          <p14:tracePt t="308614" x="3270250" y="4806950"/>
          <p14:tracePt t="308874" x="3270250" y="4851400"/>
          <p14:tracePt t="308881" x="3263900" y="4914900"/>
          <p14:tracePt t="308895" x="3263900" y="5003800"/>
          <p14:tracePt t="308906" x="3257550" y="5105400"/>
          <p14:tracePt t="308923" x="3257550" y="5295900"/>
          <p14:tracePt t="308939" x="3257550" y="5397500"/>
          <p14:tracePt t="308956" x="3270250" y="5575300"/>
          <p14:tracePt t="308973" x="3276600" y="5695950"/>
          <p14:tracePt t="308989" x="3289300" y="5734050"/>
          <p14:tracePt t="309006" x="3295650" y="5778500"/>
          <p14:tracePt t="309023" x="3295650" y="5803900"/>
          <p14:tracePt t="309056" x="3295650" y="5810250"/>
          <p14:tracePt t="309274" x="3302000" y="5810250"/>
          <p14:tracePt t="309301" x="3302000" y="5803900"/>
          <p14:tracePt t="309316" x="3302000" y="5791200"/>
          <p14:tracePt t="309324" x="3302000" y="5784850"/>
          <p14:tracePt t="309337" x="3302000" y="5778500"/>
          <p14:tracePt t="309354" x="3302000" y="5753100"/>
          <p14:tracePt t="309372" x="3314700" y="5708650"/>
          <p14:tracePt t="309388" x="3314700" y="5683250"/>
          <p14:tracePt t="309404" x="3321050" y="5638800"/>
          <p14:tracePt t="309422" x="3327400" y="5607050"/>
          <p14:tracePt t="309438" x="3327400" y="5594350"/>
          <p14:tracePt t="309454" x="3327400" y="5581650"/>
          <p14:tracePt t="309471" x="3333750" y="5568950"/>
          <p14:tracePt t="309505" x="3333750" y="5562600"/>
          <p14:tracePt t="309561" x="3333750" y="5568950"/>
          <p14:tracePt t="309575" x="3333750" y="5581650"/>
          <p14:tracePt t="309582" x="3333750" y="5588000"/>
          <p14:tracePt t="309596" x="3333750" y="5607050"/>
          <p14:tracePt t="309605" x="3333750" y="5632450"/>
          <p14:tracePt t="309620" x="3333750" y="5664200"/>
          <p14:tracePt t="309637" x="3333750" y="5746750"/>
          <p14:tracePt t="309654" x="3333750" y="5842000"/>
          <p14:tracePt t="309670" x="3333750" y="5880100"/>
          <p14:tracePt t="309687" x="3333750" y="5930900"/>
          <p14:tracePt t="309703" x="3333750" y="5969000"/>
          <p14:tracePt t="309720" x="3333750" y="5981700"/>
          <p14:tracePt t="309737" x="3333750" y="6000750"/>
          <p14:tracePt t="309753" x="3333750" y="6007100"/>
          <p14:tracePt t="309814" x="3333750" y="6013450"/>
          <p14:tracePt t="310031" x="3340100" y="6013450"/>
          <p14:tracePt t="310065" x="3346450" y="6000750"/>
          <p14:tracePt t="310073" x="3352800" y="5988050"/>
          <p14:tracePt t="310088" x="3359150" y="5975350"/>
          <p14:tracePt t="310103" x="3384550" y="5886450"/>
          <p14:tracePt t="310119" x="3403600" y="5822950"/>
          <p14:tracePt t="310136" x="3429000" y="5721350"/>
          <p14:tracePt t="310152" x="3492500" y="5435600"/>
          <p14:tracePt t="310168" x="3575050" y="5010150"/>
          <p14:tracePt t="310186" x="3651250" y="4489450"/>
          <p14:tracePt t="310202" x="3708400" y="4235450"/>
          <p14:tracePt t="310218" x="3778250" y="3816350"/>
          <p14:tracePt t="310235" x="3822700" y="3517900"/>
          <p14:tracePt t="310251" x="3841750" y="3409950"/>
          <p14:tracePt t="310268" x="3873500" y="3289300"/>
          <p14:tracePt t="310285" x="3886200" y="3251200"/>
          <p14:tracePt t="310301" x="3886200" y="3238500"/>
          <p14:tracePt t="310318" x="3886200" y="3232150"/>
          <p14:tracePt t="310354" x="3892550" y="3232150"/>
          <p14:tracePt t="310368" x="3911600" y="3232150"/>
          <p14:tracePt t="310384" x="3917950" y="32131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(name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  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latin typeface="Lucida Console" panose="020B0609040504020204" pitchFamily="49" charset="0"/>
              </a:rPr>
              <a:t>("Bob")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effectLst/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latin typeface="Lucida Console" panose="020B0609040504020204" pitchFamily="49" charset="0"/>
              </a:rPr>
              <a:t>)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#passing a fu</a:t>
            </a:r>
            <a:r>
              <a:rPr lang="en-US" altLang="en-US" sz="2400" spc="-7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ction argument</a:t>
            </a:r>
            <a:endParaRPr lang="en-US" altLang="en-US" sz="2400" spc="-40" dirty="0" smtClean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'Hi Bob'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 H</a:t>
            </a: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 smtClean="0">
                <a:latin typeface="Lucida Console" panose="020B0609040504020204" pitchFamily="49" charset="0"/>
              </a:rPr>
              <a:t>say_hi</a:t>
            </a:r>
            <a:r>
              <a:rPr lang="en-US" altLang="en-US" sz="2400" b="1" dirty="0" smtClean="0"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</a:t>
            </a:r>
            <a:r>
              <a:rPr lang="en-US" altLang="en-US" sz="2400" spc="-4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say_hi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n-US" altLang="en-US" sz="10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needs an argument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spc="-1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T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raceback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  File "&lt;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0">
              <a:lnSpc>
                <a:spcPct val="88000"/>
              </a:lnSpc>
            </a:pPr>
            <a:r>
              <a:rPr lang="en-US" altLang="en-US" sz="2400" spc="-1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T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ypeError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:</a:t>
            </a:r>
            <a:r>
              <a:rPr lang="en-US" altLang="en-US" sz="1800" dirty="0">
                <a:solidFill>
                  <a:srgbClr val="E0606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spc="-5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say</a:t>
            </a:r>
            <a:r>
              <a:rPr lang="en-US" altLang="en-US" sz="2400" spc="-6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_</a:t>
            </a:r>
            <a:r>
              <a:rPr lang="en-US" altLang="en-US" sz="2400" spc="-60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hi</a:t>
            </a:r>
            <a:r>
              <a:rPr lang="en-US" altLang="en-US" sz="2400" spc="-30" dirty="0" smtClean="0">
                <a:solidFill>
                  <a:srgbClr val="FF000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</a:t>
            </a:r>
            <a:r>
              <a:rPr lang="en-US" altLang="en-US" sz="1800" spc="-30" dirty="0" smtClean="0">
                <a:solidFill>
                  <a:srgbClr val="FF000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spc="-30" dirty="0">
                <a:solidFill>
                  <a:srgbClr val="FF0000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 missi</a:t>
            </a:r>
            <a:r>
              <a:rPr lang="en-US" altLang="en-US" sz="2400" spc="-50" dirty="0">
                <a:solidFill>
                  <a:srgbClr val="FF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r>
              <a:rPr lang="en-US" altLang="en-US" sz="1600" spc="-3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1 r</a:t>
            </a:r>
            <a:r>
              <a:rPr lang="en-US" altLang="en-US" sz="2400" spc="-50" dirty="0">
                <a:solidFill>
                  <a:srgbClr val="FF0000"/>
                </a:solidFill>
                <a:cs typeface="Arial" panose="020B0604020202020204" pitchFamily="34" charset="0"/>
              </a:rPr>
              <a:t>eq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uir</a:t>
            </a:r>
            <a:r>
              <a:rPr lang="en-US" altLang="en-US" sz="2400" spc="-50" dirty="0">
                <a:solidFill>
                  <a:srgbClr val="FF0000"/>
                </a:solidFill>
                <a:cs typeface="Arial" panose="020B0604020202020204" pitchFamily="34" charset="0"/>
              </a:rPr>
              <a:t>ed po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si</a:t>
            </a:r>
            <a:r>
              <a:rPr lang="en-US" altLang="en-US" sz="2400" spc="-1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400" spc="-60" dirty="0">
                <a:solidFill>
                  <a:srgbClr val="FF0000"/>
                </a:solidFill>
                <a:cs typeface="Arial" panose="020B0604020202020204" pitchFamily="34" charset="0"/>
              </a:rPr>
              <a:t>onal argumen</a:t>
            </a:r>
            <a:r>
              <a:rPr lang="en-US" altLang="en-US" sz="2400" spc="-7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: 'name</a:t>
            </a:r>
            <a:r>
              <a:rPr lang="en-US" altLang="en-US" sz="2400" spc="-30" dirty="0" smtClean="0">
                <a:solidFill>
                  <a:srgbClr val="FF0000"/>
                </a:solidFill>
                <a:cs typeface="Arial" panose="020B0604020202020204" pitchFamily="34" charset="0"/>
              </a:rPr>
              <a:t>'</a:t>
            </a:r>
            <a:endParaRPr lang="en-US" altLang="en-US" sz="2400" dirty="0">
              <a:solidFill>
                <a:srgbClr val="E0606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greet_bob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 smtClean="0">
                <a:latin typeface="Lucida Console" panose="020B0609040504020204" pitchFamily="49" charset="0"/>
              </a:rPr>
              <a:t>sa</a:t>
            </a:r>
            <a:r>
              <a:rPr lang="en-US" altLang="en-US" sz="2400" b="1" spc="-80" dirty="0" err="1" smtClean="0">
                <a:latin typeface="Lucida Console" panose="020B0609040504020204" pitchFamily="49" charset="0"/>
              </a:rPr>
              <a:t>y_hi</a:t>
            </a:r>
            <a:r>
              <a:rPr lang="en-US" altLang="en-US" sz="2400" b="1" spc="-80" dirty="0" smtClean="0">
                <a:latin typeface="Lucida Console" panose="020B0609040504020204" pitchFamily="49" charset="0"/>
              </a:rPr>
              <a:t>('Bob')</a:t>
            </a:r>
            <a:r>
              <a:rPr lang="en-US" altLang="en-US" sz="2400" spc="-80" dirty="0" smtClean="0">
                <a:latin typeface="Lucida Console" panose="020B0609040504020204" pitchFamily="49" charset="0"/>
              </a:rPr>
              <a:t>)</a:t>
            </a:r>
            <a:r>
              <a:rPr lang="en-US" altLang="en-US" sz="2400" spc="-4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</a:t>
            </a:r>
            <a:r>
              <a:rPr lang="en-US" altLang="en-US" sz="24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Doesn’t</a:t>
            </a:r>
            <a:r>
              <a:rPr lang="en-US" altLang="en-US" sz="22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pass</a:t>
            </a:r>
            <a:r>
              <a:rPr lang="en-US" altLang="en-US" sz="22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n-US" altLang="en-US" sz="22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function</a:t>
            </a:r>
            <a:endParaRPr lang="en-US" altLang="en-US" sz="2400" spc="-8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spc="-1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T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raceback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  File "&lt;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  File "&lt;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&gt;", line 2, in 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greet_bob</a:t>
            </a:r>
            <a:endParaRPr lang="en-US" altLang="en-US" sz="2400" dirty="0">
              <a:solidFill>
                <a:srgbClr val="E06060"/>
              </a:solidFill>
              <a:latin typeface="Arial Narrow" panose="020B0606020202030204" pitchFamily="34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spc="-1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T</a:t>
            </a:r>
            <a:r>
              <a:rPr lang="en-US" altLang="en-US" sz="2400" dirty="0" err="1">
                <a:solidFill>
                  <a:srgbClr val="E06060"/>
                </a:solidFill>
                <a:latin typeface="Arial Narrow" panose="020B0606020202030204" pitchFamily="34" charset="0"/>
              </a:rPr>
              <a:t>ypeError</a:t>
            </a:r>
            <a:r>
              <a:rPr lang="en-US" altLang="en-US" sz="2400" dirty="0">
                <a:solidFill>
                  <a:srgbClr val="E06060"/>
                </a:solidFill>
                <a:latin typeface="Arial Narrow" panose="020B0606020202030204" pitchFamily="34" charset="0"/>
              </a:rPr>
              <a:t>:</a:t>
            </a:r>
            <a:r>
              <a:rPr lang="en-US" altLang="en-US" sz="1800" dirty="0">
                <a:solidFill>
                  <a:srgbClr val="E0606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spc="-50" dirty="0">
                <a:solidFill>
                  <a:srgbClr val="FF0000"/>
                </a:solidFill>
                <a:cs typeface="Arial" panose="020B0604020202020204" pitchFamily="34" charset="0"/>
              </a:rPr>
              <a:t>'</a:t>
            </a:r>
            <a:r>
              <a:rPr lang="en-US" altLang="en-US" sz="2400" spc="-60" dirty="0" err="1">
                <a:solidFill>
                  <a:srgbClr val="FF0000"/>
                </a:solidFill>
                <a:cs typeface="Arial" panose="020B0604020202020204" pitchFamily="34" charset="0"/>
              </a:rPr>
              <a:t>str</a:t>
            </a:r>
            <a:r>
              <a:rPr lang="en-US" altLang="en-US" sz="2400" spc="-60" dirty="0">
                <a:solidFill>
                  <a:srgbClr val="FF0000"/>
                </a:solidFill>
                <a:cs typeface="Arial" panose="020B0604020202020204" pitchFamily="34" charset="0"/>
              </a:rPr>
              <a:t>'</a:t>
            </a:r>
            <a:r>
              <a:rPr lang="en-US" altLang="en-US" sz="2400" spc="-30" dirty="0">
                <a:solidFill>
                  <a:srgbClr val="FF0000"/>
                </a:solidFill>
                <a:cs typeface="Arial" panose="020B0604020202020204" pitchFamily="34" charset="0"/>
              </a:rPr>
              <a:t> object is not callable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spc="-60" dirty="0" smtClean="0">
                <a:latin typeface="Lucida Console" panose="020B0609040504020204" pitchFamily="49" charset="0"/>
              </a:rPr>
              <a:t>print(callable(</a:t>
            </a:r>
            <a:r>
              <a:rPr lang="en-US" altLang="en-US" sz="2400" b="1" spc="-60" dirty="0" err="1" smtClean="0">
                <a:latin typeface="Lucida Console" panose="020B0609040504020204" pitchFamily="49" charset="0"/>
              </a:rPr>
              <a:t>sa</a:t>
            </a:r>
            <a:r>
              <a:rPr lang="en-US" altLang="en-US" sz="2400" b="1" spc="-100" dirty="0" err="1" smtClean="0">
                <a:latin typeface="Lucida Console" panose="020B0609040504020204" pitchFamily="49" charset="0"/>
              </a:rPr>
              <a:t>y</a:t>
            </a:r>
            <a:r>
              <a:rPr lang="en-US" altLang="en-US" sz="2400" b="1" spc="-60" dirty="0" err="1" smtClean="0">
                <a:latin typeface="Lucida Console" panose="020B0609040504020204" pitchFamily="49" charset="0"/>
              </a:rPr>
              <a:t>_hi</a:t>
            </a:r>
            <a:r>
              <a:rPr lang="en-US" altLang="en-US" sz="2400" b="1" spc="-11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spc="-110" dirty="0">
                <a:latin typeface="Lucida Console" panose="020B0609040504020204" pitchFamily="49" charset="0"/>
              </a:rPr>
              <a:t>'</a:t>
            </a:r>
            <a:r>
              <a:rPr lang="en-US" altLang="en-US" sz="2400" b="1" spc="-60" dirty="0">
                <a:latin typeface="Lucida Console" panose="020B0609040504020204" pitchFamily="49" charset="0"/>
              </a:rPr>
              <a:t>Bo</a:t>
            </a:r>
            <a:r>
              <a:rPr lang="en-US" altLang="en-US" sz="2400" b="1" spc="-110" dirty="0">
                <a:latin typeface="Lucida Console" panose="020B0609040504020204" pitchFamily="49" charset="0"/>
              </a:rPr>
              <a:t>b</a:t>
            </a:r>
            <a:r>
              <a:rPr lang="en-US" altLang="en-US" sz="2400" b="1" spc="-110" dirty="0" smtClean="0">
                <a:latin typeface="Lucida Console" panose="020B0609040504020204" pitchFamily="49" charset="0"/>
              </a:rPr>
              <a:t>')</a:t>
            </a:r>
            <a:r>
              <a:rPr lang="en-US" altLang="en-US" sz="2400" spc="-110" dirty="0" smtClean="0">
                <a:latin typeface="Lucida Console" panose="020B0609040504020204" pitchFamily="49" charset="0"/>
              </a:rPr>
              <a:t>)</a:t>
            </a:r>
            <a:r>
              <a:rPr lang="en-US" altLang="en-US" sz="2400" spc="-60" dirty="0" smtClean="0">
                <a:latin typeface="Lucida Console" panose="020B0609040504020204" pitchFamily="49" charset="0"/>
              </a:rPr>
              <a:t>,callabl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e(</a:t>
            </a:r>
            <a:r>
              <a:rPr lang="en-US" altLang="en-US" sz="2400" b="1" spc="-60" dirty="0" err="1" smtClean="0">
                <a:latin typeface="Lucida Console" panose="020B0609040504020204" pitchFamily="49" charset="0"/>
              </a:rPr>
              <a:t>sa</a:t>
            </a:r>
            <a:r>
              <a:rPr lang="en-US" altLang="en-US" sz="2400" b="1" spc="-110" dirty="0" err="1" smtClean="0">
                <a:latin typeface="Lucida Console" panose="020B0609040504020204" pitchFamily="49" charset="0"/>
              </a:rPr>
              <a:t>y_</a:t>
            </a:r>
            <a:r>
              <a:rPr lang="en-US" altLang="en-US" sz="2400" b="1" spc="-60" dirty="0" err="1" smtClean="0">
                <a:latin typeface="Lucida Console" panose="020B0609040504020204" pitchFamily="49" charset="0"/>
              </a:rPr>
              <a:t>hi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))</a:t>
            </a:r>
            <a:endParaRPr lang="en-US" altLang="en-US" sz="2400" spc="-100" dirty="0">
              <a:latin typeface="Lucida Console" panose="020B0609040504020204" pitchFamily="49" charset="0"/>
            </a:endParaRPr>
          </a:p>
          <a:p>
            <a:pPr lvl="0">
              <a:lnSpc>
                <a:spcPct val="80000"/>
              </a:lnSpc>
            </a:pP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False True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6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Do you understand all the above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behaviors? 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b="1" dirty="0" smtClean="0"/>
              <a:t>Functions as passed-around objects</a:t>
            </a:r>
            <a:endParaRPr lang="en-US" b="1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6200" y="838200"/>
            <a:ext cx="990600" cy="586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effectLst/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94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667"/>
    </mc:Choice>
    <mc:Fallback>
      <p:transition spd="slow" advTm="2446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419" x="4565650" y="2832100"/>
          <p14:tracePt t="13426" x="4540250" y="2851150"/>
          <p14:tracePt t="13433" x="4508500" y="2870200"/>
          <p14:tracePt t="13444" x="4489450" y="2889250"/>
          <p14:tracePt t="13461" x="4432300" y="2946400"/>
          <p14:tracePt t="13477" x="4381500" y="3016250"/>
          <p14:tracePt t="13493" x="4337050" y="3060700"/>
          <p14:tracePt t="13511" x="4267200" y="3136900"/>
          <p14:tracePt t="13527" x="4216400" y="3181350"/>
          <p14:tracePt t="13544" x="4171950" y="3225800"/>
          <p14:tracePt t="13560" x="4083050" y="3289300"/>
          <p14:tracePt t="13577" x="4032250" y="3346450"/>
          <p14:tracePt t="13593" x="4006850" y="3378200"/>
          <p14:tracePt t="13610" x="3956050" y="3422650"/>
          <p14:tracePt t="13627" x="3930650" y="3454400"/>
          <p14:tracePt t="13644" x="3905250" y="3486150"/>
          <p14:tracePt t="13660" x="3886200" y="3498850"/>
          <p14:tracePt t="13676" x="3886200" y="3511550"/>
          <p14:tracePt t="13709" x="3879850" y="3524250"/>
          <p14:tracePt t="13868" x="3879850" y="3517900"/>
          <p14:tracePt t="13924" x="3879850" y="3511550"/>
          <p14:tracePt t="14015" x="3879850" y="3505200"/>
          <p14:tracePt t="14036" x="3879850" y="3498850"/>
          <p14:tracePt t="14064" x="3879850" y="3492500"/>
          <p14:tracePt t="14134" x="3879850" y="3486150"/>
          <p14:tracePt t="14155" x="3879850" y="3479800"/>
          <p14:tracePt t="14170" x="3873500" y="3473450"/>
          <p14:tracePt t="14178" x="3867150" y="3467100"/>
          <p14:tracePt t="14192" x="3854450" y="3454400"/>
          <p14:tracePt t="14208" x="3816350" y="3409950"/>
          <p14:tracePt t="14225" x="3784600" y="3378200"/>
          <p14:tracePt t="14241" x="3689350" y="3270250"/>
          <p14:tracePt t="14258" x="3638550" y="3200400"/>
          <p14:tracePt t="14275" x="3454400" y="3003550"/>
          <p14:tracePt t="14291" x="3409950" y="2940050"/>
          <p14:tracePt t="14307" x="3359150" y="2882900"/>
          <p14:tracePt t="14324" x="3289300" y="2813050"/>
          <p14:tracePt t="14341" x="3251200" y="2768600"/>
          <p14:tracePt t="14357" x="3244850" y="2755900"/>
          <p14:tracePt t="14374" x="3232150" y="2743200"/>
          <p14:tracePt t="14391" x="3225800" y="2736850"/>
          <p14:tracePt t="14710" x="3232150" y="2736850"/>
          <p14:tracePt t="14716" x="3238500" y="2736850"/>
          <p14:tracePt t="14731" x="3251200" y="2736850"/>
          <p14:tracePt t="14739" x="3251200" y="2743200"/>
          <p14:tracePt t="14755" x="3257550" y="2743200"/>
          <p14:tracePt t="14773" x="3289300" y="2743200"/>
          <p14:tracePt t="14789" x="3340100" y="2749550"/>
          <p14:tracePt t="14806" x="3371850" y="2749550"/>
          <p14:tracePt t="14823" x="3448050" y="2749550"/>
          <p14:tracePt t="14839" x="3536950" y="2749550"/>
          <p14:tracePt t="14856" x="3581400" y="2736850"/>
          <p14:tracePt t="14872" x="3657600" y="2736850"/>
          <p14:tracePt t="14889" x="3702050" y="2730500"/>
          <p14:tracePt t="14906" x="3759200" y="2730500"/>
          <p14:tracePt t="14922" x="3810000" y="2724150"/>
          <p14:tracePt t="14939" x="3829050" y="2717800"/>
          <p14:tracePt t="14956" x="3854450" y="2717800"/>
          <p14:tracePt t="14972" x="3860800" y="2717800"/>
          <p14:tracePt t="14988" x="3867150" y="2711450"/>
          <p14:tracePt t="15021" x="3867150" y="2705100"/>
          <p14:tracePt t="15103" x="3860800" y="2705100"/>
          <p14:tracePt t="15116" x="3848100" y="2698750"/>
          <p14:tracePt t="15131" x="3841750" y="2698750"/>
          <p14:tracePt t="15140" x="3841750" y="2692400"/>
          <p14:tracePt t="15154" x="3829050" y="2692400"/>
          <p14:tracePt t="15171" x="3803650" y="2686050"/>
          <p14:tracePt t="15188" x="3676650" y="2654300"/>
          <p14:tracePt t="15205" x="3613150" y="2635250"/>
          <p14:tracePt t="15222" x="3429000" y="2584450"/>
          <p14:tracePt t="15238" x="3340100" y="2565400"/>
          <p14:tracePt t="15254" x="3168650" y="2520950"/>
          <p14:tracePt t="15271" x="3022600" y="2501900"/>
          <p14:tracePt t="15287" x="2971800" y="2501900"/>
          <p14:tracePt t="15304" x="2895600" y="2501900"/>
          <p14:tracePt t="15321" x="2863850" y="2501900"/>
          <p14:tracePt t="15337" x="2857500" y="2501900"/>
          <p14:tracePt t="15354" x="2844800" y="2501900"/>
          <p14:tracePt t="15386" x="2838450" y="2508250"/>
          <p14:tracePt t="15418" x="2844800" y="2508250"/>
          <p14:tracePt t="15432" x="2857500" y="2514600"/>
          <p14:tracePt t="15440" x="2876550" y="2520950"/>
          <p14:tracePt t="15456" x="2908300" y="2527300"/>
          <p14:tracePt t="15470" x="2978150" y="2540000"/>
          <p14:tracePt t="15487" x="3028950" y="2552700"/>
          <p14:tracePt t="15503" x="3162300" y="2571750"/>
          <p14:tracePt t="15520" x="3251200" y="2584450"/>
          <p14:tracePt t="15537" x="3486150" y="2635250"/>
          <p14:tracePt t="15553" x="3562350" y="2641600"/>
          <p14:tracePt t="15570" x="3619500" y="2660650"/>
          <p14:tracePt t="15587" x="3689350" y="2667000"/>
          <p14:tracePt t="15603" x="3721100" y="2673350"/>
          <p14:tracePt t="15620" x="3727450" y="2673350"/>
          <p14:tracePt t="15636" x="3733800" y="2673350"/>
          <p14:tracePt t="15652" x="3740150" y="2673350"/>
          <p14:tracePt t="15922" x="3733800" y="2673350"/>
          <p14:tracePt t="15929" x="3721100" y="2692400"/>
          <p14:tracePt t="15943" x="3689350" y="2705100"/>
          <p14:tracePt t="15952" x="3644900" y="2730500"/>
          <p14:tracePt t="15969" x="3575050" y="2768600"/>
          <p14:tracePt t="15986" x="3371850" y="2889250"/>
          <p14:tracePt t="16001" x="3060700" y="3041650"/>
          <p14:tracePt t="16018" x="2844800" y="3111500"/>
          <p14:tracePt t="16035" x="2413000" y="3282950"/>
          <p14:tracePt t="16051" x="1987550" y="3441700"/>
          <p14:tracePt t="16068" x="1828800" y="3492500"/>
          <p14:tracePt t="16085" x="1549400" y="3587750"/>
          <p14:tracePt t="16101" x="1352550" y="3625850"/>
          <p14:tracePt t="16118" x="1289050" y="3644900"/>
          <p14:tracePt t="16135" x="1168400" y="3651250"/>
          <p14:tracePt t="16151" x="1143000" y="3651250"/>
          <p14:tracePt t="16168" x="1117600" y="3651250"/>
          <p14:tracePt t="16184" x="1104900" y="3651250"/>
          <p14:tracePt t="16225" x="1098550" y="3651250"/>
          <p14:tracePt t="16260" x="1092200" y="3644900"/>
          <p14:tracePt t="16281" x="1085850" y="3632200"/>
          <p14:tracePt t="16295" x="1079500" y="3625850"/>
          <p14:tracePt t="16303" x="1073150" y="3613150"/>
          <p14:tracePt t="16317" x="1066800" y="3600450"/>
          <p14:tracePt t="16334" x="1060450" y="3575050"/>
          <p14:tracePt t="16351" x="1054100" y="3536950"/>
          <p14:tracePt t="16367" x="1054100" y="3517900"/>
          <p14:tracePt t="16384" x="1054100" y="3467100"/>
          <p14:tracePt t="16401" x="1079500" y="3409950"/>
          <p14:tracePt t="16417" x="1085850" y="3371850"/>
          <p14:tracePt t="16434" x="1092200" y="3346450"/>
          <p14:tracePt t="16450" x="1117600" y="3244850"/>
          <p14:tracePt t="16467" x="1130300" y="3213100"/>
          <p14:tracePt t="16484" x="1149350" y="3162300"/>
          <p14:tracePt t="16501" x="1155700" y="3143250"/>
          <p14:tracePt t="16517" x="1155700" y="3098800"/>
          <p14:tracePt t="16534" x="1162050" y="3086100"/>
          <p14:tracePt t="16550" x="1162050" y="3079750"/>
          <p14:tracePt t="16566" x="1168400" y="3060700"/>
          <p14:tracePt t="16583" x="1168400" y="3048000"/>
          <p14:tracePt t="16624" x="1174750" y="3041650"/>
          <p14:tracePt t="16933" x="1181100" y="3041650"/>
          <p14:tracePt t="16961" x="1193800" y="3048000"/>
          <p14:tracePt t="16974" x="1200150" y="3048000"/>
          <p14:tracePt t="16984" x="1206500" y="3048000"/>
          <p14:tracePt t="16998" x="1219200" y="3054350"/>
          <p14:tracePt t="17015" x="1244600" y="3060700"/>
          <p14:tracePt t="17032" x="1301750" y="3086100"/>
          <p14:tracePt t="17048" x="1358900" y="3092450"/>
          <p14:tracePt t="17065" x="1422400" y="3111500"/>
          <p14:tracePt t="17081" x="1682750" y="3194050"/>
          <p14:tracePt t="17099" x="1790700" y="3238500"/>
          <p14:tracePt t="17115" x="1905000" y="3270250"/>
          <p14:tracePt t="17131" x="2152650" y="3333750"/>
          <p14:tracePt t="17148" x="2374900" y="3397250"/>
          <p14:tracePt t="17165" x="2565400" y="3422650"/>
          <p14:tracePt t="17181" x="2635250" y="3441700"/>
          <p14:tracePt t="17198" x="2762250" y="3473450"/>
          <p14:tracePt t="17214" x="2870200" y="3492500"/>
          <p14:tracePt t="17231" x="2914650" y="3498850"/>
          <p14:tracePt t="17234" x="2940050" y="3505200"/>
          <p14:tracePt t="17248" x="2984500" y="3511550"/>
          <p14:tracePt t="17264" x="3041650" y="3524250"/>
          <p14:tracePt t="17280" x="3060700" y="3524250"/>
          <p14:tracePt t="17297" x="3092450" y="3530600"/>
          <p14:tracePt t="17314" x="3117850" y="3536950"/>
          <p14:tracePt t="17330" x="3130550" y="3543300"/>
          <p14:tracePt t="17347" x="3149600" y="3543300"/>
          <p14:tracePt t="17364" x="3155950" y="3543300"/>
          <p14:tracePt t="17397" x="3162300" y="3543300"/>
          <p14:tracePt t="17417" x="3168650" y="3543300"/>
          <p14:tracePt t="17515" x="3175000" y="3543300"/>
          <p14:tracePt t="17543" x="3175000" y="3536950"/>
          <p14:tracePt t="17564" x="3181350" y="3530600"/>
          <p14:tracePt t="17585" x="3194050" y="3524250"/>
          <p14:tracePt t="17593" x="3206750" y="3524250"/>
          <p14:tracePt t="17607" x="3219450" y="3517900"/>
          <p14:tracePt t="17615" x="3257550" y="3517900"/>
          <p14:tracePt t="17629" x="3289300" y="3511550"/>
          <p14:tracePt t="17646" x="3397250" y="3498850"/>
          <p14:tracePt t="17663" x="3524250" y="3492500"/>
          <p14:tracePt t="17679" x="3575050" y="3492500"/>
          <p14:tracePt t="17696" x="3638550" y="3479800"/>
          <p14:tracePt t="17713" x="3797300" y="3486150"/>
          <p14:tracePt t="17729" x="3848100" y="3486150"/>
          <p14:tracePt t="17747" x="3892550" y="3486150"/>
          <p14:tracePt t="17749" x="3930650" y="3486150"/>
          <p14:tracePt t="17762" x="3956050" y="3486150"/>
          <p14:tracePt t="17779" x="4006850" y="3492500"/>
          <p14:tracePt t="17796" x="4064000" y="3505200"/>
          <p14:tracePt t="17812" x="4089400" y="3511550"/>
          <p14:tracePt t="17829" x="4133850" y="3517900"/>
          <p14:tracePt t="17846" x="4171950" y="3543300"/>
          <p14:tracePt t="17862" x="4184650" y="3543300"/>
          <p14:tracePt t="17878" x="4210050" y="3562350"/>
          <p14:tracePt t="17895" x="4235450" y="3575050"/>
          <p14:tracePt t="17912" x="4248150" y="3581400"/>
          <p14:tracePt t="17929" x="4267200" y="3600450"/>
          <p14:tracePt t="17945" x="4286250" y="3606800"/>
          <p14:tracePt t="17961" x="4298950" y="3619500"/>
          <p14:tracePt t="17979" x="4324350" y="3632200"/>
          <p14:tracePt t="17995" x="4349750" y="3651250"/>
          <p14:tracePt t="18011" x="4356100" y="3663950"/>
          <p14:tracePt t="18028" x="4387850" y="3676650"/>
          <p14:tracePt t="18045" x="4413250" y="3689350"/>
          <p14:tracePt t="18062" x="4445000" y="3702050"/>
          <p14:tracePt t="18077" x="4489450" y="3721100"/>
          <p14:tracePt t="18095" x="4502150" y="3740150"/>
          <p14:tracePt t="18112" x="4508500" y="3740150"/>
          <p14:tracePt t="18128" x="4514850" y="3740150"/>
          <p14:tracePt t="18168" x="4521200" y="3740150"/>
          <p14:tracePt t="23013" x="4489450" y="3721100"/>
          <p14:tracePt t="23020" x="4400550" y="3670300"/>
          <p14:tracePt t="23029" x="4305300" y="3594100"/>
          <p14:tracePt t="23043" x="4222750" y="3530600"/>
          <p14:tracePt t="23061" x="4064000" y="3397250"/>
          <p14:tracePt t="23078" x="3949700" y="3302000"/>
          <p14:tracePt t="23094" x="3835400" y="3206750"/>
          <p14:tracePt t="23111" x="3784600" y="3168650"/>
          <p14:tracePt t="23127" x="3708400" y="3117850"/>
          <p14:tracePt t="23144" x="3644900" y="3067050"/>
          <p14:tracePt t="23161" x="3619500" y="3060700"/>
          <p14:tracePt t="23177" x="3613150" y="3054350"/>
          <p14:tracePt t="23193" x="3606800" y="3048000"/>
          <p14:tracePt t="23210" x="3600450" y="3048000"/>
          <p14:tracePt t="23322" x="3600450" y="3054350"/>
          <p14:tracePt t="23371" x="3594100" y="3060700"/>
          <p14:tracePt t="23385" x="3587750" y="3060700"/>
          <p14:tracePt t="23406" x="3575050" y="3060700"/>
          <p14:tracePt t="23413" x="3549650" y="3067050"/>
          <p14:tracePt t="23427" x="3530600" y="3086100"/>
          <p14:tracePt t="23443" x="3486150" y="3098800"/>
          <p14:tracePt t="23459" x="3448050" y="3105150"/>
          <p14:tracePt t="23477" x="3352800" y="3124200"/>
          <p14:tracePt t="23492" x="3225800" y="3130550"/>
          <p14:tracePt t="23509" x="3162300" y="3130550"/>
          <p14:tracePt t="23526" x="3041650" y="3143250"/>
          <p14:tracePt t="23542" x="3003550" y="3149600"/>
          <p14:tracePt t="23559" x="2921000" y="3155950"/>
          <p14:tracePt t="23576" x="2870200" y="3162300"/>
          <p14:tracePt t="23592" x="2857500" y="3162300"/>
          <p14:tracePt t="23609" x="2838450" y="3175000"/>
          <p14:tracePt t="23625" x="2825750" y="3175000"/>
          <p14:tracePt t="23701" x="2832100" y="3168650"/>
          <p14:tracePt t="23715" x="2844800" y="3168650"/>
          <p14:tracePt t="23722" x="2857500" y="3168650"/>
          <p14:tracePt t="23736" x="2876550" y="3162300"/>
          <p14:tracePt t="23744" x="2914650" y="3155950"/>
          <p14:tracePt t="23759" x="2984500" y="3143250"/>
          <p14:tracePt t="23775" x="3162300" y="3130550"/>
          <p14:tracePt t="23792" x="3390900" y="3111500"/>
          <p14:tracePt t="23808" x="3505200" y="3105150"/>
          <p14:tracePt t="23824" x="3606800" y="3092450"/>
          <p14:tracePt t="23828" x="3708400" y="3073400"/>
          <p14:tracePt t="23842" x="3867150" y="3054350"/>
          <p14:tracePt t="23858" x="3905250" y="3041650"/>
          <p14:tracePt t="23875" x="3949700" y="3041650"/>
          <p14:tracePt t="23891" x="3987800" y="3035300"/>
          <p14:tracePt t="23908" x="4006850" y="3028950"/>
          <p14:tracePt t="23925" x="4013200" y="3028950"/>
          <p14:tracePt t="23941" x="4019550" y="3028950"/>
          <p14:tracePt t="24052" x="4013200" y="3028950"/>
          <p14:tracePt t="24143" x="4013200" y="3035300"/>
          <p14:tracePt t="24192" x="4013200" y="3041650"/>
          <p14:tracePt t="24213" x="4019550" y="3048000"/>
          <p14:tracePt t="24234" x="4025900" y="3054350"/>
          <p14:tracePt t="24255" x="4032250" y="3060700"/>
          <p14:tracePt t="24262" x="4038600" y="3060700"/>
          <p14:tracePt t="24276" x="4038600" y="3067050"/>
          <p14:tracePt t="24290" x="4044950" y="3079750"/>
          <p14:tracePt t="24307" x="4051300" y="3098800"/>
          <p14:tracePt t="24323" x="4057650" y="3111500"/>
          <p14:tracePt t="24326" x="4064000" y="3130550"/>
          <p14:tracePt t="24340" x="4083050" y="3149600"/>
          <p14:tracePt t="24356" x="4095750" y="3187700"/>
          <p14:tracePt t="24373" x="4102100" y="3206750"/>
          <p14:tracePt t="24389" x="4108450" y="3225800"/>
          <p14:tracePt t="24406" x="4114800" y="3244850"/>
          <p14:tracePt t="24423" x="4114800" y="3251200"/>
          <p14:tracePt t="24439" x="4121150" y="3257550"/>
          <p14:tracePt t="24455" x="4121150" y="3263900"/>
          <p14:tracePt t="24473" x="4121150" y="3270250"/>
          <p14:tracePt t="24536" x="4121150" y="3276600"/>
          <p14:tracePt t="24585" x="4121150" y="3282950"/>
          <p14:tracePt t="24592" x="4127500" y="3282950"/>
          <p14:tracePt t="24613" x="4127500" y="3289300"/>
          <p14:tracePt t="24641" x="4133850" y="3295650"/>
          <p14:tracePt t="25619" x="4133850" y="3302000"/>
          <p14:tracePt t="25626" x="4133850" y="3308350"/>
          <p14:tracePt t="25640" x="4133850" y="3314700"/>
          <p14:tracePt t="25651" x="4133850" y="3321050"/>
          <p14:tracePt t="25668" x="4127500" y="3333750"/>
          <p14:tracePt t="25685" x="4127500" y="3340100"/>
          <p14:tracePt t="25701" x="4127500" y="3359150"/>
          <p14:tracePt t="25718" x="4127500" y="3365500"/>
          <p14:tracePt t="25735" x="4127500" y="3378200"/>
          <p14:tracePt t="25752" x="4127500" y="3390900"/>
          <p14:tracePt t="25784" x="4127500" y="3397250"/>
          <p14:tracePt t="25801" x="4127500" y="3403600"/>
          <p14:tracePt t="25818" x="4127500" y="3409950"/>
          <p14:tracePt t="25837" x="4127500" y="3416300"/>
          <p14:tracePt t="25878" x="4127500" y="3422650"/>
          <p14:tracePt t="25920" x="4133850" y="3429000"/>
          <p14:tracePt t="25948" x="4133850" y="3435350"/>
          <p14:tracePt t="25955" x="4133850" y="3441700"/>
          <p14:tracePt t="25970" x="4133850" y="3448050"/>
          <p14:tracePt t="25983" x="4133850" y="3454400"/>
          <p14:tracePt t="26000" x="4133850" y="3460750"/>
          <p14:tracePt t="26017" x="4133850" y="3467100"/>
          <p14:tracePt t="26034" x="4133850" y="3473450"/>
          <p14:tracePt t="26050" x="4133850" y="3479800"/>
          <p14:tracePt t="26069" x="4133850" y="3486150"/>
          <p14:tracePt t="26089" x="4133850" y="3492500"/>
          <p14:tracePt t="26118" x="4133850" y="3498850"/>
          <p14:tracePt t="26138" x="4127500" y="3498850"/>
          <p14:tracePt t="30448" x="4121150" y="3498850"/>
          <p14:tracePt t="30455" x="4095750" y="3473450"/>
          <p14:tracePt t="30471" x="4076700" y="3460750"/>
          <p14:tracePt t="30484" x="4051300" y="3435350"/>
          <p14:tracePt t="30501" x="3994150" y="3390900"/>
          <p14:tracePt t="30519" x="3905250" y="3327400"/>
          <p14:tracePt t="30535" x="3873500" y="3302000"/>
          <p14:tracePt t="30551" x="3810000" y="3251200"/>
          <p14:tracePt t="30568" x="3740150" y="3194050"/>
          <p14:tracePt t="30585" x="3708400" y="3168650"/>
          <p14:tracePt t="30601" x="3638550" y="3105150"/>
          <p14:tracePt t="30618" x="3549650" y="3054350"/>
          <p14:tracePt t="30634" x="3517900" y="3022600"/>
          <p14:tracePt t="30651" x="3435350" y="2971800"/>
          <p14:tracePt t="30667" x="3359150" y="2908300"/>
          <p14:tracePt t="30684" x="3327400" y="2882900"/>
          <p14:tracePt t="30701" x="3270250" y="2844800"/>
          <p14:tracePt t="30717" x="3251200" y="2832100"/>
          <p14:tracePt t="30734" x="3232150" y="2813050"/>
          <p14:tracePt t="30751" x="3194050" y="2794000"/>
          <p14:tracePt t="30767" x="3181350" y="2787650"/>
          <p14:tracePt t="30785" x="3168650" y="2774950"/>
          <p14:tracePt t="30800" x="3162300" y="2768600"/>
          <p14:tracePt t="30834" x="3155950" y="2768600"/>
          <p14:tracePt t="31213" x="3149600" y="2768600"/>
          <p14:tracePt t="31269" x="3143250" y="2774950"/>
          <p14:tracePt t="31290" x="3143250" y="2781300"/>
          <p14:tracePt t="31311" x="3136900" y="2781300"/>
          <p14:tracePt t="31333" x="3130550" y="2781300"/>
          <p14:tracePt t="31339" x="3124200" y="2781300"/>
          <p14:tracePt t="31367" x="3117850" y="2781300"/>
          <p14:tracePt t="31388" x="3111500" y="2787650"/>
          <p14:tracePt t="31416" x="3111500" y="2794000"/>
          <p14:tracePt t="31437" x="3105150" y="2794000"/>
          <p14:tracePt t="31473" x="3098800" y="2794000"/>
          <p14:tracePt t="31486" x="3092450" y="2794000"/>
          <p14:tracePt t="31522" x="3092450" y="2800350"/>
          <p14:tracePt t="31550" x="3086100" y="2800350"/>
          <p14:tracePt t="31557" x="3079750" y="2806700"/>
          <p14:tracePt t="31648" x="3086100" y="2806700"/>
          <p14:tracePt t="31662" x="3092450" y="2806700"/>
          <p14:tracePt t="31669" x="3098800" y="2800350"/>
          <p14:tracePt t="31681" x="3111500" y="2800350"/>
          <p14:tracePt t="31697" x="3124200" y="2800350"/>
          <p14:tracePt t="31714" x="3155950" y="2787650"/>
          <p14:tracePt t="31731" x="3175000" y="2781300"/>
          <p14:tracePt t="31747" x="3244850" y="2762250"/>
          <p14:tracePt t="31764" x="3282950" y="2762250"/>
          <p14:tracePt t="31781" x="3314700" y="2755900"/>
          <p14:tracePt t="31797" x="3371850" y="2743200"/>
          <p14:tracePt t="31814" x="3390900" y="2736850"/>
          <p14:tracePt t="31831" x="3403600" y="2736850"/>
          <p14:tracePt t="31847" x="3429000" y="2730500"/>
          <p14:tracePt t="31863" x="3435350" y="2724150"/>
          <p14:tracePt t="31897" x="3441700" y="2724150"/>
          <p14:tracePt t="32174" x="3435350" y="2724150"/>
          <p14:tracePt t="32181" x="3429000" y="2724150"/>
          <p14:tracePt t="32209" x="3416300" y="2717800"/>
          <p14:tracePt t="32223" x="3409950" y="2717800"/>
          <p14:tracePt t="32231" x="3403600" y="2717800"/>
          <p14:tracePt t="32245" x="3397250" y="2717800"/>
          <p14:tracePt t="32262" x="3371850" y="2711450"/>
          <p14:tracePt t="32279" x="3346450" y="2711450"/>
          <p14:tracePt t="32295" x="3327400" y="2711450"/>
          <p14:tracePt t="32311" x="3308350" y="2711450"/>
          <p14:tracePt t="32329" x="3257550" y="2711450"/>
          <p14:tracePt t="32345" x="3232150" y="2717800"/>
          <p14:tracePt t="32362" x="3225800" y="2717800"/>
          <p14:tracePt t="32378" x="3213100" y="2724150"/>
          <p14:tracePt t="32395" x="3206750" y="2724150"/>
          <p14:tracePt t="32651" x="3206750" y="2717800"/>
          <p14:tracePt t="32672" x="3200400" y="2717800"/>
          <p14:tracePt t="32700" x="3187700" y="2717800"/>
          <p14:tracePt t="32714" x="3181350" y="2711450"/>
          <p14:tracePt t="32722" x="3181350" y="2705100"/>
          <p14:tracePt t="32735" x="3168650" y="2705100"/>
          <p14:tracePt t="32744" x="3155950" y="2692400"/>
          <p14:tracePt t="32760" x="3124200" y="2686050"/>
          <p14:tracePt t="32778" x="3060700" y="2660650"/>
          <p14:tracePt t="32794" x="2965450" y="2622550"/>
          <p14:tracePt t="32810" x="2908300" y="2603500"/>
          <p14:tracePt t="32827" x="2794000" y="2590800"/>
          <p14:tracePt t="32843" x="2660650" y="2590800"/>
          <p14:tracePt t="32860" x="2597150" y="2590800"/>
          <p14:tracePt t="32877" x="2444750" y="2590800"/>
          <p14:tracePt t="32893" x="2324100" y="2609850"/>
          <p14:tracePt t="32910" x="2273300" y="2609850"/>
          <p14:tracePt t="32926" x="2203450" y="2622550"/>
          <p14:tracePt t="32943" x="2184400" y="2635250"/>
          <p14:tracePt t="32961" x="2159000" y="2635250"/>
          <p14:tracePt t="32976" x="2152650" y="2635250"/>
          <p14:tracePt t="33016" x="2152650" y="2641600"/>
          <p14:tracePt t="33072" x="2146300" y="2647950"/>
          <p14:tracePt t="33164" x="2146300" y="2654300"/>
          <p14:tracePt t="33213" x="2146300" y="2660650"/>
          <p14:tracePt t="33549" x="2152650" y="2660650"/>
          <p14:tracePt t="33556" x="2165350" y="2667000"/>
          <p14:tracePt t="33570" x="2178050" y="2673350"/>
          <p14:tracePt t="33584" x="2197100" y="2679700"/>
          <p14:tracePt t="33593" x="2222500" y="2692400"/>
          <p14:tracePt t="33607" x="2247900" y="2705100"/>
          <p14:tracePt t="33624" x="2324100" y="2749550"/>
          <p14:tracePt t="33641" x="2400300" y="2794000"/>
          <p14:tracePt t="33657" x="2470150" y="2832100"/>
          <p14:tracePt t="33674" x="2508250" y="2851150"/>
          <p14:tracePt t="33691" x="2559050" y="2882900"/>
          <p14:tracePt t="33707" x="2616200" y="2921000"/>
          <p14:tracePt t="33725" x="2660650" y="2952750"/>
          <p14:tracePt t="33740" x="2679700" y="2978150"/>
          <p14:tracePt t="33757" x="2717800" y="3003550"/>
          <p14:tracePt t="33774" x="2749550" y="3035300"/>
          <p14:tracePt t="33790" x="2762250" y="3041650"/>
          <p14:tracePt t="33807" x="2794000" y="3060700"/>
          <p14:tracePt t="33824" x="2800350" y="3067050"/>
          <p14:tracePt t="33840" x="2806700" y="3067050"/>
          <p14:tracePt t="33873" x="2813050" y="3067050"/>
          <p14:tracePt t="33893" x="2819400" y="3067050"/>
          <p14:tracePt t="33956" x="2825750" y="3067050"/>
          <p14:tracePt t="33977" x="2832100" y="3060700"/>
          <p14:tracePt t="33984" x="2832100" y="3054350"/>
          <p14:tracePt t="33999" x="2832100" y="3048000"/>
          <p14:tracePt t="34007" x="2838450" y="3041650"/>
          <p14:tracePt t="34023" x="2851150" y="3028950"/>
          <p14:tracePt t="34040" x="2857500" y="3016250"/>
          <p14:tracePt t="34056" x="2876550" y="2984500"/>
          <p14:tracePt t="34073" x="2908300" y="2921000"/>
          <p14:tracePt t="34090" x="2933700" y="2825750"/>
          <p14:tracePt t="34106" x="2946400" y="2781300"/>
          <p14:tracePt t="34122" x="2971800" y="2686050"/>
          <p14:tracePt t="34139" x="2990850" y="2603500"/>
          <p14:tracePt t="34156" x="3003550" y="2552700"/>
          <p14:tracePt t="34172" x="3009900" y="2533650"/>
          <p14:tracePt t="34189" x="3016250" y="2514600"/>
          <p14:tracePt t="34205" x="3022600" y="2508250"/>
          <p14:tracePt t="34258" x="3028950" y="2508250"/>
          <p14:tracePt t="34279" x="3035300" y="2508250"/>
          <p14:tracePt t="34286" x="3041650" y="2508250"/>
          <p14:tracePt t="34314" x="3048000" y="2514600"/>
          <p14:tracePt t="34335" x="3054350" y="2520950"/>
          <p14:tracePt t="34349" x="3054350" y="2527300"/>
          <p14:tracePt t="34357" x="3054350" y="2533650"/>
          <p14:tracePt t="34371" x="3060700" y="2540000"/>
          <p14:tracePt t="34388" x="3067050" y="2559050"/>
          <p14:tracePt t="34406" x="3067050" y="2597150"/>
          <p14:tracePt t="34421" x="3073400" y="2616200"/>
          <p14:tracePt t="34438" x="3086100" y="2686050"/>
          <p14:tracePt t="34455" x="3105150" y="2768600"/>
          <p14:tracePt t="34471" x="3111500" y="2832100"/>
          <p14:tracePt t="34488" x="3124200" y="2965450"/>
          <p14:tracePt t="34505" x="3130550" y="3117850"/>
          <p14:tracePt t="34521" x="3143250" y="3181350"/>
          <p14:tracePt t="34538" x="3136900" y="3251200"/>
          <p14:tracePt t="34554" x="3117850" y="3409950"/>
          <p14:tracePt t="34571" x="3111500" y="3435350"/>
          <p14:tracePt t="34588" x="3105150" y="3479800"/>
          <p14:tracePt t="34604" x="3073400" y="3530600"/>
          <p14:tracePt t="34620" x="3067050" y="3549650"/>
          <p14:tracePt t="34637" x="3060700" y="3562350"/>
          <p14:tracePt t="34679" x="3060700" y="3568700"/>
          <p14:tracePt t="34911" x="3073400" y="3568700"/>
          <p14:tracePt t="34917" x="3086100" y="3562350"/>
          <p14:tracePt t="34925" x="3098800" y="3556000"/>
          <p14:tracePt t="34939" x="3124200" y="3543300"/>
          <p14:tracePt t="34953" x="3149600" y="3536950"/>
          <p14:tracePt t="34969" x="3200400" y="3517900"/>
          <p14:tracePt t="34986" x="3232150" y="3498850"/>
          <p14:tracePt t="34989" x="3263900" y="3486150"/>
          <p14:tracePt t="35003" x="3295650" y="3467100"/>
          <p14:tracePt t="35019" x="3340100" y="3448050"/>
          <p14:tracePt t="35036" x="3378200" y="3435350"/>
          <p14:tracePt t="35052" x="3390900" y="3416300"/>
          <p14:tracePt t="35069" x="3429000" y="3397250"/>
          <p14:tracePt t="35086" x="3448050" y="3378200"/>
          <p14:tracePt t="35102" x="3454400" y="3371850"/>
          <p14:tracePt t="35119" x="3460750" y="3365500"/>
          <p14:tracePt t="35136" x="3460750" y="3352800"/>
          <p14:tracePt t="35152" x="3467100" y="3346450"/>
          <p14:tracePt t="35185" x="3467100" y="3340100"/>
          <p14:tracePt t="35205" x="3473450" y="3333750"/>
          <p14:tracePt t="35261" x="3473450" y="3327400"/>
          <p14:tracePt t="35598" x="3467100" y="3327400"/>
          <p14:tracePt t="35661" x="3460750" y="3327400"/>
          <p14:tracePt t="35753" x="3454400" y="3327400"/>
          <p14:tracePt t="35787" x="3448050" y="3327400"/>
          <p14:tracePt t="35836" x="3448050" y="3333750"/>
          <p14:tracePt t="35900" x="3448050" y="3340100"/>
          <p14:tracePt t="35970" x="3454400" y="3340100"/>
          <p14:tracePt t="35977" x="3460750" y="3340100"/>
          <p14:tracePt t="35999" x="3467100" y="3340100"/>
          <p14:tracePt t="36012" x="3473450" y="3340100"/>
          <p14:tracePt t="36019" x="3479800" y="3333750"/>
          <p14:tracePt t="36035" x="3498850" y="3327400"/>
          <p14:tracePt t="36049" x="3536950" y="3321050"/>
          <p14:tracePt t="36066" x="3562350" y="3314700"/>
          <p14:tracePt t="36083" x="3587750" y="3308350"/>
          <p14:tracePt t="36099" x="3638550" y="3295650"/>
          <p14:tracePt t="36115" x="3689350" y="3276600"/>
          <p14:tracePt t="36132" x="3721100" y="3270250"/>
          <p14:tracePt t="36149" x="3733800" y="3270250"/>
          <p14:tracePt t="36166" x="3746500" y="3263900"/>
          <p14:tracePt t="36182" x="3759200" y="3263900"/>
          <p14:tracePt t="36454" x="3759200" y="3257550"/>
          <p14:tracePt t="36538" x="3759200" y="3251200"/>
          <p14:tracePt t="36623" x="3759200" y="3244850"/>
          <p14:tracePt t="36700" x="3759200" y="3238500"/>
          <p14:tracePt t="36735" x="3752850" y="3232150"/>
          <p14:tracePt t="36742" x="3752850" y="3225800"/>
          <p14:tracePt t="36749" x="3746500" y="3225800"/>
          <p14:tracePt t="36770" x="3746500" y="3219450"/>
          <p14:tracePt t="36819" x="3740150" y="3213100"/>
          <p14:tracePt t="36840" x="3733800" y="3206750"/>
          <p14:tracePt t="36860" x="3733800" y="3200400"/>
          <p14:tracePt t="36874" x="3727450" y="3200400"/>
          <p14:tracePt t="36882" x="3721100" y="3200400"/>
          <p14:tracePt t="36896" x="3714750" y="3200400"/>
          <p14:tracePt t="36913" x="3708400" y="3200400"/>
          <p14:tracePt t="36929" x="3702050" y="3200400"/>
          <p14:tracePt t="36946" x="3676650" y="3206750"/>
          <p14:tracePt t="36962" x="3651250" y="3219450"/>
          <p14:tracePt t="36979" x="3632200" y="3225800"/>
          <p14:tracePt t="36996" x="3587750" y="3251200"/>
          <p14:tracePt t="37012" x="3575050" y="3257550"/>
          <p14:tracePt t="37015" x="3549650" y="3270250"/>
          <p14:tracePt t="37029" x="3517900" y="3295650"/>
          <p14:tracePt t="37046" x="3505200" y="3308350"/>
          <p14:tracePt t="37062" x="3492500" y="3333750"/>
          <p14:tracePt t="37079" x="3473450" y="3352800"/>
          <p14:tracePt t="37095" x="3467100" y="3365500"/>
          <p14:tracePt t="37112" x="3460750" y="3365500"/>
          <p14:tracePt t="37145" x="3460750" y="3371850"/>
          <p14:tracePt t="37205" x="3467100" y="3371850"/>
          <p14:tracePt t="37213" x="3473450" y="3371850"/>
          <p14:tracePt t="37226" x="3486150" y="3371850"/>
          <p14:tracePt t="37233" x="3492500" y="3371850"/>
          <p14:tracePt t="37245" x="3505200" y="3365500"/>
          <p14:tracePt t="37262" x="3536950" y="3365500"/>
          <p14:tracePt t="37278" x="3556000" y="3359150"/>
          <p14:tracePt t="37295" x="3587750" y="3352800"/>
          <p14:tracePt t="37311" x="3657600" y="3327400"/>
          <p14:tracePt t="37328" x="3689350" y="3308350"/>
          <p14:tracePt t="37346" x="3721100" y="3276600"/>
          <p14:tracePt t="37361" x="3740150" y="3263900"/>
          <p14:tracePt t="37378" x="3759200" y="3232150"/>
          <p14:tracePt t="37395" x="3765550" y="3225800"/>
          <p14:tracePt t="37411" x="3765550" y="3219450"/>
          <p14:tracePt t="37444" x="3771900" y="3219450"/>
          <p14:tracePt t="65690" x="3765550" y="3219450"/>
          <p14:tracePt t="65698" x="3759200" y="3232150"/>
          <p14:tracePt t="65703" x="3740150" y="3244850"/>
          <p14:tracePt t="65713" x="3733800" y="3251200"/>
          <p14:tracePt t="65731" x="3708400" y="3270250"/>
          <p14:tracePt t="65746" x="3676650" y="3295650"/>
          <p14:tracePt t="65763" x="3657600" y="3314700"/>
          <p14:tracePt t="65780" x="3651250" y="3314700"/>
          <p14:tracePt t="65796" x="3638550" y="3321050"/>
          <p14:tracePt t="65813" x="3632200" y="3327400"/>
          <p14:tracePt t="65831" x="3632200" y="3340100"/>
          <p14:tracePt t="65846" x="3625850" y="3346450"/>
          <p14:tracePt t="65862" x="3619500" y="3359150"/>
          <p14:tracePt t="65880" x="3613150" y="3365500"/>
          <p14:tracePt t="65896" x="3606800" y="3371850"/>
          <p14:tracePt t="65913" x="3606800" y="3378200"/>
          <p14:tracePt t="66124" x="3606800" y="3371850"/>
          <p14:tracePt t="66146" x="3606800" y="3359150"/>
          <p14:tracePt t="66152" x="3613150" y="3359150"/>
          <p14:tracePt t="66166" x="3613150" y="3346450"/>
          <p14:tracePt t="66178" x="3619500" y="3340100"/>
          <p14:tracePt t="66195" x="3625850" y="3327400"/>
          <p14:tracePt t="66211" x="3638550" y="3321050"/>
          <p14:tracePt t="66228" x="3657600" y="3308350"/>
          <p14:tracePt t="66245" x="3676650" y="3295650"/>
          <p14:tracePt t="66261" x="3702050" y="3289300"/>
          <p14:tracePt t="66279" x="3727450" y="3289300"/>
          <p14:tracePt t="66294" x="3746500" y="3289300"/>
          <p14:tracePt t="66311" x="3771900" y="3289300"/>
          <p14:tracePt t="66327" x="3816350" y="3302000"/>
          <p14:tracePt t="66344" x="3867150" y="3314700"/>
          <p14:tracePt t="66361" x="3879850" y="3321050"/>
          <p14:tracePt t="66378" x="3898900" y="3327400"/>
          <p14:tracePt t="66394" x="3905250" y="3333750"/>
          <p14:tracePt t="66454" x="3898900" y="3333750"/>
          <p14:tracePt t="66462" x="3886200" y="3340100"/>
          <p14:tracePt t="66475" x="3879850" y="3346450"/>
          <p14:tracePt t="66481" x="3867150" y="3346450"/>
          <p14:tracePt t="66497" x="3854450" y="3346450"/>
          <p14:tracePt t="66517" x="3835400" y="3346450"/>
          <p14:tracePt t="66526" x="3803650" y="3359150"/>
          <p14:tracePt t="66544" x="3784600" y="3365500"/>
          <p14:tracePt t="66560" x="3702050" y="3378200"/>
          <p14:tracePt t="66577" x="3606800" y="3397250"/>
          <p14:tracePt t="66594" x="3556000" y="3403600"/>
          <p14:tracePt t="66610" x="3486150" y="3416300"/>
          <p14:tracePt t="66627" x="3435350" y="3416300"/>
          <p14:tracePt t="66644" x="3409950" y="3416300"/>
          <p14:tracePt t="66660" x="3403600" y="3416300"/>
          <p14:tracePt t="66677" x="3397250" y="3409950"/>
          <p14:tracePt t="66693" x="3397250" y="3397250"/>
          <p14:tracePt t="66710" x="3397250" y="3390900"/>
          <p14:tracePt t="66727" x="3397250" y="3378200"/>
          <p14:tracePt t="66743" x="3409950" y="3346450"/>
          <p14:tracePt t="66759" x="3416300" y="3327400"/>
          <p14:tracePt t="66777" x="3473450" y="3276600"/>
          <p14:tracePt t="66793" x="3505200" y="3244850"/>
          <p14:tracePt t="66809" x="3549650" y="3219450"/>
          <p14:tracePt t="66826" x="3651250" y="3162300"/>
          <p14:tracePt t="66843" x="3708400" y="3143250"/>
          <p14:tracePt t="66859" x="3771900" y="3136900"/>
          <p14:tracePt t="66876" x="3867150" y="3124200"/>
          <p14:tracePt t="66893" x="3930650" y="3130550"/>
          <p14:tracePt t="66910" x="4025900" y="3143250"/>
          <p14:tracePt t="66926" x="4051300" y="3155950"/>
          <p14:tracePt t="66942" x="4076700" y="3162300"/>
          <p14:tracePt t="66959" x="4102100" y="3168650"/>
          <p14:tracePt t="66975" x="4108450" y="3168650"/>
          <p14:tracePt t="67009" x="4108450" y="3175000"/>
          <p14:tracePt t="67025" x="4076700" y="3194050"/>
          <p14:tracePt t="67043" x="4025900" y="3232150"/>
          <p14:tracePt t="67059" x="3949700" y="3295650"/>
          <p14:tracePt t="67075" x="3905250" y="3321050"/>
          <p14:tracePt t="67092" x="3822700" y="3371850"/>
          <p14:tracePt t="67108" x="3740150" y="3409950"/>
          <p14:tracePt t="67125" x="3695700" y="3416300"/>
          <p14:tracePt t="67142" x="3625850" y="3441700"/>
          <p14:tracePt t="67158" x="3556000" y="3441700"/>
          <p14:tracePt t="67175" x="3536950" y="3429000"/>
          <p14:tracePt t="67191" x="3486150" y="3403600"/>
          <p14:tracePt t="67208" x="3441700" y="3371850"/>
          <p14:tracePt t="67225" x="3422650" y="3340100"/>
          <p14:tracePt t="67241" x="3409950" y="3327400"/>
          <p14:tracePt t="67258" x="3403600" y="3308350"/>
          <p14:tracePt t="67290" x="3403600" y="3295650"/>
          <p14:tracePt t="67324" x="3409950" y="3282950"/>
          <p14:tracePt t="67341" x="3416300" y="3270250"/>
          <p14:tracePt t="67357" x="3429000" y="3263900"/>
          <p14:tracePt t="67374" x="3473450" y="3244850"/>
          <p14:tracePt t="67391" x="3505200" y="3225800"/>
          <p14:tracePt t="67408" x="3587750" y="3213100"/>
          <p14:tracePt t="67424" x="3625850" y="3200400"/>
          <p14:tracePt t="67440" x="3670300" y="3200400"/>
          <p14:tracePt t="67457" x="3714750" y="3200400"/>
          <p14:tracePt t="67474" x="3740150" y="3200400"/>
          <p14:tracePt t="67491" x="3746500" y="3213100"/>
          <p14:tracePt t="67507" x="3759200" y="3251200"/>
          <p14:tracePt t="67524" x="3752850" y="3276600"/>
          <p14:tracePt t="67541" x="3708400" y="3308350"/>
          <p14:tracePt t="67557" x="3651250" y="3359150"/>
          <p14:tracePt t="67573" x="3606800" y="3384550"/>
          <p14:tracePt t="67590" x="3505200" y="3441700"/>
          <p14:tracePt t="67606" x="3422650" y="3473450"/>
          <p14:tracePt t="67623" x="3378200" y="3479800"/>
          <p14:tracePt t="67640" x="3314700" y="3498850"/>
          <p14:tracePt t="67656" x="3257550" y="3498850"/>
          <p14:tracePt t="67673" x="3238500" y="3498850"/>
          <p14:tracePt t="67689" x="3200400" y="3473450"/>
          <p14:tracePt t="67706" x="3175000" y="3460750"/>
          <p14:tracePt t="67724" x="3155950" y="3441700"/>
          <p14:tracePt t="67739" x="3149600" y="3441700"/>
          <p14:tracePt t="67773" x="3149600" y="3435350"/>
          <p14:tracePt t="67789" x="3149600" y="3429000"/>
          <p14:tracePt t="67806" x="3149600" y="3422650"/>
          <p14:tracePt t="67823" x="3149600" y="3409950"/>
          <p14:tracePt t="67839" x="3155950" y="3403600"/>
          <p14:tracePt t="67856" x="3155950" y="3397250"/>
          <p14:tracePt t="67872" x="3162300" y="3378200"/>
          <p14:tracePt t="67889" x="3168650" y="3371850"/>
          <p14:tracePt t="67906" x="3168650" y="3365500"/>
          <p14:tracePt t="67922" x="3181350" y="3352800"/>
          <p14:tracePt t="67939" x="3194050" y="3314700"/>
          <p14:tracePt t="67956" x="3213100" y="3302000"/>
          <p14:tracePt t="67972" x="3219450" y="3289300"/>
          <p14:tracePt t="67988" x="3232150" y="3270250"/>
          <p14:tracePt t="68005" x="3251200" y="3251200"/>
          <p14:tracePt t="68022" x="3257550" y="3251200"/>
          <p14:tracePt t="68039" x="3257550" y="3244850"/>
          <p14:tracePt t="68060" x="3263900" y="3238500"/>
          <p14:tracePt t="68094" x="3263900" y="3232150"/>
          <p14:tracePt t="68123" x="3263900" y="3225800"/>
          <p14:tracePt t="68138" x="3263900" y="3219450"/>
          <p14:tracePt t="68144" x="3263900" y="3213100"/>
          <p14:tracePt t="68159" x="3257550" y="3213100"/>
          <p14:tracePt t="68480" x="3263900" y="3213100"/>
          <p14:tracePt t="68488" x="3282950" y="3206750"/>
          <p14:tracePt t="68501" x="3321050" y="3187700"/>
          <p14:tracePt t="68508" x="3352800" y="3181350"/>
          <p14:tracePt t="68520" x="3397250" y="3162300"/>
          <p14:tracePt t="68537" x="3454400" y="3149600"/>
          <p14:tracePt t="68553" x="3498850" y="3130550"/>
          <p14:tracePt t="68570" x="3530600" y="3117850"/>
          <p14:tracePt t="68587" x="3594100" y="3079750"/>
          <p14:tracePt t="68603" x="3600450" y="3067050"/>
          <p14:tracePt t="68621" x="3606800" y="3060700"/>
          <p14:tracePt t="68636" x="3613150" y="3054350"/>
          <p14:tracePt t="68653" x="3606800" y="3048000"/>
          <p14:tracePt t="68670" x="3562350" y="3041650"/>
          <p14:tracePt t="68686" x="3524250" y="3041650"/>
          <p14:tracePt t="68703" x="3390900" y="3054350"/>
          <p14:tracePt t="68720" x="3244850" y="3105150"/>
          <p14:tracePt t="68736" x="3200400" y="3130550"/>
          <p14:tracePt t="68753" x="3086100" y="3200400"/>
          <p14:tracePt t="68769" x="3048000" y="3244850"/>
          <p14:tracePt t="68786" x="3003550" y="3270250"/>
          <p14:tracePt t="68803" x="2952750" y="3384550"/>
          <p14:tracePt t="68819" x="2952750" y="3416300"/>
          <p14:tracePt t="68835" x="2978150" y="3454400"/>
          <p14:tracePt t="68853" x="3028950" y="3479800"/>
          <p14:tracePt t="68869" x="3098800" y="3511550"/>
          <p14:tracePt t="68888" x="3200400" y="3536950"/>
          <p14:tracePt t="68902" x="3276600" y="3536950"/>
          <p14:tracePt t="68919" x="3352800" y="3536950"/>
          <p14:tracePt t="68936" x="3524250" y="3505200"/>
          <p14:tracePt t="68952" x="3600450" y="3486150"/>
          <p14:tracePt t="68968" x="3657600" y="3460750"/>
          <p14:tracePt t="68986" x="3746500" y="3384550"/>
          <p14:tracePt t="69002" x="3803650" y="3308350"/>
          <p14:tracePt t="69018" x="3810000" y="3289300"/>
          <p14:tracePt t="69036" x="3797300" y="3238500"/>
          <p14:tracePt t="69051" x="3771900" y="3194050"/>
          <p14:tracePt t="69068" x="3752850" y="3181350"/>
          <p14:tracePt t="69086" x="3676650" y="3155950"/>
          <p14:tracePt t="69101" x="3575050" y="3149600"/>
          <p14:tracePt t="69119" x="3429000" y="3162300"/>
          <p14:tracePt t="69134" x="3352800" y="3181350"/>
          <p14:tracePt t="69151" x="3213100" y="3225800"/>
          <p14:tracePt t="69168" x="3168650" y="3257550"/>
          <p14:tracePt t="69184" x="3124200" y="3282950"/>
          <p14:tracePt t="69201" x="3048000" y="3340100"/>
          <p14:tracePt t="69218" x="2997200" y="3397250"/>
          <p14:tracePt t="69234" x="2990850" y="3409950"/>
          <p14:tracePt t="69251" x="2978150" y="3435350"/>
          <p14:tracePt t="69284" x="2978150" y="3441700"/>
          <p14:tracePt t="69329" x="2990850" y="3441700"/>
          <p14:tracePt t="69337" x="3003550" y="3435350"/>
          <p14:tracePt t="69351" x="3022600" y="3429000"/>
          <p14:tracePt t="69364" x="3035300" y="3422650"/>
          <p14:tracePt t="69379" x="3054350" y="3416300"/>
          <p14:tracePt t="69386" x="3079750" y="3403600"/>
          <p14:tracePt t="69401" x="3092450" y="3397250"/>
          <p14:tracePt t="69417" x="3105150" y="3384550"/>
          <p14:tracePt t="69433" x="3124200" y="3365500"/>
          <p14:tracePt t="69451" x="3130550" y="3359150"/>
          <p14:tracePt t="69484" x="3130550" y="3352800"/>
          <p14:tracePt t="69499" x="3130550" y="3346450"/>
          <p14:tracePt t="69520" x="3124200" y="3346450"/>
          <p14:tracePt t="69540" x="3117850" y="3346450"/>
          <p14:tracePt t="69554" x="3111500" y="3340100"/>
          <p14:tracePt t="69566" x="3111500" y="3333750"/>
          <p14:tracePt t="69583" x="3105150" y="3333750"/>
          <p14:tracePt t="69599" x="3105150" y="3327400"/>
          <p14:tracePt t="69617" x="3098800" y="3321050"/>
          <p14:tracePt t="69633" x="3092450" y="3314700"/>
          <p14:tracePt t="69652" x="3092450" y="3308350"/>
          <p14:tracePt t="69680" x="3092450" y="3302000"/>
          <p14:tracePt t="69694" x="3092450" y="3289300"/>
          <p14:tracePt t="69702" x="3092450" y="3276600"/>
          <p14:tracePt t="69716" x="3105150" y="3257550"/>
          <p14:tracePt t="69732" x="3136900" y="3213100"/>
          <p14:tracePt t="69750" x="3155950" y="3187700"/>
          <p14:tracePt t="69766" x="3200400" y="3130550"/>
          <p14:tracePt t="69782" x="3282950" y="3073400"/>
          <p14:tracePt t="69799" x="3346450" y="3028950"/>
          <p14:tracePt t="69816" x="3390900" y="3003550"/>
          <p14:tracePt t="69832" x="3435350" y="2984500"/>
          <p14:tracePt t="69849" x="3530600" y="2978150"/>
          <p14:tracePt t="69865" x="3562350" y="2978150"/>
          <p14:tracePt t="69882" x="3587750" y="2978150"/>
          <p14:tracePt t="69898" x="3625850" y="2997200"/>
          <p14:tracePt t="69915" x="3651250" y="3022600"/>
          <p14:tracePt t="69932" x="3663950" y="3041650"/>
          <p14:tracePt t="69948" x="3676650" y="3086100"/>
          <p14:tracePt t="69965" x="3676650" y="3136900"/>
          <p14:tracePt t="69982" x="3663950" y="3187700"/>
          <p14:tracePt t="69998" x="3644900" y="3219450"/>
          <p14:tracePt t="70015" x="3613150" y="3251200"/>
          <p14:tracePt t="70031" x="3556000" y="3289300"/>
          <p14:tracePt t="70048" x="3530600" y="3295650"/>
          <p14:tracePt t="70067" x="3454400" y="3321050"/>
          <p14:tracePt t="70081" x="3416300" y="3333750"/>
          <p14:tracePt t="70097" x="3390900" y="3333750"/>
          <p14:tracePt t="70116" x="3378200" y="3333750"/>
          <p14:tracePt t="70131" x="3371850" y="3333750"/>
          <p14:tracePt t="70164" x="3365500" y="3333750"/>
          <p14:tracePt t="70181" x="3365500" y="3327400"/>
          <p14:tracePt t="70198" x="3378200" y="3302000"/>
          <p14:tracePt t="70214" x="3397250" y="3289300"/>
          <p14:tracePt t="70231" x="3409950" y="3276600"/>
          <p14:tracePt t="70248" x="3448050" y="3244850"/>
          <p14:tracePt t="70264" x="3505200" y="3206750"/>
          <p14:tracePt t="70281" x="3524250" y="3200400"/>
          <p14:tracePt t="70298" x="3549650" y="3187700"/>
          <p14:tracePt t="70314" x="3562350" y="3181350"/>
          <p14:tracePt t="70330" x="3568700" y="3181350"/>
          <p14:tracePt t="70364" x="3575050" y="3181350"/>
          <p14:tracePt t="70472" x="3575050" y="3187700"/>
          <p14:tracePt t="70481" x="3568700" y="3194050"/>
          <p14:tracePt t="70494" x="3568700" y="3200400"/>
          <p14:tracePt t="70501" x="3562350" y="3200400"/>
          <p14:tracePt t="70516" x="3549650" y="3213100"/>
          <p14:tracePt t="70530" x="3536950" y="3219450"/>
          <p14:tracePt t="70546" x="3517900" y="3232150"/>
          <p14:tracePt t="70563" x="3498850" y="3244850"/>
          <p14:tracePt t="70580" x="3416300" y="3282950"/>
          <p14:tracePt t="70596" x="3371850" y="3295650"/>
          <p14:tracePt t="70614" x="3295650" y="3340100"/>
          <p14:tracePt t="70630" x="3263900" y="3352800"/>
          <p14:tracePt t="70646" x="3244850" y="3359150"/>
          <p14:tracePt t="70663" x="3200400" y="3378200"/>
          <p14:tracePt t="70696" x="3206750" y="3371850"/>
          <p14:tracePt t="70712" x="3219450" y="3365500"/>
          <p14:tracePt t="70729" x="3232150" y="3359150"/>
          <p14:tracePt t="70747" x="3244850" y="3352800"/>
          <p14:tracePt t="70762" x="3263900" y="3340100"/>
          <p14:tracePt t="70779" x="3270250" y="3340100"/>
          <p14:tracePt t="70796" x="3289300" y="3321050"/>
          <p14:tracePt t="70812" x="3314700" y="3308350"/>
          <p14:tracePt t="70829" x="3321050" y="3295650"/>
          <p14:tracePt t="71375" x="3314700" y="3295650"/>
          <p14:tracePt t="71389" x="3302000" y="3302000"/>
          <p14:tracePt t="71403" x="3289300" y="3308350"/>
          <p14:tracePt t="71417" x="3276600" y="3327400"/>
          <p14:tracePt t="71426" x="3251200" y="3333750"/>
          <p14:tracePt t="71443" x="3238500" y="3346450"/>
          <p14:tracePt t="71460" x="3219450" y="3359150"/>
          <p14:tracePt t="71477" x="3194050" y="3371850"/>
          <p14:tracePt t="71493" x="3194050" y="3378200"/>
          <p14:tracePt t="71510" x="3187700" y="3378200"/>
          <p14:tracePt t="71526" x="3181350" y="3384550"/>
          <p14:tracePt t="71557" x="3175000" y="3390900"/>
          <p14:tracePt t="71768" x="3175000" y="3403600"/>
          <p14:tracePt t="71776" x="3175000" y="3416300"/>
          <p14:tracePt t="71789" x="3175000" y="3429000"/>
          <p14:tracePt t="71796" x="3175000" y="3435350"/>
          <p14:tracePt t="86218" x="3149600" y="3429000"/>
          <p14:tracePt t="86224" x="3105150" y="3422650"/>
          <p14:tracePt t="86232" x="3079750" y="3416300"/>
          <p14:tracePt t="86242" x="3009900" y="3397250"/>
          <p14:tracePt t="86259" x="2901950" y="3378200"/>
          <p14:tracePt t="86275" x="2705100" y="3340100"/>
          <p14:tracePt t="86292" x="2565400" y="3321050"/>
          <p14:tracePt t="86309" x="2374900" y="3263900"/>
          <p14:tracePt t="86325" x="2254250" y="3238500"/>
          <p14:tracePt t="86342" x="2159000" y="3200400"/>
          <p14:tracePt t="86359" x="2044700" y="3187700"/>
          <p14:tracePt t="86375" x="1993900" y="3175000"/>
          <p14:tracePt t="86391" x="1949450" y="3187700"/>
          <p14:tracePt t="86408" x="1873250" y="3213100"/>
          <p14:tracePt t="86425" x="1835150" y="3219450"/>
          <p14:tracePt t="86442" x="1771650" y="3232150"/>
          <p14:tracePt t="86458" x="1746250" y="3238500"/>
          <p14:tracePt t="86475" x="1720850" y="3244850"/>
          <p14:tracePt t="86492" x="1701800" y="3251200"/>
          <p14:tracePt t="86508" x="1682750" y="3251200"/>
          <p14:tracePt t="86525" x="1657350" y="3257550"/>
          <p14:tracePt t="86542" x="1619250" y="3263900"/>
          <p14:tracePt t="86558" x="1593850" y="3270250"/>
          <p14:tracePt t="86575" x="1568450" y="3276600"/>
          <p14:tracePt t="86591" x="1536700" y="3282950"/>
          <p14:tracePt t="86608" x="1536700" y="3289300"/>
          <p14:tracePt t="86611" x="1530350" y="3295650"/>
          <p14:tracePt t="86625" x="1524000" y="3295650"/>
          <p14:tracePt t="86641" x="1524000" y="3302000"/>
          <p14:tracePt t="86675" x="1517650" y="3302000"/>
          <p14:tracePt t="86730" x="1524000" y="3302000"/>
          <p14:tracePt t="86751" x="1530350" y="3308350"/>
          <p14:tracePt t="86772" x="1530350" y="3314700"/>
          <p14:tracePt t="86786" x="1543050" y="3327400"/>
          <p14:tracePt t="86793" x="1549400" y="3327400"/>
          <p14:tracePt t="86807" x="1562100" y="3346450"/>
          <p14:tracePt t="86823" x="1581150" y="3365500"/>
          <p14:tracePt t="86840" x="1600200" y="3397250"/>
          <p14:tracePt t="86857" x="1625600" y="3460750"/>
          <p14:tracePt t="86873" x="1651000" y="3511550"/>
          <p14:tracePt t="86890" x="1663700" y="3568700"/>
          <p14:tracePt t="86906" x="1670050" y="3632200"/>
          <p14:tracePt t="86923" x="1676400" y="3676650"/>
          <p14:tracePt t="86941" x="1682750" y="3714750"/>
          <p14:tracePt t="86996" x="1689100" y="3714750"/>
          <p14:tracePt t="87003" x="1695450" y="3714750"/>
          <p14:tracePt t="87017" x="1701800" y="3702050"/>
          <p14:tracePt t="87025" x="1708150" y="3689350"/>
          <p14:tracePt t="87039" x="1720850" y="3663950"/>
          <p14:tracePt t="87055" x="1739900" y="3625850"/>
          <p14:tracePt t="87074" x="1784350" y="3517900"/>
          <p14:tracePt t="87089" x="1816100" y="3448050"/>
          <p14:tracePt t="87106" x="1841500" y="3390900"/>
          <p14:tracePt t="87109" x="1860550" y="3346450"/>
          <p14:tracePt t="87125" x="1873250" y="3314700"/>
          <p14:tracePt t="87138" x="1885950" y="3295650"/>
          <p14:tracePt t="87155" x="1885950" y="3289300"/>
          <p14:tracePt t="87172" x="1892300" y="3276600"/>
          <p14:tracePt t="87234" x="1898650" y="3282950"/>
          <p14:tracePt t="87241" x="1905000" y="3289300"/>
          <p14:tracePt t="87258" x="1911350" y="3302000"/>
          <p14:tracePt t="87272" x="1917700" y="3321050"/>
          <p14:tracePt t="87288" x="1943100" y="3340100"/>
          <p14:tracePt t="87305" x="1981200" y="3371850"/>
          <p14:tracePt t="87322" x="2000250" y="3384550"/>
          <p14:tracePt t="87339" x="2044700" y="3403600"/>
          <p14:tracePt t="87355" x="2101850" y="3422650"/>
          <p14:tracePt t="87371" x="2133600" y="3422650"/>
          <p14:tracePt t="87389" x="2190750" y="3422650"/>
          <p14:tracePt t="87405" x="2228850" y="3416300"/>
          <p14:tracePt t="87421" x="2260600" y="3403600"/>
          <p14:tracePt t="87438" x="2336800" y="3352800"/>
          <p14:tracePt t="87454" x="2368550" y="3314700"/>
          <p14:tracePt t="87471" x="2438400" y="3251200"/>
          <p14:tracePt t="87488" x="2501900" y="3168650"/>
          <p14:tracePt t="87504" x="2546350" y="3092450"/>
          <p14:tracePt t="87521" x="2571750" y="3060700"/>
          <p14:tracePt t="87538" x="2578100" y="3035300"/>
          <p14:tracePt t="87554" x="2584450" y="3022600"/>
          <p14:tracePt t="87571" x="2603500" y="3003550"/>
          <p14:tracePt t="87587" x="2609850" y="2990850"/>
          <p14:tracePt t="87604" x="2609850" y="2984500"/>
          <p14:tracePt t="87621" x="2616200" y="2978150"/>
          <p14:tracePt t="87637" x="2616200" y="2971800"/>
          <p14:tracePt t="87654" x="2622550" y="2971800"/>
          <p14:tracePt t="87670" x="2628900" y="2971800"/>
          <p14:tracePt t="87687" x="2635250" y="2965450"/>
          <p14:tracePt t="87706" x="2641600" y="2965450"/>
          <p14:tracePt t="87753" x="2647950" y="2965450"/>
          <p14:tracePt t="87816" x="2641600" y="2965450"/>
          <p14:tracePt t="87823" x="2635250" y="2971800"/>
          <p14:tracePt t="87839" x="2622550" y="2978150"/>
          <p14:tracePt t="87853" x="2603500" y="2990850"/>
          <p14:tracePt t="87869" x="2590800" y="3003550"/>
          <p14:tracePt t="87887" x="2540000" y="3041650"/>
          <p14:tracePt t="87902" x="2508250" y="3067050"/>
          <p14:tracePt t="87920" x="2482850" y="3098800"/>
          <p14:tracePt t="87936" x="2438400" y="3162300"/>
          <p14:tracePt t="87953" x="2425700" y="3206750"/>
          <p14:tracePt t="87970" x="2413000" y="3289300"/>
          <p14:tracePt t="87986" x="2432050" y="3359150"/>
          <p14:tracePt t="88003" x="2451100" y="3390900"/>
          <p14:tracePt t="88020" x="2489200" y="3448050"/>
          <p14:tracePt t="88036" x="2540000" y="3486150"/>
          <p14:tracePt t="88052" x="2559050" y="3498850"/>
          <p14:tracePt t="88069" x="2597150" y="3524250"/>
          <p14:tracePt t="88086" x="2616200" y="3530600"/>
          <p14:tracePt t="88103" x="2628900" y="3530600"/>
          <p14:tracePt t="88120" x="2628900" y="3536950"/>
          <p14:tracePt t="88223" x="2628900" y="3530600"/>
          <p14:tracePt t="88230" x="2628900" y="3524250"/>
          <p14:tracePt t="88576" x="2647950" y="3505200"/>
          <p14:tracePt t="88584" x="2686050" y="3454400"/>
          <p14:tracePt t="88597" x="2717800" y="3429000"/>
          <p14:tracePt t="88605" x="2755900" y="3397250"/>
          <p14:tracePt t="88620" x="2787650" y="3371850"/>
          <p14:tracePt t="88634" x="2844800" y="3314700"/>
          <p14:tracePt t="88650" x="2863850" y="3295650"/>
          <p14:tracePt t="88669" x="2901950" y="3270250"/>
          <p14:tracePt t="88684" x="2914650" y="3257550"/>
          <p14:tracePt t="88700" x="2927350" y="3244850"/>
          <p14:tracePt t="88717" x="2940050" y="3244850"/>
          <p14:tracePt t="88749" x="2940050" y="3238500"/>
          <p14:tracePt t="88934" x="2946400" y="3238500"/>
          <p14:tracePt t="89053" x="2946400" y="3225800"/>
          <p14:tracePt t="89074" x="2946400" y="3219450"/>
          <p14:tracePt t="89088" x="2940050" y="3206750"/>
          <p14:tracePt t="89096" x="2933700" y="3206750"/>
          <p14:tracePt t="89109" x="2927350" y="3194050"/>
          <p14:tracePt t="89118" x="2914650" y="3187700"/>
          <p14:tracePt t="89132" x="2889250" y="3175000"/>
          <p14:tracePt t="89149" x="2851150" y="3155950"/>
          <p14:tracePt t="89166" x="2787650" y="3130550"/>
          <p14:tracePt t="89182" x="2768600" y="3130550"/>
          <p14:tracePt t="89198" x="2730500" y="3130550"/>
          <p14:tracePt t="89215" x="2698750" y="3130550"/>
          <p14:tracePt t="89232" x="2679700" y="3136900"/>
          <p14:tracePt t="89249" x="2673350" y="3149600"/>
          <p14:tracePt t="89265" x="2673350" y="3175000"/>
          <p14:tracePt t="89281" x="2673350" y="3181350"/>
          <p14:tracePt t="89299" x="2686050" y="3194050"/>
          <p14:tracePt t="89315" x="2692400" y="3206750"/>
          <p14:tracePt t="89331" x="2749550" y="3232150"/>
          <p14:tracePt t="89348" x="2806700" y="3257550"/>
          <p14:tracePt t="89364" x="2838450" y="3263900"/>
          <p14:tracePt t="89381" x="2921000" y="3276600"/>
          <p14:tracePt t="89398" x="2997200" y="3276600"/>
          <p14:tracePt t="89415" x="3028950" y="3276600"/>
          <p14:tracePt t="89432" x="3086100" y="3257550"/>
          <p14:tracePt t="89448" x="3130550" y="3219450"/>
          <p14:tracePt t="89464" x="3143250" y="3206750"/>
          <p14:tracePt t="89481" x="3162300" y="3181350"/>
          <p14:tracePt t="89497" x="3175000" y="3162300"/>
          <p14:tracePt t="89514" x="3181350" y="3155950"/>
          <p14:tracePt t="89547" x="3187700" y="3149600"/>
          <p14:tracePt t="89628" x="3187700" y="3155950"/>
          <p14:tracePt t="89740" x="3200400" y="3155950"/>
          <p14:tracePt t="89748" x="3206750" y="3155950"/>
          <p14:tracePt t="89754" x="3213100" y="3155950"/>
          <p14:tracePt t="89775" x="3219450" y="3149600"/>
          <p14:tracePt t="89789" x="3232150" y="3149600"/>
          <p14:tracePt t="89799" x="3244850" y="3143250"/>
          <p14:tracePt t="89813" x="3257550" y="3136900"/>
          <p14:tracePt t="89830" x="3282950" y="3130550"/>
          <p14:tracePt t="89846" x="3302000" y="3117850"/>
          <p14:tracePt t="89863" x="3308350" y="3117850"/>
          <p14:tracePt t="89879" x="3314700" y="3111500"/>
          <p14:tracePt t="89896" x="3321050" y="3111500"/>
          <p14:tracePt t="89916" x="3321050" y="3117850"/>
          <p14:tracePt t="89937" x="3321050" y="3124200"/>
          <p14:tracePt t="89958" x="3321050" y="3130550"/>
          <p14:tracePt t="89965" x="3314700" y="3130550"/>
          <p14:tracePt t="90007" x="3314700" y="3136900"/>
          <p14:tracePt t="90056" x="3314700" y="3143250"/>
          <p14:tracePt t="90070" x="3321050" y="3143250"/>
          <p14:tracePt t="90077" x="3321050" y="3149600"/>
          <p14:tracePt t="90104" x="3327400" y="3149600"/>
          <p14:tracePt t="90126" x="3333750" y="3149600"/>
          <p14:tracePt t="90168" x="3340100" y="3149600"/>
          <p14:tracePt t="90197" x="3346450" y="3143250"/>
          <p14:tracePt t="90266" x="3352800" y="3136900"/>
          <p14:tracePt t="90315" x="3359150" y="3136900"/>
          <p14:tracePt t="93503" x="3346450" y="3136900"/>
          <p14:tracePt t="93510" x="3314700" y="3136900"/>
          <p14:tracePt t="93524" x="3289300" y="3136900"/>
          <p14:tracePt t="93533" x="3257550" y="3136900"/>
          <p14:tracePt t="93550" x="3238500" y="3136900"/>
          <p14:tracePt t="93567" x="3200400" y="3136900"/>
          <p14:tracePt t="93583" x="3175000" y="3143250"/>
          <p14:tracePt t="93600" x="3162300" y="3149600"/>
          <p14:tracePt t="93616" x="3143250" y="3155950"/>
          <p14:tracePt t="93633" x="3143250" y="3162300"/>
          <p14:tracePt t="93650" x="3124200" y="3168650"/>
          <p14:tracePt t="93666" x="3117850" y="3175000"/>
          <p14:tracePt t="93683" x="3111500" y="3181350"/>
          <p14:tracePt t="93700" x="3098800" y="3181350"/>
          <p14:tracePt t="93716" x="3092450" y="3194050"/>
          <p14:tracePt t="93719" x="3079750" y="3200400"/>
          <p14:tracePt t="93749" x="3079750" y="3206750"/>
          <p14:tracePt t="93766" x="3073400" y="3213100"/>
          <p14:tracePt t="93785" x="3067050" y="3219450"/>
          <p14:tracePt t="93832" x="3067050" y="3225800"/>
          <p14:tracePt t="93874" x="3073400" y="3225800"/>
          <p14:tracePt t="93882" x="3079750" y="3225800"/>
          <p14:tracePt t="93903" x="3086100" y="3225800"/>
          <p14:tracePt t="93917" x="3098800" y="3225800"/>
          <p14:tracePt t="93924" x="3111500" y="3225800"/>
          <p14:tracePt t="93933" x="3136900" y="3213100"/>
          <p14:tracePt t="93949" x="3162300" y="3213100"/>
          <p14:tracePt t="93966" x="3206750" y="3200400"/>
          <p14:tracePt t="93982" x="3225800" y="3194050"/>
          <p14:tracePt t="93999" x="3257550" y="3187700"/>
          <p14:tracePt t="94015" x="3276600" y="3181350"/>
          <p14:tracePt t="94032" x="3282950" y="3175000"/>
          <p14:tracePt t="94049" x="3289300" y="3175000"/>
          <p14:tracePt t="94065" x="3295650" y="3175000"/>
          <p14:tracePt t="94134" x="3295650" y="3168650"/>
          <p14:tracePt t="94183" x="3302000" y="3162300"/>
          <p14:tracePt t="94225" x="3302000" y="3155950"/>
          <p14:tracePt t="94232" x="3302000" y="3149600"/>
          <p14:tracePt t="94246" x="3308350" y="3143250"/>
          <p14:tracePt t="94252" x="3308350" y="3130550"/>
          <p14:tracePt t="94268" x="3308350" y="3124200"/>
          <p14:tracePt t="94282" x="3321050" y="3098800"/>
          <p14:tracePt t="94297" x="3321050" y="3079750"/>
          <p14:tracePt t="94314" x="3327400" y="3067050"/>
          <p14:tracePt t="94331" x="3340100" y="3035300"/>
          <p14:tracePt t="94347" x="3352800" y="3009900"/>
          <p14:tracePt t="94364" x="3365500" y="2984500"/>
          <p14:tracePt t="94380" x="3378200" y="2959100"/>
          <p14:tracePt t="94397" x="3397250" y="2933700"/>
          <p14:tracePt t="94415" x="3409950" y="2927350"/>
          <p14:tracePt t="94430" x="3409950" y="2921000"/>
          <p14:tracePt t="94447" x="3422650" y="2914650"/>
          <p14:tracePt t="94464" x="3422650" y="2908300"/>
          <p14:tracePt t="94497" x="3429000" y="2908300"/>
          <p14:tracePt t="94582" x="3422650" y="2914650"/>
          <p14:tracePt t="94598" x="3416300" y="2921000"/>
          <p14:tracePt t="94617" x="3409950" y="2927350"/>
          <p14:tracePt t="94625" x="3397250" y="2940050"/>
          <p14:tracePt t="94632" x="3384550" y="2952750"/>
          <p14:tracePt t="94647" x="3365500" y="2978150"/>
          <p14:tracePt t="94663" x="3359150" y="2997200"/>
          <p14:tracePt t="94680" x="3340100" y="3054350"/>
          <p14:tracePt t="94696" x="3321050" y="3130550"/>
          <p14:tracePt t="94713" x="3314700" y="3155950"/>
          <p14:tracePt t="94716" x="3314700" y="3200400"/>
          <p14:tracePt t="94730" x="3333750" y="3238500"/>
          <p14:tracePt t="94746" x="3365500" y="3314700"/>
          <p14:tracePt t="94763" x="3403600" y="3352800"/>
          <p14:tracePt t="94779" x="3467100" y="3397250"/>
          <p14:tracePt t="94796" x="3511550" y="3416300"/>
          <p14:tracePt t="94812" x="3543300" y="3422650"/>
          <p14:tracePt t="94829" x="3600450" y="3441700"/>
          <p14:tracePt t="94846" x="3619500" y="3441700"/>
          <p14:tracePt t="94863" x="3644900" y="3435350"/>
          <p14:tracePt t="94879" x="3663950" y="3435350"/>
          <p14:tracePt t="94896" x="3670300" y="3429000"/>
          <p14:tracePt t="94912" x="3676650" y="3429000"/>
          <p14:tracePt t="94929" x="3676650" y="3422650"/>
          <p14:tracePt t="94946" x="3676650" y="3416300"/>
          <p14:tracePt t="94962" x="3676650" y="3409950"/>
          <p14:tracePt t="94978" x="3676650" y="3397250"/>
          <p14:tracePt t="94996" x="3676650" y="3390900"/>
          <p14:tracePt t="95012" x="3670300" y="3371850"/>
          <p14:tracePt t="95028" x="3657600" y="3327400"/>
          <p14:tracePt t="95046" x="3632200" y="3282950"/>
          <p14:tracePt t="95061" x="3619500" y="3257550"/>
          <p14:tracePt t="95078" x="3587750" y="3206750"/>
          <p14:tracePt t="95095" x="3568700" y="3143250"/>
          <p14:tracePt t="95111" x="3562350" y="3117850"/>
          <p14:tracePt t="95128" x="3543300" y="3073400"/>
          <p14:tracePt t="95144" x="3536950" y="3054350"/>
          <p14:tracePt t="95161" x="3536950" y="3048000"/>
          <p14:tracePt t="95194" x="3536950" y="3041650"/>
          <p14:tracePt t="95248" x="3536950" y="3035300"/>
          <p14:tracePt t="95318" x="3536950" y="3028950"/>
          <p14:tracePt t="95389" x="3536950" y="3022600"/>
          <p14:tracePt t="95396" x="3530600" y="3022600"/>
          <p14:tracePt t="95403" x="3524250" y="3022600"/>
          <p14:tracePt t="95417" x="3517900" y="3022600"/>
          <p14:tracePt t="95427" x="3511550" y="3016250"/>
          <p14:tracePt t="95444" x="3498850" y="3016250"/>
          <p14:tracePt t="95460" x="3492500" y="3016250"/>
          <p14:tracePt t="95477" x="3479800" y="3022600"/>
          <p14:tracePt t="95494" x="3460750" y="3028950"/>
          <p14:tracePt t="95510" x="3454400" y="3035300"/>
          <p14:tracePt t="95527" x="3454400" y="3041650"/>
          <p14:tracePt t="95543" x="3448050" y="3060700"/>
          <p14:tracePt t="95560" x="3448050" y="3067050"/>
          <p14:tracePt t="95577" x="3448050" y="3073400"/>
          <p14:tracePt t="95593" x="3473450" y="3086100"/>
          <p14:tracePt t="95610" x="3517900" y="3098800"/>
          <p14:tracePt t="95627" x="3568700" y="3105150"/>
          <p14:tracePt t="95643" x="3594100" y="3105150"/>
          <p14:tracePt t="95659" x="3657600" y="3086100"/>
          <p14:tracePt t="95677" x="3708400" y="3060700"/>
          <p14:tracePt t="95693" x="3733800" y="3035300"/>
          <p14:tracePt t="95709" x="3759200" y="2984500"/>
          <p14:tracePt t="95726" x="3784600" y="2940050"/>
          <p14:tracePt t="95742" x="3784600" y="2927350"/>
          <p14:tracePt t="95760" x="3797300" y="2901950"/>
          <p14:tracePt t="95776" x="3803650" y="2876550"/>
          <p14:tracePt t="95792" x="3803650" y="2863850"/>
          <p14:tracePt t="95810" x="3816350" y="2844800"/>
          <p14:tracePt t="95826" x="3829050" y="2825750"/>
          <p14:tracePt t="95842" x="3848100" y="2819400"/>
          <p14:tracePt t="95859" x="3873500" y="2800350"/>
          <p14:tracePt t="95875" x="3892550" y="2794000"/>
          <p14:tracePt t="95892" x="3930650" y="2787650"/>
          <p14:tracePt t="95909" x="3981450" y="2781300"/>
          <p14:tracePt t="95925" x="4000500" y="2781300"/>
          <p14:tracePt t="95942" x="4038600" y="2794000"/>
          <p14:tracePt t="95958" x="4076700" y="2851150"/>
          <p14:tracePt t="95975" x="4095750" y="2889250"/>
          <p14:tracePt t="95992" x="4140200" y="2990850"/>
          <p14:tracePt t="96008" x="4152900" y="3098800"/>
          <p14:tracePt t="96025" x="4152900" y="3149600"/>
          <p14:tracePt t="96042" x="4152900" y="3225800"/>
          <p14:tracePt t="96059" x="4146550" y="3282950"/>
          <p14:tracePt t="96076" x="4121150" y="3314700"/>
          <p14:tracePt t="96091" x="4108450" y="3333750"/>
          <p14:tracePt t="96108" x="4076700" y="3352800"/>
          <p14:tracePt t="96125" x="4051300" y="3359150"/>
          <p14:tracePt t="96141" x="4038600" y="3359150"/>
          <p14:tracePt t="96175" x="4025900" y="3359150"/>
          <p14:tracePt t="96210" x="4019550" y="3359150"/>
          <p14:tracePt t="96545" x="4013200" y="3359150"/>
          <p14:tracePt t="96559" x="4006850" y="3352800"/>
          <p14:tracePt t="96566" x="4000500" y="3352800"/>
          <p14:tracePt t="96580" x="4000500" y="3346450"/>
          <p14:tracePt t="96589" x="3987800" y="3346450"/>
          <p14:tracePt t="96607" x="3981450" y="3340100"/>
          <p14:tracePt t="96623" x="3943350" y="3333750"/>
          <p14:tracePt t="96640" x="3879850" y="3314700"/>
          <p14:tracePt t="96657" x="3835400" y="3302000"/>
          <p14:tracePt t="96673" x="3752850" y="3276600"/>
          <p14:tracePt t="96689" x="3683000" y="3251200"/>
          <p14:tracePt t="96706" x="3651250" y="3244850"/>
          <p14:tracePt t="96722" x="3594100" y="3232150"/>
          <p14:tracePt t="96739" x="3543300" y="3219450"/>
          <p14:tracePt t="96756" x="3498850" y="3213100"/>
          <p14:tracePt t="96772" x="3486150" y="3206750"/>
          <p14:tracePt t="96789" x="3473450" y="3206750"/>
          <p14:tracePt t="96805" x="3435350" y="3181350"/>
          <p14:tracePt t="96822" x="3422650" y="3175000"/>
          <p14:tracePt t="96839" x="3416300" y="3175000"/>
          <p14:tracePt t="96855" x="3390900" y="3155950"/>
          <p14:tracePt t="96872" x="3365500" y="3143250"/>
          <p14:tracePt t="96890" x="3314700" y="3124200"/>
          <p14:tracePt t="96905" x="3295650" y="3117850"/>
          <p14:tracePt t="96922" x="3238500" y="3105150"/>
          <p14:tracePt t="96939" x="3187700" y="3079750"/>
          <p14:tracePt t="96955" x="3168650" y="3079750"/>
          <p14:tracePt t="96972" x="3130550" y="3067050"/>
          <p14:tracePt t="96988" x="3111500" y="3060700"/>
          <p14:tracePt t="97022" x="3105150" y="3060700"/>
          <p14:tracePt t="97056" x="3111500" y="3060700"/>
          <p14:tracePt t="97072" x="3124200" y="3060700"/>
          <p14:tracePt t="97078" x="3130550" y="3060700"/>
          <p14:tracePt t="97088" x="3155950" y="3060700"/>
          <p14:tracePt t="97105" x="3181350" y="3060700"/>
          <p14:tracePt t="97122" x="3270250" y="3060700"/>
          <p14:tracePt t="97138" x="3333750" y="3060700"/>
          <p14:tracePt t="97155" x="3467100" y="3041650"/>
          <p14:tracePt t="97170" x="3562350" y="3022600"/>
          <p14:tracePt t="97188" x="3600450" y="3016250"/>
          <p14:tracePt t="97205" x="3644900" y="3003550"/>
          <p14:tracePt t="97221" x="3663950" y="2997200"/>
          <p14:tracePt t="97238" x="3670300" y="2997200"/>
          <p14:tracePt t="97254" x="3676650" y="2990850"/>
          <p14:tracePt t="97282" x="3663950" y="2990850"/>
          <p14:tracePt t="97290" x="3651250" y="2990850"/>
          <p14:tracePt t="97304" x="3632200" y="2990850"/>
          <p14:tracePt t="97320" x="3575050" y="2990850"/>
          <p14:tracePt t="97338" x="3492500" y="2997200"/>
          <p14:tracePt t="97354" x="3429000" y="3009900"/>
          <p14:tracePt t="97370" x="3308350" y="3016250"/>
          <p14:tracePt t="97387" x="3219450" y="3035300"/>
          <p14:tracePt t="97404" x="3194050" y="3041650"/>
          <p14:tracePt t="97420" x="3175000" y="3048000"/>
          <p14:tracePt t="97437" x="3149600" y="3054350"/>
          <p14:tracePt t="97492" x="3155950" y="3054350"/>
          <p14:tracePt t="97499" x="3168650" y="3060700"/>
          <p14:tracePt t="97506" x="3200400" y="3060700"/>
          <p14:tracePt t="97522" x="3238500" y="3060700"/>
          <p14:tracePt t="97536" x="3289300" y="3073400"/>
          <p14:tracePt t="97553" x="3435350" y="3079750"/>
          <p14:tracePt t="97570" x="3575050" y="3079750"/>
          <p14:tracePt t="97586" x="3638550" y="3079750"/>
          <p14:tracePt t="97603" x="3746500" y="3060700"/>
          <p14:tracePt t="97619" x="3797300" y="3041650"/>
          <p14:tracePt t="97653" x="3810000" y="3041650"/>
          <p14:tracePt t="97702" x="3803650" y="3035300"/>
          <p14:tracePt t="97709" x="3790950" y="3035300"/>
          <p14:tracePt t="97718" x="3778250" y="3035300"/>
          <p14:tracePt t="97735" x="3752850" y="3035300"/>
          <p14:tracePt t="97752" x="3683000" y="3048000"/>
          <p14:tracePt t="97769" x="3638550" y="3054350"/>
          <p14:tracePt t="97786" x="3492500" y="3079750"/>
          <p14:tracePt t="97802" x="3435350" y="3098800"/>
          <p14:tracePt t="97819" x="3365500" y="3117850"/>
          <p14:tracePt t="97835" x="3346450" y="3117850"/>
          <p14:tracePt t="97852" x="3321050" y="3130550"/>
          <p14:tracePt t="97868" x="3308350" y="3136900"/>
          <p14:tracePt t="97901" x="3302000" y="3136900"/>
          <p14:tracePt t="97918" x="3302000" y="3143250"/>
          <p14:tracePt t="97956" x="3302000" y="3149600"/>
          <p14:tracePt t="97998" x="3308350" y="3149600"/>
          <p14:tracePt t="98047" x="3314700" y="3149600"/>
          <p14:tracePt t="98104" x="3321050" y="3149600"/>
          <p14:tracePt t="98153" x="3327400" y="3143250"/>
          <p14:tracePt t="98174" x="3333750" y="3143250"/>
          <p14:tracePt t="98188" x="3340100" y="3143250"/>
          <p14:tracePt t="98195" x="3346450" y="3143250"/>
          <p14:tracePt t="98216" x="3359150" y="3136900"/>
          <p14:tracePt t="98223" x="3371850" y="3136900"/>
          <p14:tracePt t="98237" x="3378200" y="3136900"/>
          <p14:tracePt t="98251" x="3384550" y="3130550"/>
          <p14:tracePt t="98267" x="3409950" y="3117850"/>
          <p14:tracePt t="98284" x="3416300" y="3117850"/>
          <p14:tracePt t="98300" x="3435350" y="3098800"/>
          <p14:tracePt t="98317" x="3435350" y="3086100"/>
          <p14:tracePt t="98334" x="3416300" y="3067050"/>
          <p14:tracePt t="98350" x="3397250" y="3054350"/>
          <p14:tracePt t="98367" x="3346450" y="3048000"/>
          <p14:tracePt t="98384" x="3289300" y="3048000"/>
          <p14:tracePt t="98400" x="3270250" y="3048000"/>
          <p14:tracePt t="98416" x="3238500" y="3054350"/>
          <p14:tracePt t="98434" x="3187700" y="3079750"/>
          <p14:tracePt t="98450" x="3181350" y="3092450"/>
          <p14:tracePt t="98467" x="3175000" y="3098800"/>
          <p14:tracePt t="98483" x="3168650" y="3105150"/>
          <p14:tracePt t="98500" x="3162300" y="3111500"/>
          <p14:tracePt t="98559" x="3162300" y="3117850"/>
          <p14:tracePt t="98568" x="3168650" y="3117850"/>
          <p14:tracePt t="98573" x="3175000" y="3117850"/>
          <p14:tracePt t="98587" x="3181350" y="3117850"/>
          <p14:tracePt t="98600" x="3200400" y="3117850"/>
          <p14:tracePt t="98616" x="3232150" y="3117850"/>
          <p14:tracePt t="98633" x="3257550" y="3117850"/>
          <p14:tracePt t="98649" x="3314700" y="3111500"/>
          <p14:tracePt t="98666" x="3397250" y="3073400"/>
          <p14:tracePt t="98683" x="3441700" y="3054350"/>
          <p14:tracePt t="98699" x="3505200" y="3009900"/>
          <p14:tracePt t="98716" x="3562350" y="2959100"/>
          <p14:tracePt t="98732" x="3575050" y="2940050"/>
          <p14:tracePt t="98749" x="3600450" y="2914650"/>
          <p14:tracePt t="98765" x="3600450" y="2901950"/>
          <p14:tracePt t="98769" x="3581400" y="2876550"/>
          <p14:tracePt t="98782" x="3562350" y="2863850"/>
          <p14:tracePt t="98799" x="3467100" y="2832100"/>
          <p14:tracePt t="98815" x="3390900" y="2819400"/>
          <p14:tracePt t="98832" x="3232150" y="2813050"/>
          <p14:tracePt t="98848" x="3098800" y="2844800"/>
          <p14:tracePt t="98865" x="3048000" y="2863850"/>
          <p14:tracePt t="98882" x="2965450" y="2921000"/>
          <p14:tracePt t="98898" x="2908300" y="2978150"/>
          <p14:tracePt t="98915" x="2901950" y="2990850"/>
          <p14:tracePt t="98932" x="2889250" y="3022600"/>
          <p14:tracePt t="98948" x="2889250" y="3048000"/>
          <p14:tracePt t="98965" x="2889250" y="3060700"/>
          <p14:tracePt t="98981" x="2901950" y="3079750"/>
          <p14:tracePt t="98998" x="2921000" y="3092450"/>
          <p14:tracePt t="99015" x="2946400" y="3105150"/>
          <p14:tracePt t="99031" x="2965450" y="3111500"/>
          <p14:tracePt t="99048" x="2990850" y="3117850"/>
          <p14:tracePt t="99065" x="3060700" y="3130550"/>
          <p14:tracePt t="99081" x="3086100" y="3130550"/>
          <p14:tracePt t="99098" x="3105150" y="3130550"/>
          <p14:tracePt t="99114" x="3130550" y="3130550"/>
          <p14:tracePt t="99131" x="3136900" y="3130550"/>
          <p14:tracePt t="99148" x="3143250" y="3130550"/>
          <p14:tracePt t="99295" x="3136900" y="3130550"/>
          <p14:tracePt t="99661" x="3143250" y="3136900"/>
          <p14:tracePt t="99668" x="3175000" y="3155950"/>
          <p14:tracePt t="99678" x="3206750" y="3175000"/>
          <p14:tracePt t="99696" x="3270250" y="3206750"/>
          <p14:tracePt t="99713" x="3302000" y="3213100"/>
          <p14:tracePt t="99729" x="3340100" y="3219450"/>
          <p14:tracePt t="99746" x="3448050" y="3225800"/>
          <p14:tracePt t="99762" x="3479800" y="3219450"/>
          <p14:tracePt t="99779" x="3511550" y="3213100"/>
          <p14:tracePt t="99795" x="3536950" y="3200400"/>
          <p14:tracePt t="99812" x="3562350" y="3168650"/>
          <p14:tracePt t="99830" x="3575050" y="3143250"/>
          <p14:tracePt t="99845" x="3581400" y="3143250"/>
          <p14:tracePt t="99862" x="3581400" y="3117850"/>
          <p14:tracePt t="99879" x="3581400" y="3105150"/>
          <p14:tracePt t="99895" x="3575050" y="3092450"/>
          <p14:tracePt t="99911" x="3543300" y="3086100"/>
          <p14:tracePt t="99928" x="3498850" y="3086100"/>
          <p14:tracePt t="99945" x="3473450" y="3086100"/>
          <p14:tracePt t="99962" x="3397250" y="3111500"/>
          <p14:tracePt t="99978" x="3327400" y="3136900"/>
          <p14:tracePt t="99995" x="3308350" y="3149600"/>
          <p14:tracePt t="100012" x="3263900" y="3168650"/>
          <p14:tracePt t="100028" x="3251200" y="3200400"/>
          <p14:tracePt t="100044" x="3244850" y="3200400"/>
          <p14:tracePt t="100061" x="3238500" y="3200400"/>
          <p14:tracePt t="100077" x="3232150" y="3206750"/>
          <p14:tracePt t="100773" x="3225800" y="3200400"/>
          <p14:tracePt t="100779" x="3219450" y="3187700"/>
          <p14:tracePt t="100792" x="3219450" y="3181350"/>
          <p14:tracePt t="100809" x="3200400" y="3162300"/>
          <p14:tracePt t="100825" x="3194050" y="3155950"/>
          <p14:tracePt t="100842" x="3187700" y="3149600"/>
          <p14:tracePt t="100858" x="3175000" y="3136900"/>
          <p14:tracePt t="100875" x="3175000" y="3130550"/>
          <p14:tracePt t="100892" x="3168650" y="3124200"/>
          <p14:tracePt t="100913" x="3168650" y="3117850"/>
          <p14:tracePt t="100997" x="3168650" y="3124200"/>
          <p14:tracePt t="101018" x="3168650" y="3130550"/>
          <p14:tracePt t="101032" x="3162300" y="3136900"/>
          <p14:tracePt t="101053" x="3162300" y="3143250"/>
          <p14:tracePt t="101060" x="3162300" y="3149600"/>
          <p14:tracePt t="101074" x="3162300" y="3155950"/>
          <p14:tracePt t="101091" x="3162300" y="3181350"/>
          <p14:tracePt t="101107" x="3162300" y="3194050"/>
          <p14:tracePt t="101124" x="3162300" y="3206750"/>
          <p14:tracePt t="101140" x="3162300" y="3232150"/>
          <p14:tracePt t="101158" x="3155950" y="3238500"/>
          <p14:tracePt t="101173" x="3155950" y="3251200"/>
          <p14:tracePt t="101207" x="3155950" y="3257550"/>
          <p14:tracePt t="101263" x="3155950" y="3263900"/>
          <p14:tracePt t="101341" x="3149600" y="3263900"/>
          <p14:tracePt t="101362" x="3143250" y="3263900"/>
          <p14:tracePt t="101368" x="3136900" y="3263900"/>
          <p14:tracePt t="101383" x="3124200" y="3257550"/>
          <p14:tracePt t="101392" x="3111500" y="3257550"/>
          <p14:tracePt t="101406" x="3105150" y="3257550"/>
          <p14:tracePt t="101423" x="3054350" y="3251200"/>
          <p14:tracePt t="101440" x="2971800" y="3238500"/>
          <p14:tracePt t="101456" x="2914650" y="3225800"/>
          <p14:tracePt t="101473" x="2863850" y="3219450"/>
          <p14:tracePt t="101489" x="2686050" y="3219450"/>
          <p14:tracePt t="101506" x="2609850" y="3219450"/>
          <p14:tracePt t="101523" x="2476500" y="3219450"/>
          <p14:tracePt t="101539" x="2413000" y="3219450"/>
          <p14:tracePt t="101556" x="2311400" y="3232150"/>
          <p14:tracePt t="101573" x="2228850" y="3232150"/>
          <p14:tracePt t="101589" x="2203450" y="3238500"/>
          <p14:tracePt t="101606" x="2146300" y="3238500"/>
          <p14:tracePt t="101622" x="2095500" y="3238500"/>
          <p14:tracePt t="101639" x="2063750" y="3238500"/>
          <p14:tracePt t="101656" x="2006600" y="3238500"/>
          <p14:tracePt t="101672" x="1949450" y="3232150"/>
          <p14:tracePt t="101689" x="1911350" y="3232150"/>
          <p14:tracePt t="101706" x="1841500" y="3225800"/>
          <p14:tracePt t="101722" x="1784350" y="3225800"/>
          <p14:tracePt t="101739" x="1758950" y="3225800"/>
          <p14:tracePt t="101755" x="1708150" y="3219450"/>
          <p14:tracePt t="101772" x="1676400" y="3219450"/>
          <p14:tracePt t="101788" x="1663700" y="3219450"/>
          <p14:tracePt t="101805" x="1644650" y="3219450"/>
          <p14:tracePt t="101821" x="1638300" y="3219450"/>
          <p14:tracePt t="101881" x="1631950" y="3225800"/>
          <p14:tracePt t="101930" x="1625600" y="3232150"/>
          <p14:tracePt t="102021" x="1631950" y="3232150"/>
          <p14:tracePt t="102034" x="1638300" y="3232150"/>
          <p14:tracePt t="102042" x="1651000" y="3232150"/>
          <p14:tracePt t="102054" x="1657350" y="3232150"/>
          <p14:tracePt t="102070" x="1714500" y="3232150"/>
          <p14:tracePt t="102087" x="1752600" y="3225800"/>
          <p14:tracePt t="102104" x="1803400" y="3213100"/>
          <p14:tracePt t="102120" x="2025650" y="3187700"/>
          <p14:tracePt t="102137" x="2101850" y="3175000"/>
          <p14:tracePt t="102154" x="2222500" y="3155950"/>
          <p14:tracePt t="102170" x="2273300" y="3155950"/>
          <p14:tracePt t="102187" x="2355850" y="3149600"/>
          <p14:tracePt t="102204" x="2413000" y="3143250"/>
          <p14:tracePt t="102220" x="2425700" y="3143250"/>
          <p14:tracePt t="102237" x="2444750" y="3143250"/>
          <p14:tracePt t="102253" x="2451100" y="3143250"/>
          <p14:tracePt t="102344" x="2451100" y="3136900"/>
          <p14:tracePt t="102414" x="2457450" y="3136900"/>
          <p14:tracePt t="102456" x="2463800" y="3136900"/>
          <p14:tracePt t="102463" x="2470150" y="3136900"/>
          <p14:tracePt t="102472" x="2476500" y="3136900"/>
          <p14:tracePt t="102486" x="2482850" y="3136900"/>
          <p14:tracePt t="102502" x="2501900" y="3136900"/>
          <p14:tracePt t="102519" x="2540000" y="3136900"/>
          <p14:tracePt t="102535" x="2628900" y="3136900"/>
          <p14:tracePt t="102552" x="2679700" y="3136900"/>
          <p14:tracePt t="102569" x="2787650" y="3155950"/>
          <p14:tracePt t="102586" x="2882900" y="3162300"/>
          <p14:tracePt t="102603" x="2940050" y="3162300"/>
          <p14:tracePt t="102619" x="2959100" y="3175000"/>
          <p14:tracePt t="102636" x="2990850" y="3175000"/>
          <p14:tracePt t="102652" x="2997200" y="3175000"/>
          <p14:tracePt t="102669" x="3009900" y="3175000"/>
          <p14:tracePt t="102685" x="3016250" y="3175000"/>
          <p14:tracePt t="102702" x="3022600" y="3175000"/>
          <p14:tracePt t="103532" x="3022600" y="3194050"/>
          <p14:tracePt t="103546" x="3022600" y="3200400"/>
          <p14:tracePt t="103553" x="3022600" y="3219450"/>
          <p14:tracePt t="103568" x="3022600" y="3232150"/>
          <p14:tracePt t="103582" x="3035300" y="3251200"/>
          <p14:tracePt t="103599" x="3035300" y="3270250"/>
          <p14:tracePt t="103616" x="3041650" y="3302000"/>
          <p14:tracePt t="103632" x="3048000" y="3314700"/>
          <p14:tracePt t="103648" x="3060700" y="3340100"/>
          <p14:tracePt t="103666" x="3073400" y="3365500"/>
          <p14:tracePt t="103682" x="3079750" y="3371850"/>
          <p14:tracePt t="103699" x="3086100" y="3390900"/>
          <p14:tracePt t="103715" x="3105150" y="3403600"/>
          <p14:tracePt t="103732" x="3111500" y="3409950"/>
          <p14:tracePt t="103749" x="3130550" y="3416300"/>
          <p14:tracePt t="103765" x="3149600" y="3416300"/>
          <p14:tracePt t="103781" x="3162300" y="3416300"/>
          <p14:tracePt t="103799" x="3194050" y="3416300"/>
          <p14:tracePt t="103814" x="3257550" y="3416300"/>
          <p14:tracePt t="103831" x="3282950" y="3409950"/>
          <p14:tracePt t="103848" x="3365500" y="3397250"/>
          <p14:tracePt t="103865" x="3397250" y="3397250"/>
          <p14:tracePt t="103867" x="3422650" y="3384550"/>
          <p14:tracePt t="103881" x="3441700" y="3384550"/>
          <p14:tracePt t="103898" x="3486150" y="3378200"/>
          <p14:tracePt t="103914" x="3498850" y="3378200"/>
          <p14:tracePt t="103931" x="3517900" y="3378200"/>
          <p14:tracePt t="103947" x="3549650" y="3378200"/>
          <p14:tracePt t="103964" x="3562350" y="3378200"/>
          <p14:tracePt t="103981" x="3581400" y="3378200"/>
          <p14:tracePt t="103998" x="3619500" y="3378200"/>
          <p14:tracePt t="104014" x="3638550" y="3378200"/>
          <p14:tracePt t="104030" x="3695700" y="3378200"/>
          <p14:tracePt t="104047" x="3765550" y="3371850"/>
          <p14:tracePt t="104064" x="3803650" y="3365500"/>
          <p14:tracePt t="104080" x="3898900" y="3352800"/>
          <p14:tracePt t="104097" x="3956050" y="3352800"/>
          <p14:tracePt t="104115" x="4006850" y="3346450"/>
          <p14:tracePt t="104130" x="4025900" y="3346450"/>
          <p14:tracePt t="104147" x="4038600" y="3340100"/>
          <p14:tracePt t="104164" x="4057650" y="3333750"/>
          <p14:tracePt t="104180" x="4064000" y="3333750"/>
          <p14:tracePt t="104226" x="4057650" y="3333750"/>
          <p14:tracePt t="104233" x="4051300" y="3340100"/>
          <p14:tracePt t="104249" x="4038600" y="3340100"/>
          <p14:tracePt t="104263" x="4025900" y="3346450"/>
          <p14:tracePt t="104280" x="3994150" y="3359150"/>
          <p14:tracePt t="104297" x="3930650" y="3384550"/>
          <p14:tracePt t="104313" x="3879850" y="3403600"/>
          <p14:tracePt t="104330" x="3790950" y="3429000"/>
          <p14:tracePt t="104346" x="3708400" y="3460750"/>
          <p14:tracePt t="104363" x="3651250" y="3479800"/>
          <p14:tracePt t="104380" x="3587750" y="3505200"/>
          <p14:tracePt t="104396" x="3543300" y="3517900"/>
          <p14:tracePt t="104412" x="3517900" y="3524250"/>
          <p14:tracePt t="104430" x="3505200" y="3530600"/>
          <p14:tracePt t="104447" x="3473450" y="3543300"/>
          <p14:tracePt t="104479" x="3467100" y="3549650"/>
          <p14:tracePt t="104744" x="3473450" y="3549650"/>
          <p14:tracePt t="104759" x="3498850" y="3549650"/>
          <p14:tracePt t="104766" x="3524250" y="3549650"/>
          <p14:tracePt t="104781" x="3556000" y="3549650"/>
          <p14:tracePt t="104795" x="3651250" y="3543300"/>
          <p14:tracePt t="104811" x="3721100" y="3543300"/>
          <p14:tracePt t="104828" x="3771900" y="3530600"/>
          <p14:tracePt t="104844" x="3873500" y="3530600"/>
          <p14:tracePt t="104861" x="3956050" y="3524250"/>
          <p14:tracePt t="104878" x="3994150" y="3524250"/>
          <p14:tracePt t="104894" x="4006850" y="3524250"/>
          <p14:tracePt t="104911" x="4019550" y="3524250"/>
          <p14:tracePt t="104928" x="4025900" y="3524250"/>
          <p14:tracePt t="104990" x="4025900" y="3517900"/>
          <p14:tracePt t="104997" x="4019550" y="3517900"/>
          <p14:tracePt t="105068" x="4013200" y="3517900"/>
          <p14:tracePt t="105369" x="4013200" y="3511550"/>
          <p14:tracePt t="105398" x="4013200" y="3505200"/>
          <p14:tracePt t="105418" x="4019550" y="3498850"/>
          <p14:tracePt t="105439" x="4025900" y="3492500"/>
          <p14:tracePt t="105446" x="4025900" y="3486150"/>
          <p14:tracePt t="105461" x="4025900" y="3479800"/>
          <p14:tracePt t="105481" x="4025900" y="3467100"/>
          <p14:tracePt t="105491" x="4025900" y="3460750"/>
          <p14:tracePt t="105509" x="4025900" y="3441700"/>
          <p14:tracePt t="105525" x="4025900" y="3416300"/>
          <p14:tracePt t="105542" x="4000500" y="3365500"/>
          <p14:tracePt t="105559" x="3962400" y="3308350"/>
          <p14:tracePt t="105576" x="3937000" y="3263900"/>
          <p14:tracePt t="105592" x="3848100" y="3187700"/>
          <p14:tracePt t="105608" x="3746500" y="3130550"/>
          <p14:tracePt t="105624" x="3689350" y="3105150"/>
          <p14:tracePt t="105642" x="3568700" y="3067050"/>
          <p14:tracePt t="105658" x="3448050" y="3060700"/>
          <p14:tracePt t="105675" x="3384550" y="3073400"/>
          <p14:tracePt t="105692" x="3244850" y="3130550"/>
          <p14:tracePt t="105708" x="3162300" y="3175000"/>
          <p14:tracePt t="105725" x="3111500" y="3213100"/>
          <p14:tracePt t="105742" x="3067050" y="3257550"/>
          <p14:tracePt t="105758" x="3048000" y="3289300"/>
          <p14:tracePt t="105775" x="3041650" y="3302000"/>
          <p14:tracePt t="105791" x="3035300" y="3321050"/>
          <p14:tracePt t="105808" x="3035300" y="3333750"/>
          <p14:tracePt t="105825" x="3035300" y="3340100"/>
          <p14:tracePt t="105841" x="3041650" y="3340100"/>
          <p14:tracePt t="105857" x="3060700" y="3340100"/>
          <p14:tracePt t="105874" x="3143250" y="3340100"/>
          <p14:tracePt t="105891" x="3270250" y="3333750"/>
          <p14:tracePt t="105907" x="3359150" y="3327400"/>
          <p14:tracePt t="105924" x="3505200" y="3308350"/>
          <p14:tracePt t="105941" x="3625850" y="3276600"/>
          <p14:tracePt t="105958" x="3702050" y="3238500"/>
          <p14:tracePt t="105974" x="3721100" y="3225800"/>
          <p14:tracePt t="105990" x="3746500" y="3200400"/>
          <p14:tracePt t="106007" x="3752850" y="3181350"/>
          <p14:tracePt t="106024" x="3752850" y="3168650"/>
          <p14:tracePt t="106040" x="3752850" y="3155950"/>
          <p14:tracePt t="106057" x="3727450" y="3136900"/>
          <p14:tracePt t="106074" x="3702050" y="3117850"/>
          <p14:tracePt t="106092" x="3644900" y="3105150"/>
          <p14:tracePt t="106107" x="3594100" y="3105150"/>
          <p14:tracePt t="106123" x="3498850" y="3111500"/>
          <p14:tracePt t="106141" x="3390900" y="3143250"/>
          <p14:tracePt t="106156" x="3346450" y="3162300"/>
          <p14:tracePt t="106173" x="3257550" y="3213100"/>
          <p14:tracePt t="106190" x="3200400" y="3282950"/>
          <p14:tracePt t="106206" x="3194050" y="3314700"/>
          <p14:tracePt t="106223" x="3181350" y="3352800"/>
          <p14:tracePt t="106240" x="3181350" y="3397250"/>
          <p14:tracePt t="106256" x="3187700" y="3416300"/>
          <p14:tracePt t="106274" x="3213100" y="3448050"/>
          <p14:tracePt t="106289" x="3257550" y="3473450"/>
          <p14:tracePt t="106306" x="3276600" y="3479800"/>
          <p14:tracePt t="106323" x="3346450" y="3486150"/>
          <p14:tracePt t="106339" x="3422650" y="3486150"/>
          <p14:tracePt t="106356" x="3467100" y="3479800"/>
          <p14:tracePt t="106373" x="3536950" y="3454400"/>
          <p14:tracePt t="106389" x="3568700" y="3448050"/>
          <p14:tracePt t="106406" x="3613150" y="3409950"/>
          <p14:tracePt t="106422" x="3644900" y="3384550"/>
          <p14:tracePt t="106439" x="3651250" y="3371850"/>
          <p14:tracePt t="106456" x="3663950" y="3365500"/>
          <p14:tracePt t="106472" x="3663950" y="3359150"/>
          <p14:tracePt t="106489" x="3663950" y="3352800"/>
          <p14:tracePt t="106506" x="3644900" y="3340100"/>
          <p14:tracePt t="106522" x="3606800" y="3327400"/>
          <p14:tracePt t="106539" x="3594100" y="3321050"/>
          <p14:tracePt t="106555" x="3536950" y="3308350"/>
          <p14:tracePt t="106572" x="3454400" y="3308350"/>
          <p14:tracePt t="106589" x="3378200" y="3333750"/>
          <p14:tracePt t="106605" x="3352800" y="3346450"/>
          <p14:tracePt t="106622" x="3295650" y="3378200"/>
          <p14:tracePt t="106639" x="3263900" y="3403600"/>
          <p14:tracePt t="106655" x="3257550" y="3429000"/>
          <p14:tracePt t="106671" x="3238500" y="3448050"/>
          <p14:tracePt t="106688" x="3225800" y="3486150"/>
          <p14:tracePt t="106705" x="3219450" y="3498850"/>
          <p14:tracePt t="106721" x="3219450" y="3505200"/>
          <p14:tracePt t="106738" x="3219450" y="3517900"/>
          <p14:tracePt t="106800" x="3225800" y="3517900"/>
          <p14:tracePt t="106814" x="3232150" y="3517900"/>
          <p14:tracePt t="106823" x="3244850" y="3517900"/>
          <p14:tracePt t="106838" x="3251200" y="3517900"/>
          <p14:tracePt t="106854" x="3270250" y="3511550"/>
          <p14:tracePt t="106871" x="3314700" y="3486150"/>
          <p14:tracePt t="106887" x="3333750" y="3479800"/>
          <p14:tracePt t="106904" x="3371850" y="3460750"/>
          <p14:tracePt t="106920" x="3390900" y="3448050"/>
          <p14:tracePt t="106937" x="3403600" y="3441700"/>
          <p14:tracePt t="106940" x="3403600" y="3435350"/>
          <p14:tracePt t="106968" x="3409950" y="3435350"/>
          <p14:tracePt t="107094" x="3416300" y="3435350"/>
          <p14:tracePt t="107178" x="3416300" y="3429000"/>
          <p14:tracePt t="107213" x="3416300" y="3422650"/>
          <p14:tracePt t="107221" x="3416300" y="3416300"/>
          <p14:tracePt t="107234" x="3409950" y="3416300"/>
          <p14:tracePt t="107240" x="3403600" y="3403600"/>
          <p14:tracePt t="107253" x="3403600" y="3397250"/>
          <p14:tracePt t="107270" x="3390900" y="3390900"/>
          <p14:tracePt t="107286" x="3346450" y="3371850"/>
          <p14:tracePt t="107302" x="3270250" y="3340100"/>
          <p14:tracePt t="107319" x="3175000" y="3302000"/>
          <p14:tracePt t="107336" x="3130550" y="3289300"/>
          <p14:tracePt t="107353" x="3086100" y="3270250"/>
          <p14:tracePt t="107369" x="2997200" y="3244850"/>
          <p14:tracePt t="107386" x="2978150" y="3244850"/>
          <p14:tracePt t="107403" x="2952750" y="3244850"/>
          <p14:tracePt t="107419" x="2946400" y="3244850"/>
          <p14:tracePt t="107436" x="2940050" y="3244850"/>
          <p14:tracePt t="108023" x="2946400" y="3257550"/>
          <p14:tracePt t="108030" x="2952750" y="3270250"/>
          <p14:tracePt t="108044" x="2965450" y="3276600"/>
          <p14:tracePt t="108053" x="2978150" y="3289300"/>
          <p14:tracePt t="108066" x="2997200" y="3302000"/>
          <p14:tracePt t="108083" x="3022600" y="3314700"/>
          <p14:tracePt t="108100" x="3124200" y="3359150"/>
          <p14:tracePt t="108116" x="3168650" y="3378200"/>
          <p14:tracePt t="108133" x="3213100" y="3384550"/>
          <p14:tracePt t="108150" x="3289300" y="3403600"/>
          <p14:tracePt t="108166" x="3371850" y="3409950"/>
          <p14:tracePt t="108183" x="3403600" y="3409950"/>
          <p14:tracePt t="108200" x="3467100" y="3390900"/>
          <p14:tracePt t="108217" x="3517900" y="3365500"/>
          <p14:tracePt t="108233" x="3549650" y="3321050"/>
          <p14:tracePt t="108250" x="3568700" y="3302000"/>
          <p14:tracePt t="108266" x="3587750" y="3257550"/>
          <p14:tracePt t="108283" x="3600450" y="3238500"/>
          <p14:tracePt t="108299" x="3606800" y="3225800"/>
          <p14:tracePt t="108316" x="3613150" y="3206750"/>
          <p14:tracePt t="108374" x="3613150" y="3200400"/>
          <p14:tracePt t="108381" x="3606800" y="3200400"/>
          <p14:tracePt t="108395" x="3594100" y="3200400"/>
          <p14:tracePt t="108402" x="3575050" y="3200400"/>
          <p14:tracePt t="108418" x="3562350" y="3200400"/>
          <p14:tracePt t="108432" x="3511550" y="3200400"/>
          <p14:tracePt t="108449" x="3473450" y="3200400"/>
          <p14:tracePt t="108452" x="3435350" y="3206750"/>
          <p14:tracePt t="108467" x="3403600" y="3213100"/>
          <p14:tracePt t="108482" x="3365500" y="3225800"/>
          <p14:tracePt t="108498" x="3289300" y="3257550"/>
          <p14:tracePt t="108515" x="3225800" y="3295650"/>
          <p14:tracePt t="108532" x="3187700" y="3333750"/>
          <p14:tracePt t="108549" x="3162300" y="3371850"/>
          <p14:tracePt t="108565" x="3149600" y="3416300"/>
          <p14:tracePt t="108582" x="3149600" y="3429000"/>
          <p14:tracePt t="108598" x="3149600" y="3460750"/>
          <p14:tracePt t="108615" x="3155950" y="3479800"/>
          <p14:tracePt t="108631" x="3162300" y="3492500"/>
          <p14:tracePt t="108648" x="3187700" y="3498850"/>
          <p14:tracePt t="108664" x="3219450" y="3505200"/>
          <p14:tracePt t="108682" x="3238500" y="3505200"/>
          <p14:tracePt t="108697" x="3321050" y="3492500"/>
          <p14:tracePt t="108714" x="3371850" y="3486150"/>
          <p14:tracePt t="108732" x="3536950" y="3429000"/>
          <p14:tracePt t="108748" x="3581400" y="3403600"/>
          <p14:tracePt t="108765" x="3619500" y="3378200"/>
          <p14:tracePt t="108781" x="3657600" y="3314700"/>
          <p14:tracePt t="108797" x="3676650" y="3263900"/>
          <p14:tracePt t="108814" x="3676650" y="3238500"/>
          <p14:tracePt t="108830" x="3670300" y="3194050"/>
          <p14:tracePt t="108847" x="3644900" y="3149600"/>
          <p14:tracePt t="108865" x="3600450" y="3124200"/>
          <p14:tracePt t="108880" x="3568700" y="3111500"/>
          <p14:tracePt t="108897" x="3492500" y="3111500"/>
          <p14:tracePt t="108914" x="3409950" y="3117850"/>
          <p14:tracePt t="108930" x="3378200" y="3124200"/>
          <p14:tracePt t="108947" x="3321050" y="3149600"/>
          <p14:tracePt t="108964" x="3276600" y="3181350"/>
          <p14:tracePt t="108980" x="3263900" y="3206750"/>
          <p14:tracePt t="108997" x="3257550" y="3219450"/>
          <p14:tracePt t="109013" x="3238500" y="3263900"/>
          <p14:tracePt t="109030" x="3232150" y="3270250"/>
          <p14:tracePt t="109047" x="3232150" y="3282950"/>
          <p14:tracePt t="109159" x="3232150" y="3276600"/>
          <p14:tracePt t="109584" x="3225800" y="3282950"/>
          <p14:tracePt t="109598" x="3213100" y="3289300"/>
          <p14:tracePt t="109605" x="3206750" y="3302000"/>
          <p14:tracePt t="109619" x="3200400" y="3314700"/>
          <p14:tracePt t="109627" x="3200400" y="3321050"/>
          <p14:tracePt t="109645" x="3194050" y="3333750"/>
          <p14:tracePt t="109662" x="3194050" y="3340100"/>
          <p14:tracePt t="109678" x="3194050" y="3346450"/>
          <p14:tracePt t="109698" x="3194050" y="3352800"/>
          <p14:tracePt t="109717" x="3200400" y="3352800"/>
          <p14:tracePt t="109727" x="3213100" y="3352800"/>
          <p14:tracePt t="109744" x="3219450" y="3352800"/>
          <p14:tracePt t="109760" x="3244850" y="3352800"/>
          <p14:tracePt t="109778" x="3302000" y="3352800"/>
          <p14:tracePt t="109795" x="3359150" y="3327400"/>
          <p14:tracePt t="109811" x="3403600" y="3314700"/>
          <p14:tracePt t="109827" x="3448050" y="3295650"/>
          <p14:tracePt t="109844" x="3530600" y="3244850"/>
          <p14:tracePt t="109860" x="3556000" y="3225800"/>
          <p14:tracePt t="109876" x="3575050" y="3213100"/>
          <p14:tracePt t="109893" x="3594100" y="3181350"/>
          <p14:tracePt t="109910" x="3600450" y="3168650"/>
          <p14:tracePt t="109970" x="3594100" y="3168650"/>
          <p14:tracePt t="109977" x="3581400" y="3168650"/>
          <p14:tracePt t="109983" x="3568700" y="3168650"/>
          <p14:tracePt t="109997" x="3549650" y="3175000"/>
          <p14:tracePt t="110010" x="3530600" y="3175000"/>
          <p14:tracePt t="110027" x="3505200" y="3181350"/>
          <p14:tracePt t="110043" x="3492500" y="3187700"/>
          <p14:tracePt t="110060" x="3473450" y="3194050"/>
          <p14:tracePt t="110096" x="3467100" y="3194050"/>
          <p14:tracePt t="110180" x="3473450" y="3194050"/>
          <p14:tracePt t="110187" x="3479800" y="3194050"/>
          <p14:tracePt t="110195" x="3492500" y="3194050"/>
          <p14:tracePt t="110210" x="3492500" y="3187700"/>
          <p14:tracePt t="110226" x="3505200" y="3187700"/>
          <p14:tracePt t="110243" x="3536950" y="3175000"/>
          <p14:tracePt t="110259" x="3575050" y="3149600"/>
          <p14:tracePt t="110276" x="3594100" y="3149600"/>
          <p14:tracePt t="110292" x="3644900" y="3130550"/>
          <p14:tracePt t="110309" x="3702050" y="3117850"/>
          <p14:tracePt t="110326" x="3721100" y="3105150"/>
          <p14:tracePt t="110343" x="3784600" y="3092450"/>
          <p14:tracePt t="110359" x="3848100" y="3086100"/>
          <p14:tracePt t="110376" x="3917950" y="3086100"/>
          <p14:tracePt t="110391" x="3949700" y="3092450"/>
          <p14:tracePt t="110409" x="4013200" y="3111500"/>
          <p14:tracePt t="110426" x="4057650" y="3130550"/>
          <p14:tracePt t="110442" x="4076700" y="3136900"/>
          <p14:tracePt t="110458" x="4095750" y="3143250"/>
          <p14:tracePt t="110475" x="4127500" y="3187700"/>
          <p14:tracePt t="110492" x="4140200" y="3200400"/>
          <p14:tracePt t="110508" x="4146550" y="3213100"/>
          <p14:tracePt t="110525" x="4133850" y="3238500"/>
          <p14:tracePt t="110541" x="4095750" y="3289300"/>
          <p14:tracePt t="110559" x="3994150" y="3359150"/>
          <p14:tracePt t="110574" x="3930650" y="3384550"/>
          <p14:tracePt t="110591" x="3771900" y="3422650"/>
          <p14:tracePt t="110608" x="3625850" y="3435350"/>
          <p14:tracePt t="110624" x="3562350" y="3435350"/>
          <p14:tracePt t="110641" x="3448050" y="3422650"/>
          <p14:tracePt t="110658" x="3352800" y="3416300"/>
          <p14:tracePt t="110674" x="3321050" y="3397250"/>
          <p14:tracePt t="110691" x="3289300" y="3384550"/>
          <p14:tracePt t="110707" x="3276600" y="3371850"/>
          <p14:tracePt t="110748" x="3276600" y="3365500"/>
          <p14:tracePt t="110757" x="3282950" y="3365500"/>
          <p14:tracePt t="110773" x="3282950" y="3359150"/>
          <p14:tracePt t="110791" x="3321050" y="3346450"/>
          <p14:tracePt t="110807" x="3340100" y="3333750"/>
          <p14:tracePt t="110824" x="3403600" y="3302000"/>
          <p14:tracePt t="110840" x="3498850" y="3282950"/>
          <p14:tracePt t="110857" x="3562350" y="3263900"/>
          <p14:tracePt t="110874" x="3683000" y="3251200"/>
          <p14:tracePt t="110890" x="3797300" y="3244850"/>
          <p14:tracePt t="110907" x="3860800" y="3244850"/>
          <p14:tracePt t="110924" x="3943350" y="3257550"/>
          <p14:tracePt t="110940" x="4013200" y="3270250"/>
          <p14:tracePt t="110957" x="4032250" y="3270250"/>
          <p14:tracePt t="110973" x="4064000" y="3289300"/>
          <p14:tracePt t="110990" x="4070350" y="3302000"/>
          <p14:tracePt t="111008" x="4076700" y="3308350"/>
          <p14:tracePt t="111023" x="4076700" y="3321050"/>
          <p14:tracePt t="111040" x="4057650" y="3333750"/>
          <p14:tracePt t="111057" x="4038600" y="3346450"/>
          <p14:tracePt t="111073" x="3975100" y="3378200"/>
          <p14:tracePt t="111089" x="3930650" y="3390900"/>
          <p14:tracePt t="111106" x="3790950" y="3429000"/>
          <p14:tracePt t="111123" x="3752850" y="3435350"/>
          <p14:tracePt t="111139" x="3721100" y="3441700"/>
          <p14:tracePt t="111156" x="3689350" y="3448050"/>
          <p14:tracePt t="111172" x="3670300" y="3448050"/>
          <p14:tracePt t="111190" x="3663950" y="3448050"/>
          <p14:tracePt t="111231" x="3663950" y="3454400"/>
          <p14:tracePt t="111281" x="3657600" y="3454400"/>
          <p14:tracePt t="111309" x="3651250" y="3454400"/>
          <p14:tracePt t="111898" x="3638550" y="3441700"/>
          <p14:tracePt t="111912" x="3606800" y="3429000"/>
          <p14:tracePt t="111919" x="3587750" y="3416300"/>
          <p14:tracePt t="111933" x="3556000" y="3397250"/>
          <p14:tracePt t="111940" x="3524250" y="3390900"/>
          <p14:tracePt t="111953" x="3492500" y="3378200"/>
          <p14:tracePt t="111970" x="3448050" y="3365500"/>
          <p14:tracePt t="111986" x="3422650" y="3365500"/>
          <p14:tracePt t="111990" x="3403600" y="3352800"/>
          <p14:tracePt t="112005" x="3390900" y="3352800"/>
          <p14:tracePt t="112019" x="3365500" y="3346450"/>
          <p14:tracePt t="112036" x="3359150" y="3346450"/>
          <p14:tracePt t="112382" x="3359150" y="3340100"/>
          <p14:tracePt t="112389" x="3359150" y="3333750"/>
          <p14:tracePt t="112404" x="3352800" y="3321050"/>
          <p14:tracePt t="112418" x="3346450" y="3302000"/>
          <p14:tracePt t="112435" x="3314700" y="3238500"/>
          <p14:tracePt t="112452" x="3251200" y="3168650"/>
          <p14:tracePt t="112469" x="3194050" y="3130550"/>
          <p14:tracePt t="112485" x="3067050" y="3054350"/>
          <p14:tracePt t="112503" x="2914650" y="2984500"/>
          <p14:tracePt t="112518" x="2844800" y="2952750"/>
          <p14:tracePt t="112534" x="2724150" y="2927350"/>
          <p14:tracePt t="112552" x="2609850" y="2927350"/>
          <p14:tracePt t="112568" x="2571750" y="2927350"/>
          <p14:tracePt t="112585" x="2501900" y="2946400"/>
          <p14:tracePt t="112601" x="2432050" y="2978150"/>
          <p14:tracePt t="112618" x="2406650" y="2990850"/>
          <p14:tracePt t="112635" x="2368550" y="3028950"/>
          <p14:tracePt t="112651" x="2336800" y="3054350"/>
          <p14:tracePt t="112667" x="2311400" y="3067050"/>
          <p14:tracePt t="112684" x="2279650" y="3105150"/>
          <p14:tracePt t="112700" x="2254250" y="3124200"/>
          <p14:tracePt t="112717" x="2228850" y="3155950"/>
          <p14:tracePt t="112734" x="2209800" y="3168650"/>
          <p14:tracePt t="112751" x="2203450" y="3168650"/>
          <p14:tracePt t="112768" x="2197100" y="3175000"/>
          <p14:tracePt t="112784" x="2190750" y="3175000"/>
          <p14:tracePt t="112817" x="2190750" y="3181350"/>
          <p14:tracePt t="112845" x="2184400" y="3181350"/>
          <p14:tracePt t="112880" x="2178050" y="3181350"/>
          <p14:tracePt t="112915" x="2171700" y="3187700"/>
          <p14:tracePt t="112950" x="2165350" y="3194050"/>
          <p14:tracePt t="112992" x="2159000" y="3194050"/>
          <p14:tracePt t="113224" x="2146300" y="3200400"/>
          <p14:tracePt t="113230" x="2127250" y="3213100"/>
          <p14:tracePt t="113245" x="2095500" y="3219450"/>
          <p14:tracePt t="113251" x="2057400" y="3238500"/>
          <p14:tracePt t="113266" x="2000250" y="3263900"/>
          <p14:tracePt t="113282" x="1873250" y="3314700"/>
          <p14:tracePt t="113298" x="1797050" y="3333750"/>
          <p14:tracePt t="113315" x="1663700" y="3371850"/>
          <p14:tracePt t="113332" x="1593850" y="3390900"/>
          <p14:tracePt t="113348" x="1498600" y="3416300"/>
          <p14:tracePt t="113365" x="1441450" y="3422650"/>
          <p14:tracePt t="113382" x="1428750" y="3422650"/>
          <p14:tracePt t="113399" x="1416050" y="3429000"/>
          <p14:tracePt t="113415" x="1409700" y="3429000"/>
          <p14:tracePt t="113483" x="1416050" y="3422650"/>
          <p14:tracePt t="113490" x="1428750" y="3422650"/>
          <p14:tracePt t="113504" x="1435100" y="3422650"/>
          <p14:tracePt t="113514" x="1447800" y="3416300"/>
          <p14:tracePt t="113533" x="1479550" y="3409950"/>
          <p14:tracePt t="113547" x="1511300" y="3403600"/>
          <p14:tracePt t="113565" x="1606550" y="3378200"/>
          <p14:tracePt t="113582" x="1746250" y="3371850"/>
          <p14:tracePt t="113597" x="1835150" y="3359150"/>
          <p14:tracePt t="113614" x="1924050" y="3359150"/>
          <p14:tracePt t="113631" x="2178050" y="3359150"/>
          <p14:tracePt t="113647" x="2260600" y="3365500"/>
          <p14:tracePt t="113664" x="2324100" y="3365500"/>
          <p14:tracePt t="113680" x="2438400" y="3371850"/>
          <p14:tracePt t="113697" x="2508250" y="3378200"/>
          <p14:tracePt t="113714" x="2559050" y="3390900"/>
          <p14:tracePt t="113730" x="2578100" y="3403600"/>
          <p14:tracePt t="113747" x="2616200" y="3403600"/>
          <p14:tracePt t="113764" x="2635250" y="3409950"/>
          <p14:tracePt t="113780" x="2641600" y="3409950"/>
          <p14:tracePt t="113797" x="2647950" y="3409950"/>
          <p14:tracePt t="113814" x="2654300" y="3409950"/>
          <p14:tracePt t="114072" x="2660650" y="3409950"/>
          <p14:tracePt t="114142" x="2667000" y="3409950"/>
          <p14:tracePt t="114177" x="2673350" y="3409950"/>
          <p14:tracePt t="114213" x="2679700" y="3409950"/>
          <p14:tracePt t="114234" x="2686050" y="3409950"/>
          <p14:tracePt t="114247" x="2692400" y="3409950"/>
          <p14:tracePt t="114254" x="2705100" y="3416300"/>
          <p14:tracePt t="114264" x="2724150" y="3416300"/>
          <p14:tracePt t="114278" x="2743200" y="3416300"/>
          <p14:tracePt t="114295" x="2781300" y="3429000"/>
          <p14:tracePt t="114312" x="2895600" y="3460750"/>
          <p14:tracePt t="114328" x="3028950" y="3511550"/>
          <p14:tracePt t="114346" x="3162300" y="3562350"/>
          <p14:tracePt t="114361" x="3219450" y="3575050"/>
          <p14:tracePt t="114378" x="3321050" y="3625850"/>
          <p14:tracePt t="114395" x="3352800" y="3638550"/>
          <p14:tracePt t="114411" x="3384550" y="3651250"/>
          <p14:tracePt t="114428" x="3397250" y="3657600"/>
          <p14:tracePt t="114445" x="3409950" y="3683000"/>
          <p14:tracePt t="114461" x="3416300" y="3695700"/>
          <p14:tracePt t="114478" x="3435350" y="3708400"/>
          <p14:tracePt t="115710" x="3435350" y="3702050"/>
          <p14:tracePt t="115774" x="3429000" y="3702050"/>
          <p14:tracePt t="115780" x="3416300" y="3702050"/>
          <p14:tracePt t="115789" x="3397250" y="3689350"/>
          <p14:tracePt t="115806" x="3359150" y="3683000"/>
          <p14:tracePt t="115823" x="3213100" y="3663950"/>
          <p14:tracePt t="115840" x="3016250" y="3625850"/>
          <p14:tracePt t="115857" x="2901950" y="3600450"/>
          <p14:tracePt t="115873" x="2616200" y="3556000"/>
          <p14:tracePt t="115890" x="2374900" y="3517900"/>
          <p14:tracePt t="115907" x="2178050" y="3505200"/>
          <p14:tracePt t="115923" x="2101850" y="3505200"/>
          <p14:tracePt t="115939" x="1974850" y="3511550"/>
          <p14:tracePt t="115957" x="1892300" y="3536950"/>
          <p14:tracePt t="115972" x="1847850" y="3543300"/>
          <p14:tracePt t="115989" x="1822450" y="3549650"/>
          <p14:tracePt t="116006" x="1739900" y="3562350"/>
          <p14:tracePt t="116022" x="1720850" y="3562350"/>
          <p14:tracePt t="116026" x="1708150" y="3568700"/>
          <p14:tracePt t="116042" x="1695450" y="3568700"/>
          <p14:tracePt t="116056" x="1695450" y="3575050"/>
          <p14:tracePt t="116072" x="1682750" y="3575050"/>
          <p14:tracePt t="116089" x="1676400" y="3575050"/>
          <p14:tracePt t="116139" x="1670050" y="3575050"/>
          <p14:tracePt t="116145" x="1663700" y="3562350"/>
          <p14:tracePt t="116159" x="1657350" y="3556000"/>
          <p14:tracePt t="116172" x="1651000" y="3549650"/>
          <p14:tracePt t="116189" x="1644650" y="3543300"/>
          <p14:tracePt t="116208" x="1638300" y="3536950"/>
          <p14:tracePt t="116222" x="1638300" y="3530600"/>
          <p14:tracePt t="116271" x="1644650" y="3530600"/>
          <p14:tracePt t="116278" x="1651000" y="3530600"/>
          <p14:tracePt t="116288" x="1657350" y="3530600"/>
          <p14:tracePt t="116306" x="1676400" y="3530600"/>
          <p14:tracePt t="116321" x="1720850" y="3530600"/>
          <p14:tracePt t="116338" x="1765300" y="3517900"/>
          <p14:tracePt t="116355" x="1854200" y="3517900"/>
          <p14:tracePt t="116371" x="1943100" y="3511550"/>
          <p14:tracePt t="116388" x="1987550" y="3511550"/>
          <p14:tracePt t="116405" x="2025650" y="3511550"/>
          <p14:tracePt t="116421" x="2057400" y="3511550"/>
          <p14:tracePt t="116454" x="2063750" y="3511550"/>
          <p14:tracePt t="116471" x="2063750" y="3517900"/>
          <p14:tracePt t="116490" x="2063750" y="3530600"/>
          <p14:tracePt t="116636" x="2070100" y="3530600"/>
          <p14:tracePt t="116671" x="2076450" y="3530600"/>
          <p14:tracePt t="116678" x="2076450" y="3524250"/>
          <p14:tracePt t="116769" x="2082800" y="3517900"/>
          <p14:tracePt t="116797" x="2082800" y="3511550"/>
          <p14:tracePt t="116819" x="2089150" y="3511550"/>
          <p14:tracePt t="116839" x="2101850" y="3498850"/>
          <p14:tracePt t="116846" x="2108200" y="3492500"/>
          <p14:tracePt t="116861" x="2120900" y="3486150"/>
          <p14:tracePt t="116870" x="2139950" y="3473450"/>
          <p14:tracePt t="116886" x="2171700" y="3460750"/>
          <p14:tracePt t="116903" x="2273300" y="3416300"/>
          <p14:tracePt t="116920" x="2393950" y="3359150"/>
          <p14:tracePt t="116938" x="2463800" y="3314700"/>
          <p14:tracePt t="116953" x="2616200" y="3244850"/>
          <p14:tracePt t="116969" x="2679700" y="3219450"/>
          <p14:tracePt t="116986" x="2806700" y="3162300"/>
          <p14:tracePt t="117002" x="2895600" y="3117850"/>
          <p14:tracePt t="117019" x="2927350" y="3098800"/>
          <p14:tracePt t="117036" x="2965450" y="3079750"/>
          <p14:tracePt t="117052" x="2984500" y="3073400"/>
          <p14:tracePt t="117069" x="2990850" y="3067050"/>
          <p14:tracePt t="117072" x="2997200" y="3067050"/>
          <p14:tracePt t="117211" x="2997200" y="3073400"/>
          <p14:tracePt t="117253" x="2990850" y="3079750"/>
          <p14:tracePt t="117288" x="2997200" y="3086100"/>
          <p14:tracePt t="117303" x="3003550" y="3086100"/>
          <p14:tracePt t="117309" x="3009900" y="3092450"/>
          <p14:tracePt t="117323" x="3022600" y="3098800"/>
          <p14:tracePt t="117335" x="3041650" y="3105150"/>
          <p14:tracePt t="117352" x="3105150" y="3124200"/>
          <p14:tracePt t="117368" x="3155950" y="3143250"/>
          <p14:tracePt t="117384" x="3282950" y="3194050"/>
          <p14:tracePt t="117401" x="3429000" y="3238500"/>
          <p14:tracePt t="117417" x="3492500" y="3257550"/>
          <p14:tracePt t="117434" x="3613150" y="3289300"/>
          <p14:tracePt t="117450" x="3663950" y="3302000"/>
          <p14:tracePt t="117467" x="3689350" y="3308350"/>
          <p14:tracePt t="117485" x="3695700" y="3314700"/>
          <p14:tracePt t="117501" x="3695700" y="3321050"/>
          <p14:tracePt t="117534" x="3695700" y="3327400"/>
          <p14:tracePt t="117751" x="3702050" y="3327400"/>
          <p14:tracePt t="117758" x="3708400" y="3327400"/>
          <p14:tracePt t="117800" x="3714750" y="3327400"/>
          <p14:tracePt t="117821" x="3727450" y="3321050"/>
          <p14:tracePt t="117842" x="3733800" y="3321050"/>
          <p14:tracePt t="117863" x="3746500" y="3314700"/>
          <p14:tracePt t="117870" x="3759200" y="3314700"/>
          <p14:tracePt t="117885" x="3771900" y="3308350"/>
          <p14:tracePt t="117899" x="3822700" y="3302000"/>
          <p14:tracePt t="117916" x="3854450" y="3295650"/>
          <p14:tracePt t="117932" x="3905250" y="3282950"/>
          <p14:tracePt t="117949" x="3987800" y="3257550"/>
          <p14:tracePt t="117966" x="4095750" y="3238500"/>
          <p14:tracePt t="117983" x="4178300" y="3213100"/>
          <p14:tracePt t="117999" x="4222750" y="3206750"/>
          <p14:tracePt t="118016" x="4305300" y="3187700"/>
          <p14:tracePt t="118032" x="4362450" y="3181350"/>
          <p14:tracePt t="118049" x="4375150" y="3181350"/>
          <p14:tracePt t="118065" x="4394200" y="3181350"/>
          <p14:tracePt t="118069" x="4406900" y="3181350"/>
          <p14:tracePt t="118083" x="4413250" y="3181350"/>
          <p14:tracePt t="118099" x="4419600" y="3181350"/>
          <p14:tracePt t="118151" x="4419600" y="3187700"/>
          <p14:tracePt t="118221" x="4413250" y="3194050"/>
          <p14:tracePt t="118291" x="4406900" y="3194050"/>
          <p14:tracePt t="118312" x="4400550" y="3200400"/>
          <p14:tracePt t="118333" x="4394200" y="3206750"/>
          <p14:tracePt t="118340" x="4387850" y="3206750"/>
          <p14:tracePt t="118354" x="4381500" y="3206750"/>
          <p14:tracePt t="118364" x="4368800" y="3219450"/>
          <p14:tracePt t="118381" x="4349750" y="3225800"/>
          <p14:tracePt t="118398" x="4273550" y="3263900"/>
          <p14:tracePt t="118414" x="4178300" y="3308350"/>
          <p14:tracePt t="118431" x="4064000" y="3352800"/>
          <p14:tracePt t="118447" x="3994150" y="3384550"/>
          <p14:tracePt t="118464" x="3873500" y="3429000"/>
          <p14:tracePt t="118481" x="3759200" y="3473450"/>
          <p14:tracePt t="118497" x="3721100" y="3492500"/>
          <p14:tracePt t="118514" x="3689350" y="3505200"/>
          <p14:tracePt t="118531" x="3613150" y="3536950"/>
          <p14:tracePt t="118548" x="3600450" y="3549650"/>
          <p14:tracePt t="118564" x="3581400" y="3556000"/>
          <p14:tracePt t="118567" x="3562350" y="3575050"/>
          <p14:tracePt t="118580" x="3549650" y="3587750"/>
          <p14:tracePt t="118597" x="3511550" y="3606800"/>
          <p14:tracePt t="118615" x="3467100" y="3644900"/>
          <p14:tracePt t="118630" x="3454400" y="3657600"/>
          <p14:tracePt t="123861" x="3460750" y="3632200"/>
          <p14:tracePt t="123868" x="3486150" y="3600450"/>
          <p14:tracePt t="123878" x="3498850" y="3587750"/>
          <p14:tracePt t="123896" x="3549650" y="3517900"/>
          <p14:tracePt t="123912" x="3575050" y="3486150"/>
          <p14:tracePt t="123928" x="3606800" y="3448050"/>
          <p14:tracePt t="123945" x="3651250" y="3384550"/>
          <p14:tracePt t="123962" x="3670300" y="3359150"/>
          <p14:tracePt t="123978" x="3689350" y="3346450"/>
          <p14:tracePt t="123995" x="3721100" y="3302000"/>
          <p14:tracePt t="124011" x="3733800" y="3289300"/>
          <p14:tracePt t="124029" x="3759200" y="3276600"/>
          <p14:tracePt t="124045" x="3778250" y="3263900"/>
          <p14:tracePt t="124061" x="3778250" y="3257550"/>
          <p14:tracePt t="124078" x="3790950" y="3251200"/>
          <p14:tracePt t="124094" x="3790950" y="3244850"/>
          <p14:tracePt t="124169" x="3790950" y="3251200"/>
          <p14:tracePt t="124183" x="3790950" y="3257550"/>
          <p14:tracePt t="124190" x="3790950" y="3263900"/>
          <p14:tracePt t="124212" x="3790950" y="3270250"/>
          <p14:tracePt t="124232" x="3784600" y="3276600"/>
          <p14:tracePt t="124260" x="3784600" y="3282950"/>
          <p14:tracePt t="124281" x="3784600" y="3289300"/>
          <p14:tracePt t="124303" x="3778250" y="3295650"/>
          <p14:tracePt t="124309" x="3778250" y="3302000"/>
          <p14:tracePt t="124324" x="3778250" y="3308350"/>
          <p14:tracePt t="124352" x="3771900" y="3308350"/>
          <p14:tracePt t="124373" x="3771900" y="3314700"/>
          <p14:tracePt t="124380" x="3765550" y="3314700"/>
          <p14:tracePt t="124415" x="3765550" y="3321050"/>
          <p14:tracePt t="124443" x="3759200" y="3327400"/>
          <p14:tracePt t="124478" x="3752850" y="3340100"/>
          <p14:tracePt t="124506" x="3746500" y="3346450"/>
          <p14:tracePt t="124803" x="3746500" y="3340100"/>
          <p14:tracePt t="124810" x="3746500" y="3308350"/>
          <p14:tracePt t="124824" x="3740150" y="3282950"/>
          <p14:tracePt t="124832" x="3740150" y="3251200"/>
          <p14:tracePt t="124845" x="3740150" y="3225800"/>
          <p14:tracePt t="124859" x="3733800" y="3194050"/>
          <p14:tracePt t="124875" x="3733800" y="3136900"/>
          <p14:tracePt t="124892" x="3727450" y="3111500"/>
          <p14:tracePt t="124909" x="3721100" y="3054350"/>
          <p14:tracePt t="124925" x="3714750" y="3016250"/>
          <p14:tracePt t="124941" x="3708400" y="2997200"/>
          <p14:tracePt t="124958" x="3702050" y="2971800"/>
          <p14:tracePt t="124975" x="3695700" y="2952750"/>
          <p14:tracePt t="124992" x="3695700" y="2946400"/>
          <p14:tracePt t="125024" x="3695700" y="2940050"/>
          <p14:tracePt t="125084" x="3695700" y="2933700"/>
          <p14:tracePt t="125161" x="3689350" y="2927350"/>
          <p14:tracePt t="125182" x="3683000" y="2921000"/>
          <p14:tracePt t="125203" x="3676650" y="2914650"/>
          <p14:tracePt t="125225" x="3670300" y="2908300"/>
          <p14:tracePt t="125231" x="3663950" y="2908300"/>
          <p14:tracePt t="125252" x="3657600" y="2908300"/>
          <p14:tracePt t="125287" x="3638550" y="2895600"/>
          <p14:tracePt t="125301" x="3632200" y="2895600"/>
          <p14:tracePt t="125322" x="3632200" y="2889250"/>
          <p14:tracePt t="125336" x="3625850" y="2889250"/>
          <p14:tracePt t="125343" x="3619500" y="2889250"/>
          <p14:tracePt t="125364" x="3613150" y="2882900"/>
          <p14:tracePt t="125392" x="3606800" y="2876550"/>
          <p14:tracePt t="125413" x="3600450" y="2876550"/>
          <p14:tracePt t="125434" x="3600450" y="2870200"/>
          <p14:tracePt t="125462" x="3594100" y="2870200"/>
          <p14:tracePt t="125484" x="3587750" y="2863850"/>
          <p14:tracePt t="125505" x="3575050" y="2857500"/>
          <p14:tracePt t="125512" x="3568700" y="2857500"/>
          <p14:tracePt t="125532" x="3562350" y="2857500"/>
          <p14:tracePt t="125547" x="3556000" y="2857500"/>
          <p14:tracePt t="125575" x="3549650" y="2851150"/>
          <p14:tracePt t="125581" x="3543300" y="2851150"/>
          <p14:tracePt t="125596" x="3536950" y="2844800"/>
          <p14:tracePt t="125617" x="3530600" y="2844800"/>
          <p14:tracePt t="125645" x="3524250" y="2838450"/>
          <p14:tracePt t="125672" x="3517900" y="2838450"/>
          <p14:tracePt t="125686" x="3511550" y="2838450"/>
          <p14:tracePt t="125700" x="3505200" y="2832100"/>
          <p14:tracePt t="125714" x="3498850" y="2825750"/>
          <p14:tracePt t="130402" x="3498850" y="2838450"/>
          <p14:tracePt t="130416" x="3498850" y="2851150"/>
          <p14:tracePt t="130425" x="3492500" y="2863850"/>
          <p14:tracePt t="130439" x="3492500" y="2870200"/>
          <p14:tracePt t="130456" x="3486150" y="2882900"/>
          <p14:tracePt t="130489" x="3479800" y="2889250"/>
          <p14:tracePt t="130506" x="3473450" y="2889250"/>
          <p14:tracePt t="130522" x="3467100" y="2908300"/>
          <p14:tracePt t="130539" x="3460750" y="2921000"/>
          <p14:tracePt t="130556" x="3460750" y="2927350"/>
          <p14:tracePt t="130572" x="3454400" y="2940050"/>
          <p14:tracePt t="130605" x="3448050" y="2946400"/>
          <p14:tracePt t="130622" x="3441700" y="2946400"/>
          <p14:tracePt t="130639" x="3435350" y="2959100"/>
          <p14:tracePt t="130655" x="3416300" y="2978150"/>
          <p14:tracePt t="130672" x="3416300" y="2984500"/>
          <p14:tracePt t="130689" x="3390900" y="3016250"/>
          <p14:tracePt t="130705" x="3365500" y="3060700"/>
          <p14:tracePt t="130721" x="3346450" y="3079750"/>
          <p14:tracePt t="130739" x="3314700" y="3130550"/>
          <p14:tracePt t="130755" x="3302000" y="3175000"/>
          <p14:tracePt t="130772" x="3295650" y="3194050"/>
          <p14:tracePt t="130788" x="3282950" y="3244850"/>
          <p14:tracePt t="130805" x="3289300" y="3295650"/>
          <p14:tracePt t="130822" x="3302000" y="3327400"/>
          <p14:tracePt t="130838" x="3314700" y="3340100"/>
          <p14:tracePt t="130854" x="3321050" y="3359150"/>
          <p14:tracePt t="130872" x="3327400" y="3378200"/>
          <p14:tracePt t="130888" x="3333750" y="3378200"/>
          <p14:tracePt t="130921" x="3333750" y="3384550"/>
          <p14:tracePt t="131596" x="3340100" y="3384550"/>
          <p14:tracePt t="131603" x="3352800" y="3384550"/>
          <p14:tracePt t="131617" x="3365500" y="3390900"/>
          <p14:tracePt t="131624" x="3378200" y="3390900"/>
          <p14:tracePt t="131638" x="3390900" y="3397250"/>
          <p14:tracePt t="131652" x="3416300" y="3403600"/>
          <p14:tracePt t="131668" x="3435350" y="3416300"/>
          <p14:tracePt t="131685" x="3441700" y="3416300"/>
          <p14:tracePt t="131701" x="3460750" y="3422650"/>
          <p14:tracePt t="131718" x="3473450" y="3422650"/>
          <p14:tracePt t="131757" x="3473450" y="3429000"/>
          <p14:tracePt t="131827" x="3473450" y="3435350"/>
          <p14:tracePt t="131918" x="3479800" y="3435350"/>
          <p14:tracePt t="132635" x="3486150" y="3441700"/>
          <p14:tracePt t="132649" x="3498850" y="3448050"/>
          <p14:tracePt t="132655" x="3530600" y="3473450"/>
          <p14:tracePt t="132670" x="3562350" y="3479800"/>
          <p14:tracePt t="132681" x="3594100" y="3492500"/>
          <p14:tracePt t="132698" x="3676650" y="3517900"/>
          <p14:tracePt t="132715" x="3714750" y="3524250"/>
          <p14:tracePt t="132732" x="3822700" y="3543300"/>
          <p14:tracePt t="132748" x="3937000" y="3543300"/>
          <p14:tracePt t="132765" x="4000500" y="3543300"/>
          <p14:tracePt t="132768" x="4070350" y="3543300"/>
          <p14:tracePt t="132782" x="4133850" y="3543300"/>
          <p14:tracePt t="132798" x="4235450" y="3543300"/>
          <p14:tracePt t="132814" x="4260850" y="3543300"/>
          <p14:tracePt t="132831" x="4286250" y="3543300"/>
          <p14:tracePt t="132847" x="4305300" y="3543300"/>
          <p14:tracePt t="132864" x="4311650" y="3543300"/>
          <p14:tracePt t="133027" x="4305300" y="3543300"/>
          <p14:tracePt t="133571" x="4273550" y="3543300"/>
          <p14:tracePt t="133579" x="4222750" y="3543300"/>
          <p14:tracePt t="133585" x="4184650" y="3543300"/>
          <p14:tracePt t="133599" x="4146550" y="3543300"/>
          <p14:tracePt t="133611" x="4114800" y="3543300"/>
          <p14:tracePt t="133629" x="4051300" y="3543300"/>
          <p14:tracePt t="133645" x="4019550" y="3549650"/>
          <p14:tracePt t="133662" x="3962400" y="3568700"/>
          <p14:tracePt t="133677" x="3892550" y="3581400"/>
          <p14:tracePt t="133694" x="3860800" y="3587750"/>
          <p14:tracePt t="133712" x="3810000" y="3606800"/>
          <p14:tracePt t="133728" x="3778250" y="3619500"/>
          <p14:tracePt t="133745" x="3765550" y="3619500"/>
          <p14:tracePt t="133761" x="3752850" y="3625850"/>
          <p14:tracePt t="133778" x="3746500" y="3625850"/>
          <p14:tracePt t="133781" x="3740150" y="3625850"/>
          <p14:tracePt t="133816" x="3733800" y="3638550"/>
          <p14:tracePt t="133830" x="3727450" y="3638550"/>
          <p14:tracePt t="133837" x="3727450" y="3644900"/>
          <p14:tracePt t="133851" x="3721100" y="3651250"/>
          <p14:tracePt t="133860" x="3714750" y="3657600"/>
          <p14:tracePt t="133886" x="3708400" y="3663950"/>
          <p14:tracePt t="133922" x="3702050" y="3670300"/>
          <p14:tracePt t="133999" x="3702050" y="3676650"/>
          <p14:tracePt t="134062" x="3702050" y="3683000"/>
          <p14:tracePt t="134111" x="3708400" y="3683000"/>
          <p14:tracePt t="134117" x="3714750" y="3683000"/>
          <p14:tracePt t="134132" x="3721100" y="3683000"/>
          <p14:tracePt t="134142" x="3727450" y="3676650"/>
          <p14:tracePt t="134160" x="3733800" y="3676650"/>
          <p14:tracePt t="134177" x="3771900" y="3657600"/>
          <p14:tracePt t="134193" x="3822700" y="3638550"/>
          <p14:tracePt t="134210" x="3873500" y="3587750"/>
          <p14:tracePt t="134226" x="3911600" y="3568700"/>
          <p14:tracePt t="134242" x="3962400" y="3530600"/>
          <p14:tracePt t="134259" x="4000500" y="3486150"/>
          <p14:tracePt t="134276" x="4013200" y="3473450"/>
          <p14:tracePt t="134293" x="4038600" y="3441700"/>
          <p14:tracePt t="134309" x="4044950" y="3435350"/>
          <p14:tracePt t="134325" x="4051300" y="3429000"/>
          <p14:tracePt t="134349" x="4057650" y="3422650"/>
          <p14:tracePt t="134377" x="4064000" y="3416300"/>
          <p14:tracePt t="134391" x="4064000" y="3409950"/>
          <p14:tracePt t="134398" x="4070350" y="3409950"/>
          <p14:tracePt t="134412" x="4070350" y="3403600"/>
          <p14:tracePt t="134426" x="4076700" y="3403600"/>
          <p14:tracePt t="134447" x="4083050" y="3397250"/>
          <p14:tracePt t="134481" x="4083050" y="3390900"/>
          <p14:tracePt t="134510" x="4089400" y="3390900"/>
          <p14:tracePt t="134517" x="4095750" y="3390900"/>
          <p14:tracePt t="134601" x="4089400" y="3390900"/>
          <p14:tracePt t="134609" x="4083050" y="3397250"/>
          <p14:tracePt t="134622" x="4076700" y="3403600"/>
          <p14:tracePt t="134629" x="4064000" y="3409950"/>
          <p14:tracePt t="134641" x="4051300" y="3429000"/>
          <p14:tracePt t="134658" x="4000500" y="3454400"/>
          <p14:tracePt t="134675" x="3981450" y="3467100"/>
          <p14:tracePt t="134692" x="3949700" y="3479800"/>
          <p14:tracePt t="134708" x="3879850" y="3492500"/>
          <p14:tracePt t="134725" x="3867150" y="3498850"/>
          <p14:tracePt t="134742" x="3848100" y="3498850"/>
          <p14:tracePt t="134758" x="3841750" y="3498850"/>
          <p14:tracePt t="134774" x="3841750" y="3486150"/>
          <p14:tracePt t="134791" x="3854450" y="3460750"/>
          <p14:tracePt t="134808" x="3867150" y="3448050"/>
          <p14:tracePt t="134824" x="3886200" y="3409950"/>
          <p14:tracePt t="134841" x="3917950" y="3378200"/>
          <p14:tracePt t="134857" x="3930650" y="3365500"/>
          <p14:tracePt t="134875" x="3943350" y="3352800"/>
          <p14:tracePt t="134890" x="3949700" y="3340100"/>
          <p14:tracePt t="134924" x="3956050" y="3340100"/>
          <p14:tracePt t="135148" x="3962400" y="3340100"/>
          <p14:tracePt t="135162" x="3975100" y="3340100"/>
          <p14:tracePt t="135169" x="3981450" y="3340100"/>
          <p14:tracePt t="135183" x="3987800" y="3340100"/>
          <p14:tracePt t="135192" x="3994150" y="3340100"/>
          <p14:tracePt t="135211" x="4000500" y="3340100"/>
          <p14:tracePt t="135267" x="4006850" y="3340100"/>
          <p14:tracePt t="135351" x="4013200" y="3340100"/>
          <p14:tracePt t="135393" x="4019550" y="3340100"/>
          <p14:tracePt t="135450" x="4025900" y="3340100"/>
          <p14:tracePt t="135611" x="4025900" y="3333750"/>
          <p14:tracePt t="135618" x="4025900" y="3327400"/>
          <p14:tracePt t="135632" x="4019550" y="3321050"/>
          <p14:tracePt t="135640" x="4013200" y="3314700"/>
          <p14:tracePt t="135654" x="4006850" y="3308350"/>
          <p14:tracePt t="135671" x="3994150" y="3295650"/>
          <p14:tracePt t="135688" x="3968750" y="3263900"/>
          <p14:tracePt t="135704" x="3924300" y="3206750"/>
          <p14:tracePt t="135721" x="3905250" y="3187700"/>
          <p14:tracePt t="135738" x="3873500" y="3155950"/>
          <p14:tracePt t="135754" x="3854450" y="3124200"/>
          <p14:tracePt t="135772" x="3841750" y="3111500"/>
          <p14:tracePt t="135787" x="3835400" y="3105150"/>
          <p14:tracePt t="135804" x="3829050" y="3105150"/>
          <p14:tracePt t="135891" x="3835400" y="3105150"/>
          <p14:tracePt t="135898" x="3841750" y="3105150"/>
          <p14:tracePt t="135912" x="3841750" y="3111500"/>
          <p14:tracePt t="135926" x="3848100" y="3117850"/>
          <p14:tracePt t="135940" x="3854450" y="3124200"/>
          <p14:tracePt t="135954" x="3860800" y="3130550"/>
          <p14:tracePt t="135970" x="3879850" y="3143250"/>
          <p14:tracePt t="135987" x="3911600" y="3181350"/>
          <p14:tracePt t="136004" x="3949700" y="3219450"/>
          <p14:tracePt t="136020" x="3968750" y="3238500"/>
          <p14:tracePt t="136036" x="4006850" y="3282950"/>
          <p14:tracePt t="136053" x="4038600" y="3308350"/>
          <p14:tracePt t="136070" x="4057650" y="3321050"/>
          <p14:tracePt t="136087" x="4089400" y="3340100"/>
          <p14:tracePt t="136103" x="4121150" y="3365500"/>
          <p14:tracePt t="136120" x="4146550" y="3371850"/>
          <p14:tracePt t="136137" x="4171950" y="3384550"/>
          <p14:tracePt t="136153" x="4191000" y="3390900"/>
          <p14:tracePt t="136214" x="4191000" y="3397250"/>
          <p14:tracePt t="136684" x="4191000" y="3435350"/>
          <p14:tracePt t="136692" x="4203700" y="3486150"/>
          <p14:tracePt t="136706" x="4210050" y="3549650"/>
          <p14:tracePt t="136720" x="4229100" y="3619500"/>
          <p14:tracePt t="136734" x="4298950" y="3759200"/>
          <p14:tracePt t="136750" x="4337050" y="3822700"/>
          <p14:tracePt t="136768" x="4425950" y="3962400"/>
          <p14:tracePt t="136784" x="4502150" y="4089400"/>
          <p14:tracePt t="136800" x="4552950" y="4146550"/>
          <p14:tracePt t="136818" x="4629150" y="4241800"/>
          <p14:tracePt t="136834" x="4654550" y="4292600"/>
          <p14:tracePt t="136851" x="4673600" y="4305300"/>
          <p14:tracePt t="136867" x="4679950" y="4318000"/>
          <p14:tracePt t="136884" x="4679950" y="4330700"/>
          <p14:tracePt t="136917" x="4673600" y="4356100"/>
          <p14:tracePt t="136933" x="4654550" y="4387850"/>
          <p14:tracePt t="136950" x="4641850" y="4413250"/>
          <p14:tracePt t="136966" x="4603750" y="4438650"/>
          <p14:tracePt t="136983" x="4578350" y="4457700"/>
          <p14:tracePt t="137001" x="4502150" y="4489450"/>
          <p14:tracePt t="137017" x="4483100" y="4502150"/>
          <p14:tracePt t="137033" x="4464050" y="4514850"/>
          <p14:tracePt t="137050" x="4438650" y="4514850"/>
          <p14:tracePt t="137066" x="4425950" y="4514850"/>
          <p14:tracePt t="137127" x="4419600" y="4514850"/>
          <p14:tracePt t="137252" x="4432300" y="4508500"/>
          <p14:tracePt t="137267" x="4438650" y="4508500"/>
          <p14:tracePt t="137274" x="4451350" y="4502150"/>
          <p14:tracePt t="137282" x="4457700" y="4502150"/>
          <p14:tracePt t="137299" x="4489450" y="4483100"/>
          <p14:tracePt t="137316" x="4584700" y="4457700"/>
          <p14:tracePt t="137332" x="4654550" y="4438650"/>
          <p14:tracePt t="137349" x="4813300" y="4400550"/>
          <p14:tracePt t="137352" x="4902200" y="4368800"/>
          <p14:tracePt t="137367" x="4997450" y="4349750"/>
          <p14:tracePt t="137383" x="5073650" y="4330700"/>
          <p14:tracePt t="137399" x="5207000" y="4292600"/>
          <p14:tracePt t="137415" x="5289550" y="4273550"/>
          <p14:tracePt t="137432" x="5308600" y="4267200"/>
          <p14:tracePt t="137449" x="5334000" y="4260850"/>
          <p14:tracePt t="137465" x="5340350" y="4260850"/>
          <p14:tracePt t="137631" x="5346700" y="4260850"/>
          <p14:tracePt t="137666" x="5353050" y="4260850"/>
          <p14:tracePt t="137673" x="5365750" y="4260850"/>
          <p14:tracePt t="137687" x="5372100" y="4260850"/>
          <p14:tracePt t="137697" x="5378450" y="4260850"/>
          <p14:tracePt t="137717" x="5397500" y="4267200"/>
          <p14:tracePt t="137730" x="5429250" y="4267200"/>
          <p14:tracePt t="137747" x="5499100" y="4273550"/>
          <p14:tracePt t="137764" x="5537200" y="4286250"/>
          <p14:tracePt t="137780" x="5657850" y="4292600"/>
          <p14:tracePt t="137797" x="5772150" y="4311650"/>
          <p14:tracePt t="137814" x="5918200" y="4330700"/>
          <p14:tracePt t="137830" x="5981700" y="4330700"/>
          <p14:tracePt t="137847" x="6134100" y="4349750"/>
          <p14:tracePt t="137864" x="6267450" y="4356100"/>
          <p14:tracePt t="137880" x="6318250" y="4356100"/>
          <p14:tracePt t="137898" x="6419850" y="4356100"/>
          <p14:tracePt t="137913" x="6457950" y="4356100"/>
          <p14:tracePt t="137930" x="6540500" y="4356100"/>
          <p14:tracePt t="137947" x="6591300" y="4356100"/>
          <p14:tracePt t="137963" x="6667500" y="4356100"/>
          <p14:tracePt t="137980" x="6718300" y="4356100"/>
          <p14:tracePt t="137997" x="6826250" y="4356100"/>
          <p14:tracePt t="138013" x="6889750" y="4356100"/>
          <p14:tracePt t="138030" x="6991350" y="4356100"/>
          <p14:tracePt t="138046" x="7061200" y="4356100"/>
          <p14:tracePt t="138063" x="7099300" y="4356100"/>
          <p14:tracePt t="138080" x="7150100" y="4356100"/>
          <p14:tracePt t="138096" x="7188200" y="4356100"/>
          <p14:tracePt t="138113" x="7219950" y="4356100"/>
          <p14:tracePt t="138129" x="7264400" y="4356100"/>
          <p14:tracePt t="138146" x="7308850" y="4356100"/>
          <p14:tracePt t="138162" x="7321550" y="4356100"/>
          <p14:tracePt t="138179" x="7327900" y="4356100"/>
          <p14:tracePt t="138196" x="7327900" y="4362450"/>
          <p14:tracePt t="138213" x="7327900" y="4368800"/>
          <p14:tracePt t="138537" x="7296150" y="4368800"/>
          <p14:tracePt t="138545" x="7245350" y="4375150"/>
          <p14:tracePt t="138558" x="7175500" y="4381500"/>
          <p14:tracePt t="138565" x="7112000" y="4381500"/>
          <p14:tracePt t="138580" x="7048500" y="4381500"/>
          <p14:tracePt t="138594" x="6908800" y="4394200"/>
          <p14:tracePt t="138611" x="6832600" y="4400550"/>
          <p14:tracePt t="138628" x="6673850" y="4419600"/>
          <p14:tracePt t="138644" x="6610350" y="4432300"/>
          <p14:tracePt t="138661" x="6489700" y="4451350"/>
          <p14:tracePt t="138678" x="6419850" y="4457700"/>
          <p14:tracePt t="138694" x="6394450" y="4457700"/>
          <p14:tracePt t="138710" x="6362700" y="4457700"/>
          <p14:tracePt t="138727" x="6350000" y="4457700"/>
          <p14:tracePt t="138744" x="6343650" y="4457700"/>
          <p14:tracePt t="138803" x="6350000" y="4457700"/>
          <p14:tracePt t="138824" x="6362700" y="4451350"/>
          <p14:tracePt t="138838" x="6369050" y="4451350"/>
          <p14:tracePt t="138846" x="6388100" y="4445000"/>
          <p14:tracePt t="138861" x="6407150" y="4438650"/>
          <p14:tracePt t="138877" x="6457950" y="4432300"/>
          <p14:tracePt t="138894" x="6496050" y="4425950"/>
          <p14:tracePt t="138910" x="6597650" y="4413250"/>
          <p14:tracePt t="138927" x="6654800" y="4406900"/>
          <p14:tracePt t="138944" x="6858000" y="4387850"/>
          <p14:tracePt t="138960" x="6927850" y="4387850"/>
          <p14:tracePt t="138977" x="7004050" y="4375150"/>
          <p14:tracePt t="138993" x="7143750" y="4356100"/>
          <p14:tracePt t="139011" x="7277100" y="4349750"/>
          <p14:tracePt t="139027" x="7366000" y="4343400"/>
          <p14:tracePt t="139043" x="7410450" y="4330700"/>
          <p14:tracePt t="139060" x="7480300" y="4330700"/>
          <p14:tracePt t="139077" x="7524750" y="4318000"/>
          <p14:tracePt t="139093" x="7550150" y="4318000"/>
          <p14:tracePt t="139109" x="7588250" y="4311650"/>
          <p14:tracePt t="139126" x="7620000" y="4311650"/>
          <p14:tracePt t="139142" x="7626350" y="4311650"/>
          <p14:tracePt t="139159" x="7651750" y="4311650"/>
          <p14:tracePt t="139176" x="7670800" y="4318000"/>
          <p14:tracePt t="139192" x="7683500" y="4318000"/>
          <p14:tracePt t="139209" x="7683500" y="4324350"/>
          <p14:tracePt t="139225" x="7721600" y="4324350"/>
          <p14:tracePt t="139242" x="7727950" y="4324350"/>
          <p14:tracePt t="139259" x="7753350" y="4324350"/>
          <p14:tracePt t="139292" x="7778750" y="4324350"/>
          <p14:tracePt t="139309" x="7797800" y="4324350"/>
          <p14:tracePt t="139325" x="7810500" y="4324350"/>
          <p14:tracePt t="139342" x="7816850" y="4324350"/>
          <p14:tracePt t="139358" x="7829550" y="4324350"/>
          <p14:tracePt t="139375" x="7842250" y="4324350"/>
          <p14:tracePt t="139378" x="7854950" y="4324350"/>
          <p14:tracePt t="139394" x="7861300" y="4324350"/>
          <p14:tracePt t="139408" x="7874000" y="4324350"/>
          <p14:tracePt t="139425" x="7886700" y="4324350"/>
          <p14:tracePt t="139442" x="7899400" y="4324350"/>
          <p14:tracePt t="139458" x="7912100" y="4324350"/>
          <p14:tracePt t="139476" x="7924800" y="4324350"/>
          <p14:tracePt t="139492" x="7931150" y="4324350"/>
          <p14:tracePt t="139508" x="7937500" y="4324350"/>
          <p14:tracePt t="139541" x="7943850" y="4324350"/>
          <p14:tracePt t="139589" x="7950200" y="4324350"/>
          <p14:tracePt t="139624" x="7950200" y="4318000"/>
          <p14:tracePt t="139631" x="7943850" y="4318000"/>
          <p14:tracePt t="139641" x="7937500" y="4311650"/>
          <p14:tracePt t="139658" x="7924800" y="4311650"/>
          <p14:tracePt t="139674" x="7842250" y="4292600"/>
          <p14:tracePt t="139691" x="7683500" y="4254500"/>
          <p14:tracePt t="139707" x="7556500" y="4235450"/>
          <p14:tracePt t="139724" x="7162800" y="4159250"/>
          <p14:tracePt t="139740" x="6711950" y="4070350"/>
          <p14:tracePt t="139757" x="6191250" y="4000500"/>
          <p14:tracePt t="139773" x="5943600" y="3956050"/>
          <p14:tracePt t="139790" x="5518150" y="3886200"/>
          <p14:tracePt t="139807" x="5200650" y="3829050"/>
          <p14:tracePt t="139824" x="5067300" y="3803650"/>
          <p14:tracePt t="139840" x="4978400" y="3784600"/>
          <p14:tracePt t="139857" x="4718050" y="3695700"/>
          <p14:tracePt t="139873" x="4660900" y="3657600"/>
          <p14:tracePt t="139876" x="4603750" y="3638550"/>
          <p14:tracePt t="139893" x="4546600" y="3600450"/>
          <p14:tracePt t="139906" x="4502150" y="3581400"/>
          <p14:tracePt t="139923" x="4425950" y="3517900"/>
          <p14:tracePt t="139940" x="4356100" y="3460750"/>
          <p14:tracePt t="139956" x="4324350" y="3435350"/>
          <p14:tracePt t="139973" x="4273550" y="3409950"/>
          <p14:tracePt t="139990" x="4210050" y="3384550"/>
          <p14:tracePt t="140006" x="4171950" y="3378200"/>
          <p14:tracePt t="140023" x="4070350" y="3346450"/>
          <p14:tracePt t="140040" x="3956050" y="3340100"/>
          <p14:tracePt t="140056" x="3898900" y="3333750"/>
          <p14:tracePt t="140073" x="3810000" y="3333750"/>
          <p14:tracePt t="140089" x="3727450" y="3333750"/>
          <p14:tracePt t="140106" x="3708400" y="3340100"/>
          <p14:tracePt t="140123" x="3683000" y="3340100"/>
          <p14:tracePt t="140139" x="3676650" y="3346450"/>
          <p14:tracePt t="140156" x="3670300" y="3346450"/>
          <p14:tracePt t="140276" x="3676650" y="3346450"/>
          <p14:tracePt t="140296" x="3683000" y="3346450"/>
          <p14:tracePt t="140311" x="3695700" y="3346450"/>
          <p14:tracePt t="140318" x="3695700" y="3340100"/>
          <p14:tracePt t="140332" x="3708400" y="3340100"/>
          <p14:tracePt t="140346" x="3721100" y="3333750"/>
          <p14:tracePt t="140360" x="3733800" y="3333750"/>
          <p14:tracePt t="140375" x="3759200" y="3327400"/>
          <p14:tracePt t="140389" x="3778250" y="3321050"/>
          <p14:tracePt t="140405" x="3797300" y="3314700"/>
          <p14:tracePt t="140421" x="3829050" y="3308350"/>
          <p14:tracePt t="140438" x="3879850" y="3302000"/>
          <p14:tracePt t="140455" x="3898900" y="3295650"/>
          <p14:tracePt t="140471" x="3937000" y="3282950"/>
          <p14:tracePt t="140488" x="3949700" y="3270250"/>
          <p14:tracePt t="140504" x="3962400" y="3270250"/>
          <p14:tracePt t="140522" x="3975100" y="3270250"/>
          <p14:tracePt t="140538" x="3981450" y="3270250"/>
          <p14:tracePt t="141001" x="3975100" y="3181350"/>
          <p14:tracePt t="141008" x="3937000" y="3016250"/>
          <p14:tracePt t="141022" x="3898900" y="2838450"/>
          <p14:tracePt t="141036" x="3835400" y="2654300"/>
          <p14:tracePt t="141052" x="3778250" y="2444750"/>
          <p14:tracePt t="141069" x="3676650" y="2101850"/>
          <p14:tracePt t="141086" x="3536950" y="1771650"/>
          <p14:tracePt t="141103" x="3492500" y="1638300"/>
          <p14:tracePt t="141120" x="3333750" y="1365250"/>
          <p14:tracePt t="141136" x="3308350" y="1308100"/>
          <p14:tracePt t="141152" x="3244850" y="1219200"/>
          <p14:tracePt t="141169" x="3200400" y="1155700"/>
          <p14:tracePt t="141186" x="3187700" y="1123950"/>
          <p14:tracePt t="141202" x="3181350" y="1104900"/>
          <p14:tracePt t="141219" x="3155950" y="1066800"/>
          <p14:tracePt t="141235" x="3149600" y="1060450"/>
          <p14:tracePt t="141252" x="3143250" y="1054100"/>
          <p14:tracePt t="141268" x="3130550" y="1041400"/>
          <p14:tracePt t="141285" x="3130550" y="1035050"/>
          <p14:tracePt t="141302" x="3130550" y="1028700"/>
          <p14:tracePt t="141632" x="3130550" y="1035050"/>
          <p14:tracePt t="141659" x="3130550" y="1041400"/>
          <p14:tracePt t="141695" x="3130550" y="1047750"/>
          <p14:tracePt t="141723" x="3130550" y="1054100"/>
          <p14:tracePt t="141730" x="3130550" y="1060450"/>
          <p14:tracePt t="141744" x="3130550" y="1066800"/>
          <p14:tracePt t="141752" x="3136900" y="1073150"/>
          <p14:tracePt t="141766" x="3136900" y="1085850"/>
          <p14:tracePt t="141783" x="3143250" y="1098550"/>
          <p14:tracePt t="141801" x="3149600" y="1104900"/>
          <p14:tracePt t="141816" x="3149600" y="1111250"/>
          <p14:tracePt t="141833" x="3149600" y="1117600"/>
          <p14:tracePt t="141850" x="3149600" y="1123950"/>
          <p14:tracePt t="141886" x="3149600" y="1130300"/>
          <p14:tracePt t="141912" x="3155950" y="1136650"/>
          <p14:tracePt t="141941" x="3155950" y="1143000"/>
          <p14:tracePt t="142032" x="3162300" y="1149350"/>
          <p14:tracePt t="142144" x="3162300" y="1155700"/>
          <p14:tracePt t="142453" x="3168650" y="1162050"/>
          <p14:tracePt t="142467" x="3168650" y="1168400"/>
          <p14:tracePt t="142474" x="3168650" y="1181100"/>
          <p14:tracePt t="142494" x="3175000" y="1187450"/>
          <p14:tracePt t="142502" x="3175000" y="1193800"/>
          <p14:tracePt t="142517" x="3181350" y="1200150"/>
          <p14:tracePt t="142531" x="3181350" y="1212850"/>
          <p14:tracePt t="142547" x="3194050" y="1250950"/>
          <p14:tracePt t="142565" x="3219450" y="1314450"/>
          <p14:tracePt t="142581" x="3225800" y="1352550"/>
          <p14:tracePt t="142597" x="3232150" y="1409700"/>
          <p14:tracePt t="142615" x="3251200" y="1593850"/>
          <p14:tracePt t="142630" x="3263900" y="1670050"/>
          <p14:tracePt t="142647" x="3270250" y="1797050"/>
          <p14:tracePt t="142664" x="3270250" y="1936750"/>
          <p14:tracePt t="142681" x="3270250" y="2006600"/>
          <p14:tracePt t="142697" x="3270250" y="2133600"/>
          <p14:tracePt t="142713" x="3270250" y="2260600"/>
          <p14:tracePt t="142730" x="3270250" y="2298700"/>
          <p14:tracePt t="142747" x="3270250" y="2336800"/>
          <p14:tracePt t="142763" x="3282950" y="2425700"/>
          <p14:tracePt t="142780" x="3282950" y="2438400"/>
          <p14:tracePt t="142797" x="3295650" y="2482850"/>
          <p14:tracePt t="142814" x="3302000" y="2501900"/>
          <p14:tracePt t="142830" x="3321050" y="2546350"/>
          <p14:tracePt t="142847" x="3333750" y="2584450"/>
          <p14:tracePt t="142863" x="3340100" y="2609850"/>
          <p14:tracePt t="142880" x="3365500" y="2667000"/>
          <p14:tracePt t="142896" x="3390900" y="2755900"/>
          <p14:tracePt t="142913" x="3397250" y="2794000"/>
          <p14:tracePt t="142916" x="3422650" y="2851150"/>
          <p14:tracePt t="142930" x="3441700" y="2908300"/>
          <p14:tracePt t="142946" x="3498850" y="3028950"/>
          <p14:tracePt t="142962" x="3536950" y="3086100"/>
          <p14:tracePt t="142980" x="3613150" y="3187700"/>
          <p14:tracePt t="142996" x="3670300" y="3251200"/>
          <p14:tracePt t="143013" x="3695700" y="3276600"/>
          <p14:tracePt t="143029" x="3708400" y="3282950"/>
          <p14:tracePt t="143045" x="3721100" y="3289300"/>
          <p14:tracePt t="143063" x="3727450" y="3295650"/>
          <p14:tracePt t="143096" x="3733800" y="3295650"/>
          <p14:tracePt t="143112" x="3740150" y="3295650"/>
          <p14:tracePt t="143133" x="3746500" y="3295650"/>
          <p14:tracePt t="143224" x="3752850" y="3295650"/>
          <p14:tracePt t="143246" x="3759200" y="3302000"/>
          <p14:tracePt t="143252" x="3765550" y="3302000"/>
          <p14:tracePt t="143266" x="3778250" y="3308350"/>
          <p14:tracePt t="143278" x="3797300" y="3314700"/>
          <p14:tracePt t="143295" x="3841750" y="3327400"/>
          <p14:tracePt t="143311" x="3860800" y="3340100"/>
          <p14:tracePt t="143328" x="3911600" y="3352800"/>
          <p14:tracePt t="143344" x="3956050" y="3365500"/>
          <p14:tracePt t="143361" x="3962400" y="3365500"/>
          <p14:tracePt t="143378" x="3981450" y="3371850"/>
          <p14:tracePt t="143395" x="3994150" y="3371850"/>
          <p14:tracePt t="143411" x="4000500" y="3371850"/>
          <p14:tracePt t="143428" x="4006850" y="3371850"/>
          <p14:tracePt t="143533" x="4013200" y="3371850"/>
          <p14:tracePt t="143596" x="4019550" y="3371850"/>
          <p14:tracePt t="143624" x="4032250" y="3365500"/>
          <p14:tracePt t="143638" x="4038600" y="3365500"/>
          <p14:tracePt t="143646" x="4044950" y="3359150"/>
          <p14:tracePt t="143661" x="4051300" y="3359150"/>
          <p14:tracePt t="143677" x="4076700" y="3352800"/>
          <p14:tracePt t="143694" x="4114800" y="3346450"/>
          <p14:tracePt t="143710" x="4133850" y="3340100"/>
          <p14:tracePt t="143727" x="4159250" y="3333750"/>
          <p14:tracePt t="143744" x="4203700" y="3314700"/>
          <p14:tracePt t="143760" x="4216400" y="3314700"/>
          <p14:tracePt t="143776" x="4222750" y="3308350"/>
          <p14:tracePt t="143793" x="4235450" y="3308350"/>
          <p14:tracePt t="143834" x="4229100" y="3308350"/>
          <p14:tracePt t="143855" x="4216400" y="3308350"/>
          <p14:tracePt t="143869" x="4203700" y="3308350"/>
          <p14:tracePt t="143878" x="4197350" y="3308350"/>
          <p14:tracePt t="143893" x="4178300" y="3308350"/>
          <p14:tracePt t="143909" x="4140200" y="3308350"/>
          <p14:tracePt t="143926" x="4083050" y="3308350"/>
          <p14:tracePt t="143942" x="4057650" y="3308350"/>
          <p14:tracePt t="143960" x="4019550" y="3308350"/>
          <p14:tracePt t="143976" x="4000500" y="3308350"/>
          <p14:tracePt t="143992" x="3994150" y="3308350"/>
          <p14:tracePt t="144038" x="4006850" y="3308350"/>
          <p14:tracePt t="144045" x="4019550" y="3308350"/>
          <p14:tracePt t="144061" x="4032250" y="3308350"/>
          <p14:tracePt t="144075" x="4051300" y="3308350"/>
          <p14:tracePt t="144092" x="4102100" y="3314700"/>
          <p14:tracePt t="144109" x="4159250" y="3327400"/>
          <p14:tracePt t="144125" x="4191000" y="3340100"/>
          <p14:tracePt t="144142" x="4248150" y="3359150"/>
          <p14:tracePt t="144158" x="4337050" y="3397250"/>
          <p14:tracePt t="144175" x="4394200" y="3422650"/>
          <p14:tracePt t="144192" x="4514850" y="3479800"/>
          <p14:tracePt t="144208" x="4692650" y="3594100"/>
          <p14:tracePt t="144225" x="4800600" y="3670300"/>
          <p14:tracePt t="144242" x="5067300" y="3829050"/>
          <p14:tracePt t="144259" x="5232400" y="3905250"/>
          <p14:tracePt t="144276" x="5429250" y="3987800"/>
          <p14:tracePt t="144292" x="5753100" y="4102100"/>
          <p14:tracePt t="144325" x="6153150" y="4184650"/>
          <p14:tracePt t="144341" x="6324600" y="4203700"/>
          <p14:tracePt t="144358" x="6553200" y="4235450"/>
          <p14:tracePt t="144375" x="6616700" y="4235450"/>
          <p14:tracePt t="144391" x="6667500" y="4248150"/>
          <p14:tracePt t="144408" x="6718300" y="4248150"/>
          <p14:tracePt t="144424" x="6750050" y="4248150"/>
          <p14:tracePt t="144441" x="6762750" y="4248150"/>
          <p14:tracePt t="144458" x="6769100" y="4248150"/>
          <p14:tracePt t="144474" x="6775450" y="4248150"/>
          <p14:tracePt t="144514" x="6781800" y="4241800"/>
          <p14:tracePt t="144536" x="6788150" y="4241800"/>
          <p14:tracePt t="144550" x="6807200" y="4241800"/>
          <p14:tracePt t="144564" x="6826250" y="4248150"/>
          <p14:tracePt t="144571" x="6877050" y="4254500"/>
          <p14:tracePt t="144585" x="6927850" y="4254500"/>
          <p14:tracePt t="144598" x="6978650" y="4267200"/>
          <p14:tracePt t="144613" x="7023100" y="4273550"/>
          <p14:tracePt t="144623" x="7073900" y="4279900"/>
          <p14:tracePt t="144640" x="7105650" y="4279900"/>
          <p14:tracePt t="144657" x="7162800" y="4292600"/>
          <p14:tracePt t="144673" x="7175500" y="4292600"/>
          <p14:tracePt t="144690" x="7181850" y="4292600"/>
          <p14:tracePt t="144707" x="7194550" y="4292600"/>
          <p14:tracePt t="144740" x="7181850" y="4286250"/>
          <p14:tracePt t="144756" x="7105650" y="4260850"/>
          <p14:tracePt t="144774" x="6883400" y="4197350"/>
          <p14:tracePt t="144790" x="6705600" y="4146550"/>
          <p14:tracePt t="144806" x="6248400" y="3981450"/>
          <p14:tracePt t="144823" x="5676900" y="3810000"/>
          <p14:tracePt t="144839" x="5124450" y="3600450"/>
          <p14:tracePt t="144856" x="4883150" y="3511550"/>
          <p14:tracePt t="144873" x="4514850" y="3390900"/>
          <p14:tracePt t="144889" x="4235450" y="3314700"/>
          <p14:tracePt t="144906" x="4133850" y="3270250"/>
          <p14:tracePt t="144922" x="3987800" y="3219450"/>
          <p14:tracePt t="144939" x="3886200" y="3175000"/>
          <p14:tracePt t="144956" x="3854450" y="3162300"/>
          <p14:tracePt t="144972" x="3822700" y="3130550"/>
          <p14:tracePt t="144989" x="3803650" y="3124200"/>
          <p14:tracePt t="145006" x="3765550" y="3060700"/>
          <p14:tracePt t="145022" x="3740150" y="3041650"/>
          <p14:tracePt t="145039" x="3727450" y="3028950"/>
          <p14:tracePt t="145056" x="3695700" y="2997200"/>
          <p14:tracePt t="145072" x="3663950" y="2978150"/>
          <p14:tracePt t="145089" x="3651250" y="2965450"/>
          <p14:tracePt t="145105" x="3625850" y="2946400"/>
          <p14:tracePt t="145122" x="3594100" y="2933700"/>
          <p14:tracePt t="145139" x="3568700" y="2927350"/>
          <p14:tracePt t="145155" x="3543300" y="2921000"/>
          <p14:tracePt t="145172" x="3530600" y="2921000"/>
          <p14:tracePt t="145188" x="3524250" y="2921000"/>
          <p14:tracePt t="145221" x="3517900" y="2921000"/>
          <p14:tracePt t="145272" x="3524250" y="2921000"/>
          <p14:tracePt t="145279" x="3530600" y="2927350"/>
          <p14:tracePt t="145287" x="3536950" y="2933700"/>
          <p14:tracePt t="145305" x="3543300" y="2946400"/>
          <p14:tracePt t="145322" x="3587750" y="2971800"/>
          <p14:tracePt t="145338" x="3619500" y="2997200"/>
          <p14:tracePt t="145354" x="3689350" y="3048000"/>
          <p14:tracePt t="145371" x="3740150" y="3086100"/>
          <p14:tracePt t="145387" x="3765550" y="3111500"/>
          <p14:tracePt t="145404" x="3790950" y="3130550"/>
          <p14:tracePt t="145421" x="3803650" y="3136900"/>
          <p14:tracePt t="145437" x="3803650" y="3143250"/>
          <p14:tracePt t="145454" x="3790950" y="3143250"/>
          <p14:tracePt t="145471" x="3733800" y="3155950"/>
          <p14:tracePt t="145487" x="3695700" y="3155950"/>
          <p14:tracePt t="145490" x="3651250" y="3162300"/>
          <p14:tracePt t="145504" x="3587750" y="3162300"/>
          <p14:tracePt t="145520" x="3473450" y="3168650"/>
          <p14:tracePt t="145537" x="3416300" y="3168650"/>
          <p14:tracePt t="145554" x="3327400" y="3187700"/>
          <p14:tracePt t="145570" x="3282950" y="3194050"/>
          <p14:tracePt t="145587" x="3270250" y="3200400"/>
          <p14:tracePt t="145603" x="3257550" y="3200400"/>
          <p14:tracePt t="145620" x="3251200" y="3200400"/>
          <p14:tracePt t="145637" x="3251200" y="3187700"/>
          <p14:tracePt t="145653" x="3263900" y="3149600"/>
          <p14:tracePt t="145670" x="3270250" y="3098800"/>
          <p14:tracePt t="145687" x="3302000" y="2914650"/>
          <p14:tracePt t="145703" x="3333750" y="2609850"/>
          <p14:tracePt t="145721" x="3333750" y="2425700"/>
          <p14:tracePt t="145736" x="3346450" y="2057400"/>
          <p14:tracePt t="145753" x="3314700" y="1746250"/>
          <p14:tracePt t="145770" x="3276600" y="1543050"/>
          <p14:tracePt t="145786" x="3257550" y="1473200"/>
          <p14:tracePt t="145803" x="3206750" y="1352550"/>
          <p14:tracePt t="145820" x="3181350" y="1289050"/>
          <p14:tracePt t="145836" x="3162300" y="1263650"/>
          <p14:tracePt t="145853" x="3155950" y="1244600"/>
          <p14:tracePt t="145869" x="3143250" y="1231900"/>
          <p14:tracePt t="145886" x="3143250" y="1225550"/>
          <p14:tracePt t="145945" x="3143250" y="1238250"/>
          <p14:tracePt t="145953" x="3143250" y="1244600"/>
          <p14:tracePt t="145966" x="3143250" y="1257300"/>
          <p14:tracePt t="145973" x="3149600" y="1295400"/>
          <p14:tracePt t="145986" x="3168650" y="1352550"/>
          <p14:tracePt t="146003" x="3219450" y="1555750"/>
          <p14:tracePt t="146019" x="3238500" y="1682750"/>
          <p14:tracePt t="146036" x="3321050" y="2139950"/>
          <p14:tracePt t="146052" x="3416300" y="2686050"/>
          <p14:tracePt t="146069" x="3441700" y="2984500"/>
          <p14:tracePt t="146086" x="3556000" y="3562350"/>
          <p14:tracePt t="146102" x="3632200" y="3917950"/>
          <p14:tracePt t="146118" x="3651250" y="4032250"/>
          <p14:tracePt t="146135" x="3689350" y="4203700"/>
          <p14:tracePt t="146151" x="3714750" y="4286250"/>
          <p14:tracePt t="146168" x="3714750" y="4298950"/>
          <p14:tracePt t="146185" x="3721100" y="4311650"/>
          <p14:tracePt t="146217" x="3727450" y="4311650"/>
          <p14:tracePt t="146235" x="3727450" y="4305300"/>
          <p14:tracePt t="146251" x="3727450" y="4298950"/>
          <p14:tracePt t="146269" x="3733800" y="4286250"/>
          <p14:tracePt t="146284" x="3746500" y="4273550"/>
          <p14:tracePt t="146301" x="3759200" y="4260850"/>
          <p14:tracePt t="146318" x="3803650" y="4216400"/>
          <p14:tracePt t="146335" x="3873500" y="4152900"/>
          <p14:tracePt t="146351" x="3911600" y="4114800"/>
          <p14:tracePt t="146368" x="4000500" y="4044950"/>
          <p14:tracePt t="146385" x="4102100" y="3968750"/>
          <p14:tracePt t="146401" x="4152900" y="3911600"/>
          <p14:tracePt t="146417" x="4248150" y="3822700"/>
          <p14:tracePt t="146434" x="4311650" y="3765550"/>
          <p14:tracePt t="146451" x="4343400" y="3740150"/>
          <p14:tracePt t="146468" x="4349750" y="3727450"/>
          <p14:tracePt t="146485" x="4349750" y="3708400"/>
          <p14:tracePt t="146501" x="4311650" y="3670300"/>
          <p14:tracePt t="146518" x="4279900" y="3644900"/>
          <p14:tracePt t="146534" x="4159250" y="3568700"/>
          <p14:tracePt t="146550" x="3987800" y="3492500"/>
          <p14:tracePt t="146567" x="3873500" y="3448050"/>
          <p14:tracePt t="146584" x="3752850" y="3416300"/>
          <p14:tracePt t="146600" x="3524250" y="3365500"/>
          <p14:tracePt t="146617" x="3352800" y="3333750"/>
          <p14:tracePt t="146634" x="3263900" y="3321050"/>
          <p14:tracePt t="146650" x="3251200" y="3321050"/>
          <p14:tracePt t="146667" x="3232150" y="3321050"/>
          <p14:tracePt t="146683" x="3219450" y="3321050"/>
          <p14:tracePt t="146717" x="3219450" y="3327400"/>
          <p14:tracePt t="146745" x="3225800" y="3327400"/>
          <p14:tracePt t="146753" x="3238500" y="3327400"/>
          <p14:tracePt t="146767" x="3257550" y="3327400"/>
          <p14:tracePt t="146783" x="3314700" y="3321050"/>
          <p14:tracePt t="146799" x="3378200" y="3308350"/>
          <p14:tracePt t="146816" x="3524250" y="3289300"/>
          <p14:tracePt t="146833" x="3689350" y="3270250"/>
          <p14:tracePt t="146849" x="3771900" y="3251200"/>
          <p14:tracePt t="146866" x="3905250" y="3213100"/>
          <p14:tracePt t="146882" x="3962400" y="3194050"/>
          <p14:tracePt t="146901" x="4000500" y="3168650"/>
          <p14:tracePt t="146916" x="4006850" y="3168650"/>
          <p14:tracePt t="146969" x="4000500" y="3168650"/>
          <p14:tracePt t="147005" x="3994150" y="3168650"/>
          <p14:tracePt t="147011" x="3981450" y="3175000"/>
          <p14:tracePt t="147026" x="3968750" y="3175000"/>
          <p14:tracePt t="147035" x="3949700" y="3181350"/>
          <p14:tracePt t="147049" x="3930650" y="3187700"/>
          <p14:tracePt t="147066" x="3879850" y="3200400"/>
          <p14:tracePt t="147083" x="3784600" y="3232150"/>
          <p14:tracePt t="147098" x="3714750" y="3251200"/>
          <p14:tracePt t="147115" x="3581400" y="3295650"/>
          <p14:tracePt t="147132" x="3486150" y="3321050"/>
          <p14:tracePt t="147148" x="3454400" y="3333750"/>
          <p14:tracePt t="147165" x="3422650" y="3346450"/>
          <p14:tracePt t="147181" x="3409950" y="3346450"/>
          <p14:tracePt t="147198" x="3403600" y="3352800"/>
          <p14:tracePt t="147236" x="3397250" y="3352800"/>
          <p14:tracePt t="147292" x="3397250" y="3359150"/>
          <p14:tracePt t="147376" x="3403600" y="3359150"/>
          <p14:tracePt t="147446" x="3409950" y="3359150"/>
          <p14:tracePt t="147474" x="3416300" y="3359150"/>
          <p14:tracePt t="147482" x="3422650" y="3359150"/>
          <p14:tracePt t="147496" x="3429000" y="3352800"/>
          <p14:tracePt t="147516" x="3441700" y="3346450"/>
          <p14:tracePt t="147524" x="3467100" y="3340100"/>
          <p14:tracePt t="147532" x="3486150" y="3333750"/>
          <p14:tracePt t="147547" x="3511550" y="3321050"/>
          <p14:tracePt t="147563" x="3556000" y="3308350"/>
          <p14:tracePt t="147580" x="3657600" y="3270250"/>
          <p14:tracePt t="147597" x="3752850" y="3232150"/>
          <p14:tracePt t="147613" x="3797300" y="3206750"/>
          <p14:tracePt t="147630" x="3860800" y="3187700"/>
          <p14:tracePt t="147647" x="3905250" y="3162300"/>
          <p14:tracePt t="147664" x="3924300" y="3149600"/>
          <p14:tracePt t="147680" x="3924300" y="3143250"/>
          <p14:tracePt t="147715" x="3917950" y="3136900"/>
          <p14:tracePt t="147729" x="3892550" y="3117850"/>
          <p14:tracePt t="147746" x="3816350" y="3067050"/>
          <p14:tracePt t="147763" x="3663950" y="2990850"/>
          <p14:tracePt t="147779" x="3587750" y="2946400"/>
          <p14:tracePt t="147796" x="3505200" y="2895600"/>
          <p14:tracePt t="147812" x="3321050" y="2794000"/>
          <p14:tracePt t="147829" x="3289300" y="2774950"/>
          <p14:tracePt t="147846" x="3257550" y="2749550"/>
          <p14:tracePt t="147862" x="3232150" y="2730500"/>
          <p14:tracePt t="147879" x="3219450" y="2730500"/>
          <p14:tracePt t="147896" x="3213100" y="2724150"/>
          <p14:tracePt t="147912" x="3206750" y="2724150"/>
          <p14:tracePt t="148134" x="3200400" y="2724150"/>
          <p14:tracePt t="148155" x="3200400" y="2730500"/>
          <p14:tracePt t="148163" x="3194050" y="2730500"/>
          <p14:tracePt t="148176" x="3187700" y="2730500"/>
          <p14:tracePt t="148183" x="3181350" y="2730500"/>
          <p14:tracePt t="148204" x="3175000" y="2730500"/>
          <p14:tracePt t="148218" x="3168650" y="2730500"/>
          <p14:tracePt t="148227" x="3168650" y="2736850"/>
          <p14:tracePt t="148253" x="3162300" y="2736850"/>
          <p14:tracePt t="148358" x="3168650" y="2736850"/>
          <p14:tracePt t="148365" x="3175000" y="2736850"/>
          <p14:tracePt t="148377" x="3194050" y="2736850"/>
          <p14:tracePt t="148394" x="3232150" y="2736850"/>
          <p14:tracePt t="148410" x="3270250" y="2736850"/>
          <p14:tracePt t="148427" x="3302000" y="2730500"/>
          <p14:tracePt t="148444" x="3409950" y="2724150"/>
          <p14:tracePt t="148460" x="3441700" y="2711450"/>
          <p14:tracePt t="148478" x="3479800" y="2711450"/>
          <p14:tracePt t="148494" x="3492500" y="2711450"/>
          <p14:tracePt t="148510" x="3511550" y="2705100"/>
          <p14:tracePt t="148527" x="3517900" y="2705100"/>
          <p14:tracePt t="148544" x="3511550" y="2705100"/>
          <p14:tracePt t="148560" x="3479800" y="2698750"/>
          <p14:tracePt t="148577" x="3422650" y="2698750"/>
          <p14:tracePt t="148593" x="3371850" y="2698750"/>
          <p14:tracePt t="148610" x="3270250" y="2692400"/>
          <p14:tracePt t="148626" x="3187700" y="2686050"/>
          <p14:tracePt t="148643" x="3149600" y="2686050"/>
          <p14:tracePt t="148660" x="3130550" y="2686050"/>
          <p14:tracePt t="148676" x="3117850" y="2686050"/>
          <p14:tracePt t="148693" x="3111500" y="2686050"/>
          <p14:tracePt t="148744" x="3117850" y="2686050"/>
          <p14:tracePt t="148758" x="3124200" y="2686050"/>
          <p14:tracePt t="148765" x="3130550" y="2686050"/>
          <p14:tracePt t="148779" x="3136900" y="2692400"/>
          <p14:tracePt t="148807" x="3143250" y="2692400"/>
          <p14:tracePt t="148814" x="3149600" y="2692400"/>
          <p14:tracePt t="148835" x="3155950" y="2692400"/>
          <p14:tracePt t="148955" x="3155950" y="2698750"/>
          <p14:tracePt t="148976" x="3155950" y="2705100"/>
          <p14:tracePt t="148990" x="3155950" y="2711450"/>
          <p14:tracePt t="148997" x="3155950" y="2717800"/>
          <p14:tracePt t="149008" x="3155950" y="2736850"/>
          <p14:tracePt t="149025" x="3155950" y="2794000"/>
          <p14:tracePt t="149042" x="3162300" y="2844800"/>
          <p14:tracePt t="149058" x="3175000" y="2901950"/>
          <p14:tracePt t="149061" x="3181350" y="2965450"/>
          <p14:tracePt t="149075" x="3213100" y="3086100"/>
          <p14:tracePt t="149091" x="3219450" y="3136900"/>
          <p14:tracePt t="149109" x="3238500" y="3219450"/>
          <p14:tracePt t="149125" x="3238500" y="3251200"/>
          <p14:tracePt t="149141" x="3244850" y="3289300"/>
          <p14:tracePt t="149158" x="3251200" y="3308350"/>
          <p14:tracePt t="149175" x="3251200" y="3314700"/>
          <p14:tracePt t="149191" x="3251200" y="3321050"/>
          <p14:tracePt t="149208" x="3251200" y="3327400"/>
          <p14:tracePt t="149270" x="3257550" y="3327400"/>
          <p14:tracePt t="149277" x="3263900" y="3327400"/>
          <p14:tracePt t="149326" x="3270250" y="3327400"/>
          <p14:tracePt t="149342" x="3276600" y="3327400"/>
          <p14:tracePt t="149347" x="3282950" y="3333750"/>
          <p14:tracePt t="149357" x="3289300" y="3333750"/>
          <p14:tracePt t="149376" x="3295650" y="3333750"/>
          <p14:tracePt t="149391" x="3308350" y="3333750"/>
          <p14:tracePt t="149407" x="3327400" y="3340100"/>
          <p14:tracePt t="149425" x="3409950" y="3352800"/>
          <p14:tracePt t="149440" x="3448050" y="3359150"/>
          <p14:tracePt t="149457" x="3486150" y="3365500"/>
          <p14:tracePt t="149474" x="3562350" y="3384550"/>
          <p14:tracePt t="149490" x="3644900" y="3397250"/>
          <p14:tracePt t="149507" x="3683000" y="3416300"/>
          <p14:tracePt t="149524" x="3746500" y="3429000"/>
          <p14:tracePt t="149540" x="3810000" y="3448050"/>
          <p14:tracePt t="149558" x="3867150" y="3460750"/>
          <p14:tracePt t="149574" x="3886200" y="3467100"/>
          <p14:tracePt t="149590" x="3917950" y="3473450"/>
          <p14:tracePt t="149607" x="3956050" y="3479800"/>
          <p14:tracePt t="149623" x="3962400" y="3479800"/>
          <p14:tracePt t="149639" x="3968750" y="3479800"/>
          <p14:tracePt t="149656" x="3975100" y="3479800"/>
          <p14:tracePt t="149817" x="3975100" y="3486150"/>
          <p14:tracePt t="149901" x="3968750" y="3486150"/>
          <p14:tracePt t="150042" x="3962400" y="3486150"/>
          <p14:tracePt t="150097" x="3956050" y="3486150"/>
          <p14:tracePt t="150119" x="3949700" y="3492500"/>
          <p14:tracePt t="150126" x="3949700" y="3498850"/>
          <p14:tracePt t="150140" x="3943350" y="3511550"/>
          <p14:tracePt t="150154" x="3930650" y="3517900"/>
          <p14:tracePt t="150171" x="3911600" y="3549650"/>
          <p14:tracePt t="150188" x="3905250" y="3568700"/>
          <p14:tracePt t="150204" x="3860800" y="3644900"/>
          <p14:tracePt t="150221" x="3810000" y="3714750"/>
          <p14:tracePt t="150238" x="3759200" y="3790950"/>
          <p14:tracePt t="150254" x="3733800" y="3822700"/>
          <p14:tracePt t="150270" x="3689350" y="3879850"/>
          <p14:tracePt t="150287" x="3638550" y="3943350"/>
          <p14:tracePt t="150304" x="3619500" y="3956050"/>
          <p14:tracePt t="150320" x="3594100" y="3981450"/>
          <p14:tracePt t="150337" x="3556000" y="4019550"/>
          <p14:tracePt t="150354" x="3549650" y="4025900"/>
          <p14:tracePt t="150371" x="3543300" y="4025900"/>
          <p14:tracePt t="150387" x="3536950" y="4019550"/>
          <p14:tracePt t="152135" x="3536950" y="4070350"/>
          <p14:tracePt t="152141" x="3524250" y="4140200"/>
          <p14:tracePt t="152155" x="3517900" y="4216400"/>
          <p14:tracePt t="152164" x="3498850" y="4286250"/>
          <p14:tracePt t="152181" x="3467100" y="4349750"/>
          <p14:tracePt t="152198" x="3435350" y="4438650"/>
          <p14:tracePt t="152214" x="3409950" y="4508500"/>
          <p14:tracePt t="152230" x="3390900" y="4540250"/>
          <p14:tracePt t="152247" x="3359150" y="4603750"/>
          <p14:tracePt t="152264" x="3327400" y="4679950"/>
          <p14:tracePt t="152281" x="3314700" y="4711700"/>
          <p14:tracePt t="152297" x="3289300" y="4762500"/>
          <p14:tracePt t="152314" x="3276600" y="4794250"/>
          <p14:tracePt t="152331" x="3263900" y="4806950"/>
          <p14:tracePt t="152347" x="3263900" y="4813300"/>
          <p14:tracePt t="152363" x="3263900" y="4819650"/>
          <p14:tracePt t="152396" x="3257550" y="4826000"/>
          <p14:tracePt t="152443" x="3251200" y="4826000"/>
          <p14:tracePt t="152520" x="3244850" y="4826000"/>
          <p14:tracePt t="152534" x="3238500" y="4826000"/>
          <p14:tracePt t="152541" x="3232150" y="4826000"/>
          <p14:tracePt t="152555" x="3225800" y="4832350"/>
          <p14:tracePt t="152565" x="3225800" y="4838700"/>
          <p14:tracePt t="152579" x="3219450" y="4838700"/>
          <p14:tracePt t="152597" x="3213100" y="4845050"/>
          <p14:tracePt t="152612" x="3206750" y="4845050"/>
          <p14:tracePt t="152648" x="3200400" y="4845050"/>
          <p14:tracePt t="152662" x="3200400" y="4851400"/>
          <p14:tracePt t="152682" x="3194050" y="4851400"/>
          <p14:tracePt t="152717" x="3187700" y="4857750"/>
          <p14:tracePt t="152723" x="3187700" y="4864100"/>
          <p14:tracePt t="152766" x="3187700" y="4870450"/>
          <p14:tracePt t="152773" x="3181350" y="4870450"/>
          <p14:tracePt t="152836" x="3181350" y="4876800"/>
          <p14:tracePt t="152856" x="3194050" y="4883150"/>
          <p14:tracePt t="152870" x="3200400" y="4883150"/>
          <p14:tracePt t="152884" x="3206750" y="4883150"/>
          <p14:tracePt t="152891" x="3225800" y="4883150"/>
          <p14:tracePt t="152906" x="3244850" y="4895850"/>
          <p14:tracePt t="152914" x="3276600" y="4895850"/>
          <p14:tracePt t="152929" x="3302000" y="4895850"/>
          <p14:tracePt t="152944" x="3352800" y="4902200"/>
          <p14:tracePt t="152962" x="3460750" y="4902200"/>
          <p14:tracePt t="152978" x="3575050" y="4889500"/>
          <p14:tracePt t="152994" x="3638550" y="4883150"/>
          <p14:tracePt t="153011" x="3829050" y="4845050"/>
          <p14:tracePt t="153028" x="3879850" y="4832350"/>
          <p14:tracePt t="153044" x="3937000" y="4813300"/>
          <p14:tracePt t="153061" x="4032250" y="4781550"/>
          <p14:tracePt t="153078" x="4108450" y="4749800"/>
          <p14:tracePt t="153094" x="4140200" y="4724400"/>
          <p14:tracePt t="153111" x="4184650" y="4699000"/>
          <p14:tracePt t="153127" x="4216400" y="4679950"/>
          <p14:tracePt t="153145" x="4235450" y="4673600"/>
          <p14:tracePt t="153160" x="4248150" y="4667250"/>
          <p14:tracePt t="153177" x="4248150" y="4660900"/>
          <p14:tracePt t="153210" x="4254500" y="4660900"/>
          <p14:tracePt t="153284" x="4260850" y="4660900"/>
          <p14:tracePt t="153376" x="4260850" y="4654550"/>
          <p14:tracePt t="153432" x="4267200" y="4654550"/>
          <p14:tracePt t="153593" x="4260850" y="4654550"/>
          <p14:tracePt t="153966" x="4248150" y="4654550"/>
          <p14:tracePt t="153974" x="4216400" y="4660900"/>
          <p14:tracePt t="153987" x="4197350" y="4667250"/>
          <p14:tracePt t="153994" x="4165600" y="4686300"/>
          <p14:tracePt t="154011" x="4140200" y="4692650"/>
          <p14:tracePt t="154024" x="4095750" y="4699000"/>
          <p14:tracePt t="154041" x="4032250" y="4724400"/>
          <p14:tracePt t="154058" x="3981450" y="4743450"/>
          <p14:tracePt t="154074" x="3956050" y="4756150"/>
          <p14:tracePt t="154091" x="3886200" y="4768850"/>
          <p14:tracePt t="154107" x="3810000" y="4781550"/>
          <p14:tracePt t="154124" x="3759200" y="4781550"/>
          <p14:tracePt t="154141" x="3657600" y="4794250"/>
          <p14:tracePt t="154157" x="3536950" y="4794250"/>
          <p14:tracePt t="154174" x="3473450" y="4781550"/>
          <p14:tracePt t="154191" x="3384550" y="4781550"/>
          <p14:tracePt t="154207" x="3302000" y="4781550"/>
          <p14:tracePt t="154224" x="3282950" y="4781550"/>
          <p14:tracePt t="154240" x="3251200" y="4775200"/>
          <p14:tracePt t="154257" x="3225800" y="4775200"/>
          <p14:tracePt t="154290" x="3219450" y="4768850"/>
          <p14:tracePt t="154325" x="3213100" y="4768850"/>
          <p14:tracePt t="154359" x="3213100" y="4762500"/>
          <p14:tracePt t="154366" x="3206750" y="4756150"/>
          <p14:tracePt t="154380" x="3200400" y="4756150"/>
          <p14:tracePt t="154390" x="3194050" y="4749800"/>
          <p14:tracePt t="154406" x="3181350" y="4743450"/>
          <p14:tracePt t="154423" x="3155950" y="4730750"/>
          <p14:tracePt t="154440" x="3117850" y="4718050"/>
          <p14:tracePt t="154456" x="3098800" y="4705350"/>
          <p14:tracePt t="154473" x="3073400" y="4692650"/>
          <p14:tracePt t="154489" x="3060700" y="4692650"/>
          <p14:tracePt t="154506" x="3054350" y="4692650"/>
          <p14:tracePt t="154539" x="3054350" y="4686300"/>
          <p14:tracePt t="154604" x="3048000" y="4686300"/>
          <p14:tracePt t="154731" x="3048000" y="4679950"/>
          <p14:tracePt t="154759" x="3048000" y="4673600"/>
          <p14:tracePt t="154801" x="3041650" y="4667250"/>
          <p14:tracePt t="154850" x="3041650" y="4660900"/>
          <p14:tracePt t="154878" x="3028950" y="4654550"/>
          <p14:tracePt t="154906" x="3022600" y="4648200"/>
          <p14:tracePt t="154927" x="3016250" y="4648200"/>
          <p14:tracePt t="154954" x="3016250" y="4641850"/>
          <p14:tracePt t="154975" x="3009900" y="4641850"/>
          <p14:tracePt t="154997" x="3009900" y="4635500"/>
          <p14:tracePt t="155018" x="3003550" y="4635500"/>
          <p14:tracePt t="155046" x="2997200" y="4635500"/>
          <p14:tracePt t="155067" x="2997200" y="4629150"/>
          <p14:tracePt t="155088" x="2997200" y="4622800"/>
          <p14:tracePt t="155110" x="2997200" y="4616450"/>
          <p14:tracePt t="155130" x="3003550" y="4616450"/>
          <p14:tracePt t="155152" x="3009900" y="4616450"/>
          <p14:tracePt t="155158" x="3016250" y="4610100"/>
          <p14:tracePt t="155170" x="3028950" y="4610100"/>
          <p14:tracePt t="155187" x="3054350" y="4610100"/>
          <p14:tracePt t="155204" x="3073400" y="4610100"/>
          <p14:tracePt t="155220" x="3105150" y="4603750"/>
          <p14:tracePt t="155237" x="3168650" y="4591050"/>
          <p14:tracePt t="155253" x="3238500" y="4591050"/>
          <p14:tracePt t="155271" x="3289300" y="4591050"/>
          <p14:tracePt t="155287" x="3378200" y="4591050"/>
          <p14:tracePt t="155303" x="3435350" y="4597400"/>
          <p14:tracePt t="155320" x="3587750" y="4597400"/>
          <p14:tracePt t="155337" x="3638550" y="4597400"/>
          <p14:tracePt t="155353" x="3740150" y="4597400"/>
          <p14:tracePt t="155370" x="3835400" y="4597400"/>
          <p14:tracePt t="155387" x="3873500" y="4597400"/>
          <p14:tracePt t="155404" x="3956050" y="4591050"/>
          <p14:tracePt t="155420" x="4019550" y="4591050"/>
          <p14:tracePt t="155436" x="4044950" y="4591050"/>
          <p14:tracePt t="155454" x="4076700" y="4591050"/>
          <p14:tracePt t="155469" x="4114800" y="4584700"/>
          <p14:tracePt t="155486" x="4133850" y="4578350"/>
          <p14:tracePt t="155503" x="4178300" y="4578350"/>
          <p14:tracePt t="155519" x="4210050" y="4578350"/>
          <p14:tracePt t="155536" x="4235450" y="4578350"/>
          <p14:tracePt t="155552" x="4279900" y="4578350"/>
          <p14:tracePt t="155569" x="4286250" y="4584700"/>
          <p14:tracePt t="155586" x="4305300" y="4591050"/>
          <p14:tracePt t="155602" x="4311650" y="4597400"/>
          <p14:tracePt t="155619" x="4318000" y="4603750"/>
          <p14:tracePt t="155636" x="4318000" y="4610100"/>
          <p14:tracePt t="155678" x="4324350" y="4610100"/>
          <p14:tracePt t="155713" x="4330700" y="4616450"/>
          <p14:tracePt t="155720" x="4337050" y="4616450"/>
          <p14:tracePt t="155726" x="4343400" y="4616450"/>
          <p14:tracePt t="155741" x="4349750" y="4616450"/>
          <p14:tracePt t="155751" x="4362450" y="4622800"/>
          <p14:tracePt t="155769" x="4406900" y="4629150"/>
          <p14:tracePt t="155785" x="4432300" y="4635500"/>
          <p14:tracePt t="155802" x="4521200" y="4648200"/>
          <p14:tracePt t="155818" x="4610100" y="4660900"/>
          <p14:tracePt t="155835" x="4654550" y="4667250"/>
          <p14:tracePt t="155851" x="4692650" y="4673600"/>
          <p14:tracePt t="155868" x="4781550" y="4673600"/>
          <p14:tracePt t="155884" x="4800600" y="4679950"/>
          <p14:tracePt t="155902" x="4832350" y="4679950"/>
          <p14:tracePt t="155918" x="4838700" y="4679950"/>
          <p14:tracePt t="155934" x="4851400" y="4679950"/>
          <p14:tracePt t="156021" x="4851400" y="4686300"/>
          <p14:tracePt t="156091" x="4857750" y="4686300"/>
          <p14:tracePt t="156323" x="4851400" y="4679950"/>
          <p14:tracePt t="156330" x="4851400" y="4673600"/>
          <p14:tracePt t="156351" x="4845050" y="4673600"/>
          <p14:tracePt t="156358" x="4845050" y="4667250"/>
          <p14:tracePt t="156372" x="4832350" y="4667250"/>
          <p14:tracePt t="156382" x="4826000" y="4667250"/>
          <p14:tracePt t="156400" x="4800600" y="4654550"/>
          <p14:tracePt t="156416" x="4781550" y="4654550"/>
          <p14:tracePt t="156433" x="4711700" y="4641850"/>
          <p14:tracePt t="156450" x="4616450" y="4610100"/>
          <p14:tracePt t="156466" x="4565650" y="4603750"/>
          <p14:tracePt t="156482" x="4521200" y="4597400"/>
          <p14:tracePt t="156499" x="4362450" y="4578350"/>
          <p14:tracePt t="156516" x="4311650" y="4578350"/>
          <p14:tracePt t="156533" x="4260850" y="4578350"/>
          <p14:tracePt t="156548" x="4178300" y="4578350"/>
          <p14:tracePt t="156565" x="4089400" y="4597400"/>
          <p14:tracePt t="156583" x="3994150" y="4616450"/>
          <p14:tracePt t="156599" x="3956050" y="4616450"/>
          <p14:tracePt t="156615" x="3860800" y="4622800"/>
          <p14:tracePt t="156632" x="3740150" y="4629150"/>
          <p14:tracePt t="156649" x="3689350" y="4641850"/>
          <p14:tracePt t="156665" x="3549650" y="4648200"/>
          <p14:tracePt t="156682" x="3429000" y="4660900"/>
          <p14:tracePt t="156698" x="3390900" y="4667250"/>
          <p14:tracePt t="156715" x="3321050" y="4667250"/>
          <p14:tracePt t="156732" x="3282950" y="4667250"/>
          <p14:tracePt t="156748" x="3257550" y="4667250"/>
          <p14:tracePt t="156765" x="3232150" y="4660900"/>
          <p14:tracePt t="156781" x="3194050" y="4654550"/>
          <p14:tracePt t="156798" x="3175000" y="4654550"/>
          <p14:tracePt t="156815" x="3143250" y="4654550"/>
          <p14:tracePt t="156831" x="3117850" y="4648200"/>
          <p14:tracePt t="156849" x="3079750" y="4648200"/>
          <p14:tracePt t="156864" x="3035300" y="4641850"/>
          <p14:tracePt t="156881" x="3022600" y="4641850"/>
          <p14:tracePt t="156898" x="2990850" y="4635500"/>
          <p14:tracePt t="156914" x="2971800" y="4629150"/>
          <p14:tracePt t="156931" x="2965450" y="4629150"/>
          <p14:tracePt t="156948" x="2952750" y="4622800"/>
          <p14:tracePt t="156965" x="2946400" y="4622800"/>
          <p14:tracePt t="157003" x="2940050" y="4622800"/>
          <p14:tracePt t="157652" x="2946400" y="4622800"/>
          <p14:tracePt t="157666" x="2965450" y="4635500"/>
          <p14:tracePt t="157673" x="2990850" y="4660900"/>
          <p14:tracePt t="157682" x="3035300" y="4673600"/>
          <p14:tracePt t="157696" x="3067050" y="4692650"/>
          <p14:tracePt t="157712" x="3117850" y="4718050"/>
          <p14:tracePt t="157728" x="3244850" y="4768850"/>
          <p14:tracePt t="157745" x="3403600" y="4806950"/>
          <p14:tracePt t="157762" x="3479800" y="4826000"/>
          <p14:tracePt t="157779" x="3632200" y="4819650"/>
          <p14:tracePt t="157794" x="3790950" y="4813300"/>
          <p14:tracePt t="157812" x="3867150" y="4800600"/>
          <p14:tracePt t="157828" x="3987800" y="4775200"/>
          <p14:tracePt t="157844" x="4076700" y="4711700"/>
          <p14:tracePt t="157861" x="4108450" y="4679950"/>
          <p14:tracePt t="157878" x="4171950" y="4610100"/>
          <p14:tracePt t="157894" x="4191000" y="4559300"/>
          <p14:tracePt t="157912" x="4203700" y="4540250"/>
          <p14:tracePt t="157927" x="4203700" y="4533900"/>
          <p14:tracePt t="157945" x="4203700" y="4521200"/>
          <p14:tracePt t="157961" x="4159250" y="4489450"/>
          <p14:tracePt t="157977" x="4121150" y="4464050"/>
          <p14:tracePt t="157994" x="4083050" y="4457700"/>
          <p14:tracePt t="158011" x="4000500" y="4451350"/>
          <p14:tracePt t="158027" x="3886200" y="4451350"/>
          <p14:tracePt t="158046" x="3759200" y="4489450"/>
          <p14:tracePt t="158060" x="3708400" y="4508500"/>
          <p14:tracePt t="158078" x="3606800" y="4572000"/>
          <p14:tracePt t="158095" x="3536950" y="4641850"/>
          <p14:tracePt t="158111" x="3517900" y="4654550"/>
          <p14:tracePt t="158127" x="3486150" y="4699000"/>
          <p14:tracePt t="158144" x="3479800" y="4724400"/>
          <p14:tracePt t="158160" x="3473450" y="4730750"/>
          <p14:tracePt t="158177" x="3479800" y="4737100"/>
          <p14:tracePt t="158194" x="3505200" y="4749800"/>
          <p14:tracePt t="158210" x="3524250" y="4756150"/>
          <p14:tracePt t="158228" x="3594100" y="4775200"/>
          <p14:tracePt t="158243" x="3670300" y="4775200"/>
          <p14:tracePt t="158260" x="3848100" y="4756150"/>
          <p14:tracePt t="158277" x="4032250" y="4705350"/>
          <p14:tracePt t="158293" x="4114800" y="4654550"/>
          <p14:tracePt t="158309" x="4216400" y="4591050"/>
          <p14:tracePt t="158326" x="4267200" y="4533900"/>
          <p14:tracePt t="158343" x="4273550" y="4521200"/>
          <p14:tracePt t="158360" x="4279900" y="4495800"/>
          <p14:tracePt t="158376" x="4267200" y="4483100"/>
          <p14:tracePt t="158393" x="4248150" y="4470400"/>
          <p14:tracePt t="158410" x="4171950" y="4438650"/>
          <p14:tracePt t="158426" x="4076700" y="4419600"/>
          <p14:tracePt t="158442" x="4013200" y="4419600"/>
          <p14:tracePt t="158459" x="3860800" y="4432300"/>
          <p14:tracePt t="158476" x="3714750" y="4464050"/>
          <p14:tracePt t="158492" x="3632200" y="4502150"/>
          <p14:tracePt t="158509" x="3530600" y="4572000"/>
          <p14:tracePt t="158526" x="3486150" y="4616450"/>
          <p14:tracePt t="158542" x="3479800" y="4629150"/>
          <p14:tracePt t="158559" x="3473450" y="4641850"/>
          <p14:tracePt t="158576" x="3473450" y="4648200"/>
          <p14:tracePt t="158592" x="3486150" y="4667250"/>
          <p14:tracePt t="158608" x="3505200" y="4673600"/>
          <p14:tracePt t="158625" x="3524250" y="4679950"/>
          <p14:tracePt t="158642" x="3594100" y="4692650"/>
          <p14:tracePt t="158658" x="3702050" y="4705350"/>
          <p14:tracePt t="158675" x="3765550" y="4699000"/>
          <p14:tracePt t="158691" x="3898900" y="4679950"/>
          <p14:tracePt t="158708" x="4013200" y="4616450"/>
          <p14:tracePt t="158725" x="4089400" y="4546600"/>
          <p14:tracePt t="158741" x="4108450" y="4521200"/>
          <p14:tracePt t="158758" x="4121150" y="4489450"/>
          <p14:tracePt t="158775" x="4114800" y="4464050"/>
          <p14:tracePt t="158791" x="4089400" y="4457700"/>
          <p14:tracePt t="158808" x="4019550" y="4432300"/>
          <p14:tracePt t="158824" x="3968750" y="4425950"/>
          <p14:tracePt t="158841" x="3835400" y="4413250"/>
          <p14:tracePt t="158858" x="3759200" y="4413250"/>
          <p14:tracePt t="158874" x="3524250" y="4445000"/>
          <p14:tracePt t="158891" x="3460750" y="4476750"/>
          <p14:tracePt t="158908" x="3352800" y="4559300"/>
          <p14:tracePt t="158924" x="3321050" y="4610100"/>
          <p14:tracePt t="158941" x="3282950" y="4654550"/>
          <p14:tracePt t="158957" x="3282950" y="4686300"/>
          <p14:tracePt t="158991" x="3302000" y="4705350"/>
          <p14:tracePt t="159007" x="3352800" y="4730750"/>
          <p14:tracePt t="159024" x="3371850" y="4743450"/>
          <p14:tracePt t="159041" x="3441700" y="4762500"/>
          <p14:tracePt t="159057" x="3479800" y="4768850"/>
          <p14:tracePt t="159073" x="3587750" y="4756150"/>
          <p14:tracePt t="159091" x="3708400" y="4718050"/>
          <p14:tracePt t="159107" x="3822700" y="4654550"/>
          <p14:tracePt t="159124" x="3867150" y="4603750"/>
          <p14:tracePt t="159140" x="3930650" y="4527550"/>
          <p14:tracePt t="159157" x="3968750" y="4438650"/>
          <p14:tracePt t="159174" x="3975100" y="4387850"/>
          <p14:tracePt t="159190" x="3968750" y="4362450"/>
          <p14:tracePt t="159206" x="3956050" y="4349750"/>
          <p14:tracePt t="159224" x="3911600" y="4311650"/>
          <p14:tracePt t="159239" x="3841750" y="4286250"/>
          <p14:tracePt t="159256" x="3797300" y="4279900"/>
          <p14:tracePt t="159260" x="3759200" y="4273550"/>
          <p14:tracePt t="159273" x="3714750" y="4273550"/>
          <p14:tracePt t="159290" x="3651250" y="4273550"/>
          <p14:tracePt t="159306" x="3619500" y="4279900"/>
          <p14:tracePt t="159323" x="3568700" y="4298950"/>
          <p14:tracePt t="159339" x="3530600" y="4330700"/>
          <p14:tracePt t="159356" x="3505200" y="4356100"/>
          <p14:tracePt t="159372" x="3498850" y="4375150"/>
          <p14:tracePt t="159389" x="3492500" y="4413250"/>
          <p14:tracePt t="159406" x="3492500" y="4445000"/>
          <p14:tracePt t="159422" x="3505200" y="4457700"/>
          <p14:tracePt t="159439" x="3543300" y="4495800"/>
          <p14:tracePt t="159456" x="3562350" y="4514850"/>
          <p14:tracePt t="159472" x="3625850" y="4546600"/>
          <p14:tracePt t="159491" x="3708400" y="4572000"/>
          <p14:tracePt t="159505" x="3752850" y="4578350"/>
          <p14:tracePt t="159522" x="3829050" y="4578350"/>
          <p14:tracePt t="159539" x="3905250" y="4572000"/>
          <p14:tracePt t="159555" x="3924300" y="4552950"/>
          <p14:tracePt t="159572" x="3968750" y="4521200"/>
          <p14:tracePt t="159588" x="3987800" y="4483100"/>
          <p14:tracePt t="159605" x="3994150" y="4476750"/>
          <p14:tracePt t="159622" x="4006850" y="4464050"/>
          <p14:tracePt t="159638" x="4006850" y="4451350"/>
          <p14:tracePt t="159655" x="4006850" y="4445000"/>
          <p14:tracePt t="159672" x="4006850" y="4438650"/>
          <p14:tracePt t="159756" x="4006850" y="4432300"/>
          <p14:tracePt t="159763" x="4000500" y="4432300"/>
          <p14:tracePt t="159777" x="3994150" y="4432300"/>
          <p14:tracePt t="159788" x="3987800" y="4432300"/>
          <p14:tracePt t="160739" x="3975100" y="4432300"/>
          <p14:tracePt t="160753" x="3956050" y="4432300"/>
          <p14:tracePt t="160760" x="3930650" y="4438650"/>
          <p14:tracePt t="160770" x="3911600" y="4438650"/>
          <p14:tracePt t="160784" x="3879850" y="4445000"/>
          <p14:tracePt t="160801" x="3854450" y="4451350"/>
          <p14:tracePt t="160818" x="3740150" y="4483100"/>
          <p14:tracePt t="160834" x="3708400" y="4495800"/>
          <p14:tracePt t="160852" x="3657600" y="4514850"/>
          <p14:tracePt t="160867" x="3638550" y="4527550"/>
          <p14:tracePt t="160884" x="3594100" y="4552950"/>
          <p14:tracePt t="160901" x="3568700" y="4578350"/>
          <p14:tracePt t="160917" x="3556000" y="4591050"/>
          <p14:tracePt t="160934" x="3543300" y="4603750"/>
          <p14:tracePt t="160951" x="3536950" y="4616450"/>
          <p14:tracePt t="160983" x="3536950" y="4622800"/>
          <p14:tracePt t="161000" x="3549650" y="4635500"/>
          <p14:tracePt t="161017" x="3562350" y="4648200"/>
          <p14:tracePt t="161034" x="3594100" y="4660900"/>
          <p14:tracePt t="161050" x="3651250" y="4673600"/>
          <p14:tracePt t="161067" x="3689350" y="4673600"/>
          <p14:tracePt t="161084" x="3771900" y="4667250"/>
          <p14:tracePt t="161100" x="3860800" y="4622800"/>
          <p14:tracePt t="161117" x="3898900" y="4584700"/>
          <p14:tracePt t="161133" x="3943350" y="4489450"/>
          <p14:tracePt t="161150" x="3949700" y="4432300"/>
          <p14:tracePt t="161167" x="3943350" y="4298950"/>
          <p14:tracePt t="161183" x="3924300" y="4254500"/>
          <p14:tracePt t="161199" x="3898900" y="4222750"/>
          <p14:tracePt t="161216" x="3860800" y="4184650"/>
          <p14:tracePt t="161233" x="3822700" y="4165600"/>
          <p14:tracePt t="161250" x="3790950" y="4159250"/>
          <p14:tracePt t="161266" x="3740150" y="4159250"/>
          <p14:tracePt t="161283" x="3683000" y="4165600"/>
          <p14:tracePt t="161299" x="3651250" y="4184650"/>
          <p14:tracePt t="161316" x="3594100" y="4241800"/>
          <p14:tracePt t="161333" x="3530600" y="4318000"/>
          <p14:tracePt t="161350" x="3505200" y="4362450"/>
          <p14:tracePt t="161366" x="3498850" y="4394200"/>
          <p14:tracePt t="161382" x="3479800" y="4425950"/>
          <p14:tracePt t="161399" x="3479800" y="4451350"/>
          <p14:tracePt t="161416" x="3479800" y="4464050"/>
          <p14:tracePt t="161432" x="3498850" y="4470400"/>
          <p14:tracePt t="161449" x="3530600" y="4514850"/>
          <p14:tracePt t="161465" x="3543300" y="4533900"/>
          <p14:tracePt t="161483" x="3587750" y="4552950"/>
          <p14:tracePt t="161498" x="3606800" y="4572000"/>
          <p14:tracePt t="161515" x="3638550" y="4584700"/>
          <p14:tracePt t="161532" x="3663950" y="4591050"/>
          <p14:tracePt t="161548" x="3670300" y="4591050"/>
          <p14:tracePt t="161565" x="3676650" y="4591050"/>
          <p14:tracePt t="161598" x="3683000" y="4591050"/>
          <p14:tracePt t="161637" x="3689350" y="4591050"/>
          <p14:tracePt t="162221" x="3759200" y="4591050"/>
          <p14:tracePt t="162235" x="3790950" y="4578350"/>
          <p14:tracePt t="162242" x="3829050" y="4572000"/>
          <p14:tracePt t="162249" x="3886200" y="4546600"/>
          <p14:tracePt t="162265" x="3943350" y="4527550"/>
          <p14:tracePt t="162279" x="3987800" y="4495800"/>
          <p14:tracePt t="162296" x="4070350" y="4464050"/>
          <p14:tracePt t="162313" x="4133850" y="4432300"/>
          <p14:tracePt t="162329" x="4159250" y="4419600"/>
          <p14:tracePt t="162346" x="4184650" y="4400550"/>
          <p14:tracePt t="162362" x="4203700" y="4381500"/>
          <p14:tracePt t="162379" x="4210050" y="4375150"/>
          <p14:tracePt t="162397" x="4210050" y="4349750"/>
          <p14:tracePt t="162412" x="4210050" y="4324350"/>
          <p14:tracePt t="162428" x="4210050" y="4311650"/>
          <p14:tracePt t="162446" x="4197350" y="4286250"/>
          <p14:tracePt t="162462" x="4178300" y="4267200"/>
          <p14:tracePt t="162478" x="4159250" y="4254500"/>
          <p14:tracePt t="162495" x="4108450" y="4241800"/>
          <p14:tracePt t="162512" x="4064000" y="4235450"/>
          <p14:tracePt t="162529" x="3987800" y="4235450"/>
          <p14:tracePt t="162545" x="3892550" y="4241800"/>
          <p14:tracePt t="162562" x="3841750" y="4254500"/>
          <p14:tracePt t="162579" x="3752850" y="4279900"/>
          <p14:tracePt t="162595" x="3689350" y="4324350"/>
          <p14:tracePt t="162611" x="3651250" y="4362450"/>
          <p14:tracePt t="162628" x="3625850" y="4394200"/>
          <p14:tracePt t="162644" x="3619500" y="4406900"/>
          <p14:tracePt t="162661" x="3619500" y="4419600"/>
          <p14:tracePt t="162678" x="3619500" y="4432300"/>
          <p14:tracePt t="162694" x="3619500" y="4438650"/>
          <p14:tracePt t="162711" x="3619500" y="4451350"/>
          <p14:tracePt t="162727" x="3651250" y="4470400"/>
          <p14:tracePt t="162744" x="3683000" y="4489450"/>
          <p14:tracePt t="162762" x="3721100" y="4508500"/>
          <p14:tracePt t="162777" x="3759200" y="4514850"/>
          <p14:tracePt t="162794" x="3790950" y="4527550"/>
          <p14:tracePt t="162811" x="3886200" y="4521200"/>
          <p14:tracePt t="162827" x="3917950" y="4514850"/>
          <p14:tracePt t="162844" x="3949700" y="4502150"/>
          <p14:tracePt t="162847" x="3968750" y="4489450"/>
          <p14:tracePt t="162861" x="3987800" y="4470400"/>
          <p14:tracePt t="162877" x="4025900" y="4445000"/>
          <p14:tracePt t="162895" x="4038600" y="4419600"/>
          <p14:tracePt t="162910" x="4044950" y="4419600"/>
          <p14:tracePt t="162927" x="4044950" y="4406900"/>
          <p14:tracePt t="162960" x="4044950" y="4400550"/>
          <p14:tracePt t="163013" x="4038600" y="4394200"/>
          <p14:tracePt t="163021" x="4032250" y="4394200"/>
          <p14:tracePt t="163035" x="4025900" y="4394200"/>
          <p14:tracePt t="163044" x="4019550" y="4394200"/>
          <p14:tracePt t="163060" x="4013200" y="4394200"/>
          <p14:tracePt t="163079" x="4006850" y="4394200"/>
          <p14:tracePt t="163126" x="3994150" y="4394200"/>
          <p14:tracePt t="163146" x="3987800" y="4394200"/>
          <p14:tracePt t="163161" x="3981450" y="4394200"/>
          <p14:tracePt t="163175" x="3975100" y="4394200"/>
          <p14:tracePt t="163182" x="3962400" y="4400550"/>
          <p14:tracePt t="163196" x="3949700" y="4413250"/>
          <p14:tracePt t="163210" x="3937000" y="4419600"/>
          <p14:tracePt t="163227" x="3917950" y="4438650"/>
          <p14:tracePt t="163243" x="3898900" y="4445000"/>
          <p14:tracePt t="163259" x="3886200" y="4470400"/>
          <p14:tracePt t="163276" x="3867150" y="4476750"/>
          <p14:tracePt t="163292" x="3867150" y="4483100"/>
          <p14:tracePt t="163309" x="3867150" y="4489450"/>
          <p14:tracePt t="163326" x="3879850" y="4489450"/>
          <p14:tracePt t="163344" x="3898900" y="4495800"/>
          <p14:tracePt t="163359" x="3917950" y="4495800"/>
          <p14:tracePt t="163376" x="3943350" y="4495800"/>
          <p14:tracePt t="163393" x="3962400" y="4495800"/>
          <p14:tracePt t="163408" x="3975100" y="4495800"/>
          <p14:tracePt t="163425" x="3981450" y="4489450"/>
          <p14:tracePt t="163442" x="3994150" y="4489450"/>
          <p14:tracePt t="163475" x="4000500" y="4489450"/>
          <p14:tracePt t="163505" x="4006850" y="4489450"/>
          <p14:tracePt t="164027" x="3994150" y="4489450"/>
          <p14:tracePt t="164034" x="3987800" y="4489450"/>
          <p14:tracePt t="164048" x="3968750" y="4489450"/>
          <p14:tracePt t="164056" x="3956050" y="4489450"/>
          <p14:tracePt t="164072" x="3937000" y="4489450"/>
          <p14:tracePt t="164090" x="3917950" y="4489450"/>
          <p14:tracePt t="164106" x="3905250" y="4489450"/>
          <p14:tracePt t="164122" x="3892550" y="4489450"/>
          <p14:tracePt t="164140" x="3879850" y="4489450"/>
          <p14:tracePt t="164156" x="3860800" y="4489450"/>
          <p14:tracePt t="164195" x="3854450" y="4489450"/>
          <p14:tracePt t="164216" x="3848100" y="4495800"/>
          <p14:tracePt t="164225" x="3841750" y="4495800"/>
          <p14:tracePt t="164265" x="3835400" y="4495800"/>
          <p14:tracePt t="164279" x="3829050" y="4495800"/>
          <p14:tracePt t="164286" x="3829050" y="4502150"/>
          <p14:tracePt t="164307" x="3822700" y="4502150"/>
          <p14:tracePt t="164328" x="3816350" y="4502150"/>
          <p14:tracePt t="164334" x="3816350" y="4508500"/>
          <p14:tracePt t="164349" x="3810000" y="4508500"/>
          <p14:tracePt t="164358" x="3803650" y="4508500"/>
          <p14:tracePt t="164372" x="3797300" y="4514850"/>
          <p14:tracePt t="164389" x="3790950" y="4521200"/>
          <p14:tracePt t="164408" x="3784600" y="4521200"/>
          <p14:tracePt t="164422" x="3778250" y="4527550"/>
          <p14:tracePt t="164441" x="3746500" y="4533900"/>
          <p14:tracePt t="164456" x="3733800" y="4540250"/>
          <p14:tracePt t="164977" x="3740150" y="4540250"/>
          <p14:tracePt t="164992" x="3759200" y="4540250"/>
          <p14:tracePt t="165005" x="3790950" y="4546600"/>
          <p14:tracePt t="165021" x="3829050" y="4546600"/>
          <p14:tracePt t="165027" x="3892550" y="4546600"/>
          <p14:tracePt t="165040" x="3956050" y="4546600"/>
          <p14:tracePt t="165056" x="4025900" y="4540250"/>
          <p14:tracePt t="165069" x="4114800" y="4540250"/>
          <p14:tracePt t="165086" x="4191000" y="4540250"/>
          <p14:tracePt t="165103" x="4254500" y="4533900"/>
          <p14:tracePt t="165119" x="4451350" y="4495800"/>
          <p14:tracePt t="165136" x="4508500" y="4476750"/>
          <p14:tracePt t="165154" x="4578350" y="4464050"/>
          <p14:tracePt t="165169" x="4610100" y="4457700"/>
          <p14:tracePt t="165186" x="4622800" y="4451350"/>
          <p14:tracePt t="165203" x="4629150" y="4451350"/>
          <p14:tracePt t="165251" x="4629150" y="4445000"/>
          <p14:tracePt t="165265" x="4616450" y="4438650"/>
          <p14:tracePt t="165279" x="4603750" y="4438650"/>
          <p14:tracePt t="165288" x="4578350" y="4432300"/>
          <p14:tracePt t="165302" x="4540250" y="4432300"/>
          <p14:tracePt t="165318" x="4483100" y="4413250"/>
          <p14:tracePt t="165336" x="4152900" y="4368800"/>
          <p14:tracePt t="165352" x="4006850" y="4349750"/>
          <p14:tracePt t="165368" x="3879850" y="4337050"/>
          <p14:tracePt t="165385" x="3600450" y="4324350"/>
          <p14:tracePt t="165402" x="3397250" y="4324350"/>
          <p14:tracePt t="165419" x="3321050" y="4330700"/>
          <p14:tracePt t="165435" x="3219450" y="4337050"/>
          <p14:tracePt t="165452" x="3175000" y="4337050"/>
          <p14:tracePt t="165470" x="3168650" y="4337050"/>
          <p14:tracePt t="165485" x="3162300" y="4337050"/>
          <p14:tracePt t="165588" x="3181350" y="4337050"/>
          <p14:tracePt t="165595" x="3194050" y="4337050"/>
          <p14:tracePt t="165603" x="3225800" y="4337050"/>
          <p14:tracePt t="165617" x="3251200" y="4343400"/>
          <p14:tracePt t="165634" x="3289300" y="4343400"/>
          <p14:tracePt t="165651" x="3409950" y="4356100"/>
          <p14:tracePt t="165667" x="3562350" y="4362450"/>
          <p14:tracePt t="165684" x="3638550" y="4362450"/>
          <p14:tracePt t="165701" x="3797300" y="4349750"/>
          <p14:tracePt t="165717" x="3962400" y="4324350"/>
          <p14:tracePt t="165734" x="4038600" y="4324350"/>
          <p14:tracePt t="165750" x="4159250" y="4311650"/>
          <p14:tracePt t="165767" x="4241800" y="4311650"/>
          <p14:tracePt t="165785" x="4298950" y="4311650"/>
          <p14:tracePt t="165800" x="4324350" y="4318000"/>
          <p14:tracePt t="165817" x="4356100" y="4324350"/>
          <p14:tracePt t="165834" x="4375150" y="4324350"/>
          <p14:tracePt t="165850" x="4381500" y="4324350"/>
          <p14:tracePt t="165946" x="4375150" y="4324350"/>
          <p14:tracePt t="165953" x="4368800" y="4324350"/>
          <p14:tracePt t="165969" x="4362450" y="4330700"/>
          <p14:tracePt t="165983" x="4337050" y="4330700"/>
          <p14:tracePt t="166000" x="4279900" y="4343400"/>
          <p14:tracePt t="166017" x="4146550" y="4368800"/>
          <p14:tracePt t="166033" x="4044950" y="4381500"/>
          <p14:tracePt t="166050" x="3822700" y="4432300"/>
          <p14:tracePt t="166066" x="3568700" y="4476750"/>
          <p14:tracePt t="166083" x="3454400" y="4495800"/>
          <p14:tracePt t="166100" x="3219450" y="4540250"/>
          <p14:tracePt t="166116" x="3028950" y="4546600"/>
          <p14:tracePt t="166132" x="2965450" y="4546600"/>
          <p14:tracePt t="166150" x="2889250" y="4565650"/>
          <p14:tracePt t="166166" x="2863850" y="4565650"/>
          <p14:tracePt t="166182" x="2857500" y="4565650"/>
          <p14:tracePt t="166268" x="2857500" y="4559300"/>
          <p14:tracePt t="166275" x="2863850" y="4559300"/>
          <p14:tracePt t="166284" x="2870200" y="4552950"/>
          <p14:tracePt t="166298" x="2876550" y="4552950"/>
          <p14:tracePt t="166315" x="2882900" y="4546600"/>
          <p14:tracePt t="166675" x="2889250" y="4546600"/>
          <p14:tracePt t="166696" x="2901950" y="4546600"/>
          <p14:tracePt t="166710" x="2908300" y="4540250"/>
          <p14:tracePt t="166717" x="2914650" y="4533900"/>
          <p14:tracePt t="166731" x="2927350" y="4527550"/>
          <p14:tracePt t="166747" x="2933700" y="4521200"/>
          <p14:tracePt t="166808" x="2933700" y="4514850"/>
          <p14:tracePt t="166829" x="2921000" y="4514850"/>
          <p14:tracePt t="166836" x="2914650" y="4514850"/>
          <p14:tracePt t="166846" x="2895600" y="4514850"/>
          <p14:tracePt t="166863" x="2882900" y="4514850"/>
          <p14:tracePt t="166880" x="2857500" y="4508500"/>
          <p14:tracePt t="166896" x="2838450" y="4502150"/>
          <p14:tracePt t="166914" x="2781300" y="4495800"/>
          <p14:tracePt t="166930" x="2743200" y="4495800"/>
          <p14:tracePt t="166946" x="2717800" y="4489450"/>
          <p14:tracePt t="166963" x="2698750" y="4489450"/>
          <p14:tracePt t="166979" x="2692400" y="4489450"/>
          <p14:tracePt t="167012" x="2686050" y="4489450"/>
          <p14:tracePt t="167257" x="2692400" y="4489450"/>
          <p14:tracePt t="167271" x="2711450" y="4489450"/>
          <p14:tracePt t="167279" x="2730500" y="4489450"/>
          <p14:tracePt t="167286" x="2768600" y="4495800"/>
          <p14:tracePt t="167299" x="2813050" y="4502150"/>
          <p14:tracePt t="167311" x="2844800" y="4514850"/>
          <p14:tracePt t="167328" x="2946400" y="4521200"/>
          <p14:tracePt t="167345" x="3003550" y="4527550"/>
          <p14:tracePt t="167362" x="3105150" y="4527550"/>
          <p14:tracePt t="167378" x="3181350" y="4527550"/>
          <p14:tracePt t="167395" x="3200400" y="4527550"/>
          <p14:tracePt t="167412" x="3232150" y="4527550"/>
          <p14:tracePt t="167428" x="3251200" y="4533900"/>
          <p14:tracePt t="167482" x="3257550" y="4533900"/>
          <p14:tracePt t="167517" x="3263900" y="4533900"/>
          <p14:tracePt t="167538" x="3270250" y="4533900"/>
          <p14:tracePt t="167552" x="3276600" y="4533900"/>
          <p14:tracePt t="167558" x="3282950" y="4533900"/>
          <p14:tracePt t="167565" x="3289300" y="4533900"/>
          <p14:tracePt t="167581" x="3295650" y="4533900"/>
          <p14:tracePt t="167594" x="3308350" y="4533900"/>
          <p14:tracePt t="167611" x="3352800" y="4533900"/>
          <p14:tracePt t="167627" x="3378200" y="4533900"/>
          <p14:tracePt t="167644" x="3467100" y="4533900"/>
          <p14:tracePt t="167661" x="3575050" y="4527550"/>
          <p14:tracePt t="167677" x="3625850" y="4514850"/>
          <p14:tracePt t="167694" x="3733800" y="4495800"/>
          <p14:tracePt t="167710" x="3841750" y="4483100"/>
          <p14:tracePt t="167727" x="3892550" y="4470400"/>
          <p14:tracePt t="167743" x="3987800" y="4451350"/>
          <p14:tracePt t="167760" x="4032250" y="4445000"/>
          <p14:tracePt t="167777" x="4121150" y="4438650"/>
          <p14:tracePt t="167794" x="4133850" y="4438650"/>
          <p14:tracePt t="167810" x="4152900" y="4432300"/>
          <p14:tracePt t="167827" x="4184650" y="4432300"/>
          <p14:tracePt t="167843" x="4216400" y="4432300"/>
          <p14:tracePt t="167861" x="4260850" y="4432300"/>
          <p14:tracePt t="167876" x="4273550" y="4432300"/>
          <p14:tracePt t="167893" x="4311650" y="4432300"/>
          <p14:tracePt t="167910" x="4343400" y="4445000"/>
          <p14:tracePt t="167926" x="4368800" y="4445000"/>
          <p14:tracePt t="167943" x="4406900" y="4445000"/>
          <p14:tracePt t="167960" x="4438650" y="4445000"/>
          <p14:tracePt t="167976" x="4451350" y="4445000"/>
          <p14:tracePt t="167993" x="4476750" y="4445000"/>
          <p14:tracePt t="168009" x="4489450" y="4445000"/>
          <p14:tracePt t="168050" x="4495800" y="4445000"/>
          <p14:tracePt t="168148" x="4502150" y="4451350"/>
          <p14:tracePt t="168197" x="4508500" y="4451350"/>
          <p14:tracePt t="168218" x="4521200" y="4451350"/>
          <p14:tracePt t="168232" x="4527550" y="4451350"/>
          <p14:tracePt t="168239" x="4540250" y="4451350"/>
          <p14:tracePt t="168261" x="4552950" y="4451350"/>
          <p14:tracePt t="168268" x="4565650" y="4445000"/>
          <p14:tracePt t="168282" x="4578350" y="4438650"/>
          <p14:tracePt t="168291" x="4591050" y="4432300"/>
          <p14:tracePt t="168308" x="4597400" y="4432300"/>
          <p14:tracePt t="168325" x="4616450" y="4419600"/>
          <p14:tracePt t="168341" x="4622800" y="4419600"/>
          <p14:tracePt t="168359" x="4629150" y="4413250"/>
          <p14:tracePt t="168401" x="4629150" y="4406900"/>
          <p14:tracePt t="168428" x="4629150" y="4400550"/>
          <p14:tracePt t="168436" x="4622800" y="4394200"/>
          <p14:tracePt t="168450" x="4616450" y="4381500"/>
          <p14:tracePt t="168458" x="4603750" y="4356100"/>
          <p14:tracePt t="168474" x="4584700" y="4330700"/>
          <p14:tracePt t="168492" x="4521200" y="4191000"/>
          <p14:tracePt t="168507" x="4406900" y="3949700"/>
          <p14:tracePt t="168524" x="4318000" y="3778250"/>
          <p14:tracePt t="168542" x="3911600" y="3048000"/>
          <p14:tracePt t="168557" x="3727450" y="2762250"/>
          <p14:tracePt t="168574" x="3543300" y="2482850"/>
          <p14:tracePt t="168591" x="3022600" y="1746250"/>
          <p14:tracePt t="168607" x="2876550" y="1562100"/>
          <p14:tracePt t="168624" x="2641600" y="1295400"/>
          <p14:tracePt t="168641" x="2438400" y="1085850"/>
          <p14:tracePt t="168657" x="2343150" y="996950"/>
          <p14:tracePt t="168674" x="2178050" y="850900"/>
          <p14:tracePt t="168690" x="2089150" y="781050"/>
          <p14:tracePt t="168707" x="2019300" y="730250"/>
          <p14:tracePt t="168724" x="1917700" y="654050"/>
          <p14:tracePt t="168740" x="1873250" y="628650"/>
          <p14:tracePt t="168757" x="1841500" y="615950"/>
          <p14:tracePt t="168773" x="1790700" y="596900"/>
          <p14:tracePt t="168790" x="1765300" y="596900"/>
          <p14:tracePt t="168823" x="1714500" y="590550"/>
          <p14:tracePt t="168840" x="1682750" y="584200"/>
          <p14:tracePt t="168857" x="1625600" y="577850"/>
          <p14:tracePt t="168873" x="1600200" y="577850"/>
          <p14:tracePt t="168890" x="1587500" y="577850"/>
          <p14:tracePt t="168906" x="1562100" y="571500"/>
          <p14:tracePt t="168923" x="1555750" y="571500"/>
          <p14:tracePt t="168940" x="1549400" y="571500"/>
          <p14:tracePt t="168956" x="1543050" y="577850"/>
          <p14:tracePt t="168973" x="1543050" y="584200"/>
          <p14:tracePt t="168990" x="1530350" y="609600"/>
          <p14:tracePt t="169006" x="1524000" y="647700"/>
          <p14:tracePt t="169022" x="1511300" y="666750"/>
          <p14:tracePt t="169039" x="1511300" y="762000"/>
          <p14:tracePt t="169056" x="1517650" y="787400"/>
          <p14:tracePt t="169072" x="1517650" y="831850"/>
          <p14:tracePt t="169089" x="1530350" y="901700"/>
          <p14:tracePt t="169106" x="1543050" y="939800"/>
          <p14:tracePt t="169123" x="1555750" y="958850"/>
          <p14:tracePt t="169138" x="1587500" y="984250"/>
          <p14:tracePt t="169156" x="1600200" y="996950"/>
          <p14:tracePt t="169173" x="1631950" y="1009650"/>
          <p14:tracePt t="169189" x="1733550" y="1054100"/>
          <p14:tracePt t="169205" x="1790700" y="1073150"/>
          <p14:tracePt t="169222" x="1885950" y="1098550"/>
          <p14:tracePt t="169238" x="1949450" y="1098550"/>
          <p14:tracePt t="169255" x="1981200" y="1098550"/>
          <p14:tracePt t="169272" x="2070100" y="1085850"/>
          <p14:tracePt t="169288" x="2095500" y="1079500"/>
          <p14:tracePt t="169306" x="2146300" y="1066800"/>
          <p14:tracePt t="169321" x="2203450" y="1054100"/>
          <p14:tracePt t="169338" x="2228850" y="1047750"/>
          <p14:tracePt t="169355" x="2266950" y="1028700"/>
          <p14:tracePt t="169371" x="2279650" y="1022350"/>
          <p14:tracePt t="169388" x="2305050" y="1022350"/>
          <p14:tracePt t="169405" x="2324100" y="1016000"/>
          <p14:tracePt t="169421" x="2330450" y="1016000"/>
          <p14:tracePt t="169439" x="2349500" y="1016000"/>
          <p14:tracePt t="169454" x="2362200" y="1016000"/>
          <p14:tracePt t="169488" x="2381250" y="1016000"/>
          <p14:tracePt t="169504" x="2393950" y="1016000"/>
          <p14:tracePt t="169521" x="2400300" y="1016000"/>
          <p14:tracePt t="169537" x="2413000" y="1016000"/>
          <p14:tracePt t="169554" x="2444750" y="1016000"/>
          <p14:tracePt t="169571" x="2457450" y="1016000"/>
          <p14:tracePt t="169587" x="2514600" y="1016000"/>
          <p14:tracePt t="169604" x="2546350" y="1016000"/>
          <p14:tracePt t="169621" x="2673350" y="1016000"/>
          <p14:tracePt t="169637" x="2724150" y="1016000"/>
          <p14:tracePt t="169653" x="2774950" y="1016000"/>
          <p14:tracePt t="169671" x="2908300" y="1016000"/>
          <p14:tracePt t="169687" x="2959100" y="1016000"/>
          <p14:tracePt t="169704" x="2997200" y="1016000"/>
          <p14:tracePt t="169720" x="3086100" y="1016000"/>
          <p14:tracePt t="169737" x="3155950" y="1022350"/>
          <p14:tracePt t="169754" x="3187700" y="1022350"/>
          <p14:tracePt t="169770" x="3225800" y="1022350"/>
          <p14:tracePt t="169787" x="3257550" y="1022350"/>
          <p14:tracePt t="169804" x="3282950" y="1022350"/>
          <p14:tracePt t="169820" x="3289300" y="1022350"/>
          <p14:tracePt t="169836" x="3302000" y="1022350"/>
          <p14:tracePt t="169916" x="3295650" y="1022350"/>
          <p14:tracePt t="169923" x="3270250" y="1028700"/>
          <p14:tracePt t="169938" x="3251200" y="1028700"/>
          <p14:tracePt t="169952" x="3168650" y="1047750"/>
          <p14:tracePt t="169969" x="3105150" y="1066800"/>
          <p14:tracePt t="169972" x="3035300" y="1085850"/>
          <p14:tracePt t="169988" x="2971800" y="1111250"/>
          <p14:tracePt t="170002" x="2889250" y="1130300"/>
          <p14:tracePt t="170019" x="2755900" y="1174750"/>
          <p14:tracePt t="170036" x="2635250" y="1231900"/>
          <p14:tracePt t="170052" x="2590800" y="1257300"/>
          <p14:tracePt t="170069" x="2514600" y="1301750"/>
          <p14:tracePt t="170085" x="2457450" y="1333500"/>
          <p14:tracePt t="170102" x="2444750" y="1339850"/>
          <p14:tracePt t="170119" x="2432050" y="1352550"/>
          <p14:tracePt t="170135" x="2425700" y="1365250"/>
          <p14:tracePt t="170168" x="2419350" y="1365250"/>
          <p14:tracePt t="170184" x="2419350" y="1371600"/>
          <p14:tracePt t="170204" x="2425700" y="1371600"/>
          <p14:tracePt t="170219" x="2438400" y="1371600"/>
          <p14:tracePt t="170234" x="2463800" y="1377950"/>
          <p14:tracePt t="170252" x="2508250" y="1384300"/>
          <p14:tracePt t="170268" x="2533650" y="1397000"/>
          <p14:tracePt t="170285" x="2565400" y="1397000"/>
          <p14:tracePt t="170302" x="2667000" y="1403350"/>
          <p14:tracePt t="170318" x="2711450" y="1403350"/>
          <p14:tracePt t="170335" x="2749550" y="1403350"/>
          <p14:tracePt t="170351" x="2813050" y="1403350"/>
          <p14:tracePt t="170368" x="2863850" y="1403350"/>
          <p14:tracePt t="170384" x="2876550" y="1403350"/>
          <p14:tracePt t="170401" x="2908300" y="1403350"/>
          <p14:tracePt t="170417" x="2927350" y="1403350"/>
          <p14:tracePt t="170435" x="2946400" y="1403350"/>
          <p14:tracePt t="170451" x="2952750" y="1403350"/>
          <p14:tracePt t="170467" x="2971800" y="1403350"/>
          <p14:tracePt t="170484" x="2990850" y="1403350"/>
          <p14:tracePt t="170501" x="2997200" y="1403350"/>
          <p14:tracePt t="170517" x="2997200" y="1409700"/>
          <p14:tracePt t="170534" x="3028950" y="1416050"/>
          <p14:tracePt t="170551" x="3041650" y="1416050"/>
          <p14:tracePt t="170568" x="3054350" y="1416050"/>
          <p14:tracePt t="170583" x="3143250" y="1428750"/>
          <p14:tracePt t="170600" x="3175000" y="1435100"/>
          <p14:tracePt t="170617" x="3257550" y="1454150"/>
          <p14:tracePt t="170634" x="3295650" y="1454150"/>
          <p14:tracePt t="170650" x="3346450" y="1454150"/>
          <p14:tracePt t="170667" x="3473450" y="1447800"/>
          <p14:tracePt t="170683" x="3543300" y="1441450"/>
          <p14:tracePt t="170700" x="3695700" y="1422400"/>
          <p14:tracePt t="170717" x="3816350" y="1409700"/>
          <p14:tracePt t="170733" x="3867150" y="1409700"/>
          <p14:tracePt t="170750" x="3930650" y="1403350"/>
          <p14:tracePt t="170767" x="3968750" y="1403350"/>
          <p14:tracePt t="170783" x="3975100" y="1403350"/>
          <p14:tracePt t="170800" x="3987800" y="1403350"/>
          <p14:tracePt t="170836" x="3987800" y="1409700"/>
          <p14:tracePt t="170850" x="3981450" y="1416050"/>
          <p14:tracePt t="170866" x="3949700" y="1454150"/>
          <p14:tracePt t="170883" x="3911600" y="1492250"/>
          <p14:tracePt t="170899" x="3854450" y="1549400"/>
          <p14:tracePt t="170916" x="3689350" y="1771650"/>
          <p14:tracePt t="170933" x="3403600" y="2209800"/>
          <p14:tracePt t="170949" x="3143250" y="2667000"/>
          <p14:tracePt t="170966" x="3054350" y="2882900"/>
          <p14:tracePt t="170982" x="2921000" y="3282950"/>
          <p14:tracePt t="170999" x="2882900" y="3460750"/>
          <p14:tracePt t="171015" x="2819400" y="3759200"/>
          <p14:tracePt t="171032" x="2800350" y="3981450"/>
          <p14:tracePt t="171049" x="2813050" y="4133850"/>
          <p14:tracePt t="171067" x="2825750" y="4229100"/>
          <p14:tracePt t="171082" x="2832100" y="4248150"/>
          <p14:tracePt t="171099" x="2844800" y="4292600"/>
          <p14:tracePt t="171116" x="2857500" y="4330700"/>
          <p14:tracePt t="171132" x="2863850" y="4343400"/>
          <p14:tracePt t="171148" x="2863850" y="4362450"/>
          <p14:tracePt t="171165" x="2870200" y="4375150"/>
          <p14:tracePt t="171228" x="2876550" y="4375150"/>
          <p14:tracePt t="171304" x="2876550" y="4368800"/>
          <p14:tracePt t="171354" x="2876550" y="4362450"/>
          <p14:tracePt t="171480" x="2876550" y="4368800"/>
          <p14:tracePt t="171487" x="2876550" y="4375150"/>
          <p14:tracePt t="171497" x="2876550" y="4381500"/>
          <p14:tracePt t="171516" x="2870200" y="4387850"/>
          <p14:tracePt t="171530" x="2870200" y="4400550"/>
          <p14:tracePt t="171547" x="2870200" y="4406900"/>
          <p14:tracePt t="171564" x="2870200" y="4457700"/>
          <p14:tracePt t="171580" x="2870200" y="4476750"/>
          <p14:tracePt t="171597" x="2870200" y="4489450"/>
          <p14:tracePt t="171613" x="2870200" y="4514850"/>
          <p14:tracePt t="171630" x="2870200" y="4533900"/>
          <p14:tracePt t="171647" x="2870200" y="4540250"/>
          <p14:tracePt t="171663" x="2870200" y="4546600"/>
          <p14:tracePt t="172115" x="2914650" y="4546600"/>
          <p14:tracePt t="172129" x="2933700" y="4546600"/>
          <p14:tracePt t="172136" x="2952750" y="4546600"/>
          <p14:tracePt t="172150" x="2971800" y="4546600"/>
          <p14:tracePt t="172162" x="2997200" y="4546600"/>
          <p14:tracePt t="172179" x="3016250" y="4546600"/>
          <p14:tracePt t="172195" x="3028950" y="4546600"/>
          <p14:tracePt t="172211" x="3048000" y="4546600"/>
          <p14:tracePt t="172228" x="3073400" y="4546600"/>
          <p14:tracePt t="172245" x="3079750" y="4546600"/>
          <p14:tracePt t="172261" x="3092450" y="4546600"/>
          <p14:tracePt t="172278" x="3105150" y="4546600"/>
          <p14:tracePt t="172312" x="3111500" y="4546600"/>
          <p14:tracePt t="172328" x="3117850" y="4546600"/>
          <p14:tracePt t="172347" x="3124200" y="4546600"/>
          <p14:tracePt t="172368" x="3130550" y="4546600"/>
          <p14:tracePt t="172396" x="3143250" y="4546600"/>
          <p14:tracePt t="172417" x="3155950" y="4546600"/>
          <p14:tracePt t="172431" x="3175000" y="4546600"/>
          <p14:tracePt t="172438" x="3206750" y="4546600"/>
          <p14:tracePt t="172452" x="3232150" y="4533900"/>
          <p14:tracePt t="172460" x="3289300" y="4527550"/>
          <p14:tracePt t="172477" x="3327400" y="4521200"/>
          <p14:tracePt t="172494" x="3473450" y="4502150"/>
          <p14:tracePt t="172510" x="3651250" y="4483100"/>
          <p14:tracePt t="172527" x="3740150" y="4470400"/>
          <p14:tracePt t="172531" x="3829050" y="4470400"/>
          <p14:tracePt t="172544" x="3924300" y="4457700"/>
          <p14:tracePt t="172560" x="4013200" y="4451350"/>
          <p14:tracePt t="172577" x="4089400" y="4438650"/>
          <p14:tracePt t="172593" x="4229100" y="4432300"/>
          <p14:tracePt t="172610" x="4286250" y="4432300"/>
          <p14:tracePt t="172627" x="4375150" y="4432300"/>
          <p14:tracePt t="172643" x="4400550" y="4432300"/>
          <p14:tracePt t="172660" x="4432300" y="4432300"/>
          <p14:tracePt t="172677" x="4476750" y="4445000"/>
          <p14:tracePt t="172693" x="4489450" y="4451350"/>
          <p14:tracePt t="172710" x="4502150" y="4451350"/>
          <p14:tracePt t="172726" x="4508500" y="4451350"/>
          <p14:tracePt t="172743" x="4514850" y="4457700"/>
          <p14:tracePt t="172776" x="4521200" y="4457700"/>
          <p14:tracePt t="172810" x="4527550" y="4457700"/>
          <p14:tracePt t="172894" x="4533900" y="4457700"/>
          <p14:tracePt t="172909" x="4540250" y="4457700"/>
          <p14:tracePt t="172915" x="4540250" y="4451350"/>
          <p14:tracePt t="172925" x="4546600" y="4451350"/>
          <p14:tracePt t="172971" x="4552950" y="4451350"/>
          <p14:tracePt t="172993" x="4559300" y="4451350"/>
          <p14:tracePt t="173047" x="4552950" y="4451350"/>
          <p14:tracePt t="173055" x="4540250" y="4451350"/>
          <p14:tracePt t="173069" x="4533900" y="4451350"/>
          <p14:tracePt t="173077" x="4502150" y="4451350"/>
          <p14:tracePt t="173092" x="4470400" y="4457700"/>
          <p14:tracePt t="173108" x="4356100" y="4464050"/>
          <p14:tracePt t="173125" x="4210050" y="4495800"/>
          <p14:tracePt t="173142" x="4121150" y="4502150"/>
          <p14:tracePt t="173158" x="4032250" y="4514850"/>
          <p14:tracePt t="173175" x="3835400" y="4546600"/>
          <p14:tracePt t="173191" x="3746500" y="4552950"/>
          <p14:tracePt t="173209" x="3644900" y="4565650"/>
          <p14:tracePt t="173224" x="3467100" y="4584700"/>
          <p14:tracePt t="173241" x="3403600" y="4584700"/>
          <p14:tracePt t="173259" x="3219450" y="4603750"/>
          <p14:tracePt t="173275" x="3181350" y="4603750"/>
          <p14:tracePt t="173291" x="3149600" y="4603750"/>
          <p14:tracePt t="173308" x="3092450" y="4603750"/>
          <p14:tracePt t="173324" x="3086100" y="4603750"/>
          <p14:tracePt t="173357" x="3079750" y="4603750"/>
          <p14:tracePt t="173553" x="3067050" y="4603750"/>
          <p14:tracePt t="173560" x="3054350" y="4603750"/>
          <p14:tracePt t="173576" x="3041650" y="4603750"/>
          <p14:tracePt t="173590" x="3003550" y="4603750"/>
          <p14:tracePt t="173607" x="2990850" y="4603750"/>
          <p14:tracePt t="173624" x="2965450" y="4610100"/>
          <p14:tracePt t="173640" x="2952750" y="4610100"/>
          <p14:tracePt t="173657" x="2933700" y="4610100"/>
          <p14:tracePt t="173673" x="2927350" y="4610100"/>
          <p14:tracePt t="173707" x="2921000" y="4610100"/>
          <p14:tracePt t="173723" x="2914650" y="4610100"/>
          <p14:tracePt t="173739" x="2914650" y="4603750"/>
          <p14:tracePt t="174335" x="2933700" y="4603750"/>
          <p14:tracePt t="174349" x="2997200" y="4603750"/>
          <p14:tracePt t="174363" x="3048000" y="4610100"/>
          <p14:tracePt t="174377" x="3124200" y="4610100"/>
          <p14:tracePt t="174388" x="3213100" y="4616450"/>
          <p14:tracePt t="174404" x="3314700" y="4616450"/>
          <p14:tracePt t="174421" x="3505200" y="4641850"/>
          <p14:tracePt t="174437" x="3606800" y="4641850"/>
          <p14:tracePt t="174454" x="3721100" y="4641850"/>
          <p14:tracePt t="174470" x="3962400" y="4622800"/>
          <p14:tracePt t="174487" x="4051300" y="4622800"/>
          <p14:tracePt t="174504" x="4210050" y="4603750"/>
          <p14:tracePt t="174520" x="4248150" y="4597400"/>
          <p14:tracePt t="174537" x="4273550" y="4591050"/>
          <p14:tracePt t="174553" x="4298950" y="4591050"/>
          <p14:tracePt t="174755" x="4292600" y="4584700"/>
          <p14:tracePt t="174763" x="4267200" y="4578350"/>
          <p14:tracePt t="174776" x="4241800" y="4559300"/>
          <p14:tracePt t="174785" x="4184650" y="4540250"/>
          <p14:tracePt t="174803" x="4108450" y="4521200"/>
          <p14:tracePt t="174819" x="3911600" y="4483100"/>
          <p14:tracePt t="174836" x="3683000" y="4464050"/>
          <p14:tracePt t="174852" x="3568700" y="4451350"/>
          <p14:tracePt t="174869" x="3365500" y="4432300"/>
          <p14:tracePt t="174885" x="3213100" y="4432300"/>
          <p14:tracePt t="174903" x="3105150" y="4432300"/>
          <p14:tracePt t="174919" x="3079750" y="4432300"/>
          <p14:tracePt t="174936" x="3035300" y="4432300"/>
          <p14:tracePt t="174952" x="3028950" y="4432300"/>
          <p14:tracePt t="174986" x="3022600" y="4432300"/>
          <p14:tracePt t="175260" x="3016250" y="4425950"/>
          <p14:tracePt t="175283" x="3022600" y="4432300"/>
          <p14:tracePt t="175617" x="2978150" y="4432300"/>
          <p14:tracePt t="175624" x="2914650" y="4432300"/>
          <p14:tracePt t="175638" x="2851150" y="4438650"/>
          <p14:tracePt t="175649" x="2787650" y="4438650"/>
          <p14:tracePt t="175667" x="2628900" y="4464050"/>
          <p14:tracePt t="175682" x="2565400" y="4470400"/>
          <p14:tracePt t="175699" x="2470150" y="4489450"/>
          <p14:tracePt t="175716" x="2374900" y="4502150"/>
          <p14:tracePt t="175732" x="2349500" y="4514850"/>
          <p14:tracePt t="175750" x="2298700" y="4521200"/>
          <p14:tracePt t="175765" x="2260600" y="4527550"/>
          <p14:tracePt t="175799" x="2247900" y="4533900"/>
          <p14:tracePt t="175832" x="2241550" y="4533900"/>
          <p14:tracePt t="175883" x="2235200" y="4533900"/>
          <p14:tracePt t="175897" x="2228850" y="4533900"/>
          <p14:tracePt t="175904" x="2222500" y="4533900"/>
          <p14:tracePt t="175919" x="2216150" y="4533900"/>
          <p14:tracePt t="175932" x="2184400" y="4527550"/>
          <p14:tracePt t="175949" x="2165350" y="4527550"/>
          <p14:tracePt t="175965" x="2139950" y="4521200"/>
          <p14:tracePt t="175982" x="2082800" y="4514850"/>
          <p14:tracePt t="175998" x="2006600" y="4508500"/>
          <p14:tracePt t="176015" x="1955800" y="4508500"/>
          <p14:tracePt t="176031" x="1873250" y="4508500"/>
          <p14:tracePt t="176048" x="1816100" y="4508500"/>
          <p14:tracePt t="176066" x="1784350" y="4508500"/>
          <p14:tracePt t="176082" x="1771650" y="4508500"/>
          <p14:tracePt t="176098" x="1758950" y="4508500"/>
          <p14:tracePt t="176115" x="1752600" y="4508500"/>
          <p14:tracePt t="176185" x="1746250" y="4514850"/>
          <p14:tracePt t="176269" x="1746250" y="4521200"/>
          <p14:tracePt t="177216" x="1752600" y="4508500"/>
          <p14:tracePt t="177230" x="1771650" y="4483100"/>
          <p14:tracePt t="177237" x="1803400" y="4425950"/>
          <p14:tracePt t="177251" x="1841500" y="4362450"/>
          <p14:tracePt t="177260" x="1873250" y="4267200"/>
          <p14:tracePt t="177277" x="1911350" y="4171950"/>
          <p14:tracePt t="177294" x="1962150" y="3956050"/>
          <p14:tracePt t="177310" x="1987550" y="3714750"/>
          <p14:tracePt t="177327" x="1993900" y="3600450"/>
          <p14:tracePt t="177343" x="1981200" y="3384550"/>
          <p14:tracePt t="177360" x="1943100" y="3213100"/>
          <p14:tracePt t="177377" x="1905000" y="3143250"/>
          <p14:tracePt t="177394" x="1847850" y="3016250"/>
          <p14:tracePt t="177410" x="1790700" y="2927350"/>
          <p14:tracePt t="177427" x="1739900" y="2851150"/>
          <p14:tracePt t="177443" x="1727200" y="2832100"/>
          <p14:tracePt t="177460" x="1701800" y="2800350"/>
          <p14:tracePt t="177477" x="1657350" y="2736850"/>
          <p14:tracePt t="177493" x="1651000" y="2724150"/>
          <p14:tracePt t="177510" x="1644650" y="2711450"/>
          <p14:tracePt t="177527" x="1638300" y="2705100"/>
          <p14:tracePt t="177562" x="1638300" y="2698750"/>
          <p14:tracePt t="177609" x="1638300" y="2692400"/>
          <p14:tracePt t="177629" x="1631950" y="2686050"/>
          <p14:tracePt t="177637" x="1625600" y="2679700"/>
          <p14:tracePt t="177651" x="1619250" y="2679700"/>
          <p14:tracePt t="177660" x="1612900" y="2679700"/>
          <p14:tracePt t="177676" x="1600200" y="2679700"/>
          <p14:tracePt t="177693" x="1587500" y="2667000"/>
          <p14:tracePt t="177709" x="1587500" y="2660650"/>
          <p14:tracePt t="177727" x="1581150" y="2654300"/>
          <p14:tracePt t="177742" x="1568450" y="2647950"/>
          <p14:tracePt t="177759" x="1562100" y="2647950"/>
          <p14:tracePt t="177776" x="1555750" y="2647950"/>
          <p14:tracePt t="177809" x="1555750" y="2641600"/>
          <p14:tracePt t="177828" x="1549400" y="2641600"/>
          <p14:tracePt t="177861" x="1543050" y="2641600"/>
          <p14:tracePt t="177931" x="1549400" y="2641600"/>
          <p14:tracePt t="177938" x="1555750" y="2641600"/>
          <p14:tracePt t="177945" x="1568450" y="2641600"/>
          <p14:tracePt t="177961" x="1581150" y="2641600"/>
          <p14:tracePt t="177975" x="1625600" y="2641600"/>
          <p14:tracePt t="177991" x="1651000" y="2641600"/>
          <p14:tracePt t="178009" x="1758950" y="2641600"/>
          <p14:tracePt t="178025" x="1797050" y="2641600"/>
          <p14:tracePt t="178042" x="1835150" y="2641600"/>
          <p14:tracePt t="178058" x="1955800" y="2641600"/>
          <p14:tracePt t="178075" x="2006600" y="2641600"/>
          <p14:tracePt t="178091" x="2057400" y="2628900"/>
          <p14:tracePt t="178108" x="2165350" y="2622550"/>
          <p14:tracePt t="178124" x="2216150" y="2622550"/>
          <p14:tracePt t="178128" x="2241550" y="2616200"/>
          <p14:tracePt t="178144" x="2273300" y="2616200"/>
          <p14:tracePt t="178157" x="2298700" y="2609850"/>
          <p14:tracePt t="178174" x="2311400" y="2609850"/>
          <p14:tracePt t="178191" x="2330450" y="2609850"/>
          <p14:tracePt t="178721" x="2336800" y="2609850"/>
          <p14:tracePt t="178728" x="2349500" y="2609850"/>
          <p14:tracePt t="178742" x="2362200" y="2609850"/>
          <p14:tracePt t="178756" x="2374900" y="2616200"/>
          <p14:tracePt t="178772" x="2400300" y="2616200"/>
          <p14:tracePt t="178789" x="2406650" y="2616200"/>
          <p14:tracePt t="178806" x="2419350" y="2616200"/>
          <p14:tracePt t="178822" x="2438400" y="2616200"/>
          <p14:tracePt t="178839" x="2444750" y="2616200"/>
          <p14:tracePt t="178855" x="2463800" y="2609850"/>
          <p14:tracePt t="178872" x="2470150" y="2590800"/>
          <p14:tracePt t="178889" x="2482850" y="2559050"/>
          <p14:tracePt t="178905" x="2482850" y="2540000"/>
          <p14:tracePt t="178921" x="2482850" y="2514600"/>
          <p14:tracePt t="178939" x="2495550" y="2438400"/>
          <p14:tracePt t="178955" x="2495550" y="2413000"/>
          <p14:tracePt t="178972" x="2489200" y="2381250"/>
          <p14:tracePt t="178988" x="2470150" y="2311400"/>
          <p14:tracePt t="179005" x="2444750" y="2235200"/>
          <p14:tracePt t="179021" x="2425700" y="2203450"/>
          <p14:tracePt t="179038" x="2387600" y="2152650"/>
          <p14:tracePt t="179054" x="2349500" y="2114550"/>
          <p14:tracePt t="179072" x="2292350" y="2076450"/>
          <p14:tracePt t="179088" x="2254250" y="2063750"/>
          <p14:tracePt t="179105" x="2184400" y="2038350"/>
          <p14:tracePt t="179121" x="2108200" y="2019300"/>
          <p14:tracePt t="179137" x="2082800" y="2012950"/>
          <p14:tracePt t="179154" x="2032000" y="2012950"/>
          <p14:tracePt t="179171" x="2000250" y="2006600"/>
          <p14:tracePt t="179187" x="1993900" y="2000250"/>
          <p14:tracePt t="179204" x="1987550" y="2000250"/>
          <p14:tracePt t="179220" x="1981200" y="2000250"/>
          <p14:tracePt t="179240" x="1981200" y="1993900"/>
          <p14:tracePt t="179256" x="1987550" y="1993900"/>
          <p14:tracePt t="179270" x="2000250" y="1993900"/>
          <p14:tracePt t="179287" x="2032000" y="1993900"/>
          <p14:tracePt t="179303" x="2063750" y="1993900"/>
          <p14:tracePt t="179320" x="2082800" y="1993900"/>
          <p14:tracePt t="179337" x="2127250" y="1987550"/>
          <p14:tracePt t="179353" x="2159000" y="1981200"/>
          <p14:tracePt t="179370" x="2165350" y="1974850"/>
          <p14:tracePt t="179387" x="2178050" y="1974850"/>
          <p14:tracePt t="179403" x="2184400" y="1974850"/>
          <p14:tracePt t="179436" x="2190750" y="1974850"/>
          <p14:tracePt t="179453" x="2203450" y="1968500"/>
          <p14:tracePt t="179470" x="2216150" y="1962150"/>
          <p14:tracePt t="179486" x="2241550" y="1949450"/>
          <p14:tracePt t="179503" x="2260600" y="1943100"/>
          <p14:tracePt t="179520" x="2343150" y="1917700"/>
          <p14:tracePt t="179536" x="2451100" y="1885950"/>
          <p14:tracePt t="179553" x="2520950" y="1879600"/>
          <p14:tracePt t="179570" x="2647950" y="1860550"/>
          <p14:tracePt t="179586" x="2768600" y="1854200"/>
          <p14:tracePt t="179603" x="2819400" y="1841500"/>
          <p14:tracePt t="179619" x="2901950" y="1835150"/>
          <p14:tracePt t="179636" x="2971800" y="1835150"/>
          <p14:tracePt t="179652" x="2997200" y="1835150"/>
          <p14:tracePt t="179669" x="3041650" y="1828800"/>
          <p14:tracePt t="179685" x="3079750" y="1822450"/>
          <p14:tracePt t="179703" x="3124200" y="1816100"/>
          <p14:tracePt t="179719" x="3143250" y="1809750"/>
          <p14:tracePt t="179736" x="3181350" y="1790700"/>
          <p14:tracePt t="179753" x="3206750" y="1784350"/>
          <p14:tracePt t="179769" x="3219450" y="1784350"/>
          <p14:tracePt t="179785" x="3225800" y="1784350"/>
          <p14:tracePt t="179802" x="3232150" y="1784350"/>
          <p14:tracePt t="179984" x="3232150" y="1790700"/>
          <p14:tracePt t="180012" x="3238500" y="1797050"/>
          <p14:tracePt t="180019" x="3238500" y="1803400"/>
          <p14:tracePt t="180032" x="3244850" y="1809750"/>
          <p14:tracePt t="180047" x="3257550" y="1822450"/>
          <p14:tracePt t="180054" x="3276600" y="1835150"/>
          <p14:tracePt t="180070" x="3321050" y="1847850"/>
          <p14:tracePt t="180084" x="3359150" y="1866900"/>
          <p14:tracePt t="180100" x="3429000" y="1885950"/>
          <p14:tracePt t="180118" x="3594100" y="1917700"/>
          <p14:tracePt t="180134" x="3689350" y="1924050"/>
          <p14:tracePt t="180151" x="3778250" y="1936750"/>
          <p14:tracePt t="180167" x="3905250" y="1936750"/>
          <p14:tracePt t="180184" x="3962400" y="1924050"/>
          <p14:tracePt t="180187" x="4000500" y="1924050"/>
          <p14:tracePt t="180201" x="4032250" y="1917700"/>
          <p14:tracePt t="180217" x="4051300" y="1911350"/>
          <p14:tracePt t="180234" x="4064000" y="1911350"/>
          <p14:tracePt t="180250" x="4070350" y="1905000"/>
          <p14:tracePt t="180267" x="4070350" y="1898650"/>
          <p14:tracePt t="180313" x="4070350" y="1892300"/>
          <p14:tracePt t="180335" x="4064000" y="1892300"/>
          <p14:tracePt t="180341" x="4057650" y="1892300"/>
          <p14:tracePt t="180355" x="4051300" y="1892300"/>
          <p14:tracePt t="180366" x="4051300" y="1885950"/>
          <p14:tracePt t="180386" x="4044950" y="1885950"/>
          <p14:tracePt t="180411" x="4038600" y="1885950"/>
          <p14:tracePt t="180453" x="4032250" y="1885950"/>
          <p14:tracePt t="180846" x="4019550" y="1892300"/>
          <p14:tracePt t="180853" x="3994150" y="1905000"/>
          <p14:tracePt t="180868" x="3981450" y="1911350"/>
          <p14:tracePt t="180882" x="3962400" y="1917700"/>
          <p14:tracePt t="180898" x="3937000" y="1924050"/>
          <p14:tracePt t="180915" x="3924300" y="1924050"/>
          <p14:tracePt t="180931" x="3911600" y="1930400"/>
          <p14:tracePt t="180973" x="3905250" y="1930400"/>
          <p14:tracePt t="181225" x="3911600" y="1930400"/>
          <p14:tracePt t="181239" x="3917950" y="1930400"/>
          <p14:tracePt t="181246" x="3924300" y="1930400"/>
          <p14:tracePt t="181253" x="3930650" y="1930400"/>
          <p14:tracePt t="181267" x="3937000" y="1930400"/>
          <p14:tracePt t="181280" x="3943350" y="1930400"/>
          <p14:tracePt t="181297" x="3975100" y="1924050"/>
          <p14:tracePt t="181313" x="3987800" y="1917700"/>
          <p14:tracePt t="181330" x="4019550" y="1911350"/>
          <p14:tracePt t="181347" x="4064000" y="1892300"/>
          <p14:tracePt t="181363" x="4083050" y="1892300"/>
          <p14:tracePt t="181380" x="4114800" y="1892300"/>
          <p14:tracePt t="181396" x="4140200" y="1879600"/>
          <p14:tracePt t="181413" x="4152900" y="1879600"/>
          <p14:tracePt t="181430" x="4178300" y="1873250"/>
          <p14:tracePt t="181446" x="4191000" y="1866900"/>
          <p14:tracePt t="181463" x="4203700" y="1866900"/>
          <p14:tracePt t="181479" x="4216400" y="1860550"/>
          <p14:tracePt t="181496" x="4229100" y="1860550"/>
          <p14:tracePt t="181513" x="4248150" y="1860550"/>
          <p14:tracePt t="181529" x="4260850" y="1860550"/>
          <p14:tracePt t="181562" x="4267200" y="1860550"/>
          <p14:tracePt t="181590" x="4273550" y="1854200"/>
          <p14:tracePt t="181667" x="4279900" y="1854200"/>
          <p14:tracePt t="181814" x="4273550" y="1854200"/>
          <p14:tracePt t="181836" x="4267200" y="1854200"/>
          <p14:tracePt t="181850" x="4260850" y="1854200"/>
          <p14:tracePt t="181857" x="4254500" y="1854200"/>
          <p14:tracePt t="181871" x="4248150" y="1854200"/>
          <p14:tracePt t="181879" x="4241800" y="1854200"/>
          <p14:tracePt t="181906" x="4229100" y="1847850"/>
          <p14:tracePt t="181920" x="4222750" y="1847850"/>
          <p14:tracePt t="181941" x="4216400" y="1847850"/>
          <p14:tracePt t="181955" x="4210050" y="1847850"/>
          <p14:tracePt t="181997" x="4203700" y="1847850"/>
          <p14:tracePt t="182025" x="4197350" y="1847850"/>
          <p14:tracePt t="182046" x="4191000" y="1847850"/>
          <p14:tracePt t="182067" x="4184650" y="1847850"/>
          <p14:tracePt t="182095" x="4178300" y="1847850"/>
          <p14:tracePt t="182165" x="4184650" y="1847850"/>
          <p14:tracePt t="182179" x="4191000" y="1847850"/>
          <p14:tracePt t="182186" x="4197350" y="1847850"/>
          <p14:tracePt t="182200" x="4203700" y="1847850"/>
          <p14:tracePt t="182220" x="4210050" y="1847850"/>
          <p14:tracePt t="182230" x="4216400" y="1847850"/>
          <p14:tracePt t="182244" x="4229100" y="1847850"/>
          <p14:tracePt t="182260" x="4273550" y="1847850"/>
          <p14:tracePt t="182277" x="4318000" y="1847850"/>
          <p14:tracePt t="182293" x="4349750" y="1847850"/>
          <p14:tracePt t="182310" x="4406900" y="1847850"/>
          <p14:tracePt t="182327" x="4457700" y="1847850"/>
          <p14:tracePt t="182343" x="4476750" y="1847850"/>
          <p14:tracePt t="182360" x="4495800" y="1847850"/>
          <p14:tracePt t="182377" x="4540250" y="1847850"/>
          <p14:tracePt t="182393" x="4552950" y="1847850"/>
          <p14:tracePt t="182410" x="4578350" y="1847850"/>
          <p14:tracePt t="182426" x="4591050" y="1847850"/>
          <p14:tracePt t="182443" x="4610100" y="1847850"/>
          <p14:tracePt t="182460" x="4635500" y="1847850"/>
          <p14:tracePt t="182476" x="4660900" y="1847850"/>
          <p14:tracePt t="182493" x="4705350" y="1847850"/>
          <p14:tracePt t="182510" x="4762500" y="1847850"/>
          <p14:tracePt t="182526" x="4794250" y="1847850"/>
          <p14:tracePt t="182542" x="4864100" y="1841500"/>
          <p14:tracePt t="182559" x="4914900" y="1841500"/>
          <p14:tracePt t="182575" x="4940300" y="1841500"/>
          <p14:tracePt t="182593" x="4984750" y="1841500"/>
          <p14:tracePt t="182609" x="5029200" y="1841500"/>
          <p14:tracePt t="182625" x="5048250" y="1841500"/>
          <p14:tracePt t="182642" x="5067300" y="1841500"/>
          <p14:tracePt t="182659" x="5073650" y="1841500"/>
          <p14:tracePt t="182675" x="5080000" y="1841500"/>
          <p14:tracePt t="182979" x="5073650" y="1841500"/>
          <p14:tracePt t="182993" x="5067300" y="1841500"/>
          <p14:tracePt t="183000" x="5048250" y="1841500"/>
          <p14:tracePt t="183008" x="5035550" y="1841500"/>
          <p14:tracePt t="183024" x="5010150" y="1835150"/>
          <p14:tracePt t="183041" x="4965700" y="1835150"/>
          <p14:tracePt t="183057" x="4838700" y="1835150"/>
          <p14:tracePt t="183074" x="4686300" y="1835150"/>
          <p14:tracePt t="183091" x="4533900" y="1847850"/>
          <p14:tracePt t="183107" x="4464050" y="1854200"/>
          <p14:tracePt t="183124" x="4362450" y="1866900"/>
          <p14:tracePt t="183141" x="4318000" y="1866900"/>
          <p14:tracePt t="183157" x="4298950" y="1873250"/>
          <p14:tracePt t="183173" x="4292600" y="1873250"/>
          <p14:tracePt t="183190" x="4286250" y="1873250"/>
          <p14:tracePt t="183207" x="4292600" y="1873250"/>
          <p14:tracePt t="183223" x="4311650" y="1873250"/>
          <p14:tracePt t="183240" x="4368800" y="1873250"/>
          <p14:tracePt t="183257" x="4413250" y="1873250"/>
          <p14:tracePt t="183274" x="4540250" y="1873250"/>
          <p14:tracePt t="183290" x="4699000" y="1866900"/>
          <p14:tracePt t="183307" x="4775200" y="1866900"/>
          <p14:tracePt t="183323" x="4927600" y="1866900"/>
          <p14:tracePt t="183340" x="4991100" y="1866900"/>
          <p14:tracePt t="183356" x="5086350" y="1860550"/>
          <p14:tracePt t="183373" x="5149850" y="1860550"/>
          <p14:tracePt t="183389" x="5175250" y="1854200"/>
          <p14:tracePt t="183407" x="5181600" y="1854200"/>
          <p14:tracePt t="183442" x="5181600" y="1847850"/>
          <p14:tracePt t="183456" x="5181600" y="1841500"/>
          <p14:tracePt t="183484" x="5168900" y="1841500"/>
          <p14:tracePt t="183492" x="5149850" y="1841500"/>
          <p14:tracePt t="183506" x="5118100" y="1835150"/>
          <p14:tracePt t="183522" x="5029200" y="1835150"/>
          <p14:tracePt t="183539" x="4965700" y="1835150"/>
          <p14:tracePt t="183556" x="4794250" y="1835150"/>
          <p14:tracePt t="183572" x="4641850" y="1847850"/>
          <p14:tracePt t="183589" x="4533900" y="1866900"/>
          <p14:tracePt t="183605" x="4495800" y="1873250"/>
          <p14:tracePt t="183622" x="4464050" y="1873250"/>
          <p14:tracePt t="183639" x="4425950" y="1892300"/>
          <p14:tracePt t="183655" x="4419600" y="1892300"/>
          <p14:tracePt t="183688" x="4413250" y="1892300"/>
          <p14:tracePt t="183772" x="4406900" y="1898650"/>
          <p14:tracePt t="183779" x="4406900" y="1905000"/>
          <p14:tracePt t="183793" x="4400550" y="1905000"/>
          <p14:tracePt t="183805" x="4387850" y="1905000"/>
          <p14:tracePt t="183821" x="4337050" y="1924050"/>
          <p14:tracePt t="183838" x="4292600" y="1943100"/>
          <p14:tracePt t="183855" x="4133850" y="1993900"/>
          <p14:tracePt t="183871" x="3924300" y="2044700"/>
          <p14:tracePt t="183888" x="3810000" y="2076450"/>
          <p14:tracePt t="183905" x="3556000" y="2127250"/>
          <p14:tracePt t="183921" x="3276600" y="2184400"/>
          <p14:tracePt t="183937" x="3149600" y="2203450"/>
          <p14:tracePt t="183955" x="2889250" y="2260600"/>
          <p14:tracePt t="183971" x="2762250" y="2273300"/>
          <p14:tracePt t="183987" x="2571750" y="2292350"/>
          <p14:tracePt t="184004" x="2406650" y="2298700"/>
          <p14:tracePt t="184021" x="2324100" y="2311400"/>
          <p14:tracePt t="184038" x="2197100" y="2311400"/>
          <p14:tracePt t="184053" x="2082800" y="2317750"/>
          <p14:tracePt t="184071" x="2025650" y="2330450"/>
          <p14:tracePt t="184087" x="1962150" y="2330450"/>
          <p14:tracePt t="184104" x="1911350" y="2330450"/>
          <p14:tracePt t="184120" x="1892300" y="2330450"/>
          <p14:tracePt t="184137" x="1873250" y="2330450"/>
          <p14:tracePt t="184153" x="1860550" y="2324100"/>
          <p14:tracePt t="184186" x="1854200" y="2324100"/>
          <p14:tracePt t="184312" x="1854200" y="2330450"/>
          <p14:tracePt t="184332" x="1866900" y="2330450"/>
          <p14:tracePt t="184339" x="1873250" y="2330450"/>
          <p14:tracePt t="184361" x="1879600" y="2330450"/>
          <p14:tracePt t="184375" x="1885950" y="2324100"/>
          <p14:tracePt t="184386" x="1892300" y="2324100"/>
          <p14:tracePt t="184405" x="1898650" y="2324100"/>
          <p14:tracePt t="184419" x="1905000" y="2317750"/>
          <p14:tracePt t="184436" x="1943100" y="2311400"/>
          <p14:tracePt t="184453" x="1993900" y="2305050"/>
          <p14:tracePt t="184469" x="2038350" y="2292350"/>
          <p14:tracePt t="184486" x="2127250" y="2286000"/>
          <p14:tracePt t="184503" x="2222500" y="2266950"/>
          <p14:tracePt t="184519" x="2266950" y="2266950"/>
          <p14:tracePt t="184537" x="2311400" y="2260600"/>
          <p14:tracePt t="184552" x="2355850" y="2260600"/>
          <p14:tracePt t="184569" x="2368550" y="2254250"/>
          <p14:tracePt t="184587" x="2374900" y="2254250"/>
          <p14:tracePt t="185357" x="2381250" y="2254250"/>
          <p14:tracePt t="185378" x="2393950" y="2254250"/>
          <p14:tracePt t="185385" x="2406650" y="2254250"/>
          <p14:tracePt t="185392" x="2419350" y="2254250"/>
          <p14:tracePt t="185406" x="2438400" y="2260600"/>
          <p14:tracePt t="185416" x="2476500" y="2260600"/>
          <p14:tracePt t="185432" x="2520950" y="2273300"/>
          <p14:tracePt t="185449" x="2635250" y="2279650"/>
          <p14:tracePt t="185466" x="2711450" y="2279650"/>
          <p14:tracePt t="185483" x="2863850" y="2279650"/>
          <p14:tracePt t="185499" x="3022600" y="2273300"/>
          <p14:tracePt t="185515" x="3086100" y="2273300"/>
          <p14:tracePt t="185533" x="3238500" y="2266950"/>
          <p14:tracePt t="185549" x="3270250" y="2260600"/>
          <p14:tracePt t="185565" x="3302000" y="2254250"/>
          <p14:tracePt t="185582" x="3327400" y="2254250"/>
          <p14:tracePt t="185599" x="3340100" y="2247900"/>
          <p14:tracePt t="185615" x="3346450" y="2247900"/>
          <p14:tracePt t="186017" x="3352800" y="2247900"/>
          <p14:tracePt t="186024" x="3359150" y="2247900"/>
          <p14:tracePt t="186038" x="3371850" y="2247900"/>
          <p14:tracePt t="186046" x="3384550" y="2247900"/>
          <p14:tracePt t="186063" x="3403600" y="2247900"/>
          <p14:tracePt t="186081" x="3460750" y="2247900"/>
          <p14:tracePt t="186097" x="3575050" y="2247900"/>
          <p14:tracePt t="186114" x="3651250" y="2247900"/>
          <p14:tracePt t="186130" x="3810000" y="2247900"/>
          <p14:tracePt t="186147" x="3898900" y="2235200"/>
          <p14:tracePt t="186164" x="4152900" y="2235200"/>
          <p14:tracePt t="186180" x="4216400" y="2235200"/>
          <p14:tracePt t="186196" x="4292600" y="2235200"/>
          <p14:tracePt t="186213" x="4381500" y="2235200"/>
          <p14:tracePt t="186230" x="4451350" y="2235200"/>
          <p14:tracePt t="186246" x="4476750" y="2235200"/>
          <p14:tracePt t="186263" x="4521200" y="2235200"/>
          <p14:tracePt t="186280" x="4552950" y="2235200"/>
          <p14:tracePt t="186297" x="4565650" y="2228850"/>
          <p14:tracePt t="186299" x="4578350" y="2228850"/>
          <p14:tracePt t="186313" x="4584700" y="2228850"/>
          <p14:tracePt t="186329" x="4591050" y="2228850"/>
          <p14:tracePt t="186348" x="4597400" y="2222500"/>
          <p14:tracePt t="186459" x="4603750" y="2222500"/>
          <p14:tracePt t="186507" x="4610100" y="2222500"/>
          <p14:tracePt t="186536" x="4622800" y="2222500"/>
          <p14:tracePt t="186550" x="4629150" y="2222500"/>
          <p14:tracePt t="186556" x="4635500" y="2222500"/>
          <p14:tracePt t="186579" x="4648200" y="2222500"/>
          <p14:tracePt t="186585" x="4667250" y="2222500"/>
          <p14:tracePt t="186599" x="4692650" y="2222500"/>
          <p14:tracePt t="186611" x="4711700" y="2222500"/>
          <p14:tracePt t="186628" x="4775200" y="2222500"/>
          <p14:tracePt t="186645" x="4806950" y="2222500"/>
          <p14:tracePt t="186662" x="4883150" y="2222500"/>
          <p14:tracePt t="186678" x="4953000" y="2222500"/>
          <p14:tracePt t="186695" x="4972050" y="2216150"/>
          <p14:tracePt t="186712" x="5022850" y="2209800"/>
          <p14:tracePt t="186728" x="5041900" y="2203450"/>
          <p14:tracePt t="186744" x="5054600" y="2197100"/>
          <p14:tracePt t="186761" x="5080000" y="2184400"/>
          <p14:tracePt t="186778" x="5086350" y="2178050"/>
          <p14:tracePt t="186795" x="5092700" y="2171700"/>
          <p14:tracePt t="186816" x="5099050" y="2165350"/>
          <p14:tracePt t="186845" x="5099050" y="2159000"/>
          <p14:tracePt t="186880" x="5105400" y="2152650"/>
          <p14:tracePt t="186915" x="5111750" y="2146300"/>
          <p14:tracePt t="186929" x="5118100" y="2139950"/>
          <p14:tracePt t="186936" x="5124450" y="2127250"/>
          <p14:tracePt t="186950" x="5130800" y="2127250"/>
          <p14:tracePt t="186964" x="5130800" y="2120900"/>
          <p14:tracePt t="186977" x="5137150" y="2114550"/>
          <p14:tracePt t="186993" x="5137150" y="2108200"/>
          <p14:tracePt t="187010" x="5143500" y="2108200"/>
          <p14:tracePt t="187027" x="5143500" y="2101850"/>
          <p14:tracePt t="187104" x="5149850" y="2101850"/>
          <p14:tracePt t="187146" x="5156200" y="2101850"/>
          <p14:tracePt t="187216" x="5156200" y="2108200"/>
          <p14:tracePt t="187245" x="5156200" y="2114550"/>
          <p14:tracePt t="187251" x="5156200" y="2120900"/>
          <p14:tracePt t="187315" x="5156200" y="2127250"/>
          <p14:tracePt t="187364" x="5156200" y="2133600"/>
          <p14:tracePt t="187399" x="5162550" y="2133600"/>
          <p14:tracePt t="187645" x="5162550" y="2139950"/>
          <p14:tracePt t="187665" x="5156200" y="2146300"/>
          <p14:tracePt t="187679" x="5156200" y="2152650"/>
          <p14:tracePt t="187686" x="5156200" y="2159000"/>
          <p14:tracePt t="187701" x="5156200" y="2165350"/>
          <p14:tracePt t="187728" x="5156200" y="2171700"/>
          <p14:tracePt t="187771" x="5162550" y="2184400"/>
          <p14:tracePt t="187785" x="5168900" y="2190750"/>
          <p14:tracePt t="187799" x="5181600" y="2190750"/>
          <p14:tracePt t="187808" x="5200650" y="2197100"/>
          <p14:tracePt t="187824" x="5226050" y="2203450"/>
          <p14:tracePt t="187841" x="5283200" y="2216150"/>
          <p14:tracePt t="187857" x="5340350" y="2222500"/>
          <p14:tracePt t="187874" x="5365750" y="2222500"/>
          <p14:tracePt t="187891" x="5416550" y="2222500"/>
          <p14:tracePt t="187907" x="5448300" y="2222500"/>
          <p14:tracePt t="187924" x="5467350" y="2222500"/>
          <p14:tracePt t="187940" x="5486400" y="2222500"/>
          <p14:tracePt t="187957" x="5505450" y="2222500"/>
          <p14:tracePt t="187990" x="5518150" y="2222500"/>
          <p14:tracePt t="188007" x="5530850" y="2222500"/>
          <p14:tracePt t="188024" x="5549900" y="2222500"/>
          <p14:tracePt t="188040" x="5556250" y="2222500"/>
          <p14:tracePt t="188057" x="5575300" y="2222500"/>
          <p14:tracePt t="188073" x="5619750" y="2222500"/>
          <p14:tracePt t="188090" x="5638800" y="2222500"/>
          <p14:tracePt t="188107" x="5689600" y="2228850"/>
          <p14:tracePt t="188123" x="5740400" y="2228850"/>
          <p14:tracePt t="188140" x="5765800" y="2228850"/>
          <p14:tracePt t="188157" x="5822950" y="2228850"/>
          <p14:tracePt t="188173" x="5873750" y="2216150"/>
          <p14:tracePt t="188190" x="5892800" y="2209800"/>
          <p14:tracePt t="188207" x="5911850" y="2209800"/>
          <p14:tracePt t="188223" x="5924550" y="2209800"/>
          <p14:tracePt t="188256" x="5930900" y="2203450"/>
          <p14:tracePt t="188430" x="5930900" y="2209800"/>
          <p14:tracePt t="188535" x="5924550" y="2209800"/>
          <p14:tracePt t="188605" x="5918200" y="2216150"/>
          <p14:tracePt t="188676" x="5911850" y="2216150"/>
          <p14:tracePt t="188781" x="5905500" y="2216150"/>
          <p14:tracePt t="189258" x="5899150" y="2216150"/>
          <p14:tracePt t="189377" x="5892800" y="2216150"/>
          <p14:tracePt t="189482" x="5892800" y="2209800"/>
          <p14:tracePt t="189566" x="5886450" y="2203450"/>
          <p14:tracePt t="189601" x="5880100" y="2203450"/>
          <p14:tracePt t="189679" x="5873750" y="2203450"/>
          <p14:tracePt t="189994" x="5867400" y="2203450"/>
          <p14:tracePt t="190085" x="5861050" y="2203450"/>
          <p14:tracePt t="190149" x="5854700" y="2203450"/>
          <p14:tracePt t="190219" x="5848350" y="2203450"/>
          <p14:tracePt t="190289" x="5842000" y="2203450"/>
          <p14:tracePt t="190303" x="5835650" y="2203450"/>
          <p14:tracePt t="190317" x="5829300" y="2203450"/>
          <p14:tracePt t="190345" x="5822950" y="2203450"/>
          <p14:tracePt t="190359" x="5810250" y="2203450"/>
          <p14:tracePt t="190368" x="5803900" y="2203450"/>
          <p14:tracePt t="190382" x="5797550" y="2203450"/>
          <p14:tracePt t="190399" x="5772150" y="2203450"/>
          <p14:tracePt t="190416" x="5727700" y="2203450"/>
          <p14:tracePt t="190432" x="5689600" y="2203450"/>
          <p14:tracePt t="190448" x="5651500" y="2203450"/>
          <p14:tracePt t="190465" x="5543550" y="2203450"/>
          <p14:tracePt t="190481" x="5467350" y="2203450"/>
          <p14:tracePt t="190498" x="5302250" y="2203450"/>
          <p14:tracePt t="190515" x="5111750" y="2222500"/>
          <p14:tracePt t="190531" x="5010150" y="2235200"/>
          <p14:tracePt t="190549" x="4730750" y="2247900"/>
          <p14:tracePt t="190564" x="4654550" y="2247900"/>
          <p14:tracePt t="190581" x="4495800" y="2254250"/>
          <p14:tracePt t="190598" x="4394200" y="2254250"/>
          <p14:tracePt t="190615" x="4349750" y="2254250"/>
          <p14:tracePt t="190631" x="4305300" y="2254250"/>
          <p14:tracePt t="190648" x="4273550" y="2254250"/>
          <p14:tracePt t="190664" x="4254500" y="2254250"/>
          <p14:tracePt t="190681" x="4235450" y="2254250"/>
          <p14:tracePt t="190697" x="4216400" y="2247900"/>
          <p14:tracePt t="190714" x="4203700" y="2247900"/>
          <p14:tracePt t="190731" x="4184650" y="2247900"/>
          <p14:tracePt t="190747" x="4178300" y="2247900"/>
          <p14:tracePt t="190764" x="4171950" y="2247900"/>
          <p14:tracePt t="190797" x="4165600" y="2247900"/>
          <p14:tracePt t="190878" x="4159250" y="2247900"/>
          <p14:tracePt t="191040" x="4152900" y="2247900"/>
          <p14:tracePt t="191047" x="4146550" y="2247900"/>
          <p14:tracePt t="191061" x="4140200" y="2247900"/>
          <p14:tracePt t="191067" x="4133850" y="2247900"/>
          <p14:tracePt t="191079" x="4108450" y="2247900"/>
          <p14:tracePt t="191097" x="4032250" y="2247900"/>
          <p14:tracePt t="191113" x="3968750" y="2247900"/>
          <p14:tracePt t="191130" x="3892550" y="2247900"/>
          <p14:tracePt t="191146" x="3600450" y="2247900"/>
          <p14:tracePt t="191163" x="3498850" y="2247900"/>
          <p14:tracePt t="191180" x="3321050" y="2260600"/>
          <p14:tracePt t="191196" x="3257550" y="2260600"/>
          <p14:tracePt t="191212" x="3175000" y="2266950"/>
          <p14:tracePt t="191230" x="3143250" y="2266950"/>
          <p14:tracePt t="191246" x="3130550" y="2266950"/>
          <p14:tracePt t="191262" x="3117850" y="2273300"/>
          <p14:tracePt t="191299" x="3130550" y="2273300"/>
          <p14:tracePt t="191312" x="3149600" y="2273300"/>
          <p14:tracePt t="191328" x="3219450" y="2279650"/>
          <p14:tracePt t="191345" x="3282950" y="2292350"/>
          <p14:tracePt t="191362" x="3467100" y="2298700"/>
          <p14:tracePt t="191378" x="3689350" y="2298700"/>
          <p14:tracePt t="191395" x="3803650" y="2298700"/>
          <p14:tracePt t="191412" x="4019550" y="2298700"/>
          <p14:tracePt t="191429" x="4171950" y="2298700"/>
          <p14:tracePt t="191445" x="4229100" y="2298700"/>
          <p14:tracePt t="191462" x="4286250" y="2298700"/>
          <p14:tracePt t="191478" x="4298950" y="2298700"/>
          <p14:tracePt t="191495" x="4305300" y="2298700"/>
          <p14:tracePt t="191528" x="4305300" y="2292350"/>
          <p14:tracePt t="191601" x="4298950" y="2286000"/>
          <p14:tracePt t="191608" x="4292600" y="2286000"/>
          <p14:tracePt t="191649" x="4286250" y="2286000"/>
          <p14:tracePt t="191691" x="4279900" y="2286000"/>
          <p14:tracePt t="191706" x="4273550" y="2292350"/>
          <p14:tracePt t="191720" x="4260850" y="2292350"/>
          <p14:tracePt t="191730" x="4248150" y="2298700"/>
          <p14:tracePt t="191743" x="4222750" y="2311400"/>
          <p14:tracePt t="191761" x="4197350" y="2336800"/>
          <p14:tracePt t="191777" x="3949700" y="2501900"/>
          <p14:tracePt t="191794" x="3816350" y="2603500"/>
          <p14:tracePt t="191811" x="3625850" y="2768600"/>
          <p14:tracePt t="191827" x="3187700" y="3181350"/>
          <p14:tracePt t="191843" x="2724150" y="3670300"/>
          <p14:tracePt t="191861" x="2298700" y="4184650"/>
          <p14:tracePt t="191877" x="2082800" y="4451350"/>
          <p14:tracePt t="191894" x="1727200" y="4946650"/>
          <p14:tracePt t="191910" x="1441450" y="5384800"/>
          <p14:tracePt t="191927" x="1346200" y="5556250"/>
          <p14:tracePt t="191944" x="1212850" y="5803900"/>
          <p14:tracePt t="191960" x="1117600" y="5994400"/>
          <p14:tracePt t="191977" x="1092200" y="6051550"/>
          <p14:tracePt t="191994" x="1060450" y="6121400"/>
          <p14:tracePt t="192010" x="1047750" y="6140450"/>
          <p14:tracePt t="192050" x="1047750" y="6146800"/>
          <p14:tracePt t="192148" x="1047750" y="6153150"/>
          <p14:tracePt t="192253" x="1054100" y="6153150"/>
          <p14:tracePt t="192260" x="1066800" y="6159500"/>
          <p14:tracePt t="192267" x="1079500" y="6159500"/>
          <p14:tracePt t="192281" x="1098550" y="6159500"/>
          <p14:tracePt t="192291" x="1130300" y="6159500"/>
          <p14:tracePt t="192309" x="1219200" y="6159500"/>
          <p14:tracePt t="192325" x="1276350" y="6140450"/>
          <p14:tracePt t="192342" x="1416050" y="6108700"/>
          <p14:tracePt t="192359" x="1543050" y="6064250"/>
          <p14:tracePt t="192375" x="1600200" y="6032500"/>
          <p14:tracePt t="192393" x="1701800" y="5981700"/>
          <p14:tracePt t="192408" x="1739900" y="5943600"/>
          <p14:tracePt t="192425" x="1765300" y="5937250"/>
          <p14:tracePt t="192441" x="1771650" y="5924550"/>
          <p14:tracePt t="192458" x="1778000" y="5918200"/>
          <p14:tracePt t="192475" x="1778000" y="5911850"/>
          <p14:tracePt t="193179" x="1784350" y="5911850"/>
          <p14:tracePt t="193193" x="1790700" y="5911850"/>
          <p14:tracePt t="193200" x="1803400" y="5911850"/>
          <p14:tracePt t="193214" x="1816100" y="5911850"/>
          <p14:tracePt t="193223" x="1828800" y="5911850"/>
          <p14:tracePt t="193239" x="1854200" y="5911850"/>
          <p14:tracePt t="193256" x="1955800" y="5905500"/>
          <p14:tracePt t="193272" x="2101850" y="5886450"/>
          <p14:tracePt t="193289" x="2178050" y="5873750"/>
          <p14:tracePt t="193306" x="2324100" y="5854700"/>
          <p14:tracePt t="193322" x="2425700" y="5848350"/>
          <p14:tracePt t="193338" x="2470150" y="5835650"/>
          <p14:tracePt t="193355" x="2501900" y="5829300"/>
          <p14:tracePt t="193372" x="2514600" y="5829300"/>
          <p14:tracePt t="193388" x="2527300" y="5829300"/>
          <p14:tracePt t="193670" x="2546350" y="5822950"/>
          <p14:tracePt t="193684" x="2571750" y="5822950"/>
          <p14:tracePt t="193690" x="2603500" y="5816600"/>
          <p14:tracePt t="193707" x="2641600" y="5816600"/>
          <p14:tracePt t="193720" x="2679700" y="5810250"/>
          <p14:tracePt t="193737" x="2749550" y="5803900"/>
          <p14:tracePt t="193755" x="2800350" y="5803900"/>
          <p14:tracePt t="193770" x="2813050" y="5803900"/>
          <p14:tracePt t="193787" x="2832100" y="5797550"/>
          <p14:tracePt t="193804" x="2838450" y="5797550"/>
          <p14:tracePt t="193836" x="2844800" y="5797550"/>
          <p14:tracePt t="193873" x="2851150" y="5797550"/>
          <p14:tracePt t="193901" x="2857500" y="5797550"/>
          <p14:tracePt t="193922" x="2863850" y="5797550"/>
          <p14:tracePt t="193937" x="2870200" y="5803900"/>
          <p14:tracePt t="193958" x="2882900" y="5803900"/>
          <p14:tracePt t="193965" x="2895600" y="5810250"/>
          <p14:tracePt t="193972" x="2921000" y="5810250"/>
          <p14:tracePt t="193988" x="2946400" y="5816600"/>
          <p14:tracePt t="194003" x="2978150" y="5822950"/>
          <p14:tracePt t="194021" x="3111500" y="5848350"/>
          <p14:tracePt t="194036" x="3155950" y="5854700"/>
          <p14:tracePt t="194052" x="3206750" y="5867400"/>
          <p14:tracePt t="194070" x="3276600" y="5873750"/>
          <p14:tracePt t="194087" x="3346450" y="5880100"/>
          <p14:tracePt t="194102" x="3365500" y="5886450"/>
          <p14:tracePt t="194119" x="3409950" y="5886450"/>
          <p14:tracePt t="194136" x="3441700" y="5886450"/>
          <p14:tracePt t="194152" x="3454400" y="5886450"/>
          <p14:tracePt t="194169" x="3479800" y="5886450"/>
          <p14:tracePt t="194202" x="3492500" y="5880100"/>
          <p14:tracePt t="194218" x="3517900" y="5880100"/>
          <p14:tracePt t="194235" x="3536950" y="5880100"/>
          <p14:tracePt t="194252" x="3556000" y="5880100"/>
          <p14:tracePt t="194268" x="3606800" y="5880100"/>
          <p14:tracePt t="194285" x="3638550" y="5873750"/>
          <p14:tracePt t="194302" x="3695700" y="5873750"/>
          <p14:tracePt t="194318" x="3721100" y="5873750"/>
          <p14:tracePt t="194335" x="3778250" y="5867400"/>
          <p14:tracePt t="194351" x="3822700" y="5861050"/>
          <p14:tracePt t="194368" x="3835400" y="5861050"/>
          <p14:tracePt t="194385" x="3860800" y="5861050"/>
          <p14:tracePt t="194401" x="3867150" y="5861050"/>
          <p14:tracePt t="194418" x="3879850" y="5861050"/>
          <p14:tracePt t="194435" x="3892550" y="5854700"/>
          <p14:tracePt t="194468" x="3898900" y="5854700"/>
          <p14:tracePt t="194512" x="3905250" y="5854700"/>
          <p14:tracePt t="194813" x="3898900" y="5854700"/>
          <p14:tracePt t="195183" x="3898900" y="5765800"/>
          <p14:tracePt t="195198" x="3886200" y="5568950"/>
          <p14:tracePt t="195204" x="3873500" y="5302250"/>
          <p14:tracePt t="195215" x="3841750" y="5010150"/>
          <p14:tracePt t="195233" x="3727450" y="4381500"/>
          <p14:tracePt t="195248" x="3663950" y="4102100"/>
          <p14:tracePt t="195265" x="3568700" y="3695700"/>
          <p14:tracePt t="195283" x="3524250" y="3435350"/>
          <p14:tracePt t="195298" x="3505200" y="3327400"/>
          <p14:tracePt t="195315" x="3486150" y="3098800"/>
          <p14:tracePt t="195332" x="3473450" y="2895600"/>
          <p14:tracePt t="195348" x="3460750" y="2794000"/>
          <p14:tracePt t="195365" x="3454400" y="2667000"/>
          <p14:tracePt t="195381" x="3454400" y="2590800"/>
          <p14:tracePt t="195398" x="3454400" y="2578100"/>
          <p14:tracePt t="195417" x="3454400" y="2571750"/>
          <p14:tracePt t="195431" x="3454400" y="2565400"/>
          <p14:tracePt t="195451" x="3454400" y="2559050"/>
          <p14:tracePt t="195471" x="3460750" y="2546350"/>
          <p14:tracePt t="195485" x="3460750" y="2527300"/>
          <p14:tracePt t="195497" x="3467100" y="2508250"/>
          <p14:tracePt t="195514" x="3467100" y="2457450"/>
          <p14:tracePt t="195531" x="3467100" y="2419350"/>
          <p14:tracePt t="195549" x="3467100" y="2368550"/>
          <p14:tracePt t="195564" x="3460750" y="2343150"/>
          <p14:tracePt t="195581" x="3448050" y="2311400"/>
          <p14:tracePt t="195597" x="3429000" y="2247900"/>
          <p14:tracePt t="195614" x="3409950" y="2190750"/>
          <p14:tracePt t="195630" x="3397250" y="2159000"/>
          <p14:tracePt t="195647" x="3371850" y="2095500"/>
          <p14:tracePt t="195664" x="3359150" y="2057400"/>
          <p14:tracePt t="195681" x="3346450" y="2025650"/>
          <p14:tracePt t="195697" x="3346450" y="2019300"/>
          <p14:tracePt t="195714" x="3340100" y="2006600"/>
          <p14:tracePt t="195835" x="3340100" y="2012950"/>
          <p14:tracePt t="195864" x="3333750" y="2019300"/>
          <p14:tracePt t="195913" x="3333750" y="2025650"/>
          <p14:tracePt t="195920" x="3327400" y="2032000"/>
          <p14:tracePt t="195941" x="3327400" y="2038350"/>
          <p14:tracePt t="195963" x="3314700" y="2044700"/>
          <p14:tracePt t="195983" x="3314700" y="2051050"/>
          <p14:tracePt t="196004" x="3308350" y="2051050"/>
          <p14:tracePt t="196011" x="3302000" y="2051050"/>
          <p14:tracePt t="196025" x="3302000" y="2057400"/>
          <p14:tracePt t="196032" x="3295650" y="2057400"/>
          <p14:tracePt t="196048" x="3282950" y="2063750"/>
          <p14:tracePt t="196062" x="3270250" y="2070100"/>
          <p14:tracePt t="196079" x="3257550" y="2076450"/>
          <p14:tracePt t="196096" x="3213100" y="2089150"/>
          <p14:tracePt t="196112" x="3194050" y="2101850"/>
          <p14:tracePt t="196129" x="3149600" y="2114550"/>
          <p14:tracePt t="196145" x="3130550" y="2127250"/>
          <p14:tracePt t="196162" x="3111500" y="2139950"/>
          <p14:tracePt t="196179" x="3086100" y="2152650"/>
          <p14:tracePt t="196195" x="3079750" y="2152650"/>
          <p14:tracePt t="196212" x="3067050" y="2159000"/>
          <p14:tracePt t="196229" x="3060700" y="2159000"/>
          <p14:tracePt t="196262" x="3054350" y="2159000"/>
          <p14:tracePt t="196299" x="3048000" y="2159000"/>
          <p14:tracePt t="196334" x="3048000" y="2152650"/>
          <p14:tracePt t="196376" x="3048000" y="2146300"/>
          <p14:tracePt t="196383" x="3048000" y="2139950"/>
          <p14:tracePt t="196404" x="3048000" y="2133600"/>
          <p14:tracePt t="196481" x="3048000" y="2139950"/>
          <p14:tracePt t="196495" x="3048000" y="2146300"/>
          <p14:tracePt t="196509" x="3048000" y="2152650"/>
          <p14:tracePt t="196516" x="3048000" y="2165350"/>
          <p14:tracePt t="196527" x="3054350" y="2178050"/>
          <p14:tracePt t="196544" x="3098800" y="2241550"/>
          <p14:tracePt t="196560" x="3130550" y="2286000"/>
          <p14:tracePt t="196577" x="3225800" y="2387600"/>
          <p14:tracePt t="196594" x="3346450" y="2495550"/>
          <p14:tracePt t="196610" x="3390900" y="2546350"/>
          <p14:tracePt t="196627" x="3492500" y="2609850"/>
          <p14:tracePt t="196643" x="3594100" y="2635250"/>
          <p14:tracePt t="196661" x="3632200" y="2635250"/>
          <p14:tracePt t="196678" x="3695700" y="2635250"/>
          <p14:tracePt t="196693" x="3778250" y="2609850"/>
          <p14:tracePt t="196710" x="3810000" y="2590800"/>
          <p14:tracePt t="196727" x="3854450" y="2571750"/>
          <p14:tracePt t="196744" x="3886200" y="2559050"/>
          <p14:tracePt t="196759" x="3962400" y="2527300"/>
          <p14:tracePt t="196777" x="4000500" y="2508250"/>
          <p14:tracePt t="196793" x="4044950" y="2489200"/>
          <p14:tracePt t="196811" x="4146550" y="2457450"/>
          <p14:tracePt t="196826" x="4197350" y="2438400"/>
          <p14:tracePt t="196842" x="4298950" y="2400300"/>
          <p14:tracePt t="196860" x="4337050" y="2381250"/>
          <p14:tracePt t="196876" x="4381500" y="2374900"/>
          <p14:tracePt t="196893" x="4445000" y="2349500"/>
          <p14:tracePt t="196910" x="4464050" y="2343150"/>
          <p14:tracePt t="196926" x="4483100" y="2336800"/>
          <p14:tracePt t="196943" x="4502150" y="2330450"/>
          <p14:tracePt t="196959" x="4527550" y="2324100"/>
          <p14:tracePt t="196976" x="4540250" y="2317750"/>
          <p14:tracePt t="196993" x="4559300" y="2305050"/>
          <p14:tracePt t="197009" x="4578350" y="2305050"/>
          <p14:tracePt t="197025" x="4610100" y="2286000"/>
          <p14:tracePt t="197043" x="4629150" y="2279650"/>
          <p14:tracePt t="197059" x="4660900" y="2273300"/>
          <p14:tracePt t="197077" x="4705350" y="2266950"/>
          <p14:tracePt t="197092" x="4730750" y="2266950"/>
          <p14:tracePt t="197109" x="4781550" y="2260600"/>
          <p14:tracePt t="197126" x="4826000" y="2241550"/>
          <p14:tracePt t="197142" x="4889500" y="2235200"/>
          <p14:tracePt t="197158" x="4921250" y="2235200"/>
          <p14:tracePt t="197176" x="4991100" y="2222500"/>
          <p14:tracePt t="197192" x="5016500" y="2216150"/>
          <p14:tracePt t="197208" x="5048250" y="2216150"/>
          <p14:tracePt t="197225" x="5111750" y="2216150"/>
          <p14:tracePt t="197242" x="5143500" y="2216150"/>
          <p14:tracePt t="197258" x="5168900" y="2216150"/>
          <p14:tracePt t="197275" x="5245100" y="2216150"/>
          <p14:tracePt t="197292" x="5276850" y="2216150"/>
          <p14:tracePt t="197309" x="5340350" y="2209800"/>
          <p14:tracePt t="197325" x="5372100" y="2209800"/>
          <p14:tracePt t="197342" x="5391150" y="2203450"/>
          <p14:tracePt t="197358" x="5435600" y="2197100"/>
          <p14:tracePt t="197374" x="5448300" y="2197100"/>
          <p14:tracePt t="197391" x="5467350" y="2190750"/>
          <p14:tracePt t="197408" x="5486400" y="2184400"/>
          <p14:tracePt t="197424" x="5492750" y="2184400"/>
          <p14:tracePt t="197441" x="5505450" y="2184400"/>
          <p14:tracePt t="197474" x="5511800" y="2184400"/>
          <p14:tracePt t="197631" x="5505450" y="2184400"/>
          <p14:tracePt t="197729" x="5499100" y="2184400"/>
          <p14:tracePt t="197834" x="5499100" y="2178050"/>
          <p14:tracePt t="198115" x="5492750" y="2178050"/>
          <p14:tracePt t="198220" x="5486400" y="2178050"/>
          <p14:tracePt t="198284" x="5480050" y="2178050"/>
          <p14:tracePt t="198305" x="5473700" y="2178050"/>
          <p14:tracePt t="198333" x="5467350" y="2178050"/>
          <p14:tracePt t="198347" x="5461000" y="2178050"/>
          <p14:tracePt t="198368" x="5454650" y="2178050"/>
          <p14:tracePt t="198382" x="5448300" y="2178050"/>
          <p14:tracePt t="198390" x="5435600" y="2184400"/>
          <p14:tracePt t="198404" x="5422900" y="2184400"/>
          <p14:tracePt t="198420" x="5397500" y="2190750"/>
          <p14:tracePt t="198438" x="5327650" y="2209800"/>
          <p14:tracePt t="198454" x="5257800" y="2216150"/>
          <p14:tracePt t="198470" x="5194300" y="2222500"/>
          <p14:tracePt t="198487" x="5118100" y="2235200"/>
          <p14:tracePt t="198504" x="5029200" y="2247900"/>
          <p14:tracePt t="198520" x="4927600" y="2254250"/>
          <p14:tracePt t="198537" x="4673600" y="2266950"/>
          <p14:tracePt t="198554" x="4533900" y="2266950"/>
          <p14:tracePt t="198571" x="4241800" y="2266950"/>
          <p14:tracePt t="198587" x="4083050" y="2266950"/>
          <p14:tracePt t="198603" x="3924300" y="2266950"/>
          <p14:tracePt t="198621" x="3651250" y="2266950"/>
          <p14:tracePt t="198637" x="3511550" y="2279650"/>
          <p14:tracePt t="198653" x="3384550" y="2286000"/>
          <p14:tracePt t="198670" x="3155950" y="2298700"/>
          <p14:tracePt t="198687" x="3041650" y="2298700"/>
          <p14:tracePt t="198703" x="2927350" y="2298700"/>
          <p14:tracePt t="198720" x="2762250" y="2298700"/>
          <p14:tracePt t="198736" x="2698750" y="2298700"/>
          <p14:tracePt t="198754" x="2597150" y="2292350"/>
          <p14:tracePt t="198769" x="2565400" y="2292350"/>
          <p14:tracePt t="198786" x="2540000" y="2292350"/>
          <p14:tracePt t="198803" x="2514600" y="2292350"/>
          <p14:tracePt t="198820" x="2501900" y="2292350"/>
          <p14:tracePt t="198838" x="2470150" y="2292350"/>
          <p14:tracePt t="198853" x="2451100" y="2292350"/>
          <p14:tracePt t="198869" x="2425700" y="2298700"/>
          <p14:tracePt t="198886" x="2400300" y="2298700"/>
          <p14:tracePt t="198903" x="2349500" y="2298700"/>
          <p14:tracePt t="198919" x="2330450" y="2298700"/>
          <p14:tracePt t="198937" x="2305050" y="2298700"/>
          <p14:tracePt t="198952" x="2298700" y="2298700"/>
          <p14:tracePt t="198969" x="2292350" y="2298700"/>
          <p14:tracePt t="198986" x="2286000" y="2298700"/>
          <p14:tracePt t="199027" x="2273300" y="2305050"/>
          <p14:tracePt t="199041" x="2260600" y="2317750"/>
          <p14:tracePt t="199048" x="2241550" y="2343150"/>
          <p14:tracePt t="199062" x="2228850" y="2362200"/>
          <p14:tracePt t="199071" x="2197100" y="2406650"/>
          <p14:tracePt t="199085" x="2165350" y="2470150"/>
          <p14:tracePt t="199102" x="2095500" y="2647950"/>
          <p14:tracePt t="199119" x="2044700" y="2876550"/>
          <p14:tracePt t="199135" x="2019300" y="3003550"/>
          <p14:tracePt t="199152" x="1987550" y="3333750"/>
          <p14:tracePt t="199168" x="1974850" y="3676650"/>
          <p14:tracePt t="199185" x="1962150" y="3841750"/>
          <p14:tracePt t="199202" x="1949450" y="4006850"/>
          <p14:tracePt t="199218" x="1930400" y="4425950"/>
          <p14:tracePt t="199235" x="1917700" y="4514850"/>
          <p14:tracePt t="199252" x="1911350" y="4667250"/>
          <p14:tracePt t="199268" x="1911350" y="4718050"/>
          <p14:tracePt t="199285" x="1911350" y="4787900"/>
          <p14:tracePt t="199301" x="1917700" y="4813300"/>
          <p14:tracePt t="199318" x="1917700" y="4819650"/>
          <p14:tracePt t="199335" x="1924050" y="4826000"/>
          <p14:tracePt t="199351" x="1936750" y="4851400"/>
          <p14:tracePt t="199368" x="1949450" y="4889500"/>
          <p14:tracePt t="199385" x="1981200" y="4953000"/>
          <p14:tracePt t="199401" x="2012950" y="5029200"/>
          <p14:tracePt t="199417" x="2038350" y="5060950"/>
          <p14:tracePt t="199434" x="2076450" y="5111750"/>
          <p14:tracePt t="199450" x="2108200" y="5168900"/>
          <p14:tracePt t="199467" x="2120900" y="5181600"/>
          <p14:tracePt t="199484" x="2152650" y="5219700"/>
          <p14:tracePt t="199500" x="2178050" y="5257800"/>
          <p14:tracePt t="199517" x="2184400" y="5276850"/>
          <p14:tracePt t="199533" x="2216150" y="5321300"/>
          <p14:tracePt t="199550" x="2228850" y="5334000"/>
          <p14:tracePt t="199568" x="2260600" y="5416550"/>
          <p14:tracePt t="199584" x="2273300" y="5435600"/>
          <p14:tracePt t="199600" x="2279650" y="5448300"/>
          <p14:tracePt t="199617" x="2286000" y="5461000"/>
          <p14:tracePt t="199633" x="2286000" y="5467350"/>
          <p14:tracePt t="199650" x="2292350" y="5473700"/>
          <p14:tracePt t="199666" x="2298700" y="5492750"/>
          <p14:tracePt t="199683" x="2311400" y="5530850"/>
          <p14:tracePt t="199701" x="2330450" y="5581650"/>
          <p14:tracePt t="199716" x="2343150" y="5600700"/>
          <p14:tracePt t="199733" x="2368550" y="5670550"/>
          <p14:tracePt t="199750" x="2381250" y="5715000"/>
          <p14:tracePt t="199766" x="2387600" y="5727700"/>
          <p14:tracePt t="199783" x="2393950" y="5740400"/>
          <p14:tracePt t="200023" x="2406650" y="5740400"/>
          <p14:tracePt t="200030" x="2432050" y="5734050"/>
          <p14:tracePt t="200044" x="2470150" y="5727700"/>
          <p14:tracePt t="200051" x="2514600" y="5708650"/>
          <p14:tracePt t="200066" x="2590800" y="5689600"/>
          <p14:tracePt t="200082" x="2762250" y="5651500"/>
          <p14:tracePt t="200098" x="2863850" y="5619750"/>
          <p14:tracePt t="200115" x="3073400" y="5568950"/>
          <p14:tracePt t="200131" x="3251200" y="5530850"/>
          <p14:tracePt t="200148" x="3321050" y="5511800"/>
          <p14:tracePt t="200165" x="3467100" y="5486400"/>
          <p14:tracePt t="200181" x="3517900" y="5480050"/>
          <p14:tracePt t="200199" x="3651250" y="5461000"/>
          <p14:tracePt t="200215" x="3670300" y="5461000"/>
          <p14:tracePt t="200231" x="3702050" y="5454650"/>
          <p14:tracePt t="200248" x="3727450" y="5448300"/>
          <p14:tracePt t="200264" x="3746500" y="5435600"/>
          <p14:tracePt t="200281" x="3765550" y="5384800"/>
          <p14:tracePt t="200298" x="3784600" y="5346700"/>
          <p14:tracePt t="202579" x="3784600" y="5378450"/>
          <p14:tracePt t="202586" x="3771900" y="5454650"/>
          <p14:tracePt t="202600" x="3759200" y="5518150"/>
          <p14:tracePt t="202609" x="3740150" y="5600700"/>
          <p14:tracePt t="202623" x="3721100" y="5689600"/>
          <p14:tracePt t="202640" x="3683000" y="5848350"/>
          <p14:tracePt t="202656" x="3638550" y="6019800"/>
          <p14:tracePt t="202673" x="3619500" y="6096000"/>
          <p14:tracePt t="202689" x="3619500" y="6146800"/>
          <p14:tracePt t="202706" x="3613150" y="6273800"/>
          <p14:tracePt t="202722" x="3619500" y="6292850"/>
          <p14:tracePt t="202740" x="3619500" y="6305550"/>
          <p14:tracePt t="202756" x="3625850" y="6311900"/>
          <p14:tracePt t="202773" x="3632200" y="6318250"/>
          <p14:tracePt t="202806" x="3638550" y="6324600"/>
          <p14:tracePt t="202822" x="3644900" y="6324600"/>
          <p14:tracePt t="202845" x="3651250" y="6324600"/>
          <p14:tracePt t="202880" x="3651250" y="6330950"/>
          <p14:tracePt t="202908" x="3651250" y="6337300"/>
          <p14:tracePt t="202923" x="3657600" y="6337300"/>
          <p14:tracePt t="202936" x="3663950" y="6337300"/>
          <p14:tracePt t="202943" x="3670300" y="6337300"/>
          <p14:tracePt t="202958" x="3683000" y="6343650"/>
          <p14:tracePt t="202972" x="3695700" y="6350000"/>
          <p14:tracePt t="202988" x="3708400" y="6350000"/>
          <p14:tracePt t="203006" x="3714750" y="6356350"/>
          <p14:tracePt t="203021" x="3752850" y="6362700"/>
          <p14:tracePt t="203038" x="3771900" y="6369050"/>
          <p14:tracePt t="203055" x="3829050" y="6375400"/>
          <p14:tracePt t="203072" x="3860800" y="6375400"/>
          <p14:tracePt t="203088" x="3886200" y="6375400"/>
          <p14:tracePt t="203105" x="3968750" y="6375400"/>
          <p14:tracePt t="203121" x="3987800" y="6369050"/>
          <p14:tracePt t="203138" x="4019550" y="6362700"/>
          <p14:tracePt t="203155" x="4032250" y="6356350"/>
          <p14:tracePt t="203188" x="4038600" y="6350000"/>
          <p14:tracePt t="203209" x="4044950" y="6343650"/>
          <p14:tracePt t="203329" x="4051300" y="6343650"/>
          <p14:tracePt t="203357" x="4057650" y="6337300"/>
          <p14:tracePt t="203371" x="4064000" y="6337300"/>
          <p14:tracePt t="203378" x="4070350" y="6337300"/>
          <p14:tracePt t="203392" x="4076700" y="6330950"/>
          <p14:tracePt t="203403" x="4083050" y="6330950"/>
          <p14:tracePt t="203421" x="4114800" y="6318250"/>
          <p14:tracePt t="203437" x="4140200" y="6311900"/>
          <p14:tracePt t="203454" x="4216400" y="6286500"/>
          <p14:tracePt t="203470" x="4298950" y="6261100"/>
          <p14:tracePt t="203487" x="4343400" y="6242050"/>
          <p14:tracePt t="203490" x="4381500" y="6235700"/>
          <p14:tracePt t="203504" x="4413250" y="6216650"/>
          <p14:tracePt t="203520" x="4483100" y="6203950"/>
          <p14:tracePt t="203536" x="4514850" y="6197600"/>
          <p14:tracePt t="203554" x="4584700" y="6184900"/>
          <p14:tracePt t="203569" x="4648200" y="6184900"/>
          <p14:tracePt t="203586" x="4679950" y="6178550"/>
          <p14:tracePt t="203604" x="4730750" y="6178550"/>
          <p14:tracePt t="203620" x="4749800" y="6178550"/>
          <p14:tracePt t="203637" x="4787900" y="6172200"/>
          <p14:tracePt t="203653" x="4826000" y="6165850"/>
          <p14:tracePt t="203669" x="4845050" y="6159500"/>
          <p14:tracePt t="203686" x="4883150" y="6159500"/>
          <p14:tracePt t="203702" x="4927600" y="6153150"/>
          <p14:tracePt t="203719" x="4946650" y="6146800"/>
          <p14:tracePt t="203736" x="4991100" y="6140450"/>
          <p14:tracePt t="203752" x="5022850" y="6140450"/>
          <p14:tracePt t="203769" x="5041900" y="6140450"/>
          <p14:tracePt t="203786" x="5067300" y="6140450"/>
          <p14:tracePt t="203802" x="5092700" y="6140450"/>
          <p14:tracePt t="203819" x="5105400" y="6134100"/>
          <p14:tracePt t="203835" x="5118100" y="6134100"/>
          <p14:tracePt t="203852" x="5137150" y="6134100"/>
          <p14:tracePt t="203870" x="5149850" y="6134100"/>
          <p14:tracePt t="203885" x="5156200" y="6134100"/>
          <p14:tracePt t="203940" x="5162550" y="6134100"/>
          <p14:tracePt t="203982" x="5162550" y="6140450"/>
          <p14:tracePt t="204010" x="5168900" y="6146800"/>
          <p14:tracePt t="204038" x="5168900" y="6153150"/>
          <p14:tracePt t="204059" x="5168900" y="6159500"/>
          <p14:tracePt t="204094" x="5168900" y="6165850"/>
          <p14:tracePt t="204150" x="5162550" y="6165850"/>
          <p14:tracePt t="204869" x="5187950" y="6172200"/>
          <p14:tracePt t="204883" x="5245100" y="6191250"/>
          <p14:tracePt t="204890" x="5295900" y="6203950"/>
          <p14:tracePt t="204905" x="5353050" y="6216650"/>
          <p14:tracePt t="204915" x="5416550" y="6235700"/>
          <p14:tracePt t="204932" x="5473700" y="6242050"/>
          <p14:tracePt t="204948" x="5594350" y="6280150"/>
          <p14:tracePt t="204965" x="5727700" y="6311900"/>
          <p14:tracePt t="204982" x="5854700" y="6318250"/>
          <p14:tracePt t="204998" x="5918200" y="6330950"/>
          <p14:tracePt t="205015" x="6051550" y="6337300"/>
          <p14:tracePt t="205031" x="6191250" y="6356350"/>
          <p14:tracePt t="205048" x="6254750" y="6356350"/>
          <p14:tracePt t="205064" x="6324600" y="6369050"/>
          <p14:tracePt t="205081" x="6438900" y="6375400"/>
          <p14:tracePt t="205098" x="6546850" y="6388100"/>
          <p14:tracePt t="205115" x="6623050" y="6394450"/>
          <p14:tracePt t="205131" x="6654800" y="6400800"/>
          <p14:tracePt t="205147" x="6705600" y="6407150"/>
          <p14:tracePt t="205165" x="6731000" y="6413500"/>
          <p14:tracePt t="205181" x="6743700" y="6413500"/>
          <p14:tracePt t="205198" x="6762750" y="6413500"/>
          <p14:tracePt t="205214" x="6781800" y="6419850"/>
          <p14:tracePt t="205231" x="6794500" y="6419850"/>
          <p14:tracePt t="205248" x="6819900" y="6419850"/>
          <p14:tracePt t="205264" x="6838950" y="6419850"/>
          <p14:tracePt t="205281" x="6845300" y="6419850"/>
          <p14:tracePt t="205298" x="6858000" y="6419850"/>
          <p14:tracePt t="205333" x="6864350" y="6419850"/>
          <p14:tracePt t="205354" x="6870700" y="6413500"/>
          <p14:tracePt t="205417" x="6870700" y="6407150"/>
          <p14:tracePt t="205423" x="6864350" y="6407150"/>
          <p14:tracePt t="205804" x="6889750" y="6407150"/>
          <p14:tracePt t="205812" x="6921500" y="6394450"/>
          <p14:tracePt t="205825" x="6959600" y="6394450"/>
          <p14:tracePt t="205832" x="6997700" y="6394450"/>
          <p14:tracePt t="205848" x="7029450" y="6388100"/>
          <p14:tracePt t="205862" x="7054850" y="6388100"/>
          <p14:tracePt t="205878" x="7099300" y="6388100"/>
          <p14:tracePt t="205896" x="7143750" y="6388100"/>
          <p14:tracePt t="205911" x="7169150" y="6388100"/>
          <p14:tracePt t="205928" x="7207250" y="6388100"/>
          <p14:tracePt t="205946" x="7264400" y="6388100"/>
          <p14:tracePt t="205962" x="7283450" y="6388100"/>
          <p14:tracePt t="205978" x="7340600" y="6388100"/>
          <p14:tracePt t="205995" x="7391400" y="6388100"/>
          <p14:tracePt t="206011" x="7416800" y="6388100"/>
          <p14:tracePt t="206028" x="7461250" y="6394450"/>
          <p14:tracePt t="206044" x="7512050" y="6394450"/>
          <p14:tracePt t="206061" x="7531100" y="6394450"/>
          <p14:tracePt t="206078" x="7550150" y="6394450"/>
          <p14:tracePt t="206094" x="7575550" y="6400800"/>
          <p14:tracePt t="206111" x="7600950" y="6400800"/>
          <p14:tracePt t="206128" x="7607300" y="6407150"/>
          <p14:tracePt t="206144" x="7620000" y="6407150"/>
          <p14:tracePt t="206161" x="7632700" y="6407150"/>
          <p14:tracePt t="206177" x="7658100" y="6407150"/>
          <p14:tracePt t="206194" x="7664450" y="6407150"/>
          <p14:tracePt t="206211" x="7683500" y="6407150"/>
          <p14:tracePt t="206227" x="7708900" y="6407150"/>
          <p14:tracePt t="206244" x="7727950" y="6407150"/>
          <p14:tracePt t="206261" x="7759700" y="6407150"/>
          <p14:tracePt t="206277" x="7785100" y="6407150"/>
          <p14:tracePt t="206294" x="7797800" y="6407150"/>
          <p14:tracePt t="206310" x="7835900" y="6407150"/>
          <p14:tracePt t="206327" x="7854950" y="6407150"/>
          <p14:tracePt t="206344" x="7886700" y="6400800"/>
          <p14:tracePt t="206360" x="7912100" y="6400800"/>
          <p14:tracePt t="206376" x="7937500" y="6394450"/>
          <p14:tracePt t="206394" x="7950200" y="6394450"/>
          <p14:tracePt t="206410" x="7962900" y="6394450"/>
          <p14:tracePt t="206427" x="7969250" y="6394450"/>
          <p14:tracePt t="206443" x="7988300" y="6394450"/>
          <p14:tracePt t="206460" x="8001000" y="6394450"/>
          <p14:tracePt t="206476" x="8007350" y="6394450"/>
          <p14:tracePt t="206493" x="8032750" y="6394450"/>
          <p14:tracePt t="206509" x="8058150" y="6388100"/>
          <p14:tracePt t="206527" x="8089900" y="6388100"/>
          <p14:tracePt t="206543" x="8121650" y="6388100"/>
          <p14:tracePt t="206559" x="8134350" y="6388100"/>
          <p14:tracePt t="206563" x="8147050" y="6388100"/>
          <p14:tracePt t="206576" x="8159750" y="6388100"/>
          <p14:tracePt t="206592" x="8166100" y="6388100"/>
          <p14:tracePt t="206609" x="8172450" y="6388100"/>
          <p14:tracePt t="206626" x="8191500" y="6381750"/>
          <p14:tracePt t="206642" x="8197850" y="6381750"/>
          <p14:tracePt t="206675" x="8204200" y="6381750"/>
          <p14:tracePt t="206765" x="8210550" y="6375400"/>
          <p14:tracePt t="206807" x="8216900" y="6375400"/>
          <p14:tracePt t="206849" x="8223250" y="6369050"/>
          <p14:tracePt t="206856" x="8229600" y="6369050"/>
          <p14:tracePt t="206877" x="8235950" y="6369050"/>
          <p14:tracePt t="206885" x="8242300" y="6369050"/>
          <p14:tracePt t="206899" x="8242300" y="6362700"/>
          <p14:tracePt t="206908" x="8248650" y="6362700"/>
          <p14:tracePt t="206924" x="8261350" y="6362700"/>
          <p14:tracePt t="206941" x="8286750" y="6356350"/>
          <p14:tracePt t="206958" x="8305800" y="6350000"/>
          <p14:tracePt t="206975" x="8318500" y="6350000"/>
          <p14:tracePt t="206991" x="8337550" y="6350000"/>
          <p14:tracePt t="207008" x="8343900" y="6350000"/>
          <p14:tracePt t="207025" x="8356600" y="6343650"/>
          <p14:tracePt t="207057" x="8362950" y="6343650"/>
          <p14:tracePt t="207088" x="8369300" y="6343650"/>
          <p14:tracePt t="207165" x="8375650" y="6343650"/>
          <p14:tracePt t="207439" x="8369300" y="6343650"/>
          <p14:tracePt t="207474" x="8362950" y="6343650"/>
          <p14:tracePt t="207523" x="8356600" y="6343650"/>
          <p14:tracePt t="207530" x="8350250" y="6343650"/>
          <p14:tracePt t="207579" x="8343900" y="6343650"/>
          <p14:tracePt t="207593" x="8337550" y="6343650"/>
          <p14:tracePt t="207600" x="8324850" y="6343650"/>
          <p14:tracePt t="207614" x="8312150" y="6343650"/>
          <p14:tracePt t="207627" x="8293100" y="6343650"/>
          <p14:tracePt t="207639" x="8255000" y="6350000"/>
          <p14:tracePt t="207657" x="8108950" y="6356350"/>
          <p14:tracePt t="207672" x="7886700" y="6356350"/>
          <p14:tracePt t="207689" x="7727950" y="6369050"/>
          <p14:tracePt t="207706" x="7385050" y="6369050"/>
          <p14:tracePt t="207722" x="6965950" y="6381750"/>
          <p14:tracePt t="207738" x="6756400" y="6381750"/>
          <p14:tracePt t="207755" x="6356350" y="6375400"/>
          <p14:tracePt t="207772" x="5969000" y="6375400"/>
          <p14:tracePt t="207789" x="5753100" y="6362700"/>
          <p14:tracePt t="207805" x="5422900" y="6337300"/>
          <p14:tracePt t="207822" x="5162550" y="6305550"/>
          <p14:tracePt t="207839" x="4946650" y="6292850"/>
          <p14:tracePt t="207855" x="4870450" y="6286500"/>
          <p14:tracePt t="207873" x="4749800" y="6273800"/>
          <p14:tracePt t="207889" x="4679950" y="6261100"/>
          <p14:tracePt t="207904" x="4654550" y="6254750"/>
          <p14:tracePt t="207921" x="4641850" y="6254750"/>
          <p14:tracePt t="207937" x="4603750" y="6242050"/>
          <p14:tracePt t="207954" x="4591050" y="6242050"/>
          <p14:tracePt t="207972" x="4572000" y="6235700"/>
          <p14:tracePt t="207988" x="4546600" y="6223000"/>
          <p14:tracePt t="208004" x="4533900" y="6216650"/>
          <p14:tracePt t="208021" x="4476750" y="6203950"/>
          <p14:tracePt t="208037" x="4432300" y="6184900"/>
          <p14:tracePt t="208054" x="4337050" y="6159500"/>
          <p14:tracePt t="208071" x="4229100" y="6121400"/>
          <p14:tracePt t="208088" x="4171950" y="6102350"/>
          <p14:tracePt t="208104" x="4051300" y="6064250"/>
          <p14:tracePt t="208120" x="3962400" y="6038850"/>
          <p14:tracePt t="208137" x="3924300" y="6019800"/>
          <p14:tracePt t="208154" x="3873500" y="6007100"/>
          <p14:tracePt t="208170" x="3841750" y="6007100"/>
          <p14:tracePt t="208187" x="3835400" y="6007100"/>
          <p14:tracePt t="208204" x="3822700" y="6007100"/>
          <p14:tracePt t="208220" x="3816350" y="6007100"/>
          <p14:tracePt t="208254" x="3810000" y="6013450"/>
          <p14:tracePt t="208270" x="3810000" y="6019800"/>
          <p14:tracePt t="208289" x="3810000" y="6026150"/>
          <p14:tracePt t="208309" x="3810000" y="6032500"/>
          <p14:tracePt t="208337" x="3816350" y="6038850"/>
          <p14:tracePt t="208378" x="3822700" y="6038850"/>
          <p14:tracePt t="208400" x="3829050" y="6038850"/>
          <p14:tracePt t="208406" x="3835400" y="6038850"/>
          <p14:tracePt t="208441" x="3841750" y="6038850"/>
          <p14:tracePt t="208448" x="3848100" y="6038850"/>
          <p14:tracePt t="208463" x="3860800" y="6038850"/>
          <p14:tracePt t="208472" x="3867150" y="6032500"/>
          <p14:tracePt t="208486" x="3879850" y="6026150"/>
          <p14:tracePt t="208502" x="3911600" y="6013450"/>
          <p14:tracePt t="208520" x="3949700" y="5988050"/>
          <p14:tracePt t="208536" x="3962400" y="5969000"/>
          <p14:tracePt t="208553" x="3981450" y="5892800"/>
          <p14:tracePt t="208569" x="3994150" y="5854700"/>
          <p14:tracePt t="208585" x="3981450" y="5734050"/>
          <p14:tracePt t="208603" x="3968750" y="5670550"/>
          <p14:tracePt t="208619" x="3943350" y="5600700"/>
          <p14:tracePt t="208636" x="3860800" y="5429250"/>
          <p14:tracePt t="208652" x="3746500" y="5238750"/>
          <p14:tracePt t="208669" x="3670300" y="5143500"/>
          <p14:tracePt t="208686" x="3536950" y="4978400"/>
          <p14:tracePt t="208702" x="3429000" y="4851400"/>
          <p14:tracePt t="208719" x="3378200" y="4787900"/>
          <p14:tracePt t="208736" x="3282950" y="4673600"/>
          <p14:tracePt t="208751" x="3206750" y="4559300"/>
          <p14:tracePt t="208768" x="3168650" y="4514850"/>
          <p14:tracePt t="208785" x="3105150" y="4432300"/>
          <p14:tracePt t="208801" x="3079750" y="4400550"/>
          <p14:tracePt t="208818" x="3073400" y="4394200"/>
          <p14:tracePt t="208835" x="3073400" y="4387850"/>
          <p14:tracePt t="208869" x="3073400" y="4394200"/>
          <p14:tracePt t="208883" x="3073400" y="4400550"/>
          <p14:tracePt t="208898" x="3079750" y="4400550"/>
          <p14:tracePt t="208912" x="3079750" y="4413250"/>
          <p14:tracePt t="208920" x="3086100" y="4419600"/>
          <p14:tracePt t="208940" x="3086100" y="4425950"/>
          <p14:tracePt t="208954" x="3092450" y="4432300"/>
          <p14:tracePt t="208968" x="3092450" y="4438650"/>
          <p14:tracePt t="208984" x="3111500" y="4445000"/>
          <p14:tracePt t="209001" x="3124200" y="4451350"/>
          <p14:tracePt t="209017" x="3175000" y="4464050"/>
          <p14:tracePt t="209034" x="3282950" y="4489450"/>
          <p14:tracePt t="209051" x="3390900" y="4508500"/>
          <p14:tracePt t="209067" x="3606800" y="4552950"/>
          <p14:tracePt t="209084" x="3867150" y="4616450"/>
          <p14:tracePt t="209101" x="4083050" y="4667250"/>
          <p14:tracePt t="209117" x="4152900" y="4686300"/>
          <p14:tracePt t="209134" x="4248150" y="4724400"/>
          <p14:tracePt t="209151" x="4298950" y="4749800"/>
          <p14:tracePt t="209167" x="4324350" y="4775200"/>
          <p14:tracePt t="209184" x="4343400" y="4819650"/>
          <p14:tracePt t="209200" x="4381500" y="4953000"/>
          <p14:tracePt t="209217" x="4400550" y="5054600"/>
          <p14:tracePt t="209234" x="4406900" y="5283200"/>
          <p14:tracePt t="209250" x="4362450" y="5556250"/>
          <p14:tracePt t="209266" x="4330700" y="5670550"/>
          <p14:tracePt t="209284" x="4229100" y="5949950"/>
          <p14:tracePt t="209300" x="4203700" y="6000750"/>
          <p14:tracePt t="209317" x="4159250" y="6070600"/>
          <p14:tracePt t="209333" x="4146550" y="6096000"/>
          <p14:tracePt t="209350" x="4140200" y="6108700"/>
          <p14:tracePt t="209366" x="4133850" y="6121400"/>
          <p14:tracePt t="209383" x="4127500" y="6121400"/>
          <p14:tracePt t="209399" x="4127500" y="6127750"/>
          <p14:tracePt t="209433" x="4127500" y="6134100"/>
          <p14:tracePt t="209472" x="4121150" y="6134100"/>
          <p14:tracePt t="209515" x="4114800" y="6134100"/>
          <p14:tracePt t="209522" x="4108450" y="6134100"/>
          <p14:tracePt t="209532" x="4095750" y="6134100"/>
          <p14:tracePt t="209549" x="4076700" y="6134100"/>
          <p14:tracePt t="209566" x="4025900" y="6134100"/>
          <p14:tracePt t="209582" x="3987800" y="6140450"/>
          <p14:tracePt t="209600" x="3784600" y="6153150"/>
          <p14:tracePt t="209615" x="3689350" y="6159500"/>
          <p14:tracePt t="209632" x="3587750" y="6172200"/>
          <p14:tracePt t="209649" x="3359150" y="6191250"/>
          <p14:tracePt t="209665" x="3067050" y="6203950"/>
          <p14:tracePt t="209682" x="2851150" y="6216650"/>
          <p14:tracePt t="209698" x="2451100" y="6242050"/>
          <p14:tracePt t="209715" x="2070100" y="6267450"/>
          <p14:tracePt t="209733" x="1765300" y="6330950"/>
          <p14:tracePt t="209748" x="1663700" y="6350000"/>
          <p14:tracePt t="209765" x="1485900" y="6381750"/>
          <p14:tracePt t="209782" x="1327150" y="6419850"/>
          <p14:tracePt t="209798" x="1244600" y="6451600"/>
          <p14:tracePt t="209815" x="1117600" y="6457950"/>
          <p14:tracePt t="209832" x="1035050" y="6464300"/>
          <p14:tracePt t="209848" x="1003300" y="6464300"/>
          <p14:tracePt t="209865" x="971550" y="6477000"/>
          <p14:tracePt t="209881" x="965200" y="6477000"/>
          <p14:tracePt t="209971" x="965200" y="6470650"/>
          <p14:tracePt t="209998" x="965200" y="6464300"/>
          <p14:tracePt t="210041" x="965200" y="6457950"/>
          <p14:tracePt t="210371" x="965200" y="6451600"/>
          <p14:tracePt t="210392" x="971550" y="6445250"/>
          <p14:tracePt t="210406" x="977900" y="6445250"/>
          <p14:tracePt t="210415" x="996950" y="6445250"/>
          <p14:tracePt t="210429" x="1022350" y="6438900"/>
          <p14:tracePt t="210446" x="1168400" y="6432550"/>
          <p14:tracePt t="210463" x="1441450" y="6394450"/>
          <p14:tracePt t="210479" x="1657350" y="6381750"/>
          <p14:tracePt t="210497" x="1924050" y="6369050"/>
          <p14:tracePt t="210513" x="2851150" y="6292850"/>
          <p14:tracePt t="210529" x="3175000" y="6261100"/>
          <p14:tracePt t="210546" x="3727450" y="6229350"/>
          <p14:tracePt t="210562" x="3943350" y="6216650"/>
          <p14:tracePt t="210579" x="4273550" y="6203950"/>
          <p14:tracePt t="210596" x="4476750" y="6191250"/>
          <p14:tracePt t="210612" x="4552950" y="6191250"/>
          <p14:tracePt t="210629" x="4667250" y="6191250"/>
          <p14:tracePt t="210645" x="4749800" y="6184900"/>
          <p14:tracePt t="210662" x="4775200" y="6184900"/>
          <p14:tracePt t="210679" x="4832350" y="6178550"/>
          <p14:tracePt t="210695" x="4883150" y="6172200"/>
          <p14:tracePt t="210712" x="4902200" y="6172200"/>
          <p14:tracePt t="210729" x="4914900" y="6172200"/>
          <p14:tracePt t="210745" x="4965700" y="6172200"/>
          <p14:tracePt t="210761" x="4984750" y="6172200"/>
          <p14:tracePt t="210778" x="5054600" y="6159500"/>
          <p14:tracePt t="210795" x="5092700" y="6159500"/>
          <p14:tracePt t="210812" x="5168900" y="6153150"/>
          <p14:tracePt t="210828" x="5276850" y="6134100"/>
          <p14:tracePt t="210844" x="5321300" y="6127750"/>
          <p14:tracePt t="210862" x="5410200" y="6121400"/>
          <p14:tracePt t="210878" x="5530850" y="6102350"/>
          <p14:tracePt t="210894" x="5594350" y="6089650"/>
          <p14:tracePt t="210911" x="5727700" y="6089650"/>
          <p14:tracePt t="210928" x="5880100" y="6089650"/>
          <p14:tracePt t="210944" x="5943600" y="6089650"/>
          <p14:tracePt t="210961" x="6083300" y="6083300"/>
          <p14:tracePt t="210977" x="6210300" y="6070600"/>
          <p14:tracePt t="210995" x="6330950" y="6070600"/>
          <p14:tracePt t="211010" x="6369050" y="6064250"/>
          <p14:tracePt t="211028" x="6470650" y="6064250"/>
          <p14:tracePt t="211045" x="6578600" y="6064250"/>
          <p14:tracePt t="211061" x="6616700" y="6064250"/>
          <p14:tracePt t="211078" x="6654800" y="6064250"/>
          <p14:tracePt t="211094" x="6756400" y="6064250"/>
          <p14:tracePt t="211111" x="6788150" y="6070600"/>
          <p14:tracePt t="211114" x="6813550" y="6083300"/>
          <p14:tracePt t="211130" x="6826250" y="6083300"/>
          <p14:tracePt t="211143" x="6845300" y="6089650"/>
          <p14:tracePt t="211160" x="6870700" y="6096000"/>
          <p14:tracePt t="211177" x="6896100" y="6096000"/>
          <p14:tracePt t="211193" x="6902450" y="6096000"/>
          <p14:tracePt t="211210" x="6927850" y="6096000"/>
          <p14:tracePt t="211227" x="6946900" y="6096000"/>
          <p14:tracePt t="211243" x="6953250" y="6096000"/>
          <p14:tracePt t="211260" x="6965950" y="6096000"/>
          <p14:tracePt t="211276" x="6991350" y="6102350"/>
          <p14:tracePt t="211293" x="7004050" y="6108700"/>
          <p14:tracePt t="211310" x="7048500" y="6127750"/>
          <p14:tracePt t="211326" x="7086600" y="6140450"/>
          <p14:tracePt t="211343" x="7105650" y="6140450"/>
          <p14:tracePt t="211360" x="7156450" y="6153150"/>
          <p14:tracePt t="211376" x="7188200" y="6159500"/>
          <p14:tracePt t="211393" x="7219950" y="6165850"/>
          <p14:tracePt t="211409" x="7302500" y="6184900"/>
          <p14:tracePt t="211426" x="7334250" y="6197600"/>
          <p14:tracePt t="211443" x="7372350" y="6197600"/>
          <p14:tracePt t="211459" x="7467600" y="6216650"/>
          <p14:tracePt t="211476" x="7493000" y="6223000"/>
          <p14:tracePt t="211493" x="7594600" y="6254750"/>
          <p14:tracePt t="211509" x="7626350" y="6261100"/>
          <p14:tracePt t="211526" x="7658100" y="6273800"/>
          <p14:tracePt t="211542" x="7708900" y="6286500"/>
          <p14:tracePt t="211559" x="7753350" y="6286500"/>
          <p14:tracePt t="211576" x="7785100" y="6292850"/>
          <p14:tracePt t="211592" x="7823200" y="6292850"/>
          <p14:tracePt t="211608" x="7854950" y="6292850"/>
          <p14:tracePt t="211626" x="7867650" y="6292850"/>
          <p14:tracePt t="211628" x="7880350" y="6292850"/>
          <p14:tracePt t="211642" x="7893050" y="6292850"/>
          <p14:tracePt t="211658" x="7918450" y="6292850"/>
          <p14:tracePt t="211676" x="7931150" y="6292850"/>
          <p14:tracePt t="211692" x="7943850" y="6292850"/>
          <p14:tracePt t="211725" x="7950200" y="6292850"/>
          <p14:tracePt t="211759" x="7956550" y="6292850"/>
          <p14:tracePt t="211766" x="7962900" y="6292850"/>
          <p14:tracePt t="211816" x="7962900" y="6286500"/>
          <p14:tracePt t="211921" x="7969250" y="6280150"/>
          <p14:tracePt t="211977" x="7962900" y="6273800"/>
          <p14:tracePt t="211998" x="7956550" y="6273800"/>
          <p14:tracePt t="212005" x="7943850" y="6273800"/>
          <p14:tracePt t="212019" x="7937500" y="6273800"/>
          <p14:tracePt t="212026" x="7924800" y="6273800"/>
          <p14:tracePt t="212043" x="7899400" y="6280150"/>
          <p14:tracePt t="212057" x="7842250" y="6299200"/>
          <p14:tracePt t="212074" x="7797800" y="6305550"/>
          <p14:tracePt t="212090" x="7747000" y="6311900"/>
          <p14:tracePt t="212107" x="7588250" y="6337300"/>
          <p14:tracePt t="212124" x="7486650" y="6337300"/>
          <p14:tracePt t="212141" x="7048500" y="6343650"/>
          <p14:tracePt t="212157" x="6845300" y="6343650"/>
          <p14:tracePt t="212173" x="6286500" y="6324600"/>
          <p14:tracePt t="212190" x="5632450" y="6292850"/>
          <p14:tracePt t="212206" x="5264150" y="6273800"/>
          <p14:tracePt t="212223" x="4432300" y="6235700"/>
          <p14:tracePt t="212240" x="3498850" y="6223000"/>
          <p14:tracePt t="212258" x="2546350" y="6223000"/>
          <p14:tracePt t="212273" x="2152650" y="6229350"/>
          <p14:tracePt t="212291" x="1593850" y="6261100"/>
          <p14:tracePt t="212307" x="1403350" y="6286500"/>
          <p14:tracePt t="212323" x="1117600" y="6356350"/>
          <p14:tracePt t="212339" x="965200" y="6394450"/>
          <p14:tracePt t="212356" x="850900" y="6451600"/>
          <p14:tracePt t="212372" x="819150" y="6477000"/>
          <p14:tracePt t="212389" x="793750" y="6496050"/>
          <p14:tracePt t="212636" x="838200" y="6489700"/>
          <p14:tracePt t="212649" x="863600" y="6489700"/>
          <p14:tracePt t="212658" x="901700" y="6483350"/>
          <p14:tracePt t="212673" x="958850" y="6483350"/>
          <p14:tracePt t="212688" x="1098550" y="6464300"/>
          <p14:tracePt t="212705" x="1187450" y="6457950"/>
          <p14:tracePt t="212721" x="1358900" y="6426200"/>
          <p14:tracePt t="212738" x="1447800" y="6407150"/>
          <p14:tracePt t="212756" x="1695450" y="6369050"/>
          <p14:tracePt t="212771" x="1778000" y="6343650"/>
          <p14:tracePt t="212788" x="1828800" y="6330950"/>
          <p14:tracePt t="212805" x="1936750" y="6311900"/>
          <p14:tracePt t="212821" x="1981200" y="6299200"/>
          <p14:tracePt t="212838" x="2038350" y="6292850"/>
          <p14:tracePt t="212854" x="2070100" y="6286500"/>
          <p14:tracePt t="212871" x="2101850" y="6286500"/>
          <p14:tracePt t="212887" x="2114550" y="6286500"/>
          <p14:tracePt t="212904" x="2133600" y="6286500"/>
          <p14:tracePt t="212921" x="2139950" y="6286500"/>
          <p14:tracePt t="212938" x="2165350" y="6286500"/>
          <p14:tracePt t="212954" x="2190750" y="6286500"/>
          <p14:tracePt t="212970" x="2203450" y="6286500"/>
          <p14:tracePt t="212987" x="2260600" y="6280150"/>
          <p14:tracePt t="213003" x="2279650" y="6280150"/>
          <p14:tracePt t="213020" x="2298700" y="6280150"/>
          <p14:tracePt t="213037" x="2362200" y="6273800"/>
          <p14:tracePt t="213054" x="2381250" y="6273800"/>
          <p14:tracePt t="213071" x="2400300" y="6273800"/>
          <p14:tracePt t="213087" x="2444750" y="6267450"/>
          <p14:tracePt t="213103" x="2489200" y="6261100"/>
          <p14:tracePt t="213121" x="2533650" y="6261100"/>
          <p14:tracePt t="213137" x="2552700" y="6261100"/>
          <p14:tracePt t="213153" x="2590800" y="6261100"/>
          <p14:tracePt t="213170" x="2603500" y="6261100"/>
          <p14:tracePt t="213187" x="2616200" y="6261100"/>
          <p14:tracePt t="213203" x="2622550" y="6261100"/>
          <p14:tracePt t="213239" x="2628900" y="6261100"/>
          <p14:tracePt t="213337" x="2635250" y="6261100"/>
          <p14:tracePt t="213387" x="2641600" y="6261100"/>
          <p14:tracePt t="213401" x="2647950" y="6261100"/>
          <p14:tracePt t="213422" x="2654300" y="6261100"/>
          <p14:tracePt t="213429" x="2667000" y="6261100"/>
          <p14:tracePt t="213449" x="2679700" y="6261100"/>
          <p14:tracePt t="213457" x="2705100" y="6261100"/>
          <p14:tracePt t="213472" x="2724150" y="6261100"/>
          <p14:tracePt t="213486" x="2749550" y="6261100"/>
          <p14:tracePt t="213502" x="2832100" y="6261100"/>
          <p14:tracePt t="213519" x="2857500" y="6261100"/>
          <p14:tracePt t="213535" x="2971800" y="6261100"/>
          <p14:tracePt t="213552" x="3111500" y="6261100"/>
          <p14:tracePt t="213569" x="3244850" y="6267450"/>
          <p14:tracePt t="213584" x="3308350" y="6280150"/>
          <p14:tracePt t="213601" x="3416300" y="6286500"/>
          <p14:tracePt t="213619" x="3505200" y="6286500"/>
          <p14:tracePt t="213635" x="3543300" y="6286500"/>
          <p14:tracePt t="213652" x="3581400" y="6286500"/>
          <p14:tracePt t="213668" x="3638550" y="6292850"/>
          <p14:tracePt t="213685" x="3689350" y="6292850"/>
          <p14:tracePt t="213702" x="3708400" y="6292850"/>
          <p14:tracePt t="213718" x="3740150" y="6292850"/>
          <p14:tracePt t="213735" x="3759200" y="6286500"/>
          <p14:tracePt t="213752" x="3778250" y="6286500"/>
          <p14:tracePt t="213768" x="3784600" y="6286500"/>
          <p14:tracePt t="213784" x="3790950" y="6286500"/>
          <p14:tracePt t="213801" x="3803650" y="6286500"/>
          <p14:tracePt t="213817" x="3810000" y="6292850"/>
          <p14:tracePt t="213835" x="3822700" y="6311900"/>
          <p14:tracePt t="218351" x="3803650" y="6330950"/>
          <p14:tracePt t="218365" x="3771900" y="6381750"/>
          <p14:tracePt t="218372" x="3733800" y="6426200"/>
          <p14:tracePt t="218385" x="3708400" y="6470650"/>
          <p14:tracePt t="218402" x="3663950" y="6546850"/>
          <p14:tracePt t="218418" x="3657600" y="6572250"/>
          <p14:tracePt t="218436" x="3644900" y="6635750"/>
          <p14:tracePt t="218451" x="3625850" y="6718300"/>
          <p14:tracePt t="218468" x="3625850" y="6743700"/>
          <p14:tracePt t="218485" x="3613150" y="6794500"/>
          <p14:tracePt t="218501" x="3600450" y="6819900"/>
          <p14:tracePt t="218518" x="3594100" y="6832600"/>
          <p14:tracePt t="218535" x="3587750" y="6851650"/>
          <p14:tracePt t="218551" x="3575050" y="6851650"/>
          <p14:tracePt t="218568" x="3568700" y="6851650"/>
          <p14:tracePt t="218584" x="3543300" y="6851650"/>
          <p14:tracePt t="218601" x="3498850" y="6851650"/>
          <p14:tracePt t="218618" x="3429000" y="6851650"/>
          <p14:tracePt t="218634" x="3390900" y="6845300"/>
          <p14:tracePt t="218651" x="3346450" y="6838950"/>
          <p14:tracePt t="218668" x="3244850" y="6794500"/>
          <p14:tracePt t="218684" x="3225800" y="6781800"/>
          <p14:tracePt t="218701" x="3213100" y="6775450"/>
          <p14:tracePt t="218717" x="3194050" y="6762750"/>
          <p14:tracePt t="218734" x="3187700" y="6750050"/>
          <p14:tracePt t="218767" x="3187700" y="6743700"/>
          <p14:tracePt t="218784" x="3187700" y="6737350"/>
          <p14:tracePt t="218801" x="3200400" y="6731000"/>
          <p14:tracePt t="218817" x="3219450" y="6724650"/>
          <p14:tracePt t="218833" x="3276600" y="6699250"/>
          <p14:tracePt t="218850" x="3397250" y="6661150"/>
          <p14:tracePt t="218867" x="3492500" y="6642100"/>
          <p14:tracePt t="218884" x="3594100" y="6623050"/>
          <p14:tracePt t="218900" x="3949700" y="6578600"/>
          <p14:tracePt t="218917" x="4064000" y="6565900"/>
          <p14:tracePt t="218934" x="4203700" y="6559550"/>
          <p14:tracePt t="218950" x="4584700" y="6546850"/>
          <p14:tracePt t="218966" x="4711700" y="6546850"/>
          <p14:tracePt t="218983" x="4946650" y="6546850"/>
          <p14:tracePt t="219000" x="5060950" y="6553200"/>
          <p14:tracePt t="219017" x="5289550" y="6553200"/>
          <p14:tracePt t="219033" x="5492750" y="6546850"/>
          <p14:tracePt t="219049" x="5588000" y="6553200"/>
          <p14:tracePt t="219067" x="5753100" y="6559550"/>
          <p14:tracePt t="219083" x="5892800" y="6572250"/>
          <p14:tracePt t="219099" x="5969000" y="6572250"/>
          <p14:tracePt t="219116" x="6102350" y="6559550"/>
          <p14:tracePt t="219132" x="6203950" y="6559550"/>
          <p14:tracePt t="219149" x="6242050" y="6559550"/>
          <p14:tracePt t="219166" x="6299200" y="6559550"/>
          <p14:tracePt t="219182" x="6350000" y="6559550"/>
          <p14:tracePt t="219199" x="6369050" y="6559550"/>
          <p14:tracePt t="219216" x="6413500" y="6565900"/>
          <p14:tracePt t="219232" x="6432550" y="6565900"/>
          <p14:tracePt t="219249" x="6445250" y="6559550"/>
          <p14:tracePt t="219265" x="6464300" y="6546850"/>
          <p14:tracePt t="219282" x="6470650" y="6540500"/>
          <p14:tracePt t="219319" x="6470650" y="6553200"/>
          <p14:tracePt t="219340" x="6470650" y="6546850"/>
          <p14:tracePt t="219347" x="6470650" y="6534150"/>
          <p14:tracePt t="219785" x="6483350" y="6534150"/>
          <p14:tracePt t="219792" x="6502400" y="6527800"/>
          <p14:tracePt t="219800" x="6521450" y="6527800"/>
          <p14:tracePt t="219816" x="6546850" y="6527800"/>
          <p14:tracePt t="219830" x="6565900" y="6527800"/>
          <p14:tracePt t="219846" x="6597650" y="6521450"/>
          <p14:tracePt t="219863" x="6629400" y="6515100"/>
          <p14:tracePt t="219880" x="6654800" y="6515100"/>
          <p14:tracePt t="219897" x="6692900" y="6515100"/>
          <p14:tracePt t="219913" x="6750050" y="6496050"/>
          <p14:tracePt t="219930" x="6794500" y="6489700"/>
          <p14:tracePt t="219947" x="6845300" y="6477000"/>
          <p14:tracePt t="219963" x="6883400" y="6464300"/>
          <p14:tracePt t="219980" x="6908800" y="6457950"/>
          <p14:tracePt t="219996" x="6934200" y="6445250"/>
          <p14:tracePt t="220013" x="6959600" y="6426200"/>
          <p14:tracePt t="220031" x="6965950" y="6419850"/>
          <p14:tracePt t="220046" x="6978650" y="6413500"/>
          <p14:tracePt t="220062" x="6978650" y="6407150"/>
          <p14:tracePt t="220081" x="6991350" y="6394450"/>
          <p14:tracePt t="220112" x="6997700" y="6388100"/>
          <p14:tracePt t="220143" x="6997700" y="6381750"/>
          <p14:tracePt t="220192" x="6997700" y="6375400"/>
          <p14:tracePt t="220353" x="6991350" y="6381750"/>
          <p14:tracePt t="220402" x="6985000" y="6381750"/>
          <p14:tracePt t="220452" x="6985000" y="6388100"/>
          <p14:tracePt t="221473" x="6959600" y="6388100"/>
          <p14:tracePt t="221488" x="6934200" y="6381750"/>
          <p14:tracePt t="221494" x="6889750" y="6362700"/>
          <p14:tracePt t="221511" x="6832600" y="6337300"/>
          <p14:tracePt t="221524" x="6731000" y="6292850"/>
          <p14:tracePt t="221558" x="6584950" y="6254750"/>
          <p14:tracePt t="221574" x="6470650" y="6223000"/>
          <p14:tracePt t="221590" x="6216650" y="6159500"/>
          <p14:tracePt t="221608" x="5975350" y="6083300"/>
          <p14:tracePt t="221625" x="5842000" y="6038850"/>
          <p14:tracePt t="221641" x="5575300" y="5949950"/>
          <p14:tracePt t="221657" x="5295900" y="5842000"/>
          <p14:tracePt t="221674" x="5181600" y="5791200"/>
          <p14:tracePt t="221691" x="4940300" y="5670550"/>
          <p14:tracePt t="221707" x="4629150" y="5505450"/>
          <p14:tracePt t="221723" x="4508500" y="5441950"/>
          <p14:tracePt t="221740" x="4330700" y="5314950"/>
          <p14:tracePt t="221757" x="4210050" y="5226050"/>
          <p14:tracePt t="221773" x="4165600" y="5200650"/>
          <p14:tracePt t="221790" x="4102100" y="5156200"/>
          <p14:tracePt t="221806" x="4044950" y="5105400"/>
          <p14:tracePt t="221824" x="4025900" y="5092700"/>
          <p14:tracePt t="221840" x="3994150" y="5048250"/>
          <p14:tracePt t="221856" x="3981450" y="5029200"/>
          <p14:tracePt t="221874" x="3930650" y="4953000"/>
          <p14:tracePt t="221890" x="3905250" y="4933950"/>
          <p14:tracePt t="221906" x="3892550" y="4902200"/>
          <p14:tracePt t="221923" x="3854450" y="4845050"/>
          <p14:tracePt t="221940" x="3816350" y="4794250"/>
          <p14:tracePt t="221956" x="3803650" y="4775200"/>
          <p14:tracePt t="221973" x="3797300" y="4749800"/>
          <p14:tracePt t="221989" x="3778250" y="4718050"/>
          <p14:tracePt t="222007" x="3765550" y="4673600"/>
          <p14:tracePt t="222022" x="3752850" y="4635500"/>
          <p14:tracePt t="222039" x="3746500" y="4610100"/>
          <p14:tracePt t="222056" x="3721100" y="4514850"/>
          <p14:tracePt t="222073" x="3708400" y="4470400"/>
          <p14:tracePt t="222089" x="3670300" y="4375150"/>
          <p14:tracePt t="222106" x="3632200" y="4248150"/>
          <p14:tracePt t="222122" x="3606800" y="4191000"/>
          <p14:tracePt t="222140" x="3575050" y="4140200"/>
          <p14:tracePt t="222156" x="3505200" y="3968750"/>
          <p14:tracePt t="222173" x="3486150" y="3917950"/>
          <p14:tracePt t="222190" x="3448050" y="3829050"/>
          <p14:tracePt t="222206" x="3422650" y="3784600"/>
          <p14:tracePt t="222222" x="3422650" y="3771900"/>
          <p14:tracePt t="222239" x="3429000" y="3733800"/>
          <p14:tracePt t="222589" x="3479800" y="3733800"/>
          <p14:tracePt t="222596" x="3549650" y="3752850"/>
          <p14:tracePt t="222610" x="3619500" y="3784600"/>
          <p14:tracePt t="222620" x="3683000" y="3803650"/>
          <p14:tracePt t="222638" x="3829050" y="3841750"/>
          <p14:tracePt t="222654" x="3898900" y="3860800"/>
          <p14:tracePt t="222670" x="4032250" y="3886200"/>
          <p14:tracePt t="222688" x="4127500" y="3917950"/>
          <p14:tracePt t="222704" x="4152900" y="3924300"/>
          <p14:tracePt t="222720" x="4203700" y="3930650"/>
          <p14:tracePt t="222737" x="4222750" y="3937000"/>
          <p14:tracePt t="222754" x="4222750" y="3943350"/>
          <p14:tracePt t="222770" x="4229100" y="3943350"/>
          <p14:tracePt t="222807" x="4229100" y="3949700"/>
          <p14:tracePt t="222823" x="4229100" y="3956050"/>
          <p14:tracePt t="222836" x="4235450" y="3968750"/>
          <p14:tracePt t="222853" x="4235450" y="3987800"/>
          <p14:tracePt t="222870" x="4248150" y="4038600"/>
          <p14:tracePt t="222886" x="4254500" y="4070350"/>
          <p14:tracePt t="222903" x="4279900" y="4165600"/>
          <p14:tracePt t="222920" x="4292600" y="4241800"/>
          <p14:tracePt t="222936" x="4318000" y="4387850"/>
          <p14:tracePt t="222953" x="4343400" y="4464050"/>
          <p14:tracePt t="222969" x="4381500" y="4635500"/>
          <p14:tracePt t="222986" x="4400550" y="4718050"/>
          <p14:tracePt t="223003" x="4438650" y="4870450"/>
          <p14:tracePt t="223019" x="4451350" y="4940300"/>
          <p14:tracePt t="223036" x="4476750" y="5073650"/>
          <p14:tracePt t="223052" x="4495800" y="5156200"/>
          <p14:tracePt t="223069" x="4508500" y="5213350"/>
          <p14:tracePt t="223086" x="4521200" y="5226050"/>
          <p14:tracePt t="223102" x="4527550" y="5245100"/>
          <p14:tracePt t="223119" x="4527550" y="5251450"/>
          <p14:tracePt t="223152" x="4533900" y="5251450"/>
          <p14:tracePt t="223168" x="4533900" y="5245100"/>
          <p14:tracePt t="223186" x="4533900" y="5226050"/>
          <p14:tracePt t="223202" x="4533900" y="5194300"/>
          <p14:tracePt t="223219" x="4533900" y="5168900"/>
          <p14:tracePt t="223236" x="4533900" y="5054600"/>
          <p14:tracePt t="223252" x="4508500" y="4933950"/>
          <p14:tracePt t="223269" x="4476750" y="4635500"/>
          <p14:tracePt t="223301" x="4406900" y="4140200"/>
          <p14:tracePt t="223318" x="4362450" y="3892550"/>
          <p14:tracePt t="223321" x="4337050" y="3695700"/>
          <p14:tracePt t="223335" x="4324350" y="3530600"/>
          <p14:tracePt t="223351" x="4286250" y="3378200"/>
          <p14:tracePt t="223368" x="4203700" y="3041650"/>
          <p14:tracePt t="223385" x="4171950" y="2959100"/>
          <p14:tracePt t="223401" x="4140200" y="2870200"/>
          <p14:tracePt t="223418" x="4070350" y="2692400"/>
          <p14:tracePt t="223434" x="4038600" y="2647950"/>
          <p14:tracePt t="223452" x="4000500" y="2565400"/>
          <p14:tracePt t="223467" x="3994150" y="2546350"/>
          <p14:tracePt t="223484" x="3962400" y="2495550"/>
          <p14:tracePt t="223501" x="3930650" y="2432050"/>
          <p14:tracePt t="223517" x="3911600" y="2400300"/>
          <p14:tracePt t="223534" x="3848100" y="2311400"/>
          <p14:tracePt t="223551" x="3784600" y="2197100"/>
          <p14:tracePt t="223567" x="3746500" y="2139950"/>
          <p14:tracePt t="223584" x="3657600" y="2000250"/>
          <p14:tracePt t="223600" x="3556000" y="1873250"/>
          <p14:tracePt t="223617" x="3517900" y="1816100"/>
          <p14:tracePt t="223634" x="3473450" y="1758950"/>
          <p14:tracePt t="223650" x="3454400" y="1739900"/>
          <p14:tracePt t="223667" x="3454400" y="1733550"/>
          <p14:tracePt t="223684" x="3448050" y="1733550"/>
          <p14:tracePt t="223718" x="3448050" y="1739900"/>
          <p14:tracePt t="223732" x="3454400" y="1746250"/>
          <p14:tracePt t="223753" x="3454400" y="1752600"/>
          <p14:tracePt t="223760" x="3454400" y="1758950"/>
          <p14:tracePt t="223769" x="3460750" y="1778000"/>
          <p14:tracePt t="223783" x="3473450" y="1797050"/>
          <p14:tracePt t="223800" x="3479800" y="1822450"/>
          <p14:tracePt t="223817" x="3536950" y="1962150"/>
          <p14:tracePt t="223833" x="3606800" y="2171700"/>
          <p14:tracePt t="223850" x="3651250" y="2305050"/>
          <p14:tracePt t="223866" x="3797300" y="2660650"/>
          <p14:tracePt t="223883" x="3930650" y="3035300"/>
          <p14:tracePt t="223899" x="3994150" y="3200400"/>
          <p14:tracePt t="223916" x="4083050" y="3467100"/>
          <p14:tracePt t="223932" x="4159250" y="3676650"/>
          <p14:tracePt t="223950" x="4191000" y="3778250"/>
          <p14:tracePt t="223966" x="4222750" y="3873500"/>
          <p14:tracePt t="223982" x="4260850" y="4057650"/>
          <p14:tracePt t="223999" x="4311650" y="4191000"/>
          <p14:tracePt t="224016" x="4330700" y="4248150"/>
          <p14:tracePt t="224032" x="4349750" y="4318000"/>
          <p14:tracePt t="224049" x="4362450" y="4337050"/>
          <p14:tracePt t="224111" x="4362450" y="4324350"/>
          <p14:tracePt t="224118" x="4362450" y="4305300"/>
          <p14:tracePt t="224132" x="4362450" y="4298950"/>
          <p14:tracePt t="224148" x="4362450" y="4292600"/>
          <p14:tracePt t="228603" x="4362450" y="4286250"/>
          <p14:tracePt t="228610" x="4368800" y="4273550"/>
          <p14:tracePt t="228619" x="4387850" y="4254500"/>
          <p14:tracePt t="228632" x="4400550" y="4222750"/>
          <p14:tracePt t="228650" x="4413250" y="4191000"/>
          <p14:tracePt t="228666" x="4464050" y="4127500"/>
          <p14:tracePt t="228683" x="4489450" y="4044950"/>
          <p14:tracePt t="228700" x="4502150" y="3987800"/>
          <p14:tracePt t="228716" x="4508500" y="3886200"/>
          <p14:tracePt t="228733" x="4502150" y="3740150"/>
          <p14:tracePt t="228750" x="4476750" y="3549650"/>
          <p14:tracePt t="228766" x="4451350" y="3448050"/>
          <p14:tracePt t="228782" x="4394200" y="3251200"/>
          <p14:tracePt t="228799" x="4349750" y="3168650"/>
          <p14:tracePt t="228816" x="4330700" y="3098800"/>
          <p14:tracePt t="228832" x="4267200" y="2990850"/>
          <p14:tracePt t="228849" x="4241800" y="2952750"/>
          <p14:tracePt t="228865" x="4191000" y="2889250"/>
          <p14:tracePt t="228883" x="4159250" y="2851150"/>
          <p14:tracePt t="228885" x="4127500" y="2832100"/>
          <p14:tracePt t="228899" x="4102100" y="2794000"/>
          <p14:tracePt t="228915" x="4044950" y="2755900"/>
          <p14:tracePt t="228933" x="4019550" y="2730500"/>
          <p14:tracePt t="228949" x="4006850" y="2724150"/>
          <p14:tracePt t="228965" x="3994150" y="2711450"/>
          <p14:tracePt t="228982" x="3981450" y="2711450"/>
          <p14:tracePt t="229015" x="3968750" y="2711450"/>
          <p14:tracePt t="229032" x="3956050" y="2724150"/>
          <p14:tracePt t="229048" x="3956050" y="2730500"/>
          <p14:tracePt t="229066" x="3949700" y="2736850"/>
          <p14:tracePt t="229081" x="3937000" y="2774950"/>
          <p14:tracePt t="229098" x="3930650" y="2825750"/>
          <p14:tracePt t="229115" x="3911600" y="2940050"/>
          <p14:tracePt t="229131" x="3892550" y="3086100"/>
          <p14:tracePt t="229148" x="3886200" y="3149600"/>
          <p14:tracePt t="229165" x="3873500" y="3282950"/>
          <p14:tracePt t="229181" x="3867150" y="3333750"/>
          <p14:tracePt t="229198" x="3854450" y="3441700"/>
          <p14:tracePt t="229214" x="3848100" y="3492500"/>
          <p14:tracePt t="229231" x="3835400" y="3613150"/>
          <p14:tracePt t="229248" x="3835400" y="3676650"/>
          <p14:tracePt t="229264" x="3835400" y="3727450"/>
          <p14:tracePt t="229281" x="3835400" y="3816350"/>
          <p14:tracePt t="229297" x="3835400" y="3873500"/>
          <p14:tracePt t="229314" x="3841750" y="3924300"/>
          <p14:tracePt t="229331" x="3841750" y="3949700"/>
          <p14:tracePt t="229347" x="3854450" y="4051300"/>
          <p14:tracePt t="229364" x="3854450" y="4076700"/>
          <p14:tracePt t="229367" x="3867150" y="4095750"/>
          <p14:tracePt t="235568" x="3867150" y="4083050"/>
          <p14:tracePt t="235575" x="3860800" y="4064000"/>
          <p14:tracePt t="235582" x="3848100" y="4051300"/>
          <p14:tracePt t="235592" x="3841750" y="4025900"/>
          <p14:tracePt t="235610" x="3771900" y="3911600"/>
          <p14:tracePt t="235625" x="3733800" y="3835400"/>
          <p14:tracePt t="235642" x="3695700" y="3746500"/>
          <p14:tracePt t="235659" x="3676650" y="3663950"/>
          <p14:tracePt t="235675" x="3663950" y="3619500"/>
          <p14:tracePt t="235692" x="3644900" y="3568700"/>
          <p14:tracePt t="235709" x="3632200" y="3517900"/>
          <p14:tracePt t="235725" x="3625850" y="3467100"/>
          <p14:tracePt t="235742" x="3619500" y="3416300"/>
          <p14:tracePt t="235758" x="3587750" y="3333750"/>
          <p14:tracePt t="235775" x="3581400" y="3295650"/>
          <p14:tracePt t="235792" x="3562350" y="3206750"/>
          <p14:tracePt t="235808" x="3543300" y="3143250"/>
          <p14:tracePt t="235825" x="3530600" y="3092450"/>
          <p14:tracePt t="235842" x="3517900" y="3022600"/>
          <p14:tracePt t="235858" x="3517900" y="2990850"/>
          <p14:tracePt t="235875" x="3517900" y="2959100"/>
          <p14:tracePt t="235891" x="3511550" y="2940050"/>
          <p14:tracePt t="235967" x="3505200" y="2940050"/>
          <p14:tracePt t="235988" x="3505200" y="2946400"/>
          <p14:tracePt t="236009" x="3505200" y="2952750"/>
          <p14:tracePt t="236016" x="3498850" y="2952750"/>
          <p14:tracePt t="236058" x="3492500" y="2959100"/>
          <p14:tracePt t="236157" x="3492500" y="2952750"/>
          <p14:tracePt t="236199" x="3492500" y="2946400"/>
          <p14:tracePt t="236220" x="3492500" y="2940050"/>
          <p14:tracePt t="236226" x="3492500" y="2933700"/>
          <p14:tracePt t="236242" x="3492500" y="2927350"/>
          <p14:tracePt t="236269" x="3492500" y="2914650"/>
          <p14:tracePt t="236276" x="3492500" y="2901950"/>
          <p14:tracePt t="236292" x="3492500" y="2889250"/>
          <p14:tracePt t="236306" x="3492500" y="2876550"/>
          <p14:tracePt t="236322" x="3492500" y="2857500"/>
          <p14:tracePt t="236340" x="3492500" y="2825750"/>
          <p14:tracePt t="236356" x="3492500" y="2800350"/>
          <p14:tracePt t="236389" x="3492500" y="2774950"/>
          <p14:tracePt t="236406" x="3492500" y="2768600"/>
          <p14:tracePt t="236439" x="3492500" y="2749550"/>
          <p14:tracePt t="236456" x="3492500" y="2743200"/>
          <p14:tracePt t="236473" x="3492500" y="2736850"/>
          <p14:tracePt t="236898" x="3498850" y="2730500"/>
          <p14:tracePt t="236912" x="3517900" y="2711450"/>
          <p14:tracePt t="236919" x="3530600" y="2692400"/>
          <p14:tracePt t="236933" x="3543300" y="2660650"/>
          <p14:tracePt t="236941" x="3568700" y="2641600"/>
          <p14:tracePt t="236956" x="3581400" y="2616200"/>
          <p14:tracePt t="236971" x="3613150" y="2559050"/>
          <p14:tracePt t="236988" x="3625850" y="2527300"/>
          <p14:tracePt t="237004" x="3657600" y="2476500"/>
          <p14:tracePt t="237021" x="3670300" y="2451100"/>
          <p14:tracePt t="237039" x="3695700" y="2419350"/>
          <p14:tracePt t="237054" x="3714750" y="2368550"/>
          <p14:tracePt t="237072" x="3721100" y="2349500"/>
          <p14:tracePt t="237088" x="3746500" y="2317750"/>
          <p14:tracePt t="237104" x="3752850" y="2305050"/>
          <p14:tracePt t="237120" x="3765550" y="2266950"/>
          <p14:tracePt t="237137" x="3778250" y="2235200"/>
          <p14:tracePt t="237154" x="3784600" y="2216150"/>
          <p14:tracePt t="237170" x="3803650" y="2165350"/>
          <p14:tracePt t="237187" x="3829050" y="2089150"/>
          <p14:tracePt t="237203" x="3867150" y="2006600"/>
          <p14:tracePt t="237220" x="3879850" y="1962150"/>
          <p14:tracePt t="237237" x="3917950" y="1860550"/>
          <p14:tracePt t="237253" x="3943350" y="1765300"/>
          <p14:tracePt t="237270" x="3975100" y="1701800"/>
          <p14:tracePt t="237286" x="3975100" y="1682750"/>
          <p14:tracePt t="237303" x="3981450" y="1676400"/>
          <p14:tracePt t="237320" x="3987800" y="1663700"/>
          <p14:tracePt t="237355" x="3987800" y="1670050"/>
          <p14:tracePt t="237375" x="3987800" y="1676400"/>
          <p14:tracePt t="237386" x="3987800" y="1682750"/>
          <p14:tracePt t="237405" x="3987800" y="1689100"/>
          <p14:tracePt t="237419" x="3981450" y="1689100"/>
          <p14:tracePt t="237436" x="3975100" y="1701800"/>
          <p14:tracePt t="237453" x="3968750" y="1714500"/>
          <p14:tracePt t="237469" x="3962400" y="1720850"/>
          <p14:tracePt t="237486" x="3943350" y="1746250"/>
          <p14:tracePt t="237502" x="3905250" y="1790700"/>
          <p14:tracePt t="237520" x="3879850" y="1835150"/>
          <p14:tracePt t="237536" x="3829050" y="1911350"/>
          <p14:tracePt t="237552" x="3771900" y="2012950"/>
          <p14:tracePt t="237569" x="3746500" y="2057400"/>
          <p14:tracePt t="237586" x="3708400" y="2114550"/>
          <p14:tracePt t="237602" x="3651250" y="2216150"/>
          <p14:tracePt t="237618" x="3625850" y="2266950"/>
          <p14:tracePt t="237635" x="3581400" y="2336800"/>
          <p14:tracePt t="237652" x="3568700" y="2368550"/>
          <p14:tracePt t="237668" x="3549650" y="2393950"/>
          <p14:tracePt t="237685" x="3530600" y="2413000"/>
          <p14:tracePt t="237702" x="3530600" y="2419350"/>
          <p14:tracePt t="237719" x="3517900" y="2432050"/>
          <p14:tracePt t="237735" x="3511550" y="2457450"/>
          <p14:tracePt t="237751" x="3505200" y="2470150"/>
          <p14:tracePt t="237768" x="3492500" y="2508250"/>
          <p14:tracePt t="237785" x="3479800" y="2559050"/>
          <p14:tracePt t="237801" x="3479800" y="2578100"/>
          <p14:tracePt t="237818" x="3460750" y="2635250"/>
          <p14:tracePt t="237834" x="3448050" y="2679700"/>
          <p14:tracePt t="237852" x="3441700" y="2692400"/>
          <p14:tracePt t="237868" x="3441700" y="2698750"/>
          <p14:tracePt t="237884" x="3441700" y="2705100"/>
          <p14:tracePt t="237917" x="3435350" y="2711450"/>
          <p14:tracePt t="238020" x="3429000" y="2711450"/>
          <p14:tracePt t="238536" x="3441700" y="2755900"/>
          <p14:tracePt t="238543" x="3467100" y="2825750"/>
          <p14:tracePt t="238557" x="3498850" y="2901950"/>
          <p14:tracePt t="238566" x="3517900" y="2971800"/>
          <p14:tracePt t="238582" x="3556000" y="3060700"/>
          <p14:tracePt t="238599" x="3619500" y="3244850"/>
          <p14:tracePt t="238616" x="3663950" y="3441700"/>
          <p14:tracePt t="238632" x="3683000" y="3530600"/>
          <p14:tracePt t="238649" x="3714750" y="3752850"/>
          <p14:tracePt t="238665" x="3714750" y="3975100"/>
          <p14:tracePt t="238682" x="3708400" y="4114800"/>
          <p14:tracePt t="238698" x="3676650" y="4419600"/>
          <p14:tracePt t="238715" x="3651250" y="4660900"/>
          <p14:tracePt t="238732" x="3644900" y="4775200"/>
          <p14:tracePt t="238748" x="3625850" y="4991100"/>
          <p14:tracePt t="238764" x="3625850" y="5156200"/>
          <p14:tracePt t="238782" x="3606800" y="5289550"/>
          <p14:tracePt t="238798" x="3606800" y="5353050"/>
          <p14:tracePt t="238814" x="3606800" y="5416550"/>
          <p14:tracePt t="238831" x="3619500" y="5549900"/>
          <p14:tracePt t="238848" x="3632200" y="5645150"/>
          <p14:tracePt t="238864" x="3651250" y="5689600"/>
          <p14:tracePt t="238881" x="3683000" y="5772150"/>
          <p14:tracePt t="238898" x="3727450" y="5835650"/>
          <p14:tracePt t="238915" x="3746500" y="5861050"/>
          <p14:tracePt t="238931" x="3790950" y="5892800"/>
          <p14:tracePt t="238947" x="3854450" y="5937250"/>
          <p14:tracePt t="238965" x="3917950" y="5975350"/>
          <p14:tracePt t="238980" x="3949700" y="6000750"/>
          <p14:tracePt t="238997" x="4025900" y="6026150"/>
          <p14:tracePt t="239014" x="4083050" y="6038850"/>
          <p14:tracePt t="239030" x="4108450" y="6038850"/>
          <p14:tracePt t="239047" x="4133850" y="6032500"/>
          <p14:tracePt t="239063" x="4159250" y="6000750"/>
          <p14:tracePt t="239080" x="4178300" y="5975350"/>
          <p14:tracePt t="239098" x="4197350" y="5715000"/>
          <p14:tracePt t="239114" x="4191000" y="5556250"/>
          <p14:tracePt t="239131" x="4159250" y="5289550"/>
          <p14:tracePt t="239147" x="3975100" y="4229100"/>
          <p14:tracePt t="239164" x="3905250" y="3829050"/>
          <p14:tracePt t="239180" x="3835400" y="3422650"/>
          <p14:tracePt t="239196" x="3600450" y="2406650"/>
          <p14:tracePt t="239213" x="3562350" y="2203450"/>
          <p14:tracePt t="239231" x="3536950" y="2076450"/>
          <p14:tracePt t="239246" x="3498850" y="1917700"/>
          <p14:tracePt t="239262" x="3486150" y="1885950"/>
          <p14:tracePt t="239280" x="3479800" y="1860550"/>
          <p14:tracePt t="239296" x="3479800" y="1854200"/>
          <p14:tracePt t="239330" x="3473450" y="1898650"/>
          <p14:tracePt t="239346" x="3460750" y="1949450"/>
          <p14:tracePt t="239362" x="3479800" y="2114550"/>
          <p14:tracePt t="239379" x="3530600" y="2362200"/>
          <p14:tracePt t="239396" x="3581400" y="2546350"/>
          <p14:tracePt t="239413" x="3746500" y="3143250"/>
          <p14:tracePt t="239429" x="3816350" y="3327400"/>
          <p14:tracePt t="239445" x="3867150" y="3511550"/>
          <p14:tracePt t="239449" x="3943350" y="3683000"/>
          <p14:tracePt t="239463" x="4019550" y="3848100"/>
          <p14:tracePt t="239478" x="4229100" y="4222750"/>
          <p14:tracePt t="239496" x="4356100" y="4406900"/>
          <p14:tracePt t="239512" x="4565650" y="4724400"/>
          <p14:tracePt t="239529" x="4641850" y="4826000"/>
          <p14:tracePt t="239546" x="4826000" y="5111750"/>
          <p14:tracePt t="239561" x="4946650" y="5340350"/>
          <p14:tracePt t="239578" x="5010150" y="5505450"/>
          <p14:tracePt t="239595" x="5016500" y="5568950"/>
          <p14:tracePt t="239611" x="5048250" y="5702300"/>
          <p14:tracePt t="239629" x="5022850" y="5797550"/>
          <p14:tracePt t="239646" x="5003800" y="5867400"/>
          <p14:tracePt t="239661" x="4978400" y="5911850"/>
          <p14:tracePt t="239679" x="4953000" y="5943600"/>
          <p14:tracePt t="239695" x="4813300" y="6038850"/>
          <p14:tracePt t="239711" x="4762500" y="6064250"/>
          <p14:tracePt t="239729" x="4616450" y="6102350"/>
          <p14:tracePt t="239745" x="4533900" y="6121400"/>
          <p14:tracePt t="239761" x="4349750" y="6165850"/>
          <p14:tracePt t="239778" x="4197350" y="6184900"/>
          <p14:tracePt t="239794" x="4127500" y="6203950"/>
          <p14:tracePt t="239811" x="3975100" y="6229350"/>
          <p14:tracePt t="239828" x="3879850" y="6248400"/>
          <p14:tracePt t="239845" x="3841750" y="6248400"/>
          <p14:tracePt t="239862" x="3797300" y="6261100"/>
          <p14:tracePt t="239877" x="3771900" y="6261100"/>
          <p14:tracePt t="239894" x="3765550" y="6267450"/>
          <p14:tracePt t="240100" x="3752850" y="6267450"/>
          <p14:tracePt t="240107" x="3740150" y="6267450"/>
          <p14:tracePt t="240115" x="3727450" y="6267450"/>
          <p14:tracePt t="240130" x="3721100" y="6267450"/>
          <p14:tracePt t="240143" x="3714750" y="6267450"/>
          <p14:tracePt t="240160" x="3708400" y="6267450"/>
          <p14:tracePt t="240206" x="3708400" y="6273800"/>
          <p14:tracePt t="240228" x="3714750" y="6280150"/>
          <p14:tracePt t="240241" x="3721100" y="6286500"/>
          <p14:tracePt t="240248" x="3740150" y="6292850"/>
          <p14:tracePt t="240259" x="3759200" y="6299200"/>
          <p14:tracePt t="240276" x="3854450" y="6318250"/>
          <p14:tracePt t="240293" x="3930650" y="6324600"/>
          <p14:tracePt t="240309" x="4044950" y="6324600"/>
          <p14:tracePt t="240326" x="4451350" y="6324600"/>
          <p14:tracePt t="240342" x="4641850" y="6318250"/>
          <p14:tracePt t="240360" x="5016500" y="6292850"/>
          <p14:tracePt t="240376" x="5213350" y="6267450"/>
          <p14:tracePt t="240392" x="5581650" y="6216650"/>
          <p14:tracePt t="240410" x="5892800" y="6184900"/>
          <p14:tracePt t="240426" x="6019800" y="6172200"/>
          <p14:tracePt t="240442" x="6235700" y="6159500"/>
          <p14:tracePt t="240459" x="6388100" y="6159500"/>
          <p14:tracePt t="240476" x="6438900" y="6159500"/>
          <p14:tracePt t="240492" x="6489700" y="6159500"/>
          <p14:tracePt t="240508" x="6565900" y="6159500"/>
          <p14:tracePt t="240525" x="6597650" y="6159500"/>
          <p14:tracePt t="240542" x="6680200" y="6178550"/>
          <p14:tracePt t="240558" x="6718300" y="6178550"/>
          <p14:tracePt t="240575" x="6794500" y="6178550"/>
          <p14:tracePt t="240592" x="6870700" y="6178550"/>
          <p14:tracePt t="240608" x="6915150" y="6178550"/>
          <p14:tracePt t="240624" x="6978650" y="6178550"/>
          <p14:tracePt t="240642" x="7035800" y="6172200"/>
          <p14:tracePt t="240658" x="7061200" y="6165850"/>
          <p14:tracePt t="240675" x="7118350" y="6153150"/>
          <p14:tracePt t="240692" x="7169150" y="6146800"/>
          <p14:tracePt t="240708" x="7194550" y="6146800"/>
          <p14:tracePt t="240725" x="7245350" y="6134100"/>
          <p14:tracePt t="240741" x="7296150" y="6134100"/>
          <p14:tracePt t="240758" x="7315200" y="6134100"/>
          <p14:tracePt t="240775" x="7346950" y="6134100"/>
          <p14:tracePt t="240791" x="7372350" y="6134100"/>
          <p14:tracePt t="240808" x="7378700" y="6134100"/>
          <p14:tracePt t="240824" x="7385050" y="6134100"/>
          <p14:tracePt t="240892" x="7385050" y="6140450"/>
          <p14:tracePt t="240921" x="7391400" y="6153150"/>
          <p14:tracePt t="240928" x="7397750" y="6153150"/>
          <p14:tracePt t="240943" x="7397750" y="6159500"/>
          <p14:tracePt t="240958" x="7410450" y="6165850"/>
          <p14:tracePt t="240973" x="7416800" y="6172200"/>
          <p14:tracePt t="240991" x="7429500" y="6178550"/>
          <p14:tracePt t="241006" x="7461250" y="6197600"/>
          <p14:tracePt t="241023" x="7518400" y="6216650"/>
          <p14:tracePt t="241041" x="7594600" y="6254750"/>
          <p14:tracePt t="241057" x="7639050" y="6261100"/>
          <p14:tracePt t="241073" x="7721600" y="6299200"/>
          <p14:tracePt t="241090" x="7785100" y="6318250"/>
          <p14:tracePt t="241107" x="7810500" y="6324600"/>
          <p14:tracePt t="241124" x="7861300" y="6343650"/>
          <p14:tracePt t="241140" x="7905750" y="6350000"/>
          <p14:tracePt t="241156" x="7918450" y="6350000"/>
          <p14:tracePt t="241173" x="7937500" y="6356350"/>
          <p14:tracePt t="241189" x="7943850" y="6356350"/>
          <p14:tracePt t="241206" x="7950200" y="6356350"/>
          <p14:tracePt t="241279" x="7950200" y="6362700"/>
          <p14:tracePt t="241300" x="7950200" y="6369050"/>
          <p14:tracePt t="241314" x="7956550" y="63690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</a:rPr>
              <a:t>parent</a:t>
            </a:r>
            <a:r>
              <a:rPr lang="en-US" altLang="en-US" sz="2400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Prints in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the parent() function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child1</a:t>
            </a:r>
            <a:r>
              <a:rPr lang="en-US" altLang="en-US" sz="2400" b="1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Prints in</a:t>
            </a:r>
            <a:r>
              <a:rPr lang="en-US" altLang="en-US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childONE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spc="-30" dirty="0">
                <a:solidFill>
                  <a:srgbClr val="0066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spc="-3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child2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Prints in</a:t>
            </a:r>
            <a:r>
              <a:rPr lang="en-US" altLang="en-US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childTWO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spc="-3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spc="-30" dirty="0">
                <a:latin typeface="Lucida Console" panose="020B0609040504020204" pitchFamily="49" charset="0"/>
              </a:rPr>
              <a:t>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child1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child2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parent()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Prints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in the parent() function </a:t>
            </a:r>
            <a:endParaRPr lang="en-US" altLang="en-US" sz="2400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Prints in </a:t>
            </a:r>
            <a:r>
              <a:rPr lang="en-US" altLang="en-US" sz="24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childONE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Prints in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childTWO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child1()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</a:t>
            </a:r>
            <a:r>
              <a:rPr lang="en-US" altLang="en-US" sz="2400" spc="-6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</a:t>
            </a:r>
            <a:r>
              <a:rPr lang="en-US" altLang="en-US" sz="2400" spc="-2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 know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it </a:t>
            </a:r>
            <a:r>
              <a:rPr lang="en-US" altLang="en-US" sz="2400" spc="-2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wo</a:t>
            </a:r>
            <a:r>
              <a:rPr lang="en-US" altLang="en-US" sz="2400" spc="-2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n’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 </a:t>
            </a:r>
            <a:r>
              <a:rPr lang="en-US" altLang="en-US" sz="2400" spc="-2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wo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rk </a:t>
            </a:r>
            <a:r>
              <a:rPr lang="en-US" altLang="en-US" sz="2400" spc="-6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slide </a:t>
            </a:r>
            <a:r>
              <a:rPr lang="en-US" altLang="en-US" sz="2400" spc="-2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</a:t>
            </a:r>
            <a:r>
              <a:rPr lang="en-US" altLang="en-US" sz="2400" spc="-2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176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2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 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Lect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5)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NameError</a:t>
            </a: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 'child1' is not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defined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parent.child1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#This </a:t>
            </a:r>
            <a:r>
              <a:rPr lang="en-US" altLang="en-US" sz="24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won’t </a:t>
            </a:r>
            <a:r>
              <a:rPr lang="en-US" altLang="en-US" sz="24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work either 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 lvl="0"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80000"/>
              </a:lnSpc>
            </a:pPr>
            <a:r>
              <a:rPr lang="en-US" altLang="en-US" sz="240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Attri</a:t>
            </a:r>
            <a:r>
              <a:rPr lang="en-US" altLang="en-US" sz="2400" spc="-3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</a:t>
            </a:r>
            <a:r>
              <a:rPr lang="en-US" altLang="en-US" sz="240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uteError</a:t>
            </a:r>
            <a:r>
              <a:rPr lang="en-US" altLang="en-US" sz="2400" dirty="0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  <a:r>
              <a:rPr lang="en-US" altLang="en-US" sz="2400" spc="-4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'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funct</a:t>
            </a:r>
            <a:r>
              <a:rPr lang="en-US" altLang="en-US" sz="2400" spc="-13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o</a:t>
            </a:r>
            <a:r>
              <a:rPr lang="en-US" altLang="en-US" sz="2400" spc="-3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'</a:t>
            </a:r>
            <a:r>
              <a:rPr lang="en-US" altLang="en-US" sz="11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object</a:t>
            </a:r>
            <a:r>
              <a:rPr lang="en-US" altLang="en-US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has</a:t>
            </a:r>
            <a:r>
              <a:rPr lang="en-US" altLang="en-US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no</a:t>
            </a:r>
            <a:r>
              <a:rPr lang="en-US" altLang="en-US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attribute</a:t>
            </a:r>
            <a:r>
              <a:rPr lang="en-US" altLang="en-US" sz="16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5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'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h</a:t>
            </a:r>
            <a:r>
              <a:rPr lang="en-US" alt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il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d</a:t>
            </a:r>
            <a:r>
              <a:rPr lang="en-US" altLang="en-US" sz="2400" spc="-5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1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Functions defined inside other functions</a:t>
            </a:r>
            <a:endParaRPr lang="en-US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838200"/>
            <a:ext cx="838200" cy="5257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spc="-3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7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>
              <a:solidFill>
                <a:srgbClr val="E06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>
              <a:solidFill>
                <a:srgbClr val="E06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5906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3218"/>
    </mc:Choice>
    <mc:Fallback>
      <p:transition spd="slow" advTm="1532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36" x="7950200" y="6324600"/>
          <p14:tracePt t="1542" x="7905750" y="6254750"/>
          <p14:tracePt t="1549" x="7867650" y="6146800"/>
          <p14:tracePt t="1564" x="7772400" y="5911850"/>
          <p14:tracePt t="1580" x="7581900" y="5518150"/>
          <p14:tracePt t="1596" x="7397750" y="5130800"/>
          <p14:tracePt t="1613" x="7080250" y="4597400"/>
          <p14:tracePt t="1630" x="6813550" y="4222750"/>
          <p14:tracePt t="1646" x="6559550" y="3860800"/>
          <p14:tracePt t="1663" x="6235700" y="3448050"/>
          <p14:tracePt t="1679" x="6045200" y="3200400"/>
          <p14:tracePt t="1697" x="5772150" y="2921000"/>
          <p14:tracePt t="1713" x="5600700" y="2768600"/>
          <p14:tracePt t="1729" x="5473700" y="2654300"/>
          <p14:tracePt t="1746" x="5232400" y="2463800"/>
          <p14:tracePt t="1762" x="5118100" y="2368550"/>
          <p14:tracePt t="1779" x="4851400" y="2178050"/>
          <p14:tracePt t="1796" x="4540250" y="1968500"/>
          <p14:tracePt t="1812" x="4381500" y="1866900"/>
          <p14:tracePt t="1829" x="4083050" y="1689100"/>
          <p14:tracePt t="1846" x="3689350" y="1504950"/>
          <p14:tracePt t="1862" x="3492500" y="1409700"/>
          <p14:tracePt t="1879" x="3098800" y="1212850"/>
          <p14:tracePt t="1895" x="2730500" y="1035050"/>
          <p14:tracePt t="1912" x="2559050" y="958850"/>
          <p14:tracePt t="1929" x="2222500" y="800100"/>
          <p14:tracePt t="1945" x="1943100" y="685800"/>
          <p14:tracePt t="1962" x="1778000" y="622300"/>
          <p14:tracePt t="1979" x="1524000" y="533400"/>
          <p14:tracePt t="1995" x="1435100" y="501650"/>
          <p14:tracePt t="2012" x="1162050" y="438150"/>
          <p14:tracePt t="2029" x="1092200" y="412750"/>
          <p14:tracePt t="2045" x="1022350" y="374650"/>
          <p14:tracePt t="2062" x="901700" y="323850"/>
          <p14:tracePt t="2078" x="838200" y="304800"/>
          <p14:tracePt t="2095" x="819150" y="292100"/>
          <p14:tracePt t="2111" x="793750" y="285750"/>
          <p14:tracePt t="2128" x="781050" y="279400"/>
          <p14:tracePt t="2161" x="787400" y="285750"/>
          <p14:tracePt t="2178" x="806450" y="298450"/>
          <p14:tracePt t="2194" x="831850" y="311150"/>
          <p14:tracePt t="2211" x="844550" y="323850"/>
          <p14:tracePt t="2563" x="908050" y="355600"/>
          <p14:tracePt t="2578" x="971550" y="381000"/>
          <p14:tracePt t="2584" x="1041400" y="412750"/>
          <p14:tracePt t="2598" x="1123950" y="450850"/>
          <p14:tracePt t="2610" x="1212850" y="482600"/>
          <p14:tracePt t="2627" x="1460500" y="546100"/>
          <p14:tracePt t="2643" x="1574800" y="577850"/>
          <p14:tracePt t="2660" x="1822450" y="641350"/>
          <p14:tracePt t="2676" x="2070100" y="698500"/>
          <p14:tracePt t="2693" x="2184400" y="704850"/>
          <p14:tracePt t="2710" x="2260600" y="717550"/>
          <p14:tracePt t="2726" x="2432050" y="742950"/>
          <p14:tracePt t="2742" x="2476500" y="755650"/>
          <p14:tracePt t="2759" x="2501900" y="755650"/>
          <p14:tracePt t="2775" x="2527300" y="762000"/>
          <p14:tracePt t="2793" x="2540000" y="762000"/>
          <p14:tracePt t="2885" x="2546350" y="762000"/>
          <p14:tracePt t="2920" x="2552700" y="762000"/>
          <p14:tracePt t="2934" x="2559050" y="762000"/>
          <p14:tracePt t="2949" x="2571750" y="762000"/>
          <p14:tracePt t="2956" x="2584450" y="762000"/>
          <p14:tracePt t="2970" x="2609850" y="762000"/>
          <p14:tracePt t="2978" x="2660650" y="762000"/>
          <p14:tracePt t="2992" x="2711450" y="749300"/>
          <p14:tracePt t="3009" x="2882900" y="730250"/>
          <p14:tracePt t="3026" x="3124200" y="711200"/>
          <p14:tracePt t="3041" x="3251200" y="698500"/>
          <p14:tracePt t="3058" x="3365500" y="685800"/>
          <p14:tracePt t="3075" x="3619500" y="647700"/>
          <p14:tracePt t="3091" x="3886200" y="615950"/>
          <p14:tracePt t="3108" x="4013200" y="603250"/>
          <p14:tracePt t="3124" x="4216400" y="565150"/>
          <p14:tracePt t="3141" x="4362450" y="533400"/>
          <p14:tracePt t="3158" x="4406900" y="527050"/>
          <p14:tracePt t="3174" x="4464050" y="520700"/>
          <p14:tracePt t="3191" x="4489450" y="508000"/>
          <p14:tracePt t="3284" x="4489450" y="514350"/>
          <p14:tracePt t="3299" x="4489450" y="520700"/>
          <p14:tracePt t="3306" x="4489450" y="527050"/>
          <p14:tracePt t="3327" x="4489450" y="533400"/>
          <p14:tracePt t="3708" x="4508500" y="539750"/>
          <p14:tracePt t="3722" x="4533900" y="552450"/>
          <p14:tracePt t="3729" x="4565650" y="558800"/>
          <p14:tracePt t="3739" x="4610100" y="577850"/>
          <p14:tracePt t="3755" x="4648200" y="584200"/>
          <p14:tracePt t="3772" x="4730750" y="603250"/>
          <p14:tracePt t="3789" x="4775200" y="609600"/>
          <p14:tracePt t="3806" x="4845050" y="635000"/>
          <p14:tracePt t="3822" x="4921250" y="654050"/>
          <p14:tracePt t="3840" x="4978400" y="660400"/>
          <p14:tracePt t="3856" x="5003800" y="660400"/>
          <p14:tracePt t="3872" x="5060950" y="660400"/>
          <p14:tracePt t="3888" x="5092700" y="666750"/>
          <p14:tracePt t="3905" x="5149850" y="666750"/>
          <p14:tracePt t="3922" x="5194300" y="666750"/>
          <p14:tracePt t="3940" x="5219700" y="673100"/>
          <p14:tracePt t="3955" x="5232400" y="673100"/>
          <p14:tracePt t="3972" x="5251450" y="673100"/>
          <p14:tracePt t="3988" x="5264150" y="673100"/>
          <p14:tracePt t="4005" x="5270500" y="673100"/>
          <p14:tracePt t="4021" x="5289550" y="679450"/>
          <p14:tracePt t="4038" x="5314950" y="685800"/>
          <p14:tracePt t="4055" x="5321300" y="685800"/>
          <p14:tracePt t="4072" x="5346700" y="692150"/>
          <p14:tracePt t="4088" x="5372100" y="698500"/>
          <p14:tracePt t="4105" x="5422900" y="711200"/>
          <p14:tracePt t="4123" x="5505450" y="730250"/>
          <p14:tracePt t="4138" x="5543550" y="730250"/>
          <p14:tracePt t="4155" x="5632450" y="730250"/>
          <p14:tracePt t="4171" x="5740400" y="723900"/>
          <p14:tracePt t="4188" x="5803900" y="717550"/>
          <p14:tracePt t="4204" x="5937250" y="685800"/>
          <p14:tracePt t="4221" x="6064250" y="679450"/>
          <p14:tracePt t="4237" x="6115050" y="679450"/>
          <p14:tracePt t="4254" x="6223000" y="679450"/>
          <p14:tracePt t="4270" x="6299200" y="679450"/>
          <p14:tracePt t="4287" x="6330950" y="679450"/>
          <p14:tracePt t="4304" x="6369050" y="673100"/>
          <p14:tracePt t="4321" x="6394450" y="673100"/>
          <p14:tracePt t="4337" x="6413500" y="673100"/>
          <p14:tracePt t="4354" x="6432550" y="666750"/>
          <p14:tracePt t="4370" x="6457950" y="666750"/>
          <p14:tracePt t="4387" x="6483350" y="666750"/>
          <p14:tracePt t="4403" x="6496050" y="666750"/>
          <p14:tracePt t="4420" x="6515100" y="666750"/>
          <p14:tracePt t="4437" x="6565900" y="666750"/>
          <p14:tracePt t="4453" x="6591300" y="666750"/>
          <p14:tracePt t="4470" x="6616700" y="666750"/>
          <p14:tracePt t="4487" x="6686550" y="673100"/>
          <p14:tracePt t="4503" x="6756400" y="685800"/>
          <p14:tracePt t="4520" x="6794500" y="685800"/>
          <p14:tracePt t="4536" x="6883400" y="685800"/>
          <p14:tracePt t="4553" x="6978650" y="679450"/>
          <p14:tracePt t="4570" x="7105650" y="673100"/>
          <p14:tracePt t="4586" x="7181850" y="673100"/>
          <p14:tracePt t="4603" x="7315200" y="660400"/>
          <p14:tracePt t="4620" x="7429500" y="660400"/>
          <p14:tracePt t="4636" x="7467600" y="654050"/>
          <p14:tracePt t="4653" x="7537450" y="647700"/>
          <p14:tracePt t="4669" x="7594600" y="635000"/>
          <p14:tracePt t="4686" x="7620000" y="635000"/>
          <p14:tracePt t="4703" x="7658100" y="647700"/>
          <p14:tracePt t="4719" x="7689850" y="654050"/>
          <p14:tracePt t="4735" x="7702550" y="654050"/>
          <p14:tracePt t="4752" x="7715250" y="654050"/>
          <p14:tracePt t="5494" x="7740650" y="654050"/>
          <p14:tracePt t="5501" x="7759700" y="654050"/>
          <p14:tracePt t="5508" x="7772400" y="654050"/>
          <p14:tracePt t="5522" x="7791450" y="654050"/>
          <p14:tracePt t="5532" x="7804150" y="654050"/>
          <p14:tracePt t="5550" x="7810500" y="654050"/>
          <p14:tracePt t="5566" x="7816850" y="654050"/>
          <p14:tracePt t="5582" x="7823200" y="654050"/>
          <p14:tracePt t="5614" x="7829550" y="654050"/>
          <p14:tracePt t="5635" x="7835900" y="654050"/>
          <p14:tracePt t="5642" x="7848600" y="654050"/>
          <p14:tracePt t="5651" x="7854950" y="654050"/>
          <p14:tracePt t="5670" x="7861300" y="660400"/>
          <p14:tracePt t="5685" x="7867650" y="660400"/>
          <p14:tracePt t="5699" x="7874000" y="666750"/>
          <p14:tracePt t="5716" x="7880350" y="666750"/>
          <p14:tracePt t="5733" x="7893050" y="673100"/>
          <p14:tracePt t="5783" x="7899400" y="679450"/>
          <p14:tracePt t="5789" x="7905750" y="679450"/>
          <p14:tracePt t="5810" x="7912100" y="679450"/>
          <p14:tracePt t="5824" x="7918450" y="679450"/>
          <p14:tracePt t="5832" x="7924800" y="679450"/>
          <p14:tracePt t="5849" x="7931150" y="679450"/>
          <p14:tracePt t="5865" x="7950200" y="685800"/>
          <p14:tracePt t="5882" x="7994650" y="692150"/>
          <p14:tracePt t="5898" x="8013700" y="692150"/>
          <p14:tracePt t="5916" x="8045450" y="698500"/>
          <p14:tracePt t="5931" x="8077200" y="698500"/>
          <p14:tracePt t="5948" x="8083550" y="698500"/>
          <p14:tracePt t="5965" x="8102600" y="698500"/>
          <p14:tracePt t="5981" x="8108950" y="692150"/>
          <p14:tracePt t="5998" x="8128000" y="679450"/>
          <p14:tracePt t="7374" x="8115300" y="679450"/>
          <p14:tracePt t="7381" x="8102600" y="679450"/>
          <p14:tracePt t="7396" x="8083550" y="685800"/>
          <p14:tracePt t="7410" x="8058150" y="698500"/>
          <p14:tracePt t="7426" x="7988300" y="704850"/>
          <p14:tracePt t="7443" x="7931150" y="711200"/>
          <p14:tracePt t="7459" x="7804150" y="711200"/>
          <p14:tracePt t="7476" x="7626350" y="723900"/>
          <p14:tracePt t="7493" x="7372350" y="730250"/>
          <p14:tracePt t="7509" x="7232650" y="742950"/>
          <p14:tracePt t="7526" x="7080250" y="742950"/>
          <p14:tracePt t="7543" x="6508750" y="742950"/>
          <p14:tracePt t="7559" x="6343650" y="755650"/>
          <p14:tracePt t="7576" x="6178550" y="768350"/>
          <p14:tracePt t="7592" x="5664200" y="806450"/>
          <p14:tracePt t="7609" x="5473700" y="819150"/>
          <p14:tracePt t="7626" x="5302250" y="844550"/>
          <p14:tracePt t="7642" x="4902200" y="920750"/>
          <p14:tracePt t="7659" x="4533900" y="971550"/>
          <p14:tracePt t="7676" x="4178300" y="1047750"/>
          <p14:tracePt t="7692" x="4064000" y="1079500"/>
          <p14:tracePt t="7708" x="3822700" y="1136650"/>
          <p14:tracePt t="7725" x="3587750" y="1174750"/>
          <p14:tracePt t="7742" x="3511550" y="1187450"/>
          <p14:tracePt t="7758" x="3390900" y="1212850"/>
          <p14:tracePt t="7776" x="3282950" y="1219200"/>
          <p14:tracePt t="7792" x="3244850" y="1212850"/>
          <p14:tracePt t="7809" x="3232150" y="1206500"/>
          <p14:tracePt t="8258" x="3200400" y="1206500"/>
          <p14:tracePt t="8265" x="3162300" y="1206500"/>
          <p14:tracePt t="8279" x="3111500" y="1206500"/>
          <p14:tracePt t="8290" x="3073400" y="1206500"/>
          <p14:tracePt t="8308" x="2952750" y="1225550"/>
          <p14:tracePt t="8323" x="2889250" y="1238250"/>
          <p14:tracePt t="8340" x="2705100" y="1257300"/>
          <p14:tracePt t="8357" x="2514600" y="1276350"/>
          <p14:tracePt t="8373" x="2425700" y="1295400"/>
          <p14:tracePt t="8390" x="2228850" y="1339850"/>
          <p14:tracePt t="8406" x="2057400" y="1365250"/>
          <p14:tracePt t="8423" x="1981200" y="1377950"/>
          <p14:tracePt t="8440" x="1854200" y="1397000"/>
          <p14:tracePt t="8456" x="1765300" y="1409700"/>
          <p14:tracePt t="8473" x="1746250" y="1409700"/>
          <p14:tracePt t="8490" x="1733550" y="1409700"/>
          <p14:tracePt t="8506" x="1727200" y="1409700"/>
          <p14:tracePt t="9094" x="1708150" y="1403350"/>
          <p14:tracePt t="9109" x="1676400" y="1397000"/>
          <p14:tracePt t="9116" x="1657350" y="1384300"/>
          <p14:tracePt t="9130" x="1625600" y="1358900"/>
          <p14:tracePt t="9140" x="1612900" y="1346200"/>
          <p14:tracePt t="9154" x="1587500" y="1327150"/>
          <p14:tracePt t="9170" x="1555750" y="1295400"/>
          <p14:tracePt t="9187" x="1511300" y="1263650"/>
          <p14:tracePt t="9203" x="1492250" y="1244600"/>
          <p14:tracePt t="9220" x="1454150" y="1212850"/>
          <p14:tracePt t="9236" x="1428750" y="1187450"/>
          <p14:tracePt t="9253" x="1416050" y="1168400"/>
          <p14:tracePt t="9270" x="1397000" y="1162050"/>
          <p14:tracePt t="9286" x="1384300" y="1162050"/>
          <p14:tracePt t="9327" x="1377950" y="1155700"/>
          <p14:tracePt t="9530" x="1384300" y="1174750"/>
          <p14:tracePt t="9537" x="1409700" y="1206500"/>
          <p14:tracePt t="9552" x="1441450" y="1263650"/>
          <p14:tracePt t="9558" x="1485900" y="1333500"/>
          <p14:tracePt t="9568" x="1517650" y="1416050"/>
          <p14:tracePt t="9586" x="1612900" y="1587500"/>
          <p14:tracePt t="9602" x="1651000" y="1682750"/>
          <p14:tracePt t="9619" x="1695450" y="1784350"/>
          <p14:tracePt t="9636" x="1778000" y="2038350"/>
          <p14:tracePt t="9652" x="1797050" y="2101850"/>
          <p14:tracePt t="9668" x="1803400" y="2171700"/>
          <p14:tracePt t="9685" x="1809750" y="2260600"/>
          <p14:tracePt t="9702" x="1828800" y="2317750"/>
          <p14:tracePt t="9719" x="1841500" y="2362200"/>
          <p14:tracePt t="9735" x="1847850" y="2381250"/>
          <p14:tracePt t="9752" x="1860550" y="2406650"/>
          <p14:tracePt t="9769" x="1860550" y="2419350"/>
          <p14:tracePt t="9785" x="1866900" y="2425700"/>
          <p14:tracePt t="9838" x="1866900" y="2432050"/>
          <p14:tracePt t="9930" x="1873250" y="2432050"/>
          <p14:tracePt t="9971" x="1873250" y="2425700"/>
          <p14:tracePt t="9978" x="1873250" y="2419350"/>
          <p14:tracePt t="10000" x="1879600" y="2413000"/>
          <p14:tracePt t="10021" x="1879600" y="2406650"/>
          <p14:tracePt t="10028" x="1879600" y="2393950"/>
          <p14:tracePt t="10042" x="1879600" y="2374900"/>
          <p14:tracePt t="10051" x="1879600" y="2355850"/>
          <p14:tracePt t="10067" x="1873250" y="2311400"/>
          <p14:tracePt t="10084" x="1866900" y="2222500"/>
          <p14:tracePt t="10100" x="1841500" y="2089150"/>
          <p14:tracePt t="10117" x="1816100" y="2000250"/>
          <p14:tracePt t="10134" x="1765300" y="1828800"/>
          <p14:tracePt t="10150" x="1695450" y="1638300"/>
          <p14:tracePt t="10167" x="1657350" y="1562100"/>
          <p14:tracePt t="10184" x="1574800" y="1409700"/>
          <p14:tracePt t="10200" x="1498600" y="1295400"/>
          <p14:tracePt t="10217" x="1460500" y="1238250"/>
          <p14:tracePt t="10233" x="1377950" y="1155700"/>
          <p14:tracePt t="10249" x="1352550" y="1123950"/>
          <p14:tracePt t="10267" x="1282700" y="1047750"/>
          <p14:tracePt t="10283" x="1270000" y="1022350"/>
          <p14:tracePt t="10301" x="1263650" y="1016000"/>
          <p14:tracePt t="10316" x="1250950" y="1016000"/>
          <p14:tracePt t="10333" x="1250950" y="1009650"/>
          <p14:tracePt t="10378" x="1244600" y="1009650"/>
          <p14:tracePt t="10518" x="1250950" y="1009650"/>
          <p14:tracePt t="10533" x="1263650" y="1009650"/>
          <p14:tracePt t="10539" x="1276350" y="1009650"/>
          <p14:tracePt t="10548" x="1289050" y="1009650"/>
          <p14:tracePt t="10565" x="1308100" y="1016000"/>
          <p14:tracePt t="10582" x="1365250" y="1028700"/>
          <p14:tracePt t="10599" x="1409700" y="1047750"/>
          <p14:tracePt t="10615" x="1530350" y="1073150"/>
          <p14:tracePt t="10632" x="1663700" y="1123950"/>
          <p14:tracePt t="10648" x="1733550" y="1143000"/>
          <p14:tracePt t="10666" x="1854200" y="1168400"/>
          <p14:tracePt t="10682" x="1968500" y="1181100"/>
          <p14:tracePt t="10698" x="2012950" y="1187450"/>
          <p14:tracePt t="10715" x="2070100" y="1187450"/>
          <p14:tracePt t="10732" x="2101850" y="1187450"/>
          <p14:tracePt t="10748" x="2108200" y="1187450"/>
          <p14:tracePt t="10765" x="2114550" y="1187450"/>
          <p14:tracePt t="10799" x="2120900" y="1187450"/>
          <p14:tracePt t="10827" x="2127250" y="1187450"/>
          <p14:tracePt t="10849" x="2133600" y="1187450"/>
          <p14:tracePt t="10869" x="2139950" y="1187450"/>
          <p14:tracePt t="10883" x="2146300" y="1187450"/>
          <p14:tracePt t="10890" x="2159000" y="1187450"/>
          <p14:tracePt t="10899" x="2165350" y="1187450"/>
          <p14:tracePt t="10914" x="2190750" y="1187450"/>
          <p14:tracePt t="10932" x="2266950" y="1187450"/>
          <p14:tracePt t="10948" x="2317750" y="1187450"/>
          <p14:tracePt t="10964" x="2381250" y="1187450"/>
          <p14:tracePt t="10981" x="2514600" y="1187450"/>
          <p14:tracePt t="10997" x="2641600" y="1187450"/>
          <p14:tracePt t="11014" x="2679700" y="1187450"/>
          <p14:tracePt t="11031" x="2736850" y="1187450"/>
          <p14:tracePt t="11047" x="2768600" y="1187450"/>
          <p14:tracePt t="11064" x="2781300" y="1187450"/>
          <p14:tracePt t="11080" x="2794000" y="1187450"/>
          <p14:tracePt t="11122" x="2800350" y="1187450"/>
          <p14:tracePt t="11248" x="2794000" y="1187450"/>
          <p14:tracePt t="11282" x="2787650" y="1187450"/>
          <p14:tracePt t="11289" x="2787650" y="1193800"/>
          <p14:tracePt t="11664" x="2787650" y="1206500"/>
          <p14:tracePt t="11671" x="2781300" y="1225550"/>
          <p14:tracePt t="11680" x="2774950" y="1250950"/>
          <p14:tracePt t="11695" x="2768600" y="1263650"/>
          <p14:tracePt t="11712" x="2755900" y="1289050"/>
          <p14:tracePt t="11728" x="2730500" y="1333500"/>
          <p14:tracePt t="11745" x="2717800" y="1365250"/>
          <p14:tracePt t="11762" x="2698750" y="1409700"/>
          <p14:tracePt t="11778" x="2692400" y="1428750"/>
          <p14:tracePt t="11794" x="2660650" y="1466850"/>
          <p14:tracePt t="11812" x="2622550" y="1504950"/>
          <p14:tracePt t="11828" x="2597150" y="1536700"/>
          <p14:tracePt t="11844" x="2552700" y="1581150"/>
          <p14:tracePt t="11861" x="2495550" y="1625600"/>
          <p14:tracePt t="11877" x="2476500" y="1651000"/>
          <p14:tracePt t="11894" x="2432050" y="1682750"/>
          <p14:tracePt t="11911" x="2393950" y="1714500"/>
          <p14:tracePt t="11927" x="2381250" y="1727200"/>
          <p14:tracePt t="11945" x="2355850" y="1746250"/>
          <p14:tracePt t="11961" x="2336800" y="1752600"/>
          <p14:tracePt t="11977" x="2330450" y="1758950"/>
          <p14:tracePt t="11994" x="2324100" y="1758950"/>
          <p14:tracePt t="12010" x="2317750" y="1758950"/>
          <p14:tracePt t="12400" x="2324100" y="1758950"/>
          <p14:tracePt t="12442" x="2330450" y="1758950"/>
          <p14:tracePt t="12470" x="2336800" y="1758950"/>
          <p14:tracePt t="12512" x="2343150" y="1758950"/>
          <p14:tracePt t="12575" x="2349500" y="1758950"/>
          <p14:tracePt t="12589" x="2355850" y="1758950"/>
          <p14:tracePt t="12603" x="2368550" y="1758950"/>
          <p14:tracePt t="12611" x="2374900" y="1765300"/>
          <p14:tracePt t="12625" x="2387600" y="1765300"/>
          <p14:tracePt t="12642" x="2400300" y="1765300"/>
          <p14:tracePt t="12658" x="2438400" y="1771650"/>
          <p14:tracePt t="12675" x="2508250" y="1784350"/>
          <p14:tracePt t="12691" x="2540000" y="1797050"/>
          <p14:tracePt t="12709" x="2609850" y="1809750"/>
          <p14:tracePt t="12724" x="2692400" y="1816100"/>
          <p14:tracePt t="12741" x="2717800" y="1816100"/>
          <p14:tracePt t="12758" x="2774950" y="1822450"/>
          <p14:tracePt t="12774" x="2819400" y="1822450"/>
          <p14:tracePt t="12791" x="2844800" y="1822450"/>
          <p14:tracePt t="12808" x="2870200" y="1822450"/>
          <p14:tracePt t="12824" x="2901950" y="1816100"/>
          <p14:tracePt t="12841" x="2914650" y="1816100"/>
          <p14:tracePt t="12858" x="2927350" y="1816100"/>
          <p14:tracePt t="12874" x="2933700" y="1809750"/>
          <p14:tracePt t="13129" x="2933700" y="1816100"/>
          <p14:tracePt t="13136" x="2933700" y="1828800"/>
          <p14:tracePt t="13157" x="2927350" y="1841500"/>
          <p14:tracePt t="13164" x="2921000" y="1854200"/>
          <p14:tracePt t="13173" x="2914650" y="1866900"/>
          <p14:tracePt t="13189" x="2901950" y="1879600"/>
          <p14:tracePt t="13207" x="2895600" y="1898650"/>
          <p14:tracePt t="13223" x="2870200" y="1943100"/>
          <p14:tracePt t="13239" x="2863850" y="1955800"/>
          <p14:tracePt t="13256" x="2851150" y="1974850"/>
          <p14:tracePt t="13273" x="2844800" y="1981200"/>
          <p14:tracePt t="13290" x="2844800" y="1987550"/>
          <p14:tracePt t="13325" x="2844800" y="1993900"/>
          <p14:tracePt t="13374" x="2844800" y="2000250"/>
          <p14:tracePt t="13417" x="2838450" y="2006600"/>
          <p14:tracePt t="13431" x="2838450" y="2012950"/>
          <p14:tracePt t="13452" x="2832100" y="2025650"/>
          <p14:tracePt t="13473" x="2825750" y="2025650"/>
          <p14:tracePt t="13494" x="2825750" y="2032000"/>
          <p14:tracePt t="13501" x="2819400" y="2032000"/>
          <p14:tracePt t="13523" x="2819400" y="2038350"/>
          <p14:tracePt t="13546" x="2819400" y="2044700"/>
          <p14:tracePt t="13564" x="2813050" y="2051050"/>
          <p14:tracePt t="13634" x="2806700" y="2044700"/>
          <p14:tracePt t="13656" x="2806700" y="2038350"/>
          <p14:tracePt t="13662" x="2806700" y="2032000"/>
          <p14:tracePt t="13697" x="2806700" y="2025650"/>
          <p14:tracePt t="13705" x="2806700" y="2012950"/>
          <p14:tracePt t="13711" x="2806700" y="2006600"/>
          <p14:tracePt t="13725" x="2800350" y="1993900"/>
          <p14:tracePt t="13737" x="2800350" y="1987550"/>
          <p14:tracePt t="13754" x="2800350" y="1968500"/>
          <p14:tracePt t="13771" x="2800350" y="1962150"/>
          <p14:tracePt t="13789" x="2800350" y="1949450"/>
          <p14:tracePt t="13804" x="2800350" y="1936750"/>
          <p14:tracePt t="13821" x="2800350" y="1930400"/>
          <p14:tracePt t="13853" x="2800350" y="1924050"/>
          <p14:tracePt t="14006" x="2800350" y="1930400"/>
          <p14:tracePt t="14013" x="2800350" y="1936750"/>
          <p14:tracePt t="14027" x="2800350" y="1943100"/>
          <p14:tracePt t="14036" x="2800350" y="1949450"/>
          <p14:tracePt t="14053" x="2800350" y="1955800"/>
          <p14:tracePt t="14070" x="2800350" y="1962150"/>
          <p14:tracePt t="14086" x="2806700" y="1987550"/>
          <p14:tracePt t="14104" x="2813050" y="2012950"/>
          <p14:tracePt t="14120" x="2825750" y="2025650"/>
          <p14:tracePt t="14136" x="2832100" y="2044700"/>
          <p14:tracePt t="14154" x="2838450" y="2063750"/>
          <p14:tracePt t="14170" x="2844800" y="2070100"/>
          <p14:tracePt t="14203" x="2844800" y="2076450"/>
          <p14:tracePt t="14314" x="2851150" y="2076450"/>
          <p14:tracePt t="14356" x="2857500" y="2076450"/>
          <p14:tracePt t="14427" x="2863850" y="2076450"/>
          <p14:tracePt t="14756" x="2863850" y="2063750"/>
          <p14:tracePt t="14770" x="2857500" y="2044700"/>
          <p14:tracePt t="14777" x="2838450" y="2012950"/>
          <p14:tracePt t="14786" x="2832100" y="1993900"/>
          <p14:tracePt t="14801" x="2819400" y="1962150"/>
          <p14:tracePt t="14817" x="2800350" y="1930400"/>
          <p14:tracePt t="14834" x="2755900" y="1822450"/>
          <p14:tracePt t="14851" x="2736850" y="1790700"/>
          <p14:tracePt t="14868" x="2711450" y="1758950"/>
          <p14:tracePt t="14884" x="2660650" y="1682750"/>
          <p14:tracePt t="14901" x="2622550" y="1625600"/>
          <p14:tracePt t="14917" x="2609850" y="1593850"/>
          <p14:tracePt t="14934" x="2578100" y="1555750"/>
          <p14:tracePt t="14950" x="2552700" y="1517650"/>
          <p14:tracePt t="14967" x="2533650" y="1492250"/>
          <p14:tracePt t="14984" x="2520950" y="1485900"/>
          <p14:tracePt t="15000" x="2508250" y="1466850"/>
          <p14:tracePt t="15017" x="2495550" y="1460500"/>
          <p14:tracePt t="15051" x="2489200" y="1454150"/>
          <p14:tracePt t="15317" x="2495550" y="1454150"/>
          <p14:tracePt t="15323" x="2501900" y="1454150"/>
          <p14:tracePt t="15345" x="2508250" y="1447800"/>
          <p14:tracePt t="15380" x="2514600" y="1447800"/>
          <p14:tracePt t="15387" x="2520950" y="1447800"/>
          <p14:tracePt t="15398" x="2527300" y="1441450"/>
          <p14:tracePt t="15416" x="2559050" y="1435100"/>
          <p14:tracePt t="15432" x="2584450" y="1428750"/>
          <p14:tracePt t="15449" x="2609850" y="1416050"/>
          <p14:tracePt t="15465" x="2755900" y="1390650"/>
          <p14:tracePt t="15482" x="2825750" y="1384300"/>
          <p14:tracePt t="15498" x="2876550" y="1371600"/>
          <p14:tracePt t="15515" x="2984500" y="1358900"/>
          <p14:tracePt t="15532" x="3035300" y="1346200"/>
          <p14:tracePt t="15548" x="3143250" y="1327150"/>
          <p14:tracePt t="15565" x="3238500" y="1314450"/>
          <p14:tracePt t="15581" x="3270250" y="1314450"/>
          <p14:tracePt t="15598" x="3340100" y="1308100"/>
          <p14:tracePt t="15614" x="3352800" y="1308100"/>
          <p14:tracePt t="15632" x="3359150" y="1308100"/>
          <p14:tracePt t="15648" x="3365500" y="1308100"/>
          <p14:tracePt t="16327" x="3359150" y="1314450"/>
          <p14:tracePt t="16341" x="3359150" y="1320800"/>
          <p14:tracePt t="16348" x="3352800" y="1327150"/>
          <p14:tracePt t="16364" x="3352800" y="1333500"/>
          <p14:tracePt t="16379" x="3352800" y="1346200"/>
          <p14:tracePt t="16395" x="3333750" y="1377950"/>
          <p14:tracePt t="16412" x="3327400" y="1397000"/>
          <p14:tracePt t="16429" x="3314700" y="1428750"/>
          <p14:tracePt t="16446" x="3276600" y="1517650"/>
          <p14:tracePt t="16462" x="3257550" y="1549400"/>
          <p14:tracePt t="16478" x="3225800" y="1612900"/>
          <p14:tracePt t="16496" x="3187700" y="1676400"/>
          <p14:tracePt t="16512" x="3162300" y="1720850"/>
          <p14:tracePt t="16528" x="3143250" y="1739900"/>
          <p14:tracePt t="16545" x="3111500" y="1778000"/>
          <p14:tracePt t="16561" x="3086100" y="1797050"/>
          <p14:tracePt t="16578" x="3067050" y="1809750"/>
          <p14:tracePt t="16594" x="3048000" y="1822450"/>
          <p14:tracePt t="16611" x="3016250" y="1835150"/>
          <p14:tracePt t="16629" x="2997200" y="1835150"/>
          <p14:tracePt t="16644" x="2971800" y="1835150"/>
          <p14:tracePt t="16661" x="2927350" y="1841500"/>
          <p14:tracePt t="16678" x="2844800" y="1854200"/>
          <p14:tracePt t="16694" x="2806700" y="1854200"/>
          <p14:tracePt t="16711" x="2768600" y="1854200"/>
          <p14:tracePt t="16727" x="2679700" y="1860550"/>
          <p14:tracePt t="16744" x="2660650" y="1860550"/>
          <p14:tracePt t="16762" x="2616200" y="1860550"/>
          <p14:tracePt t="16777" x="2603500" y="1860550"/>
          <p14:tracePt t="16794" x="2590800" y="1860550"/>
          <p14:tracePt t="16812" x="2565400" y="1860550"/>
          <p14:tracePt t="16827" x="2559050" y="1854200"/>
          <p14:tracePt t="16844" x="2540000" y="1854200"/>
          <p14:tracePt t="16860" x="2533650" y="1847850"/>
          <p14:tracePt t="16877" x="2527300" y="1847850"/>
          <p14:tracePt t="16894" x="2514600" y="1847850"/>
          <p14:tracePt t="16910" x="2508250" y="1841500"/>
          <p14:tracePt t="16972" x="2501900" y="1835150"/>
          <p14:tracePt t="17007" x="2495550" y="1835150"/>
          <p14:tracePt t="17042" x="2495550" y="1828800"/>
          <p14:tracePt t="17077" x="2489200" y="1822450"/>
          <p14:tracePt t="17140" x="2482850" y="1822450"/>
          <p14:tracePt t="17371" x="2489200" y="1816100"/>
          <p14:tracePt t="17378" x="2495550" y="1816100"/>
          <p14:tracePt t="17395" x="2501900" y="1816100"/>
          <p14:tracePt t="17408" x="2520950" y="1816100"/>
          <p14:tracePt t="17426" x="2565400" y="1809750"/>
          <p14:tracePt t="17442" x="2622550" y="1797050"/>
          <p14:tracePt t="17459" x="2660650" y="1797050"/>
          <p14:tracePt t="17475" x="2730500" y="1778000"/>
          <p14:tracePt t="17492" x="2787650" y="1771650"/>
          <p14:tracePt t="17508" x="2825750" y="1771650"/>
          <p14:tracePt t="17525" x="2876550" y="1765300"/>
          <p14:tracePt t="17541" x="2927350" y="1765300"/>
          <p14:tracePt t="17558" x="2952750" y="1765300"/>
          <p14:tracePt t="17575" x="2978150" y="1758950"/>
          <p14:tracePt t="17591" x="3003550" y="1752600"/>
          <p14:tracePt t="17608" x="3009900" y="1746250"/>
          <p14:tracePt t="17625" x="3022600" y="1739900"/>
          <p14:tracePt t="17641" x="3028950" y="1739900"/>
          <p14:tracePt t="17680" x="3035300" y="1739900"/>
          <p14:tracePt t="17764" x="3035300" y="1746250"/>
          <p14:tracePt t="17799" x="3035300" y="1752600"/>
          <p14:tracePt t="17820" x="3028950" y="1752600"/>
          <p14:tracePt t="17834" x="3022600" y="1758950"/>
          <p14:tracePt t="17848" x="3016250" y="1758950"/>
          <p14:tracePt t="17862" x="3009900" y="1765300"/>
          <p14:tracePt t="17877" x="3003550" y="1778000"/>
          <p14:tracePt t="17891" x="2971800" y="1809750"/>
          <p14:tracePt t="17907" x="2959100" y="1828800"/>
          <p14:tracePt t="17924" x="2889250" y="1892300"/>
          <p14:tracePt t="17940" x="2800350" y="1968500"/>
          <p14:tracePt t="17956" x="2768600" y="1993900"/>
          <p14:tracePt t="17973" x="2730500" y="2025650"/>
          <p14:tracePt t="17990" x="2667000" y="2070100"/>
          <p14:tracePt t="18006" x="2654300" y="2082800"/>
          <p14:tracePt t="18010" x="2641600" y="2089150"/>
          <p14:tracePt t="18025" x="2635250" y="2089150"/>
          <p14:tracePt t="18039" x="2628900" y="2095500"/>
          <p14:tracePt t="18056" x="2628900" y="2101850"/>
          <p14:tracePt t="18171" x="2635250" y="2101850"/>
          <p14:tracePt t="18192" x="2647950" y="2101850"/>
          <p14:tracePt t="18198" x="2654300" y="2101850"/>
          <p14:tracePt t="18220" x="2667000" y="2101850"/>
          <p14:tracePt t="18234" x="2679700" y="2101850"/>
          <p14:tracePt t="18242" x="2698750" y="2101850"/>
          <p14:tracePt t="18257" x="2743200" y="2108200"/>
          <p14:tracePt t="18272" x="2806700" y="2108200"/>
          <p14:tracePt t="18288" x="2857500" y="2108200"/>
          <p14:tracePt t="18305" x="2940050" y="2108200"/>
          <p14:tracePt t="18322" x="2990850" y="2108200"/>
          <p14:tracePt t="18339" x="3067050" y="2108200"/>
          <p14:tracePt t="18355" x="3149600" y="2108200"/>
          <p14:tracePt t="18371" x="3187700" y="2101850"/>
          <p14:tracePt t="18389" x="3270250" y="2082800"/>
          <p14:tracePt t="18405" x="3333750" y="2070100"/>
          <p14:tracePt t="18422" x="3352800" y="2070100"/>
          <p14:tracePt t="18439" x="3384550" y="2063750"/>
          <p14:tracePt t="18455" x="3403600" y="2063750"/>
          <p14:tracePt t="18472" x="3409950" y="2063750"/>
          <p14:tracePt t="19621" x="3416300" y="2063750"/>
          <p14:tracePt t="19636" x="3422650" y="2063750"/>
          <p14:tracePt t="19642" x="3429000" y="2063750"/>
          <p14:tracePt t="19656" x="3441700" y="2063750"/>
          <p14:tracePt t="19671" x="3448050" y="2063750"/>
          <p14:tracePt t="19686" x="3448050" y="2057400"/>
          <p14:tracePt t="19701" x="3454400" y="2057400"/>
          <p14:tracePt t="19727" x="3460750" y="2057400"/>
          <p14:tracePt t="19736" x="3467100" y="2057400"/>
          <p14:tracePt t="19750" x="3473450" y="2057400"/>
          <p14:tracePt t="19767" x="3511550" y="2051050"/>
          <p14:tracePt t="19784" x="3549650" y="2051050"/>
          <p14:tracePt t="19800" x="3568700" y="2038350"/>
          <p14:tracePt t="19817" x="3619500" y="2038350"/>
          <p14:tracePt t="19833" x="3670300" y="2032000"/>
          <p14:tracePt t="19850" x="3689350" y="2032000"/>
          <p14:tracePt t="19867" x="3702050" y="2025650"/>
          <p14:tracePt t="19883" x="3727450" y="2025650"/>
          <p14:tracePt t="19987" x="3727450" y="2032000"/>
          <p14:tracePt t="20022" x="3727450" y="2038350"/>
          <p14:tracePt t="20036" x="3721100" y="2044700"/>
          <p14:tracePt t="20043" x="3714750" y="2051050"/>
          <p14:tracePt t="20057" x="3708400" y="2051050"/>
          <p14:tracePt t="20066" x="3702050" y="2051050"/>
          <p14:tracePt t="20082" x="3702050" y="2057400"/>
          <p14:tracePt t="20099" x="3683000" y="2076450"/>
          <p14:tracePt t="20115" x="3644900" y="2101850"/>
          <p14:tracePt t="20132" x="3625850" y="2120900"/>
          <p14:tracePt t="20149" x="3581400" y="2152650"/>
          <p14:tracePt t="20165" x="3536950" y="2184400"/>
          <p14:tracePt t="20184" x="3486150" y="2216150"/>
          <p14:tracePt t="20198" x="3454400" y="2228850"/>
          <p14:tracePt t="20215" x="3435350" y="2241550"/>
          <p14:tracePt t="20232" x="3371850" y="2279650"/>
          <p14:tracePt t="20248" x="3340100" y="2286000"/>
          <p14:tracePt t="20265" x="3327400" y="2298700"/>
          <p14:tracePt t="20282" x="3289300" y="2311400"/>
          <p14:tracePt t="20298" x="3263900" y="2324100"/>
          <p14:tracePt t="20315" x="3244850" y="2330450"/>
          <p14:tracePt t="20332" x="3232150" y="2336800"/>
          <p14:tracePt t="20348" x="3219450" y="2336800"/>
          <p14:tracePt t="20365" x="3213100" y="2343150"/>
          <p14:tracePt t="20416" x="3206750" y="2349500"/>
          <p14:tracePt t="20513" x="3200400" y="2349500"/>
          <p14:tracePt t="20569" x="3194050" y="2349500"/>
          <p14:tracePt t="20625" x="3187700" y="2349500"/>
          <p14:tracePt t="20653" x="3181350" y="2349500"/>
          <p14:tracePt t="20673" x="3175000" y="2349500"/>
          <p14:tracePt t="20709" x="3168650" y="2349500"/>
          <p14:tracePt t="20723" x="3162300" y="2349500"/>
          <p14:tracePt t="20765" x="3155950" y="2349500"/>
          <p14:tracePt t="20807" x="3155950" y="2355850"/>
          <p14:tracePt t="20877" x="3149600" y="2362200"/>
          <p14:tracePt t="20905" x="3149600" y="2368550"/>
          <p14:tracePt t="20927" x="3149600" y="2374900"/>
          <p14:tracePt t="20933" x="3149600" y="2381250"/>
          <p14:tracePt t="20948" x="3149600" y="2387600"/>
          <p14:tracePt t="20963" x="3143250" y="2393950"/>
          <p14:tracePt t="20979" x="3143250" y="2425700"/>
          <p14:tracePt t="20997" x="3143250" y="2463800"/>
          <p14:tracePt t="21012" x="3143250" y="2489200"/>
          <p14:tracePt t="21029" x="3143250" y="2533650"/>
          <p14:tracePt t="21046" x="3143250" y="2590800"/>
          <p14:tracePt t="21062" x="3143250" y="2622550"/>
          <p14:tracePt t="21079" x="3149600" y="2679700"/>
          <p14:tracePt t="21096" x="3149600" y="2730500"/>
          <p14:tracePt t="21112" x="3149600" y="2743200"/>
          <p14:tracePt t="21129" x="3149600" y="2762250"/>
          <p14:tracePt t="21145" x="3149600" y="2774950"/>
          <p14:tracePt t="21162" x="3149600" y="2781300"/>
          <p14:tracePt t="21195" x="3149600" y="2787650"/>
          <p14:tracePt t="21229" x="3143250" y="2794000"/>
          <p14:tracePt t="21305" x="3136900" y="2794000"/>
          <p14:tracePt t="21347" x="3130550" y="2781300"/>
          <p14:tracePt t="21368" x="3124200" y="2774950"/>
          <p14:tracePt t="21375" x="3117850" y="2762250"/>
          <p14:tracePt t="21389" x="3111500" y="2749550"/>
          <p14:tracePt t="21397" x="3098800" y="2730500"/>
          <p14:tracePt t="21412" x="3079750" y="2711450"/>
          <p14:tracePt t="21427" x="3048000" y="2647950"/>
          <p14:tracePt t="21446" x="3016250" y="2571750"/>
          <p14:tracePt t="21461" x="3003550" y="2540000"/>
          <p14:tracePt t="21478" x="2997200" y="2514600"/>
          <p14:tracePt t="21495" x="2965450" y="2432050"/>
          <p14:tracePt t="21511" x="2965450" y="2419350"/>
          <p14:tracePt t="21527" x="2959100" y="2393950"/>
          <p14:tracePt t="21544" x="2952750" y="2381250"/>
          <p14:tracePt t="21561" x="2952750" y="2374900"/>
          <p14:tracePt t="21578" x="2952750" y="2368550"/>
          <p14:tracePt t="21600" x="2952750" y="2362200"/>
          <p14:tracePt t="22371" x="2952750" y="2368550"/>
          <p14:tracePt t="22378" x="2940050" y="2368550"/>
          <p14:tracePt t="22394" x="2933700" y="2368550"/>
          <p14:tracePt t="22408" x="2927350" y="2368550"/>
          <p14:tracePt t="22424" x="2921000" y="2368550"/>
          <p14:tracePt t="22442" x="2901950" y="2368550"/>
          <p14:tracePt t="22458" x="2889250" y="2368550"/>
          <p14:tracePt t="22474" x="2857500" y="2362200"/>
          <p14:tracePt t="22492" x="2832100" y="2355850"/>
          <p14:tracePt t="22507" x="2819400" y="2349500"/>
          <p14:tracePt t="22524" x="2787650" y="2349500"/>
          <p14:tracePt t="22541" x="2768600" y="2343150"/>
          <p14:tracePt t="22557" x="2755900" y="2343150"/>
          <p14:tracePt t="22560" x="2743200" y="2343150"/>
          <p14:tracePt t="22582" x="2736850" y="2343150"/>
          <p14:tracePt t="22590" x="2730500" y="2343150"/>
          <p14:tracePt t="22607" x="2724150" y="2343150"/>
          <p14:tracePt t="22624" x="2717800" y="2343150"/>
          <p14:tracePt t="22673" x="2711450" y="2343150"/>
          <p14:tracePt t="22799" x="2724150" y="2343150"/>
          <p14:tracePt t="22813" x="2730500" y="2343150"/>
          <p14:tracePt t="22820" x="2736850" y="2343150"/>
          <p14:tracePt t="22848" x="2743200" y="2343150"/>
          <p14:tracePt t="22869" x="2749550" y="2343150"/>
          <p14:tracePt t="22883" x="2755900" y="2343150"/>
          <p14:tracePt t="22892" x="2762250" y="2343150"/>
          <p14:tracePt t="22918" x="2774950" y="2343150"/>
          <p14:tracePt t="22932" x="2781300" y="2343150"/>
          <p14:tracePt t="22953" x="2787650" y="2343150"/>
          <p14:tracePt t="22960" x="2794000" y="2343150"/>
          <p14:tracePt t="22972" x="2806700" y="2343150"/>
          <p14:tracePt t="22989" x="2838450" y="2343150"/>
          <p14:tracePt t="23006" x="2851150" y="2343150"/>
          <p14:tracePt t="23023" x="2870200" y="2343150"/>
          <p14:tracePt t="23039" x="2959100" y="2343150"/>
          <p14:tracePt t="23055" x="2997200" y="2343150"/>
          <p14:tracePt t="23074" x="3117850" y="2349500"/>
          <p14:tracePt t="23088" x="3194050" y="2336800"/>
          <p14:tracePt t="23106" x="3390900" y="2279650"/>
          <p14:tracePt t="23122" x="3663950" y="2171700"/>
          <p14:tracePt t="23139" x="3854450" y="2089150"/>
          <p14:tracePt t="23156" x="4279900" y="1873250"/>
          <p14:tracePt t="23172" x="4654550" y="1663700"/>
          <p14:tracePt t="23188" x="4813300" y="1562100"/>
          <p14:tracePt t="23206" x="5067300" y="1409700"/>
          <p14:tracePt t="23222" x="5149850" y="1365250"/>
          <p14:tracePt t="23239" x="5207000" y="1339850"/>
          <p14:tracePt t="23255" x="5251450" y="1308100"/>
          <p14:tracePt t="23288" x="5257800" y="1308100"/>
          <p14:tracePt t="23436" x="5257800" y="1314450"/>
          <p14:tracePt t="23465" x="5257800" y="1320800"/>
          <p14:tracePt t="23472" x="5257800" y="1327150"/>
          <p14:tracePt t="23521" x="5257800" y="1333500"/>
          <p14:tracePt t="23535" x="5257800" y="1339850"/>
          <p14:tracePt t="23542" x="5257800" y="1358900"/>
          <p14:tracePt t="23557" x="5257800" y="1365250"/>
          <p14:tracePt t="23573" x="5257800" y="1377950"/>
          <p14:tracePt t="23587" x="5257800" y="1397000"/>
          <p14:tracePt t="23604" x="5257800" y="1416050"/>
          <p14:tracePt t="23620" x="5257800" y="1447800"/>
          <p14:tracePt t="23637" x="5264150" y="1460500"/>
          <p14:tracePt t="23654" x="5264150" y="1485900"/>
          <p14:tracePt t="23670" x="5264150" y="1492250"/>
          <p14:tracePt t="23687" x="5264150" y="1504950"/>
          <p14:tracePt t="23704" x="5264150" y="1511300"/>
          <p14:tracePt t="23720" x="5270500" y="1511300"/>
          <p14:tracePt t="23753" x="5276850" y="1517650"/>
          <p14:tracePt t="23774" x="5283200" y="1517650"/>
          <p14:tracePt t="23789" x="5289550" y="1524000"/>
          <p14:tracePt t="23803" x="5295900" y="1524000"/>
          <p14:tracePt t="23820" x="5308600" y="1524000"/>
          <p14:tracePt t="23837" x="5340350" y="1543050"/>
          <p14:tracePt t="23853" x="5372100" y="1562100"/>
          <p14:tracePt t="23869" x="5403850" y="1574800"/>
          <p14:tracePt t="23886" x="5486400" y="1612900"/>
          <p14:tracePt t="23903" x="5530850" y="1625600"/>
          <p14:tracePt t="23919" x="5626100" y="1663700"/>
          <p14:tracePt t="23936" x="5683250" y="1670050"/>
          <p14:tracePt t="23952" x="5753100" y="1689100"/>
          <p14:tracePt t="23970" x="5784850" y="1695450"/>
          <p14:tracePt t="23986" x="5854700" y="1695450"/>
          <p14:tracePt t="24002" x="5880100" y="1682750"/>
          <p14:tracePt t="24019" x="5899150" y="1670050"/>
          <p14:tracePt t="24381" x="5956300" y="1670050"/>
          <p14:tracePt t="24395" x="6019800" y="1670050"/>
          <p14:tracePt t="24403" x="6096000" y="1670050"/>
          <p14:tracePt t="24417" x="6184900" y="1670050"/>
          <p14:tracePt t="24434" x="6362700" y="1670050"/>
          <p14:tracePt t="24451" x="6438900" y="1670050"/>
          <p14:tracePt t="24467" x="6610350" y="1682750"/>
          <p14:tracePt t="24484" x="6699250" y="1689100"/>
          <p14:tracePt t="24501" x="7004050" y="1714500"/>
          <p14:tracePt t="24517" x="7105650" y="1714500"/>
          <p14:tracePt t="24535" x="7308850" y="1720850"/>
          <p14:tracePt t="24550" x="7410450" y="1720850"/>
          <p14:tracePt t="24567" x="7613650" y="1720850"/>
          <p14:tracePt t="24584" x="7778750" y="1720850"/>
          <p14:tracePt t="24600" x="7842250" y="1720850"/>
          <p14:tracePt t="24617" x="7975600" y="1708150"/>
          <p14:tracePt t="24634" x="8058150" y="1701800"/>
          <p14:tracePt t="24650" x="8083550" y="1695450"/>
          <p14:tracePt t="24667" x="8134350" y="1689100"/>
          <p14:tracePt t="24683" x="8153400" y="1682750"/>
          <p14:tracePt t="24700" x="8159750" y="1682750"/>
          <p14:tracePt t="24795" x="8153400" y="1682750"/>
          <p14:tracePt t="24822" x="8147050" y="1682750"/>
          <p14:tracePt t="24843" x="8140700" y="1682750"/>
          <p14:tracePt t="24885" x="8134350" y="1682750"/>
          <p14:tracePt t="24893" x="8121650" y="1689100"/>
          <p14:tracePt t="24906" x="8102600" y="1689100"/>
          <p14:tracePt t="24916" x="8077200" y="1695450"/>
          <p14:tracePt t="24932" x="8051800" y="1695450"/>
          <p14:tracePt t="24949" x="7950200" y="1708150"/>
          <p14:tracePt t="24965" x="7804150" y="1695450"/>
          <p14:tracePt t="24982" x="7715250" y="1682750"/>
          <p14:tracePt t="24999" x="7512050" y="1670050"/>
          <p14:tracePt t="25015" x="7283450" y="1663700"/>
          <p14:tracePt t="25033" x="7054850" y="1651000"/>
          <p14:tracePt t="25048" x="6953250" y="1651000"/>
          <p14:tracePt t="25065" x="6750050" y="1651000"/>
          <p14:tracePt t="25082" x="6572250" y="1644650"/>
          <p14:tracePt t="25098" x="6483350" y="1644650"/>
          <p14:tracePt t="25115" x="6407150" y="1644650"/>
          <p14:tracePt t="25132" x="6165850" y="1644650"/>
          <p14:tracePt t="25148" x="6076950" y="1657350"/>
          <p14:tracePt t="25165" x="5994400" y="1657350"/>
          <p14:tracePt t="25182" x="5842000" y="1657350"/>
          <p14:tracePt t="25198" x="5676900" y="1651000"/>
          <p14:tracePt t="25216" x="5511800" y="1619250"/>
          <p14:tracePt t="25231" x="5441950" y="1600200"/>
          <p14:tracePt t="25248" x="5327650" y="1536700"/>
          <p14:tracePt t="25265" x="5226050" y="1479550"/>
          <p14:tracePt t="25281" x="5194300" y="1454150"/>
          <p14:tracePt t="25298" x="5162550" y="1441450"/>
          <p14:tracePt t="25315" x="5124450" y="1428750"/>
          <p14:tracePt t="25348" x="5130800" y="1428750"/>
          <p14:tracePt t="25693" x="5073650" y="1441450"/>
          <p14:tracePt t="25707" x="4972050" y="1473200"/>
          <p14:tracePt t="25715" x="4845050" y="1504950"/>
          <p14:tracePt t="25730" x="4730750" y="1524000"/>
          <p14:tracePt t="25746" x="4514850" y="1543050"/>
          <p14:tracePt t="25763" x="4343400" y="1562100"/>
          <p14:tracePt t="25779" x="4267200" y="1562100"/>
          <p14:tracePt t="25796" x="4203700" y="1562100"/>
          <p14:tracePt t="25813" x="4108450" y="1549400"/>
          <p14:tracePt t="25829" x="4095750" y="1549400"/>
          <p14:tracePt t="25847" x="4089400" y="1549400"/>
          <p14:tracePt t="25862" x="4083050" y="1549400"/>
          <p14:tracePt t="25967" x="4076700" y="1555750"/>
          <p14:tracePt t="25973" x="4070350" y="1562100"/>
          <p14:tracePt t="25987" x="4064000" y="1568450"/>
          <p14:tracePt t="25996" x="4051300" y="1581150"/>
          <p14:tracePt t="26012" x="4038600" y="1587500"/>
          <p14:tracePt t="26029" x="4013200" y="1606550"/>
          <p14:tracePt t="26045" x="3994150" y="1612900"/>
          <p14:tracePt t="26062" x="3987800" y="1619250"/>
          <p14:tracePt t="26079" x="3981450" y="1619250"/>
          <p14:tracePt t="26095" x="3975100" y="1619250"/>
          <p14:tracePt t="26184" x="3975100" y="1625600"/>
          <p14:tracePt t="26219" x="3981450" y="1625600"/>
          <p14:tracePt t="26247" x="3994150" y="1625600"/>
          <p14:tracePt t="26268" x="4006850" y="1631950"/>
          <p14:tracePt t="26275" x="4019550" y="1631950"/>
          <p14:tracePt t="26289" x="4032250" y="1631950"/>
          <p14:tracePt t="26297" x="4051300" y="1638300"/>
          <p14:tracePt t="26312" x="4089400" y="1651000"/>
          <p14:tracePt t="26327" x="4159250" y="1657350"/>
          <p14:tracePt t="26345" x="4254500" y="1663700"/>
          <p14:tracePt t="26361" x="4292600" y="1670050"/>
          <p14:tracePt t="26378" x="4362450" y="1670050"/>
          <p14:tracePt t="26394" x="4387850" y="1670050"/>
          <p14:tracePt t="26411" x="4432300" y="1670050"/>
          <p14:tracePt t="26427" x="4445000" y="1670050"/>
          <p14:tracePt t="26444" x="4464050" y="1670050"/>
          <p14:tracePt t="26486" x="4470400" y="1670050"/>
          <p14:tracePt t="26506" x="4476750" y="1676400"/>
          <p14:tracePt t="26556" x="4483100" y="1676400"/>
          <p14:tracePt t="26619" x="4489450" y="1676400"/>
          <p14:tracePt t="26668" x="4495800" y="1676400"/>
          <p14:tracePt t="26674" x="4502150" y="1676400"/>
          <p14:tracePt t="26689" x="4508500" y="1676400"/>
          <p14:tracePt t="26696" x="4521200" y="1676400"/>
          <p14:tracePt t="26712" x="4533900" y="1676400"/>
          <p14:tracePt t="26726" x="4572000" y="1676400"/>
          <p14:tracePt t="26743" x="4603750" y="1676400"/>
          <p14:tracePt t="26760" x="4660900" y="1670050"/>
          <p14:tracePt t="26776" x="4692650" y="1670050"/>
          <p14:tracePt t="26792" x="4781550" y="1670050"/>
          <p14:tracePt t="26809" x="4895850" y="1682750"/>
          <p14:tracePt t="26826" x="4959350" y="1682750"/>
          <p14:tracePt t="26843" x="5118100" y="1701800"/>
          <p14:tracePt t="26859" x="5283200" y="1720850"/>
          <p14:tracePt t="26876" x="5378450" y="1733550"/>
          <p14:tracePt t="26893" x="5543550" y="1758950"/>
          <p14:tracePt t="26909" x="5676900" y="1778000"/>
          <p14:tracePt t="26925" x="5740400" y="1790700"/>
          <p14:tracePt t="26942" x="5835650" y="1797050"/>
          <p14:tracePt t="26959" x="5911850" y="1809750"/>
          <p14:tracePt t="26976" x="5956300" y="1809750"/>
          <p14:tracePt t="26991" x="6013450" y="1803400"/>
          <p14:tracePt t="27008" x="6064250" y="1803400"/>
          <p14:tracePt t="27026" x="6108700" y="1803400"/>
          <p14:tracePt t="27042" x="6127750" y="1803400"/>
          <p14:tracePt t="27058" x="6140450" y="1803400"/>
          <p14:tracePt t="27075" x="6178550" y="1803400"/>
          <p14:tracePt t="27108" x="6184900" y="1803400"/>
          <p14:tracePt t="27125" x="6191250" y="1803400"/>
          <p14:tracePt t="27376" x="6184900" y="1809750"/>
          <p14:tracePt t="27391" x="6184900" y="1816100"/>
          <p14:tracePt t="27740" x="6223000" y="1809750"/>
          <p14:tracePt t="27747" x="6267450" y="1803400"/>
          <p14:tracePt t="27761" x="6318250" y="1790700"/>
          <p14:tracePt t="27772" x="6375400" y="1771650"/>
          <p14:tracePt t="27790" x="6445250" y="1758950"/>
          <p14:tracePt t="27806" x="6464300" y="1758950"/>
          <p14:tracePt t="27822" x="6489700" y="1752600"/>
          <p14:tracePt t="27839" x="6527800" y="1746250"/>
          <p14:tracePt t="27855" x="6565900" y="1746250"/>
          <p14:tracePt t="27873" x="6604000" y="1739900"/>
          <p14:tracePt t="27889" x="6635750" y="1739900"/>
          <p14:tracePt t="27906" x="6648450" y="1739900"/>
          <p14:tracePt t="27922" x="6673850" y="1739900"/>
          <p14:tracePt t="27939" x="6705600" y="1739900"/>
          <p14:tracePt t="27955" x="6718300" y="1739900"/>
          <p14:tracePt t="27972" x="6756400" y="1739900"/>
          <p14:tracePt t="27989" x="6788150" y="1739900"/>
          <p14:tracePt t="28006" x="6864350" y="1739900"/>
          <p14:tracePt t="28022" x="6972300" y="1746250"/>
          <p14:tracePt t="28038" x="7010400" y="1746250"/>
          <p14:tracePt t="28055" x="7118350" y="1765300"/>
          <p14:tracePt t="28072" x="7226300" y="1784350"/>
          <p14:tracePt t="28088" x="7277100" y="1803400"/>
          <p14:tracePt t="28105" x="7372350" y="1822450"/>
          <p14:tracePt t="28121" x="7442200" y="1828800"/>
          <p14:tracePt t="28138" x="7473950" y="1835150"/>
          <p14:tracePt t="28155" x="7518400" y="1841500"/>
          <p14:tracePt t="28171" x="7543800" y="1841500"/>
          <p14:tracePt t="28189" x="7569200" y="1841500"/>
          <p14:tracePt t="28221" x="7581900" y="1835150"/>
          <p14:tracePt t="28238" x="7588250" y="1835150"/>
          <p14:tracePt t="28350" x="7581900" y="1835150"/>
          <p14:tracePt t="28357" x="7569200" y="1835150"/>
          <p14:tracePt t="28373" x="7556500" y="1835150"/>
          <p14:tracePt t="28386" x="7537450" y="1835150"/>
          <p14:tracePt t="28404" x="7435850" y="1835150"/>
          <p14:tracePt t="28421" x="7219950" y="1841500"/>
          <p14:tracePt t="28437" x="7080250" y="1841500"/>
          <p14:tracePt t="28454" x="6927850" y="1841500"/>
          <p14:tracePt t="28471" x="6242050" y="1854200"/>
          <p14:tracePt t="28486" x="6013450" y="1854200"/>
          <p14:tracePt t="28504" x="5588000" y="1866900"/>
          <p14:tracePt t="28520" x="5314950" y="1879600"/>
          <p14:tracePt t="28536" x="5200650" y="1879600"/>
          <p14:tracePt t="28554" x="4997450" y="1898650"/>
          <p14:tracePt t="28570" x="4832350" y="1905000"/>
          <p14:tracePt t="28587" x="4768850" y="1905000"/>
          <p14:tracePt t="28603" x="4660900" y="1905000"/>
          <p14:tracePt t="28620" x="4610100" y="1905000"/>
          <p14:tracePt t="28636" x="4527550" y="1898650"/>
          <p14:tracePt t="28653" x="4464050" y="1885950"/>
          <p14:tracePt t="28669" x="4432300" y="1885950"/>
          <p14:tracePt t="28686" x="4375150" y="1879600"/>
          <p14:tracePt t="28702" x="4305300" y="1873250"/>
          <p14:tracePt t="28719" x="4279900" y="1873250"/>
          <p14:tracePt t="28736" x="4210050" y="1873250"/>
          <p14:tracePt t="28752" x="4152900" y="1866900"/>
          <p14:tracePt t="28769" x="4133850" y="1860550"/>
          <p14:tracePt t="28786" x="4089400" y="1854200"/>
          <p14:tracePt t="28802" x="4070350" y="1841500"/>
          <p14:tracePt t="28821" x="4057650" y="1828800"/>
          <p14:tracePt t="28852" x="4051300" y="1822450"/>
          <p14:tracePt t="28904" x="4051300" y="1816100"/>
          <p14:tracePt t="29114" x="4095750" y="1809750"/>
          <p14:tracePt t="29121" x="4171950" y="1790700"/>
          <p14:tracePt t="29135" x="4241800" y="1784350"/>
          <p14:tracePt t="29151" x="4368800" y="1765300"/>
          <p14:tracePt t="29167" x="4425950" y="1752600"/>
          <p14:tracePt t="29185" x="4483100" y="1746250"/>
          <p14:tracePt t="29201" x="4508500" y="1746250"/>
          <p14:tracePt t="29218" x="4514850" y="1746250"/>
          <p14:tracePt t="29234" x="4521200" y="1739900"/>
          <p14:tracePt t="29514" x="4521200" y="1733550"/>
          <p14:tracePt t="29542" x="4527550" y="1733550"/>
          <p14:tracePt t="29549" x="4533900" y="1733550"/>
          <p14:tracePt t="29563" x="4540250" y="1733550"/>
          <p14:tracePt t="29824" x="4502150" y="1746250"/>
          <p14:tracePt t="29831" x="4445000" y="1784350"/>
          <p14:tracePt t="29845" x="4362450" y="1828800"/>
          <p14:tracePt t="29852" x="4273550" y="1854200"/>
          <p14:tracePt t="29868" x="4178300" y="1898650"/>
          <p14:tracePt t="29882" x="3968750" y="1968500"/>
          <p14:tracePt t="29899" x="3879850" y="2000250"/>
          <p14:tracePt t="29916" x="3714750" y="2070100"/>
          <p14:tracePt t="29932" x="3638550" y="2101850"/>
          <p14:tracePt t="29949" x="3486150" y="2159000"/>
          <p14:tracePt t="29965" x="3390900" y="2190750"/>
          <p14:tracePt t="29982" x="3359150" y="2197100"/>
          <p14:tracePt t="29999" x="3333750" y="2209800"/>
          <p14:tracePt t="30015" x="3308350" y="2222500"/>
          <p14:tracePt t="30031" x="3295650" y="2235200"/>
          <p14:tracePt t="30048" x="3276600" y="2260600"/>
          <p14:tracePt t="30065" x="3251200" y="2279650"/>
          <p14:tracePt t="30082" x="3238500" y="2305050"/>
          <p14:tracePt t="30098" x="3213100" y="2343150"/>
          <p14:tracePt t="30115" x="3194050" y="2387600"/>
          <p14:tracePt t="30132" x="3181350" y="2419350"/>
          <p14:tracePt t="30148" x="3149600" y="2463800"/>
          <p14:tracePt t="30164" x="3130550" y="2501900"/>
          <p14:tracePt t="30182" x="3092450" y="2546350"/>
          <p14:tracePt t="30197" x="3079750" y="2559050"/>
          <p14:tracePt t="30214" x="3060700" y="2571750"/>
          <p14:tracePt t="30231" x="3009900" y="2609850"/>
          <p14:tracePt t="30247" x="2990850" y="2616200"/>
          <p14:tracePt t="30264" x="2978150" y="2622550"/>
          <p14:tracePt t="30281" x="2946400" y="2628900"/>
          <p14:tracePt t="30297" x="2927350" y="2635250"/>
          <p14:tracePt t="30314" x="2921000" y="2635250"/>
          <p14:tracePt t="30330" x="2914650" y="2635250"/>
          <p14:tracePt t="30357" x="2908300" y="2635250"/>
          <p14:tracePt t="30413" x="2901950" y="2635250"/>
          <p14:tracePt t="30427" x="2895600" y="2635250"/>
          <p14:tracePt t="30455" x="2889250" y="2635250"/>
          <p14:tracePt t="30462" x="2882900" y="2635250"/>
          <p14:tracePt t="30483" x="2876550" y="2635250"/>
          <p14:tracePt t="30504" x="2870200" y="2635250"/>
          <p14:tracePt t="30532" x="2863850" y="2635250"/>
          <p14:tracePt t="30567" x="2857500" y="2635250"/>
          <p14:tracePt t="30637" x="2851150" y="2641600"/>
          <p14:tracePt t="30721" x="2857500" y="2647950"/>
          <p14:tracePt t="30736" x="2870200" y="2647950"/>
          <p14:tracePt t="30743" x="2882900" y="2647950"/>
          <p14:tracePt t="30757" x="2895600" y="2654300"/>
          <p14:tracePt t="30764" x="2914650" y="2654300"/>
          <p14:tracePt t="30779" x="2946400" y="2660650"/>
          <p14:tracePt t="30795" x="3003550" y="2667000"/>
          <p14:tracePt t="30813" x="3060700" y="2673350"/>
          <p14:tracePt t="30829" x="3086100" y="2679700"/>
          <p14:tracePt t="30845" x="3098800" y="2679700"/>
          <p14:tracePt t="30862" x="3124200" y="2679700"/>
          <p14:tracePt t="30879" x="3136900" y="2679700"/>
          <p14:tracePt t="30912" x="3143250" y="2679700"/>
          <p14:tracePt t="30931" x="3149600" y="2679700"/>
          <p14:tracePt t="31388" x="3155950" y="2673350"/>
          <p14:tracePt t="31395" x="3175000" y="2654300"/>
          <p14:tracePt t="31409" x="3200400" y="2622550"/>
          <p14:tracePt t="31416" x="3238500" y="2578100"/>
          <p14:tracePt t="31426" x="3276600" y="2527300"/>
          <p14:tracePt t="31444" x="3359150" y="2438400"/>
          <p14:tracePt t="31460" x="3397250" y="2393950"/>
          <p14:tracePt t="31476" x="3429000" y="2343150"/>
          <p14:tracePt t="31493" x="3524250" y="2235200"/>
          <p14:tracePt t="31510" x="3549650" y="2197100"/>
          <p14:tracePt t="31526" x="3575050" y="2178050"/>
          <p14:tracePt t="31543" x="3600450" y="2133600"/>
          <p14:tracePt t="31559" x="3619500" y="2114550"/>
          <p14:tracePt t="31576" x="3625850" y="2114550"/>
          <p14:tracePt t="31593" x="3625850" y="2108200"/>
          <p14:tracePt t="31654" x="3619500" y="2114550"/>
          <p14:tracePt t="31675" x="3613150" y="2127250"/>
          <p14:tracePt t="31689" x="3600450" y="2133600"/>
          <p14:tracePt t="31696" x="3594100" y="2146300"/>
          <p14:tracePt t="31708" x="3568700" y="2159000"/>
          <p14:tracePt t="31725" x="3492500" y="2222500"/>
          <p14:tracePt t="31742" x="3448050" y="2254250"/>
          <p14:tracePt t="31760" x="3352800" y="2343150"/>
          <p14:tracePt t="31775" x="3263900" y="2425700"/>
          <p14:tracePt t="31792" x="3225800" y="2457450"/>
          <p14:tracePt t="31809" x="3181350" y="2514600"/>
          <p14:tracePt t="31825" x="3155950" y="2533650"/>
          <p14:tracePt t="31842" x="3124200" y="2578100"/>
          <p14:tracePt t="31859" x="3092450" y="2616200"/>
          <p14:tracePt t="31875" x="3079750" y="2628900"/>
          <p14:tracePt t="31892" x="3060700" y="2660650"/>
          <p14:tracePt t="31908" x="3041650" y="2679700"/>
          <p14:tracePt t="31925" x="3028950" y="2686050"/>
          <p14:tracePt t="31942" x="3022600" y="2698750"/>
          <p14:tracePt t="31958" x="3016250" y="2705100"/>
          <p14:tracePt t="31998" x="3009900" y="2711450"/>
          <p14:tracePt t="32215" x="3048000" y="2692400"/>
          <p14:tracePt t="32229" x="3130550" y="2654300"/>
          <p14:tracePt t="32236" x="3213100" y="2609850"/>
          <p14:tracePt t="32250" x="3282950" y="2565400"/>
          <p14:tracePt t="32259" x="3365500" y="2508250"/>
          <p14:tracePt t="32274" x="3435350" y="2463800"/>
          <p14:tracePt t="32290" x="3549650" y="2362200"/>
          <p14:tracePt t="32307" x="3644900" y="2273300"/>
          <p14:tracePt t="32323" x="3676650" y="2247900"/>
          <p14:tracePt t="32340" x="3714750" y="2203450"/>
          <p14:tracePt t="32357" x="3727450" y="2190750"/>
          <p14:tracePt t="32373" x="3727450" y="2184400"/>
          <p14:tracePt t="32425" x="3727450" y="2178050"/>
          <p14:tracePt t="32678" x="3733800" y="2171700"/>
          <p14:tracePt t="32684" x="3746500" y="2165350"/>
          <p14:tracePt t="32698" x="3759200" y="2165350"/>
          <p14:tracePt t="32708" x="3771900" y="2159000"/>
          <p14:tracePt t="32722" x="3790950" y="2159000"/>
          <p14:tracePt t="32739" x="3816350" y="2146300"/>
          <p14:tracePt t="32755" x="3924300" y="2133600"/>
          <p14:tracePt t="32772" x="3968750" y="2120900"/>
          <p14:tracePt t="32789" x="4019550" y="2114550"/>
          <p14:tracePt t="32805" x="4114800" y="2101850"/>
          <p14:tracePt t="32822" x="4216400" y="2101850"/>
          <p14:tracePt t="32839" x="4305300" y="2108200"/>
          <p14:tracePt t="32855" x="4362450" y="2108200"/>
          <p14:tracePt t="32871" x="4451350" y="2108200"/>
          <p14:tracePt t="32889" x="4546600" y="2108200"/>
          <p14:tracePt t="32905" x="4597400" y="2095500"/>
          <p14:tracePt t="32922" x="4724400" y="2089150"/>
          <p14:tracePt t="32938" x="4870450" y="2076450"/>
          <p14:tracePt t="32955" x="4946650" y="2076450"/>
          <p14:tracePt t="32972" x="5111750" y="2057400"/>
          <p14:tracePt t="32988" x="5257800" y="2038350"/>
          <p14:tracePt t="33004" x="5334000" y="2038350"/>
          <p14:tracePt t="33022" x="5461000" y="2038350"/>
          <p14:tracePt t="33038" x="5568950" y="2044700"/>
          <p14:tracePt t="33055" x="5619750" y="2051050"/>
          <p14:tracePt t="33071" x="5689600" y="2057400"/>
          <p14:tracePt t="33087" x="5727700" y="2057400"/>
          <p14:tracePt t="33104" x="5803900" y="2057400"/>
          <p14:tracePt t="33121" x="5873750" y="2057400"/>
          <p14:tracePt t="33137" x="5911850" y="2057400"/>
          <p14:tracePt t="33155" x="5994400" y="2076450"/>
          <p14:tracePt t="33170" x="6076950" y="2082800"/>
          <p14:tracePt t="33187" x="6102350" y="2082800"/>
          <p14:tracePt t="33204" x="6159500" y="2082800"/>
          <p14:tracePt t="33221" x="6203950" y="2082800"/>
          <p14:tracePt t="33237" x="6223000" y="2082800"/>
          <p14:tracePt t="33254" x="6273800" y="2076450"/>
          <p14:tracePt t="33270" x="6311900" y="2076450"/>
          <p14:tracePt t="33288" x="6330950" y="2076450"/>
          <p14:tracePt t="33304" x="6343650" y="2082800"/>
          <p14:tracePt t="33320" x="6350000" y="2089150"/>
          <p14:tracePt t="33338" x="6362700" y="2095500"/>
          <p14:tracePt t="33353" x="6369050" y="2101850"/>
          <p14:tracePt t="33694" x="6419850" y="2101850"/>
          <p14:tracePt t="33703" x="6508750" y="2108200"/>
          <p14:tracePt t="33708" x="6597650" y="2108200"/>
          <p14:tracePt t="33722" x="6686550" y="2108200"/>
          <p14:tracePt t="33736" x="6788150" y="2108200"/>
          <p14:tracePt t="33752" x="6991350" y="2095500"/>
          <p14:tracePt t="33769" x="7080250" y="2082800"/>
          <p14:tracePt t="33786" x="7270750" y="2063750"/>
          <p14:tracePt t="33802" x="7442200" y="2057400"/>
          <p14:tracePt t="33818" x="7505700" y="2057400"/>
          <p14:tracePt t="33835" x="7620000" y="2057400"/>
          <p14:tracePt t="33852" x="7689850" y="2057400"/>
          <p14:tracePt t="33868" x="7727950" y="2063750"/>
          <p14:tracePt t="33885" x="7778750" y="2063750"/>
          <p14:tracePt t="33901" x="7816850" y="2063750"/>
          <p14:tracePt t="33919" x="7861300" y="2070100"/>
          <p14:tracePt t="33934" x="7880350" y="2070100"/>
          <p14:tracePt t="33951" x="7905750" y="2070100"/>
          <p14:tracePt t="33968" x="7912100" y="2070100"/>
          <p14:tracePt t="33984" x="7918450" y="2070100"/>
          <p14:tracePt t="34001" x="7924800" y="2070100"/>
          <p14:tracePt t="34080" x="7918450" y="2070100"/>
          <p14:tracePt t="34102" x="7912100" y="2070100"/>
          <p14:tracePt t="34108" x="7905750" y="2070100"/>
          <p14:tracePt t="34122" x="7880350" y="2070100"/>
          <p14:tracePt t="34133" x="7854950" y="2076450"/>
          <p14:tracePt t="34151" x="7747000" y="2089150"/>
          <p14:tracePt t="34167" x="7658100" y="2089150"/>
          <p14:tracePt t="34184" x="7391400" y="2101850"/>
          <p14:tracePt t="34200" x="7016750" y="2114550"/>
          <p14:tracePt t="34217" x="6781800" y="2114550"/>
          <p14:tracePt t="34235" x="6261100" y="2108200"/>
          <p14:tracePt t="34250" x="5842000" y="2108200"/>
          <p14:tracePt t="34267" x="5676900" y="2108200"/>
          <p14:tracePt t="34284" x="5397500" y="2108200"/>
          <p14:tracePt t="34301" x="5194300" y="2120900"/>
          <p14:tracePt t="34317" x="5130800" y="2127250"/>
          <p14:tracePt t="34333" x="4997450" y="2146300"/>
          <p14:tracePt t="34350" x="4933950" y="2159000"/>
          <p14:tracePt t="34366" x="4813300" y="2171700"/>
          <p14:tracePt t="34383" x="4667250" y="2216150"/>
          <p14:tracePt t="34400" x="4597400" y="2241550"/>
          <p14:tracePt t="34417" x="4406900" y="2305050"/>
          <p14:tracePt t="34433" x="4197350" y="2355850"/>
          <p14:tracePt t="34450" x="4095750" y="2374900"/>
          <p14:tracePt t="34466" x="3924300" y="2406650"/>
          <p14:tracePt t="34483" x="3771900" y="2425700"/>
          <p14:tracePt t="34499" x="3714750" y="2438400"/>
          <p14:tracePt t="34516" x="3600450" y="2444750"/>
          <p14:tracePt t="34532" x="3517900" y="2451100"/>
          <p14:tracePt t="34550" x="3467100" y="2457450"/>
          <p14:tracePt t="34566" x="3454400" y="2463800"/>
          <p14:tracePt t="34582" x="3435350" y="2482850"/>
          <p14:tracePt t="34600" x="3416300" y="2495550"/>
          <p14:tracePt t="34616" x="3416300" y="2514600"/>
          <p14:tracePt t="34632" x="3397250" y="2540000"/>
          <p14:tracePt t="34649" x="3390900" y="2578100"/>
          <p14:tracePt t="34666" x="3384550" y="2597150"/>
          <p14:tracePt t="34682" x="3378200" y="2616200"/>
          <p14:tracePt t="34698" x="3365500" y="2667000"/>
          <p14:tracePt t="34715" x="3352800" y="2679700"/>
          <p14:tracePt t="34733" x="3333750" y="2698750"/>
          <p14:tracePt t="34748" x="3327400" y="2711450"/>
          <p14:tracePt t="34765" x="3289300" y="2730500"/>
          <p14:tracePt t="34782" x="3257550" y="2749550"/>
          <p14:tracePt t="34798" x="3225800" y="2774950"/>
          <p14:tracePt t="34815" x="3149600" y="2819400"/>
          <p14:tracePt t="34832" x="3060700" y="2851150"/>
          <p14:tracePt t="34848" x="3016250" y="2870200"/>
          <p14:tracePt t="34865" x="2971800" y="2876550"/>
          <p14:tracePt t="34881" x="2933700" y="2882900"/>
          <p14:tracePt t="34898" x="2921000" y="2882900"/>
          <p14:tracePt t="34915" x="2908300" y="2889250"/>
          <p14:tracePt t="34931" x="2901950" y="2889250"/>
          <p14:tracePt t="34966" x="2895600" y="2889250"/>
          <p14:tracePt t="35034" x="2901950" y="2882900"/>
          <p14:tracePt t="35062" x="2914650" y="2876550"/>
          <p14:tracePt t="35083" x="2921000" y="2870200"/>
          <p14:tracePt t="35090" x="2933700" y="2863850"/>
          <p14:tracePt t="35104" x="2946400" y="2857500"/>
          <p14:tracePt t="35114" x="2952750" y="2851150"/>
          <p14:tracePt t="35130" x="2971800" y="2844800"/>
          <p14:tracePt t="35147" x="3003550" y="2825750"/>
          <p14:tracePt t="35164" x="3041650" y="2800350"/>
          <p14:tracePt t="35180" x="3060700" y="2781300"/>
          <p14:tracePt t="35197" x="3098800" y="2736850"/>
          <p14:tracePt t="35213" x="3168650" y="2660650"/>
          <p14:tracePt t="35231" x="3244850" y="2565400"/>
          <p14:tracePt t="35247" x="3270250" y="2520950"/>
          <p14:tracePt t="35263" x="3327400" y="2444750"/>
          <p14:tracePt t="35280" x="3371850" y="2381250"/>
          <p14:tracePt t="35296" x="3384550" y="2349500"/>
          <p14:tracePt t="35313" x="3403600" y="2317750"/>
          <p14:tracePt t="35330" x="3416300" y="2273300"/>
          <p14:tracePt t="35347" x="3429000" y="2216150"/>
          <p14:tracePt t="35364" x="3435350" y="2197100"/>
          <p14:tracePt t="35380" x="3435350" y="2146300"/>
          <p14:tracePt t="35396" x="3435350" y="2101850"/>
          <p14:tracePt t="35413" x="3435350" y="2082800"/>
          <p14:tracePt t="35429" x="3429000" y="2063750"/>
          <p14:tracePt t="35446" x="3429000" y="2051050"/>
          <p14:tracePt t="35463" x="3422650" y="2044700"/>
          <p14:tracePt t="35791" x="3422650" y="2051050"/>
          <p14:tracePt t="36044" x="3429000" y="2051050"/>
          <p14:tracePt t="36051" x="3435350" y="2051050"/>
          <p14:tracePt t="36065" x="3448050" y="2051050"/>
          <p14:tracePt t="36077" x="3460750" y="2051050"/>
          <p14:tracePt t="36094" x="3511550" y="2051050"/>
          <p14:tracePt t="36110" x="3549650" y="2038350"/>
          <p14:tracePt t="36127" x="3663950" y="2038350"/>
          <p14:tracePt t="36143" x="3803650" y="2044700"/>
          <p14:tracePt t="36160" x="3879850" y="2044700"/>
          <p14:tracePt t="36177" x="4013200" y="2051050"/>
          <p14:tracePt t="36193" x="4083050" y="2057400"/>
          <p14:tracePt t="36210" x="4102100" y="2057400"/>
          <p14:tracePt t="36227" x="4133850" y="2057400"/>
          <p14:tracePt t="36243" x="4140200" y="2057400"/>
          <p14:tracePt t="36260" x="4146550" y="2057400"/>
          <p14:tracePt t="36387" x="4152900" y="2057400"/>
          <p14:tracePt t="36436" x="4159250" y="2057400"/>
          <p14:tracePt t="36444" x="4165600" y="2057400"/>
          <p14:tracePt t="36528" x="4171950" y="2051050"/>
          <p14:tracePt t="36555" x="4178300" y="2051050"/>
          <p14:tracePt t="36563" x="4184650" y="2051050"/>
          <p14:tracePt t="36626" x="4191000" y="2051050"/>
          <p14:tracePt t="36647" x="4197350" y="2051050"/>
          <p14:tracePt t="36654" x="4210050" y="2051050"/>
          <p14:tracePt t="36668" x="4222750" y="2051050"/>
          <p14:tracePt t="36678" x="4241800" y="2051050"/>
          <p14:tracePt t="36691" x="4273550" y="2051050"/>
          <p14:tracePt t="36708" x="4387850" y="2070100"/>
          <p14:tracePt t="36725" x="4559300" y="2101850"/>
          <p14:tracePt t="36742" x="4660900" y="2108200"/>
          <p14:tracePt t="36759" x="4902200" y="2152650"/>
          <p14:tracePt t="36775" x="5156200" y="2184400"/>
          <p14:tracePt t="36792" x="5289550" y="2203450"/>
          <p14:tracePt t="36808" x="5530850" y="2228850"/>
          <p14:tracePt t="36825" x="5632450" y="2235200"/>
          <p14:tracePt t="36841" x="5835650" y="2254250"/>
          <p14:tracePt t="36858" x="6038850" y="2279650"/>
          <p14:tracePt t="36874" x="6127750" y="2286000"/>
          <p14:tracePt t="36892" x="6388100" y="2298700"/>
          <p14:tracePt t="36907" x="6464300" y="2298700"/>
          <p14:tracePt t="36924" x="6527800" y="2298700"/>
          <p14:tracePt t="36941" x="6667500" y="2305050"/>
          <p14:tracePt t="36958" x="6781800" y="2317750"/>
          <p14:tracePt t="36974" x="6826250" y="2324100"/>
          <p14:tracePt t="36992" x="6896100" y="2324100"/>
          <p14:tracePt t="37007" x="6953250" y="2330450"/>
          <p14:tracePt t="37024" x="6965950" y="2330450"/>
          <p14:tracePt t="37041" x="7004050" y="2330450"/>
          <p14:tracePt t="37057" x="7035800" y="2330450"/>
          <p14:tracePt t="37075" x="7054850" y="2330450"/>
          <p14:tracePt t="37090" x="7067550" y="2330450"/>
          <p14:tracePt t="37107" x="7080250" y="2330450"/>
          <p14:tracePt t="37159" x="7086600" y="2330450"/>
          <p14:tracePt t="37502" x="7086600" y="2336800"/>
          <p14:tracePt t="39041" x="7042150" y="2336800"/>
          <p14:tracePt t="39047" x="6940550" y="2349500"/>
          <p14:tracePt t="39054" x="6826250" y="2368550"/>
          <p14:tracePt t="39070" x="6699250" y="2387600"/>
          <p14:tracePt t="39084" x="6407150" y="2432050"/>
          <p14:tracePt t="39100" x="6261100" y="2457450"/>
          <p14:tracePt t="39117" x="6089650" y="2482850"/>
          <p14:tracePt t="39133" x="5486400" y="2546350"/>
          <p14:tracePt t="39150" x="5245100" y="2559050"/>
          <p14:tracePt t="39167" x="4762500" y="2603500"/>
          <p14:tracePt t="39183" x="4597400" y="2616200"/>
          <p14:tracePt t="39200" x="4235450" y="2667000"/>
          <p14:tracePt t="39217" x="3911600" y="2724150"/>
          <p14:tracePt t="39233" x="3784600" y="2736850"/>
          <p14:tracePt t="39250" x="3562350" y="2768600"/>
          <p14:tracePt t="39266" x="3384550" y="2819400"/>
          <p14:tracePt t="39283" x="3276600" y="2838450"/>
          <p14:tracePt t="39300" x="3098800" y="2870200"/>
          <p14:tracePt t="39316" x="2946400" y="2876550"/>
          <p14:tracePt t="39333" x="2889250" y="2876550"/>
          <p14:tracePt t="39350" x="2813050" y="2876550"/>
          <p14:tracePt t="39366" x="2768600" y="2870200"/>
          <p14:tracePt t="39382" x="2762250" y="2870200"/>
          <p14:tracePt t="39399" x="2762250" y="2876550"/>
          <p14:tracePt t="39415" x="2787650" y="2876550"/>
          <p14:tracePt t="39779" x="2762250" y="2889250"/>
          <p14:tracePt t="39786" x="2730500" y="2914650"/>
          <p14:tracePt t="39797" x="2667000" y="2952750"/>
          <p14:tracePt t="39815" x="2578100" y="3022600"/>
          <p14:tracePt t="39831" x="2520950" y="3054350"/>
          <p14:tracePt t="39848" x="2489200" y="3079750"/>
          <p14:tracePt t="39863" x="2381250" y="3136900"/>
          <p14:tracePt t="39881" x="2349500" y="3162300"/>
          <p14:tracePt t="39898" x="2330450" y="3175000"/>
          <p14:tracePt t="39915" x="2298700" y="3194050"/>
          <p14:tracePt t="39931" x="2273300" y="3206750"/>
          <p14:tracePt t="39948" x="2247900" y="3232150"/>
          <p14:tracePt t="39964" x="2247900" y="3238500"/>
          <p14:tracePt t="39980" x="2235200" y="3251200"/>
          <p14:tracePt t="39997" x="2228850" y="3263900"/>
          <p14:tracePt t="40046" x="2228850" y="3270250"/>
          <p14:tracePt t="40999" x="2228850" y="3251200"/>
          <p14:tracePt t="41006" x="2260600" y="3194050"/>
          <p14:tracePt t="41020" x="2298700" y="3111500"/>
          <p14:tracePt t="41029" x="2349500" y="3009900"/>
          <p14:tracePt t="41043" x="2406650" y="2870200"/>
          <p14:tracePt t="41060" x="2622550" y="2381250"/>
          <p14:tracePt t="41077" x="2870200" y="1771650"/>
          <p14:tracePt t="41093" x="2965450" y="1479550"/>
          <p14:tracePt t="41110" x="3028950" y="1200150"/>
          <p14:tracePt t="41127" x="3092450" y="895350"/>
          <p14:tracePt t="41143" x="3098800" y="850900"/>
          <p14:tracePt t="41161" x="3111500" y="819150"/>
          <p14:tracePt t="41176" x="3111500" y="812800"/>
          <p14:tracePt t="41193" x="3111500" y="806450"/>
          <p14:tracePt t="41335" x="3111500" y="800100"/>
          <p14:tracePt t="41661" x="3098800" y="812800"/>
          <p14:tracePt t="41667" x="3079750" y="850900"/>
          <p14:tracePt t="41681" x="3060700" y="882650"/>
          <p14:tracePt t="41691" x="3048000" y="901700"/>
          <p14:tracePt t="41708" x="3028950" y="933450"/>
          <p14:tracePt t="41725" x="3016250" y="971550"/>
          <p14:tracePt t="41741" x="3009900" y="996950"/>
          <p14:tracePt t="41758" x="3009900" y="1003300"/>
          <p14:tracePt t="41774" x="3003550" y="1009650"/>
          <p14:tracePt t="42600" x="2997200" y="1009650"/>
          <p14:tracePt t="42622" x="2997200" y="1016000"/>
          <p14:tracePt t="42628" x="2997200" y="1022350"/>
          <p14:tracePt t="42642" x="2984500" y="1035050"/>
          <p14:tracePt t="42663" x="2971800" y="1047750"/>
          <p14:tracePt t="42671" x="2959100" y="1073150"/>
          <p14:tracePt t="42688" x="2946400" y="1092200"/>
          <p14:tracePt t="42705" x="2908300" y="1174750"/>
          <p14:tracePt t="42721" x="2851150" y="1276350"/>
          <p14:tracePt t="42737" x="2819400" y="1346200"/>
          <p14:tracePt t="42741" x="2781300" y="1416050"/>
          <p14:tracePt t="42757" x="2755900" y="1479550"/>
          <p14:tracePt t="42771" x="2724150" y="1562100"/>
          <p14:tracePt t="42787" x="2705100" y="1651000"/>
          <p14:tracePt t="42804" x="2622550" y="1955800"/>
          <p14:tracePt t="42820" x="2597150" y="2070100"/>
          <p14:tracePt t="42837" x="2559050" y="2273300"/>
          <p14:tracePt t="42854" x="2540000" y="2457450"/>
          <p14:tracePt t="42870" x="2527300" y="2520950"/>
          <p14:tracePt t="42888" x="2520950" y="2660650"/>
          <p14:tracePt t="42903" x="2501900" y="2768600"/>
          <p14:tracePt t="42920" x="2501900" y="2806700"/>
          <p14:tracePt t="42937" x="2489200" y="2876550"/>
          <p14:tracePt t="42953" x="2489200" y="2933700"/>
          <p14:tracePt t="42970" x="2489200" y="2959100"/>
          <p14:tracePt t="42987" x="2489200" y="3016250"/>
          <p14:tracePt t="43003" x="2489200" y="3054350"/>
          <p14:tracePt t="43020" x="2495550" y="3060700"/>
          <p14:tracePt t="43036" x="2520950" y="3067050"/>
          <p14:tracePt t="43444" x="2520950" y="3060700"/>
          <p14:tracePt t="43452" x="2520950" y="3035300"/>
          <p14:tracePt t="43465" x="2527300" y="2990850"/>
          <p14:tracePt t="43472" x="2527300" y="2940050"/>
          <p14:tracePt t="43487" x="2540000" y="2876550"/>
          <p14:tracePt t="43501" x="2546350" y="2730500"/>
          <p14:tracePt t="43518" x="2559050" y="2654300"/>
          <p14:tracePt t="43535" x="2559050" y="2578100"/>
          <p14:tracePt t="43551" x="2533650" y="2406650"/>
          <p14:tracePt t="43568" x="2482850" y="2260600"/>
          <p14:tracePt t="43585" x="2425700" y="2127250"/>
          <p14:tracePt t="43601" x="2393950" y="2057400"/>
          <p14:tracePt t="43618" x="2330450" y="1930400"/>
          <p14:tracePt t="43635" x="2266950" y="1828800"/>
          <p14:tracePt t="43651" x="2247900" y="1797050"/>
          <p14:tracePt t="43668" x="2216150" y="1733550"/>
          <p14:tracePt t="43684" x="2184400" y="1701800"/>
          <p14:tracePt t="43701" x="2184400" y="1695450"/>
          <p14:tracePt t="43718" x="2178050" y="1682750"/>
          <p14:tracePt t="43745" x="2171700" y="1676400"/>
          <p14:tracePt t="44088" x="2165350" y="1701800"/>
          <p14:tracePt t="44102" x="2139950" y="1733550"/>
          <p14:tracePt t="44109" x="2120900" y="1778000"/>
          <p14:tracePt t="44118" x="2101850" y="1822450"/>
          <p14:tracePt t="44132" x="2089150" y="1873250"/>
          <p14:tracePt t="44149" x="2057400" y="1968500"/>
          <p14:tracePt t="44166" x="2044700" y="2063750"/>
          <p14:tracePt t="44182" x="2032000" y="2120900"/>
          <p14:tracePt t="44199" x="2006600" y="2273300"/>
          <p14:tracePt t="44216" x="1974850" y="2432050"/>
          <p14:tracePt t="44232" x="1955800" y="2514600"/>
          <p14:tracePt t="44250" x="1905000" y="2673350"/>
          <p14:tracePt t="44266" x="1866900" y="2819400"/>
          <p14:tracePt t="44282" x="1847850" y="2882900"/>
          <p14:tracePt t="44299" x="1822450" y="2965450"/>
          <p14:tracePt t="44315" x="1797050" y="3022600"/>
          <p14:tracePt t="44332" x="1784350" y="3048000"/>
          <p14:tracePt t="44348" x="1771650" y="3086100"/>
          <p14:tracePt t="44365" x="1758950" y="3117850"/>
          <p14:tracePt t="44383" x="1739900" y="3136900"/>
          <p14:tracePt t="44399" x="1727200" y="3181350"/>
          <p14:tracePt t="44415" x="1720850" y="3194050"/>
          <p14:tracePt t="44432" x="1676400" y="3251200"/>
          <p14:tracePt t="44448" x="1663700" y="3263900"/>
          <p14:tracePt t="44467" x="1631950" y="3302000"/>
          <p14:tracePt t="44481" x="1606550" y="3314700"/>
          <p14:tracePt t="44499" x="1536700" y="3346450"/>
          <p14:tracePt t="44514" x="1498600" y="3352800"/>
          <p14:tracePt t="44532" x="1416050" y="3371850"/>
          <p14:tracePt t="44548" x="1333500" y="3378200"/>
          <p14:tracePt t="44566" x="1270000" y="3365500"/>
          <p14:tracePt t="44581" x="1238250" y="3340100"/>
          <p14:tracePt t="44598" x="1200150" y="3282950"/>
          <p14:tracePt t="44615" x="1162050" y="3200400"/>
          <p14:tracePt t="44631" x="1155700" y="3143250"/>
          <p14:tracePt t="44648" x="1136650" y="2990850"/>
          <p14:tracePt t="44664" x="1123950" y="2762250"/>
          <p14:tracePt t="44681" x="1117600" y="2647950"/>
          <p14:tracePt t="44699" x="1104900" y="2419350"/>
          <p14:tracePt t="44714" x="1092200" y="2241550"/>
          <p14:tracePt t="44730" x="1092200" y="2165350"/>
          <p14:tracePt t="44748" x="1092200" y="2089150"/>
          <p14:tracePt t="44764" x="1085850" y="1911350"/>
          <p14:tracePt t="44781" x="1073150" y="1739900"/>
          <p14:tracePt t="44797" x="1054100" y="1600200"/>
          <p14:tracePt t="44813" x="1054100" y="1536700"/>
          <p14:tracePt t="44831" x="1047750" y="1428750"/>
          <p14:tracePt t="44847" x="1047750" y="1314450"/>
          <p14:tracePt t="44864" x="1066800" y="1257300"/>
          <p14:tracePt t="44880" x="1092200" y="1187450"/>
          <p14:tracePt t="44897" x="1136650" y="1111250"/>
          <p14:tracePt t="44914" x="1181100" y="1073150"/>
          <p14:tracePt t="44930" x="1276350" y="990600"/>
          <p14:tracePt t="44946" x="1365250" y="927100"/>
          <p14:tracePt t="44963" x="1409700" y="908050"/>
          <p14:tracePt t="44980" x="1447800" y="895350"/>
          <p14:tracePt t="44996" x="1485900" y="889000"/>
          <p14:tracePt t="45013" x="1492250" y="889000"/>
          <p14:tracePt t="45029" x="1504950" y="882650"/>
          <p14:tracePt t="45077" x="1511300" y="882650"/>
          <p14:tracePt t="45119" x="1517650" y="882650"/>
          <p14:tracePt t="45126" x="1517650" y="889000"/>
          <p14:tracePt t="45147" x="1524000" y="895350"/>
          <p14:tracePt t="45154" x="1530350" y="895350"/>
          <p14:tracePt t="45168" x="1530350" y="908050"/>
          <p14:tracePt t="45179" x="1536700" y="914400"/>
          <p14:tracePt t="45197" x="1555750" y="939800"/>
          <p14:tracePt t="45212" x="1568450" y="952500"/>
          <p14:tracePt t="45229" x="1600200" y="990600"/>
          <p14:tracePt t="45246" x="1631950" y="1022350"/>
          <p14:tracePt t="45262" x="1657350" y="1047750"/>
          <p14:tracePt t="45279" x="1689100" y="1079500"/>
          <p14:tracePt t="45295" x="1727200" y="1117600"/>
          <p14:tracePt t="45312" x="1733550" y="1136650"/>
          <p14:tracePt t="45329" x="1739900" y="1149350"/>
          <p14:tracePt t="45345" x="1778000" y="1200150"/>
          <p14:tracePt t="45362" x="1784350" y="1212850"/>
          <p14:tracePt t="45379" x="1797050" y="1238250"/>
          <p14:tracePt t="45395" x="1809750" y="1250950"/>
          <p14:tracePt t="45412" x="1835150" y="1282700"/>
          <p14:tracePt t="45428" x="1879600" y="1301750"/>
          <p14:tracePt t="45445" x="1892300" y="1308100"/>
          <p14:tracePt t="45461" x="1936750" y="1308100"/>
          <p14:tracePt t="45478" x="1987550" y="1308100"/>
          <p14:tracePt t="45495" x="2006600" y="1308100"/>
          <p14:tracePt t="45512" x="2057400" y="1289050"/>
          <p14:tracePt t="45528" x="2120900" y="1270000"/>
          <p14:tracePt t="45544" x="2152650" y="1263650"/>
          <p14:tracePt t="45561" x="2209800" y="1238250"/>
          <p14:tracePt t="45577" x="2266950" y="1225550"/>
          <p14:tracePt t="45594" x="2292350" y="1219200"/>
          <p14:tracePt t="45611" x="2343150" y="1206500"/>
          <p14:tracePt t="45627" x="2374900" y="1200150"/>
          <p14:tracePt t="45645" x="2406650" y="1200150"/>
          <p14:tracePt t="45661" x="2425700" y="1200150"/>
          <p14:tracePt t="45677" x="2457450" y="1193800"/>
          <p14:tracePt t="45694" x="2501900" y="1187450"/>
          <p14:tracePt t="45711" x="2546350" y="1181100"/>
          <p14:tracePt t="45727" x="2565400" y="1174750"/>
          <p14:tracePt t="45744" x="2609850" y="1174750"/>
          <p14:tracePt t="45760" x="2628900" y="1174750"/>
          <p14:tracePt t="45764" x="2647950" y="1174750"/>
          <p14:tracePt t="45778" x="2667000" y="1174750"/>
          <p14:tracePt t="45793" x="2686050" y="1174750"/>
          <p14:tracePt t="45810" x="2698750" y="1181100"/>
          <p14:tracePt t="45827" x="2705100" y="1181100"/>
          <p14:tracePt t="45946" x="2698750" y="1181100"/>
          <p14:tracePt t="45974" x="2692400" y="1181100"/>
          <p14:tracePt t="45989" x="2686050" y="1181100"/>
          <p14:tracePt t="46003" x="2686050" y="1174750"/>
          <p14:tracePt t="46016" x="2679700" y="1174750"/>
          <p14:tracePt t="46026" x="2673350" y="1174750"/>
          <p14:tracePt t="46042" x="2667000" y="1174750"/>
          <p14:tracePt t="46060" x="2641600" y="1168400"/>
          <p14:tracePt t="46076" x="2628900" y="1149350"/>
          <p14:tracePt t="46093" x="2590800" y="1136650"/>
          <p14:tracePt t="46109" x="2552700" y="1117600"/>
          <p14:tracePt t="46126" x="2533650" y="1111250"/>
          <p14:tracePt t="46143" x="2508250" y="1098550"/>
          <p14:tracePt t="46159" x="2470150" y="1085850"/>
          <p14:tracePt t="46176" x="2451100" y="1085850"/>
          <p14:tracePt t="46192" x="2393950" y="1092200"/>
          <p14:tracePt t="46209" x="2311400" y="1117600"/>
          <p14:tracePt t="46225" x="2254250" y="1136650"/>
          <p14:tracePt t="46242" x="2146300" y="1181100"/>
          <p14:tracePt t="46258" x="2044700" y="1219200"/>
          <p14:tracePt t="46276" x="2000250" y="1231900"/>
          <p14:tracePt t="46278" x="1981200" y="1244600"/>
          <p14:tracePt t="46292" x="1968500" y="1250950"/>
          <p14:tracePt t="46308" x="1955800" y="1257300"/>
          <p14:tracePt t="46325" x="1943100" y="1257300"/>
          <p14:tracePt t="46381" x="1943100" y="1263650"/>
          <p14:tracePt t="46431" x="1943100" y="1270000"/>
          <p14:tracePt t="46437" x="1949450" y="1270000"/>
          <p14:tracePt t="46459" x="1955800" y="1270000"/>
          <p14:tracePt t="46466" x="1968500" y="1270000"/>
          <p14:tracePt t="46487" x="1974850" y="1270000"/>
          <p14:tracePt t="46501" x="1993900" y="1270000"/>
          <p14:tracePt t="46510" x="2025650" y="1276350"/>
          <p14:tracePt t="46525" x="2063750" y="1276350"/>
          <p14:tracePt t="46541" x="2127250" y="1289050"/>
          <p14:tracePt t="46558" x="2273300" y="1295400"/>
          <p14:tracePt t="46574" x="2451100" y="1308100"/>
          <p14:tracePt t="46592" x="2540000" y="1308100"/>
          <p14:tracePt t="46607" x="2679700" y="1314450"/>
          <p14:tracePt t="46624" x="2762250" y="1327150"/>
          <p14:tracePt t="46641" x="2794000" y="1327150"/>
          <p14:tracePt t="46657" x="2806700" y="1327150"/>
          <p14:tracePt t="46674" x="2813050" y="1333500"/>
          <p14:tracePt t="46691" x="2819400" y="1333500"/>
          <p14:tracePt t="46942" x="2838450" y="1339850"/>
          <p14:tracePt t="46949" x="2876550" y="1339850"/>
          <p14:tracePt t="46958" x="2927350" y="1352550"/>
          <p14:tracePt t="46972" x="2990850" y="1358900"/>
          <p14:tracePt t="46989" x="3079750" y="1358900"/>
          <p14:tracePt t="47006" x="3263900" y="1371600"/>
          <p14:tracePt t="47023" x="3441700" y="1371600"/>
          <p14:tracePt t="47040" x="3517900" y="1371600"/>
          <p14:tracePt t="47056" x="3657600" y="1371600"/>
          <p14:tracePt t="47072" x="3771900" y="1371600"/>
          <p14:tracePt t="47089" x="3860800" y="1371600"/>
          <p14:tracePt t="47106" x="3924300" y="1371600"/>
          <p14:tracePt t="47122" x="4019550" y="1371600"/>
          <p14:tracePt t="47139" x="4089400" y="1371600"/>
          <p14:tracePt t="47155" x="4114800" y="1371600"/>
          <p14:tracePt t="47172" x="4165600" y="1365250"/>
          <p14:tracePt t="47189" x="4203700" y="1358900"/>
          <p14:tracePt t="47205" x="4216400" y="1358900"/>
          <p14:tracePt t="47222" x="4235450" y="1358900"/>
          <p14:tracePt t="47239" x="4292600" y="1346200"/>
          <p14:tracePt t="47255" x="4311650" y="1346200"/>
          <p14:tracePt t="47273" x="4337050" y="1346200"/>
          <p14:tracePt t="47288" x="4356100" y="1346200"/>
          <p14:tracePt t="47305" x="4381500" y="1352550"/>
          <p14:tracePt t="47322" x="4425950" y="1365250"/>
          <p14:tracePt t="47338" x="4445000" y="1365250"/>
          <p14:tracePt t="47355" x="4464050" y="1371600"/>
          <p14:tracePt t="47372" x="4508500" y="1371600"/>
          <p14:tracePt t="47388" x="4533900" y="1371600"/>
          <p14:tracePt t="47405" x="4572000" y="1371600"/>
          <p14:tracePt t="47421" x="4597400" y="1371600"/>
          <p14:tracePt t="47438" x="4616450" y="1371600"/>
          <p14:tracePt t="47455" x="4648200" y="1377950"/>
          <p14:tracePt t="47471" x="4679950" y="1377950"/>
          <p14:tracePt t="47488" x="4705350" y="1371600"/>
          <p14:tracePt t="47504" x="4730750" y="1352550"/>
          <p14:tracePt t="47883" x="4781550" y="1371600"/>
          <p14:tracePt t="47890" x="4851400" y="1397000"/>
          <p14:tracePt t="47905" x="4921250" y="1428750"/>
          <p14:tracePt t="47920" x="5086350" y="1466850"/>
          <p14:tracePt t="47936" x="5181600" y="1479550"/>
          <p14:tracePt t="47954" x="5372100" y="1485900"/>
          <p14:tracePt t="47969" x="5448300" y="1485900"/>
          <p14:tracePt t="47986" x="5556250" y="1479550"/>
          <p14:tracePt t="48003" x="5613400" y="1479550"/>
          <p14:tracePt t="48019" x="5619750" y="1479550"/>
          <p14:tracePt t="48036" x="5626100" y="1473200"/>
          <p14:tracePt t="48080" x="5632450" y="1473200"/>
          <p14:tracePt t="48121" x="5638800" y="1466850"/>
          <p14:tracePt t="48150" x="5645150" y="1460500"/>
          <p14:tracePt t="48171" x="5651500" y="1460500"/>
          <p14:tracePt t="48213" x="5651500" y="1454150"/>
          <p14:tracePt t="48234" x="5645150" y="1454150"/>
          <p14:tracePt t="48241" x="5632450" y="1454150"/>
          <p14:tracePt t="48255" x="5619750" y="1454150"/>
          <p14:tracePt t="48268" x="5594350" y="1460500"/>
          <p14:tracePt t="48285" x="5492750" y="1460500"/>
          <p14:tracePt t="48301" x="5384800" y="1473200"/>
          <p14:tracePt t="48319" x="5270500" y="1479550"/>
          <p14:tracePt t="48335" x="4749800" y="1492250"/>
          <p14:tracePt t="48351" x="4540250" y="1492250"/>
          <p14:tracePt t="48368" x="4064000" y="1473200"/>
          <p14:tracePt t="48384" x="3676650" y="1435100"/>
          <p14:tracePt t="48402" x="3333750" y="1384300"/>
          <p14:tracePt t="48418" x="3206750" y="1365250"/>
          <p14:tracePt t="48434" x="2952750" y="1333500"/>
          <p14:tracePt t="48452" x="2749550" y="1333500"/>
          <p14:tracePt t="48468" x="2660650" y="1320800"/>
          <p14:tracePt t="48484" x="2495550" y="1314450"/>
          <p14:tracePt t="48501" x="2305050" y="1327150"/>
          <p14:tracePt t="48517" x="2228850" y="1327150"/>
          <p14:tracePt t="48534" x="2139950" y="1327150"/>
          <p14:tracePt t="48551" x="1905000" y="1365250"/>
          <p14:tracePt t="48567" x="1835150" y="1371600"/>
          <p14:tracePt t="48585" x="1708150" y="1384300"/>
          <p14:tracePt t="48601" x="1612900" y="1403350"/>
          <p14:tracePt t="48617" x="1568450" y="1416050"/>
          <p14:tracePt t="48634" x="1517650" y="1441450"/>
          <p14:tracePt t="48651" x="1498600" y="1447800"/>
          <p14:tracePt t="48667" x="1485900" y="1454150"/>
          <p14:tracePt t="48684" x="1479550" y="1460500"/>
          <p14:tracePt t="48753" x="1492250" y="1460500"/>
          <p14:tracePt t="48760" x="1504950" y="1460500"/>
          <p14:tracePt t="48774" x="1524000" y="1460500"/>
          <p14:tracePt t="48783" x="1549400" y="1460500"/>
          <p14:tracePt t="48800" x="1574800" y="1460500"/>
          <p14:tracePt t="48817" x="1651000" y="1460500"/>
          <p14:tracePt t="48833" x="1771650" y="1460500"/>
          <p14:tracePt t="48850" x="1835150" y="1460500"/>
          <p14:tracePt t="48866" x="1936750" y="1454150"/>
          <p14:tracePt t="48883" x="1993900" y="1441450"/>
          <p14:tracePt t="48901" x="2063750" y="1428750"/>
          <p14:tracePt t="48916" x="2076450" y="1422400"/>
          <p14:tracePt t="48950" x="2082800" y="1422400"/>
          <p14:tracePt t="48966" x="2082800" y="1416050"/>
          <p14:tracePt t="48983" x="2070100" y="1416050"/>
          <p14:tracePt t="48999" x="2038350" y="1409700"/>
          <p14:tracePt t="49016" x="1993900" y="1403350"/>
          <p14:tracePt t="49033" x="1974850" y="1403350"/>
          <p14:tracePt t="49049" x="1911350" y="1403350"/>
          <p14:tracePt t="49065" x="1822450" y="1403350"/>
          <p14:tracePt t="49083" x="1790700" y="1403350"/>
          <p14:tracePt t="49099" x="1733550" y="1409700"/>
          <p14:tracePt t="49115" x="1701800" y="1422400"/>
          <p14:tracePt t="49133" x="1682750" y="1428750"/>
          <p14:tracePt t="49149" x="1676400" y="1428750"/>
          <p14:tracePt t="49182" x="1670050" y="1428750"/>
          <p14:tracePt t="49237" x="1663700" y="1428750"/>
          <p14:tracePt t="49511" x="1670050" y="1428750"/>
          <p14:tracePt t="49525" x="1676400" y="1428750"/>
          <p14:tracePt t="49546" x="1663700" y="1428750"/>
          <p14:tracePt t="50076" x="1676400" y="1428750"/>
          <p14:tracePt t="50083" x="1682750" y="1441450"/>
          <p14:tracePt t="50098" x="1695450" y="1460500"/>
          <p14:tracePt t="50111" x="1714500" y="1473200"/>
          <p14:tracePt t="50129" x="1758950" y="1498600"/>
          <p14:tracePt t="50146" x="1835150" y="1543050"/>
          <p14:tracePt t="50162" x="1892300" y="1568450"/>
          <p14:tracePt t="50178" x="2051050" y="1619250"/>
          <p14:tracePt t="50196" x="2241550" y="1651000"/>
          <p14:tracePt t="50212" x="2343150" y="1682750"/>
          <p14:tracePt t="50229" x="2609850" y="1746250"/>
          <p14:tracePt t="50245" x="2908300" y="1790700"/>
          <p14:tracePt t="50262" x="3048000" y="1816100"/>
          <p14:tracePt t="50279" x="3168650" y="1835150"/>
          <p14:tracePt t="50294" x="3448050" y="1835150"/>
          <p14:tracePt t="50311" x="3524250" y="1835150"/>
          <p14:tracePt t="50329" x="3587750" y="1835150"/>
          <p14:tracePt t="50344" x="3708400" y="1816100"/>
          <p14:tracePt t="50361" x="3733800" y="1803400"/>
          <p14:tracePt t="50378" x="3822700" y="1784350"/>
          <p14:tracePt t="50394" x="3854450" y="1778000"/>
          <p14:tracePt t="50411" x="3898900" y="1778000"/>
          <p14:tracePt t="50428" x="3943350" y="1758950"/>
          <p14:tracePt t="50444" x="3975100" y="1746250"/>
          <p14:tracePt t="50462" x="4006850" y="1733550"/>
          <p14:tracePt t="50477" x="4025900" y="1727200"/>
          <p14:tracePt t="50494" x="4032250" y="1727200"/>
          <p14:tracePt t="50546" x="4032250" y="1720850"/>
          <p14:tracePt t="50588" x="4025900" y="1720850"/>
          <p14:tracePt t="50707" x="4025900" y="1727200"/>
          <p14:tracePt t="50728" x="4032250" y="1739900"/>
          <p14:tracePt t="50735" x="4038600" y="1746250"/>
          <p14:tracePt t="50749" x="4044950" y="1752600"/>
          <p14:tracePt t="50760" x="4051300" y="1765300"/>
          <p14:tracePt t="50777" x="4070350" y="1778000"/>
          <p14:tracePt t="50793" x="4108450" y="1828800"/>
          <p14:tracePt t="50810" x="4140200" y="1879600"/>
          <p14:tracePt t="50827" x="4165600" y="1905000"/>
          <p14:tracePt t="50843" x="4197350" y="1949450"/>
          <p14:tracePt t="50859" x="4216400" y="1974850"/>
          <p14:tracePt t="50876" x="4222750" y="1981200"/>
          <p14:tracePt t="50945" x="4222750" y="1974850"/>
          <p14:tracePt t="50960" x="4216400" y="1968500"/>
          <p14:tracePt t="50967" x="4210050" y="1962150"/>
          <p14:tracePt t="50981" x="4203700" y="1949450"/>
          <p14:tracePt t="50992" x="4197350" y="1924050"/>
          <p14:tracePt t="51010" x="4184650" y="1885950"/>
          <p14:tracePt t="51025" x="4171950" y="1841500"/>
          <p14:tracePt t="51042" x="4159250" y="1797050"/>
          <p14:tracePt t="51059" x="4140200" y="1739900"/>
          <p14:tracePt t="51076" x="4140200" y="1733550"/>
          <p14:tracePt t="51093" x="4133850" y="1714500"/>
          <p14:tracePt t="51108" x="4127500" y="1708150"/>
          <p14:tracePt t="51142" x="4127500" y="1714500"/>
          <p14:tracePt t="51170" x="4127500" y="1727200"/>
          <p14:tracePt t="51178" x="4127500" y="1739900"/>
          <p14:tracePt t="51194" x="4127500" y="1752600"/>
          <p14:tracePt t="51208" x="4133850" y="1778000"/>
          <p14:tracePt t="51225" x="4133850" y="1797050"/>
          <p14:tracePt t="51242" x="4133850" y="1841500"/>
          <p14:tracePt t="51258" x="4140200" y="1860550"/>
          <p14:tracePt t="51275" x="4146550" y="1898650"/>
          <p14:tracePt t="51291" x="4146550" y="1905000"/>
          <p14:tracePt t="51308" x="4146550" y="1911350"/>
          <p14:tracePt t="51380" x="4146550" y="1905000"/>
          <p14:tracePt t="51388" x="4146550" y="1898650"/>
          <p14:tracePt t="51402" x="4146550" y="1892300"/>
          <p14:tracePt t="51410" x="4146550" y="1885950"/>
          <p14:tracePt t="51430" x="4140200" y="1873250"/>
          <p14:tracePt t="51440" x="4140200" y="1860550"/>
          <p14:tracePt t="51458" x="4127500" y="1822450"/>
          <p14:tracePt t="51474" x="4121150" y="1803400"/>
          <p14:tracePt t="51491" x="4114800" y="1771650"/>
          <p14:tracePt t="51507" x="4108450" y="1746250"/>
          <p14:tracePt t="51524" x="4102100" y="1739900"/>
          <p14:tracePt t="51540" x="4102100" y="1733550"/>
          <p14:tracePt t="51557" x="4102100" y="1727200"/>
          <p14:tracePt t="51573" x="4102100" y="1733550"/>
          <p14:tracePt t="51592" x="4102100" y="1746250"/>
          <p14:tracePt t="51607" x="4102100" y="1758950"/>
          <p14:tracePt t="51623" x="4108450" y="1784350"/>
          <p14:tracePt t="51640" x="4121150" y="1835150"/>
          <p14:tracePt t="51656" x="4127500" y="1854200"/>
          <p14:tracePt t="51673" x="4140200" y="1905000"/>
          <p14:tracePt t="51690" x="4152900" y="1930400"/>
          <p14:tracePt t="51706" x="4152900" y="1943100"/>
          <p14:tracePt t="51723" x="4152900" y="1949450"/>
          <p14:tracePt t="51756" x="4152900" y="1943100"/>
          <p14:tracePt t="51773" x="4152900" y="1917700"/>
          <p14:tracePt t="51790" x="4146550" y="1879600"/>
          <p14:tracePt t="51806" x="4140200" y="1847850"/>
          <p14:tracePt t="51810" x="4127500" y="1816100"/>
          <p14:tracePt t="51825" x="4108450" y="1797050"/>
          <p14:tracePt t="51839" x="4089400" y="1752600"/>
          <p14:tracePt t="51856" x="4083050" y="1733550"/>
          <p14:tracePt t="51872" x="4070350" y="1714500"/>
          <p14:tracePt t="51906" x="4070350" y="1708150"/>
          <p14:tracePt t="51928" x="4064000" y="1708150"/>
          <p14:tracePt t="51942" x="4064000" y="1714500"/>
          <p14:tracePt t="51956" x="4064000" y="1720850"/>
          <p14:tracePt t="51972" x="4057650" y="1727200"/>
          <p14:tracePt t="51989" x="4057650" y="1739900"/>
          <p14:tracePt t="52005" x="4051300" y="1758950"/>
          <p14:tracePt t="52022" x="4044950" y="1784350"/>
          <p14:tracePt t="52039" x="4038600" y="1797050"/>
          <p14:tracePt t="52055" x="4019550" y="1822450"/>
          <p14:tracePt t="52072" x="4019550" y="1841500"/>
          <p14:tracePt t="52090" x="4000500" y="1847850"/>
          <p14:tracePt t="52105" x="3987800" y="1854200"/>
          <p14:tracePt t="52122" x="3975100" y="1854200"/>
          <p14:tracePt t="52139" x="3841750" y="1847850"/>
          <p14:tracePt t="52155" x="3765550" y="1847850"/>
          <p14:tracePt t="52172" x="3663950" y="1847850"/>
          <p14:tracePt t="52188" x="3282950" y="1835150"/>
          <p14:tracePt t="52205" x="3130550" y="1828800"/>
          <p14:tracePt t="52222" x="2990850" y="1828800"/>
          <p14:tracePt t="52238" x="2711450" y="1828800"/>
          <p14:tracePt t="52255" x="2457450" y="1816100"/>
          <p14:tracePt t="52272" x="2266950" y="1816100"/>
          <p14:tracePt t="52288" x="2203450" y="1816100"/>
          <p14:tracePt t="52305" x="2095500" y="1828800"/>
          <p14:tracePt t="52322" x="2032000" y="1847850"/>
          <p14:tracePt t="52338" x="2012950" y="1847850"/>
          <p14:tracePt t="52355" x="1981200" y="1847850"/>
          <p14:tracePt t="52371" x="1968500" y="1854200"/>
          <p14:tracePt t="52503" x="1968500" y="1847850"/>
          <p14:tracePt t="52510" x="1968500" y="1841500"/>
          <p14:tracePt t="52524" x="1968500" y="1835150"/>
          <p14:tracePt t="52538" x="1968500" y="1816100"/>
          <p14:tracePt t="52580" x="1968500" y="1809750"/>
          <p14:tracePt t="52650" x="1968500" y="1816100"/>
          <p14:tracePt t="52664" x="1968500" y="1835150"/>
          <p14:tracePt t="52672" x="1968500" y="1847850"/>
          <p14:tracePt t="52686" x="1968500" y="1879600"/>
          <p14:tracePt t="52703" x="1974850" y="1936750"/>
          <p14:tracePt t="52720" x="1987550" y="2006600"/>
          <p14:tracePt t="52736" x="1987550" y="2032000"/>
          <p14:tracePt t="52753" x="2006600" y="2076450"/>
          <p14:tracePt t="52770" x="2012950" y="2101850"/>
          <p14:tracePt t="52786" x="2019300" y="2108200"/>
          <p14:tracePt t="52820" x="2025650" y="2089150"/>
          <p14:tracePt t="52836" x="2025650" y="2082800"/>
          <p14:tracePt t="52839" x="2025650" y="2076450"/>
          <p14:tracePt t="52855" x="2025650" y="2051050"/>
          <p14:tracePt t="52869" x="2025650" y="2038350"/>
          <p14:tracePt t="52886" x="2025650" y="2006600"/>
          <p14:tracePt t="52903" x="2012950" y="1968500"/>
          <p14:tracePt t="52919" x="2006600" y="1943100"/>
          <p14:tracePt t="52935" x="2000250" y="1924050"/>
          <p14:tracePt t="52952" x="1993900" y="1917700"/>
          <p14:tracePt t="53001" x="1993900" y="1924050"/>
          <p14:tracePt t="53015" x="1993900" y="1936750"/>
          <p14:tracePt t="53022" x="1993900" y="1949450"/>
          <p14:tracePt t="53036" x="1993900" y="1968500"/>
          <p14:tracePt t="53052" x="2006600" y="2012950"/>
          <p14:tracePt t="53068" x="2019300" y="2038350"/>
          <p14:tracePt t="53086" x="2032000" y="2082800"/>
          <p14:tracePt t="53102" x="2044700" y="2127250"/>
          <p14:tracePt t="53118" x="2044700" y="2133600"/>
          <p14:tracePt t="53135" x="2051050" y="2146300"/>
          <p14:tracePt t="53189" x="2057400" y="2146300"/>
          <p14:tracePt t="53225" x="2063750" y="2146300"/>
          <p14:tracePt t="53239" x="2063750" y="2139950"/>
          <p14:tracePt t="53684" x="2063750" y="2184400"/>
          <p14:tracePt t="53691" x="2063750" y="2260600"/>
          <p14:tracePt t="53705" x="2063750" y="2336800"/>
          <p14:tracePt t="53716" x="2063750" y="2438400"/>
          <p14:tracePt t="53733" x="2082800" y="2527300"/>
          <p14:tracePt t="53750" x="2133600" y="2724150"/>
          <p14:tracePt t="53766" x="2228850" y="2921000"/>
          <p14:tracePt t="53783" x="2298700" y="3098800"/>
          <p14:tracePt t="53800" x="2343150" y="3187700"/>
          <p14:tracePt t="53816" x="2413000" y="3352800"/>
          <p14:tracePt t="53832" x="2451100" y="3473450"/>
          <p14:tracePt t="53849" x="2463800" y="3505200"/>
          <p14:tracePt t="53853" x="2470150" y="3524250"/>
          <p14:tracePt t="53868" x="2476500" y="3556000"/>
          <p14:tracePt t="53882" x="2482850" y="3581400"/>
          <p14:tracePt t="53899" x="2482850" y="3587750"/>
          <p14:tracePt t="53916" x="2495550" y="3619500"/>
          <p14:tracePt t="53932" x="2495550" y="3625850"/>
          <p14:tracePt t="53949" x="2495550" y="3644900"/>
          <p14:tracePt t="53966" x="2495550" y="3663950"/>
          <p14:tracePt t="53982" x="2495550" y="3676650"/>
          <p14:tracePt t="53999" x="2482850" y="3689350"/>
          <p14:tracePt t="54015" x="2463800" y="3708400"/>
          <p14:tracePt t="54031" x="2451100" y="3721100"/>
          <p14:tracePt t="54049" x="2406650" y="3746500"/>
          <p14:tracePt t="54065" x="2336800" y="3765550"/>
          <p14:tracePt t="54082" x="2298700" y="3778250"/>
          <p14:tracePt t="54098" x="2216150" y="3784600"/>
          <p14:tracePt t="54115" x="2146300" y="3790950"/>
          <p14:tracePt t="54131" x="2108200" y="3790950"/>
          <p14:tracePt t="54148" x="2038350" y="3790950"/>
          <p14:tracePt t="54165" x="1974850" y="3790950"/>
          <p14:tracePt t="54182" x="1924050" y="3778250"/>
          <p14:tracePt t="54198" x="1898650" y="3759200"/>
          <p14:tracePt t="54214" x="1885950" y="3759200"/>
          <p14:tracePt t="54232" x="1847850" y="3733800"/>
          <p14:tracePt t="54248" x="1841500" y="3733800"/>
          <p14:tracePt t="54264" x="1828800" y="3727450"/>
          <p14:tracePt t="54281" x="1816100" y="3714750"/>
          <p14:tracePt t="54298" x="1797050" y="3695700"/>
          <p14:tracePt t="54315" x="1784350" y="3689350"/>
          <p14:tracePt t="54331" x="1758950" y="3651250"/>
          <p14:tracePt t="54348" x="1727200" y="3619500"/>
          <p14:tracePt t="54365" x="1695450" y="3581400"/>
          <p14:tracePt t="54381" x="1689100" y="3568700"/>
          <p14:tracePt t="54397" x="1663700" y="3543300"/>
          <p14:tracePt t="54414" x="1651000" y="3530600"/>
          <p14:tracePt t="54431" x="1644650" y="3530600"/>
          <p14:tracePt t="54447" x="1638300" y="3524250"/>
          <p14:tracePt t="54505" x="1631950" y="3524250"/>
          <p14:tracePt t="54596" x="1625600" y="3524250"/>
          <p14:tracePt t="54673" x="1619250" y="3524250"/>
          <p14:tracePt t="54877" x="1631950" y="3479800"/>
          <p14:tracePt t="54884" x="1651000" y="3403600"/>
          <p14:tracePt t="54898" x="1670050" y="3321050"/>
          <p14:tracePt t="54912" x="1701800" y="3238500"/>
          <p14:tracePt t="54929" x="1746250" y="3073400"/>
          <p14:tracePt t="54945" x="1771650" y="2990850"/>
          <p14:tracePt t="54962" x="1803400" y="2870200"/>
          <p14:tracePt t="54979" x="1822450" y="2800350"/>
          <p14:tracePt t="54997" x="1828800" y="2774950"/>
          <p14:tracePt t="55012" x="1835150" y="2768600"/>
          <p14:tracePt t="55028" x="1835150" y="2755900"/>
          <p14:tracePt t="55045" x="1835150" y="2749550"/>
          <p14:tracePt t="55108" x="1841500" y="2749550"/>
          <p14:tracePt t="55206" x="1841500" y="2743200"/>
          <p14:tracePt t="55214" x="1841500" y="2736850"/>
          <p14:tracePt t="55229" x="1841500" y="2724150"/>
          <p14:tracePt t="55245" x="1841500" y="2711450"/>
          <p14:tracePt t="55261" x="1841500" y="2686050"/>
          <p14:tracePt t="55278" x="1822450" y="2647950"/>
          <p14:tracePt t="55294" x="1822450" y="2628900"/>
          <p14:tracePt t="55311" x="1803400" y="2565400"/>
          <p14:tracePt t="55327" x="1784350" y="2520950"/>
          <p14:tracePt t="55344" x="1778000" y="2508250"/>
          <p14:tracePt t="55361" x="1765300" y="2489200"/>
          <p14:tracePt t="55377" x="1765300" y="2476500"/>
          <p14:tracePt t="55394" x="1765300" y="2470150"/>
          <p14:tracePt t="55427" x="1758950" y="2463800"/>
          <p14:tracePt t="55465" x="1758950" y="2457450"/>
          <p14:tracePt t="55550" x="1758950" y="2451100"/>
          <p14:tracePt t="55957" x="1758950" y="2463800"/>
          <p14:tracePt t="55971" x="1771650" y="2501900"/>
          <p14:tracePt t="55978" x="1784350" y="2527300"/>
          <p14:tracePt t="55992" x="1797050" y="2565400"/>
          <p14:tracePt t="56009" x="1828800" y="2628900"/>
          <p14:tracePt t="56025" x="1854200" y="2660650"/>
          <p14:tracePt t="56042" x="1885950" y="2705100"/>
          <p14:tracePt t="56058" x="1911350" y="2730500"/>
          <p14:tracePt t="56075" x="1924050" y="2743200"/>
          <p14:tracePt t="56091" x="1936750" y="2755900"/>
          <p14:tracePt t="56108" x="1943100" y="2762250"/>
          <p14:tracePt t="56125" x="1943100" y="2768600"/>
          <p14:tracePt t="56188" x="1949450" y="2768600"/>
          <p14:tracePt t="57191" x="1949450" y="2781300"/>
          <p14:tracePt t="57198" x="1949450" y="2800350"/>
          <p14:tracePt t="57212" x="1949450" y="2832100"/>
          <p14:tracePt t="57221" x="1949450" y="2857500"/>
          <p14:tracePt t="57237" x="1949450" y="2895600"/>
          <p14:tracePt t="57255" x="1936750" y="3028950"/>
          <p14:tracePt t="57271" x="1930400" y="3168650"/>
          <p14:tracePt t="57287" x="1917700" y="3232150"/>
          <p14:tracePt t="57304" x="1898650" y="3378200"/>
          <p14:tracePt t="57321" x="1860550" y="3524250"/>
          <p14:tracePt t="57337" x="1835150" y="3581400"/>
          <p14:tracePt t="57354" x="1797050" y="3676650"/>
          <p14:tracePt t="57370" x="1784350" y="3708400"/>
          <p14:tracePt t="57388" x="1739900" y="3784600"/>
          <p14:tracePt t="57404" x="1720850" y="3797300"/>
          <p14:tracePt t="57420" x="1708150" y="3803650"/>
          <p14:tracePt t="57437" x="1682750" y="3822700"/>
          <p14:tracePt t="57453" x="1657350" y="3841750"/>
          <p14:tracePt t="57470" x="1651000" y="3848100"/>
          <p14:tracePt t="57487" x="1631950" y="3854450"/>
          <p14:tracePt t="57503" x="1619250" y="3867150"/>
          <p14:tracePt t="57520" x="1612900" y="3873500"/>
          <p14:tracePt t="57536" x="1593850" y="3879850"/>
          <p14:tracePt t="57553" x="1587500" y="3886200"/>
          <p14:tracePt t="57570" x="1581150" y="3886200"/>
          <p14:tracePt t="57586" x="1581150" y="3892550"/>
          <p14:tracePt t="57603" x="1574800" y="3898900"/>
          <p14:tracePt t="57654" x="1574800" y="3905250"/>
          <p14:tracePt t="57752" x="1574800" y="3911600"/>
          <p14:tracePt t="57759" x="1587500" y="3911600"/>
          <p14:tracePt t="57773" x="1593850" y="3911600"/>
          <p14:tracePt t="57785" x="1606550" y="3911600"/>
          <p14:tracePt t="57802" x="1657350" y="3911600"/>
          <p14:tracePt t="57819" x="1682750" y="3911600"/>
          <p14:tracePt t="57835" x="1758950" y="3905250"/>
          <p14:tracePt t="57851" x="1879600" y="3886200"/>
          <p14:tracePt t="57868" x="1955800" y="3886200"/>
          <p14:tracePt t="57886" x="2095500" y="3886200"/>
          <p14:tracePt t="57902" x="2266950" y="3873500"/>
          <p14:tracePt t="57919" x="2368550" y="3873500"/>
          <p14:tracePt t="57922" x="2470150" y="3867150"/>
          <p14:tracePt t="57937" x="2559050" y="3867150"/>
          <p14:tracePt t="57952" x="2711450" y="3867150"/>
          <p14:tracePt t="57968" x="2774950" y="3867150"/>
          <p14:tracePt t="57985" x="2863850" y="3867150"/>
          <p14:tracePt t="58001" x="2895600" y="3867150"/>
          <p14:tracePt t="58019" x="2933700" y="3860800"/>
          <p14:tracePt t="58034" x="2940050" y="3860800"/>
          <p14:tracePt t="58180" x="2933700" y="3860800"/>
          <p14:tracePt t="58202" x="2927350" y="3860800"/>
          <p14:tracePt t="58215" x="2921000" y="3860800"/>
          <p14:tracePt t="58222" x="2914650" y="3860800"/>
          <p14:tracePt t="58234" x="2908300" y="3860800"/>
          <p14:tracePt t="58251" x="2895600" y="3867150"/>
          <p14:tracePt t="58267" x="2882900" y="3873500"/>
          <p14:tracePt t="58284" x="2857500" y="3886200"/>
          <p14:tracePt t="58301" x="2787650" y="3930650"/>
          <p14:tracePt t="58317" x="2743200" y="3962400"/>
          <p14:tracePt t="58334" x="2717800" y="3981450"/>
          <p14:tracePt t="58350" x="2667000" y="4019550"/>
          <p14:tracePt t="58367" x="2628900" y="4057650"/>
          <p14:tracePt t="58384" x="2603500" y="4076700"/>
          <p14:tracePt t="58417" x="2590800" y="4089400"/>
          <p14:tracePt t="58433" x="2584450" y="4089400"/>
          <p14:tracePt t="58524" x="2584450" y="4095750"/>
          <p14:tracePt t="58530" x="2590800" y="4095750"/>
          <p14:tracePt t="58545" x="2597150" y="4095750"/>
          <p14:tracePt t="58552" x="2603500" y="4095750"/>
          <p14:tracePt t="58568" x="2616200" y="4102100"/>
          <p14:tracePt t="58583" x="2647950" y="4102100"/>
          <p14:tracePt t="58599" x="2673350" y="4102100"/>
          <p14:tracePt t="58616" x="2787650" y="4108450"/>
          <p14:tracePt t="58632" x="2851150" y="4108450"/>
          <p14:tracePt t="58651" x="3073400" y="4102100"/>
          <p14:tracePt t="58666" x="3136900" y="4095750"/>
          <p14:tracePt t="58682" x="3187700" y="4083050"/>
          <p14:tracePt t="58699" x="3257550" y="4083050"/>
          <p14:tracePt t="58715" x="3289300" y="4076700"/>
          <p14:tracePt t="58732" x="3295650" y="4076700"/>
          <p14:tracePt t="58749" x="3308350" y="4076700"/>
          <p14:tracePt t="58765" x="3314700" y="4076700"/>
          <p14:tracePt t="58811" x="3321050" y="4076700"/>
          <p14:tracePt t="59064" x="3352800" y="4057650"/>
          <p14:tracePt t="59071" x="3409950" y="4051300"/>
          <p14:tracePt t="59085" x="3473450" y="4019550"/>
          <p14:tracePt t="59098" x="3556000" y="3994150"/>
          <p14:tracePt t="59114" x="3702050" y="3930650"/>
          <p14:tracePt t="59131" x="3784600" y="3905250"/>
          <p14:tracePt t="59148" x="3905250" y="3841750"/>
          <p14:tracePt t="59164" x="3949700" y="3816350"/>
          <p14:tracePt t="59181" x="3994150" y="3790950"/>
          <p14:tracePt t="59197" x="4057650" y="3759200"/>
          <p14:tracePt t="59214" x="4083050" y="3746500"/>
          <p14:tracePt t="59231" x="4102100" y="3740150"/>
          <p14:tracePt t="59247" x="4127500" y="3727450"/>
          <p14:tracePt t="59264" x="4140200" y="3721100"/>
          <p14:tracePt t="59281" x="4146550" y="3708400"/>
          <p14:tracePt t="59297" x="4159250" y="3708400"/>
          <p14:tracePt t="59926" x="4165600" y="3695700"/>
          <p14:tracePt t="59933" x="4178300" y="3676650"/>
          <p14:tracePt t="59947" x="4197350" y="3644900"/>
          <p14:tracePt t="59962" x="4216400" y="3625850"/>
          <p14:tracePt t="59978" x="4254500" y="3549650"/>
          <p14:tracePt t="59994" x="4279900" y="3505200"/>
          <p14:tracePt t="60011" x="4337050" y="3422650"/>
          <p14:tracePt t="60028" x="4368800" y="3378200"/>
          <p14:tracePt t="60044" x="4438650" y="3276600"/>
          <p14:tracePt t="60061" x="4489450" y="3168650"/>
          <p14:tracePt t="60078" x="4533900" y="3028950"/>
          <p14:tracePt t="60095" x="4533900" y="2876550"/>
          <p14:tracePt t="60111" x="4533900" y="2800350"/>
          <p14:tracePt t="60127" x="4489450" y="2641600"/>
          <p14:tracePt t="60144" x="4406900" y="2444750"/>
          <p14:tracePt t="60161" x="4343400" y="2324100"/>
          <p14:tracePt t="60177" x="4260850" y="2197100"/>
          <p14:tracePt t="60194" x="3803650" y="1543050"/>
          <p14:tracePt t="60210" x="3619500" y="1327150"/>
          <p14:tracePt t="60228" x="3194050" y="901700"/>
          <p14:tracePt t="60244" x="2971800" y="679450"/>
          <p14:tracePt t="60260" x="2565400" y="431800"/>
          <p14:tracePt t="60277" x="2317750" y="292100"/>
          <p14:tracePt t="60293" x="2209800" y="260350"/>
          <p14:tracePt t="60310" x="2063750" y="184150"/>
          <p14:tracePt t="60327" x="1968500" y="165100"/>
          <p14:tracePt t="60343" x="1924050" y="158750"/>
          <p14:tracePt t="60360" x="1847850" y="158750"/>
          <p14:tracePt t="60376" x="1809750" y="171450"/>
          <p14:tracePt t="60707" x="1778000" y="190500"/>
          <p14:tracePt t="60715" x="1733550" y="215900"/>
          <p14:tracePt t="60729" x="1701800" y="241300"/>
          <p14:tracePt t="60742" x="1670050" y="254000"/>
          <p14:tracePt t="60759" x="1612900" y="285750"/>
          <p14:tracePt t="60775" x="1593850" y="298450"/>
          <p14:tracePt t="60792" x="1574800" y="311150"/>
          <p14:tracePt t="60809" x="1562100" y="317500"/>
          <p14:tracePt t="60842" x="1562100" y="323850"/>
          <p14:tracePt t="60890" x="1562100" y="330200"/>
          <p14:tracePt t="60925" x="1568450" y="330200"/>
          <p14:tracePt t="60946" x="1581150" y="330200"/>
          <p14:tracePt t="60960" x="1593850" y="336550"/>
          <p14:tracePt t="60968" x="1606550" y="336550"/>
          <p14:tracePt t="60977" x="1631950" y="336550"/>
          <p14:tracePt t="60991" x="1663700" y="336550"/>
          <p14:tracePt t="61008" x="1714500" y="342900"/>
          <p14:tracePt t="61024" x="1828800" y="342900"/>
          <p14:tracePt t="61041" x="1981200" y="342900"/>
          <p14:tracePt t="61058" x="2057400" y="342900"/>
          <p14:tracePt t="61074" x="2222500" y="336550"/>
          <p14:tracePt t="61091" x="2387600" y="330200"/>
          <p14:tracePt t="61108" x="2470150" y="317500"/>
          <p14:tracePt t="61124" x="2622550" y="292100"/>
          <p14:tracePt t="61141" x="2711450" y="279400"/>
          <p14:tracePt t="61157" x="2870200" y="241300"/>
          <p14:tracePt t="61174" x="2990850" y="222250"/>
          <p14:tracePt t="61191" x="3035300" y="215900"/>
          <p14:tracePt t="61207" x="3117850" y="215900"/>
          <p14:tracePt t="61224" x="3130550" y="215900"/>
          <p14:tracePt t="61240" x="3143250" y="215900"/>
          <p14:tracePt t="61256" x="3168650" y="209550"/>
          <p14:tracePt t="61273" x="3175000" y="209550"/>
          <p14:tracePt t="61291" x="3194050" y="209550"/>
          <p14:tracePt t="61306" x="3200400" y="209550"/>
          <p14:tracePt t="61323" x="3232150" y="209550"/>
          <p14:tracePt t="61341" x="3257550" y="209550"/>
          <p14:tracePt t="61357" x="3270250" y="209550"/>
          <p14:tracePt t="61373" x="3302000" y="215900"/>
          <p14:tracePt t="61390" x="3352800" y="222250"/>
          <p14:tracePt t="61406" x="3384550" y="228600"/>
          <p14:tracePt t="61410" x="3422650" y="241300"/>
          <p14:tracePt t="61423" x="3467100" y="247650"/>
          <p14:tracePt t="61439" x="3556000" y="266700"/>
          <p14:tracePt t="61456" x="3600450" y="266700"/>
          <p14:tracePt t="61473" x="3657600" y="279400"/>
          <p14:tracePt t="61489" x="3721100" y="292100"/>
          <p14:tracePt t="61506" x="3740150" y="292100"/>
          <p14:tracePt t="61522" x="3765550" y="304800"/>
          <p14:tracePt t="61539" x="3784600" y="311150"/>
          <p14:tracePt t="61557" x="3790950" y="311150"/>
          <p14:tracePt t="61868" x="3835400" y="336550"/>
          <p14:tracePt t="61882" x="3905250" y="374650"/>
          <p14:tracePt t="61891" x="3968750" y="393700"/>
          <p14:tracePt t="61904" x="4051300" y="425450"/>
          <p14:tracePt t="61921" x="4254500" y="476250"/>
          <p14:tracePt t="61939" x="4502150" y="527050"/>
          <p14:tracePt t="61954" x="4616450" y="539750"/>
          <p14:tracePt t="61971" x="4864100" y="539750"/>
          <p14:tracePt t="61988" x="4972050" y="533400"/>
          <p14:tracePt t="62004" x="5048250" y="527050"/>
          <p14:tracePt t="62021" x="5137150" y="527050"/>
          <p14:tracePt t="62037" x="5149850" y="527050"/>
          <p14:tracePt t="62054" x="5156200" y="527050"/>
          <p14:tracePt t="62316" x="5162550" y="527050"/>
          <p14:tracePt t="62330" x="5168900" y="527050"/>
          <p14:tracePt t="62339" x="5175250" y="527050"/>
          <p14:tracePt t="62353" x="5187950" y="527050"/>
          <p14:tracePt t="62370" x="5213350" y="527050"/>
          <p14:tracePt t="62387" x="5289550" y="520700"/>
          <p14:tracePt t="62403" x="5422900" y="514350"/>
          <p14:tracePt t="62419" x="5499100" y="495300"/>
          <p14:tracePt t="62436" x="5695950" y="463550"/>
          <p14:tracePt t="62453" x="5848350" y="431800"/>
          <p14:tracePt t="62469" x="5918200" y="425450"/>
          <p14:tracePt t="62486" x="6007100" y="406400"/>
          <p14:tracePt t="62502" x="6051550" y="393700"/>
          <p14:tracePt t="62519" x="6064250" y="393700"/>
          <p14:tracePt t="62536" x="6076950" y="393700"/>
          <p14:tracePt t="62590" x="6083300" y="393700"/>
          <p14:tracePt t="62682" x="6089650" y="393700"/>
          <p14:tracePt t="62689" x="6096000" y="393700"/>
          <p14:tracePt t="62704" x="6102350" y="393700"/>
          <p14:tracePt t="62718" x="6115050" y="393700"/>
          <p14:tracePt t="62735" x="6146800" y="393700"/>
          <p14:tracePt t="62752" x="6197600" y="393700"/>
          <p14:tracePt t="62768" x="6248400" y="400050"/>
          <p14:tracePt t="62785" x="6324600" y="400050"/>
          <p14:tracePt t="62802" x="6394450" y="406400"/>
          <p14:tracePt t="62818" x="6432550" y="419100"/>
          <p14:tracePt t="62835" x="6483350" y="425450"/>
          <p14:tracePt t="62851" x="6521450" y="425450"/>
          <p14:tracePt t="62868" x="6534150" y="425450"/>
          <p14:tracePt t="62885" x="6553200" y="431800"/>
          <p14:tracePt t="62901" x="6565900" y="431800"/>
          <p14:tracePt t="62935" x="6572250" y="444500"/>
          <p14:tracePt t="63319" x="6654800" y="444500"/>
          <p14:tracePt t="63326" x="6769100" y="444500"/>
          <p14:tracePt t="63339" x="6864350" y="444500"/>
          <p14:tracePt t="63349" x="6934200" y="444500"/>
          <p14:tracePt t="63366" x="6985000" y="444500"/>
          <p14:tracePt t="63382" x="7029450" y="444500"/>
          <p14:tracePt t="63399" x="7054850" y="444500"/>
          <p14:tracePt t="63416" x="7061200" y="444500"/>
          <p14:tracePt t="63449" x="7067550" y="444500"/>
          <p14:tracePt t="63468" x="7073900" y="444500"/>
          <p14:tracePt t="63500" x="7080250" y="444500"/>
          <p14:tracePt t="63516" x="7086600" y="444500"/>
          <p14:tracePt t="63529" x="7092950" y="444500"/>
          <p14:tracePt t="63536" x="7105650" y="444500"/>
          <p14:tracePt t="63552" x="7131050" y="444500"/>
          <p14:tracePt t="63565" x="7156450" y="450850"/>
          <p14:tracePt t="63582" x="7239000" y="469900"/>
          <p14:tracePt t="63600" x="7321550" y="488950"/>
          <p14:tracePt t="63615" x="7366000" y="495300"/>
          <p14:tracePt t="63632" x="7423150" y="501650"/>
          <p14:tracePt t="63649" x="7473950" y="508000"/>
          <p14:tracePt t="63666" x="7493000" y="508000"/>
          <p14:tracePt t="63682" x="7518400" y="508000"/>
          <p14:tracePt t="63698" x="7531100" y="508000"/>
          <p14:tracePt t="63732" x="7537450" y="508000"/>
          <p14:tracePt t="64160" x="7486650" y="520700"/>
          <p14:tracePt t="64167" x="7410450" y="552450"/>
          <p14:tracePt t="64182" x="7302500" y="609600"/>
          <p14:tracePt t="64196" x="7150100" y="666750"/>
          <p14:tracePt t="64213" x="6743700" y="831850"/>
          <p14:tracePt t="64230" x="6242050" y="1085850"/>
          <p14:tracePt t="64246" x="5994400" y="1225550"/>
          <p14:tracePt t="64263" x="5740400" y="1365250"/>
          <p14:tracePt t="64280" x="5264150" y="1714500"/>
          <p14:tracePt t="64296" x="4914900" y="1993900"/>
          <p14:tracePt t="64313" x="4794250" y="2120900"/>
          <p14:tracePt t="64330" x="4584700" y="2355850"/>
          <p14:tracePt t="64346" x="4565650" y="2419350"/>
          <p14:tracePt t="64363" x="4540250" y="2508250"/>
          <p14:tracePt t="64379" x="4540250" y="2584450"/>
          <p14:tracePt t="64396" x="4546600" y="2609850"/>
          <p14:tracePt t="64412" x="4578350" y="2609850"/>
          <p14:tracePt t="64916" x="4533900" y="2609850"/>
          <p14:tracePt t="64923" x="4483100" y="2628900"/>
          <p14:tracePt t="64930" x="4406900" y="2628900"/>
          <p14:tracePt t="64946" x="4305300" y="2628900"/>
          <p14:tracePt t="64961" x="4089400" y="2622550"/>
          <p14:tracePt t="64977" x="3975100" y="2609850"/>
          <p14:tracePt t="64994" x="3695700" y="2559050"/>
          <p14:tracePt t="65011" x="3543300" y="2520950"/>
          <p14:tracePt t="65028" x="3092450" y="2381250"/>
          <p14:tracePt t="65044" x="3003550" y="2324100"/>
          <p14:tracePt t="65061" x="2908300" y="2260600"/>
          <p14:tracePt t="65078" x="2787650" y="2152650"/>
          <p14:tracePt t="65094" x="2717800" y="2089150"/>
          <p14:tracePt t="65110" x="2705100" y="2070100"/>
          <p14:tracePt t="65127" x="2692400" y="2070100"/>
          <p14:tracePt t="65309" x="2698750" y="2070100"/>
          <p14:tracePt t="65329" x="2705100" y="2063750"/>
          <p14:tracePt t="65344" x="2711450" y="2063750"/>
          <p14:tracePt t="65351" x="2717800" y="2057400"/>
          <p14:tracePt t="65365" x="2724150" y="2057400"/>
          <p14:tracePt t="65376" x="2730500" y="2051050"/>
          <p14:tracePt t="65392" x="2749550" y="2038350"/>
          <p14:tracePt t="65813" x="2781300" y="2057400"/>
          <p14:tracePt t="65821" x="2806700" y="2070100"/>
          <p14:tracePt t="65834" x="2832100" y="2082800"/>
          <p14:tracePt t="65843" x="2863850" y="2108200"/>
          <p14:tracePt t="65858" x="2895600" y="2120900"/>
          <p14:tracePt t="65874" x="2927350" y="2146300"/>
          <p14:tracePt t="65891" x="3022600" y="2197100"/>
          <p14:tracePt t="65907" x="3041650" y="2203450"/>
          <p14:tracePt t="65924" x="3060700" y="2209800"/>
          <p14:tracePt t="65941" x="3098800" y="2222500"/>
          <p14:tracePt t="65957" x="3111500" y="2222500"/>
          <p14:tracePt t="65974" x="3111500" y="2228850"/>
          <p14:tracePt t="65990" x="3117850" y="2228850"/>
          <p14:tracePt t="66094" x="3124200" y="2235200"/>
          <p14:tracePt t="67480" x="3124200" y="2247900"/>
          <p14:tracePt t="67487" x="3124200" y="2260600"/>
          <p14:tracePt t="67501" x="3117850" y="2273300"/>
          <p14:tracePt t="67508" x="3111500" y="2286000"/>
          <p14:tracePt t="67518" x="3105150" y="2305050"/>
          <p14:tracePt t="67537" x="3098800" y="2324100"/>
          <p14:tracePt t="67538" x="3092450" y="2349500"/>
          <p14:tracePt t="67552" x="3073400" y="2368550"/>
          <p14:tracePt t="67568" x="3067050" y="2381250"/>
          <p14:tracePt t="67586" x="3035300" y="2463800"/>
          <p14:tracePt t="67601" x="3016250" y="2495550"/>
          <p14:tracePt t="67618" x="2990850" y="2540000"/>
          <p14:tracePt t="67635" x="2927350" y="2628900"/>
          <p14:tracePt t="67651" x="2838450" y="2743200"/>
          <p14:tracePt t="67668" x="2806700" y="2787650"/>
          <p14:tracePt t="67685" x="2705100" y="2908300"/>
          <p14:tracePt t="67701" x="2622550" y="3022600"/>
          <p14:tracePt t="67719" x="2546350" y="3111500"/>
          <p14:tracePt t="67735" x="2520950" y="3168650"/>
          <p14:tracePt t="67751" x="2451100" y="3270250"/>
          <p14:tracePt t="67768" x="2419350" y="3314700"/>
          <p14:tracePt t="67784" x="2343150" y="3422650"/>
          <p14:tracePt t="67801" x="2298700" y="3454400"/>
          <p14:tracePt t="67817" x="2178050" y="3587750"/>
          <p14:tracePt t="67834" x="2133600" y="3632200"/>
          <p14:tracePt t="67852" x="2012950" y="3721100"/>
          <p14:tracePt t="67867" x="1911350" y="3822700"/>
          <p14:tracePt t="67884" x="1854200" y="3860800"/>
          <p14:tracePt t="67901" x="1765300" y="3968750"/>
          <p14:tracePt t="67917" x="1739900" y="4000500"/>
          <p14:tracePt t="67934" x="1701800" y="4051300"/>
          <p14:tracePt t="67950" x="1695450" y="4070350"/>
          <p14:tracePt t="68390" x="1689100" y="4089400"/>
          <p14:tracePt t="68398" x="1682750" y="4108450"/>
          <p14:tracePt t="68411" x="1670050" y="4121150"/>
          <p14:tracePt t="68418" x="1657350" y="4146550"/>
          <p14:tracePt t="68434" x="1638300" y="4165600"/>
          <p14:tracePt t="68448" x="1625600" y="4178300"/>
          <p14:tracePt t="68465" x="1606550" y="4203700"/>
          <p14:tracePt t="68482" x="1587500" y="4235450"/>
          <p14:tracePt t="68498" x="1581150" y="4248150"/>
          <p14:tracePt t="68515" x="1562100" y="4273550"/>
          <p14:tracePt t="68532" x="1549400" y="4286250"/>
          <p14:tracePt t="68548" x="1543050" y="4286250"/>
          <p14:tracePt t="68565" x="1536700" y="4292600"/>
          <p14:tracePt t="68581" x="1536700" y="4298950"/>
          <p14:tracePt t="68607" x="1536700" y="4305300"/>
          <p14:tracePt t="68650" x="1536700" y="4311650"/>
          <p14:tracePt t="68665" x="1536700" y="4318000"/>
          <p14:tracePt t="68671" x="1536700" y="4324350"/>
          <p14:tracePt t="68713" x="1536700" y="4330700"/>
          <p14:tracePt t="68720" x="1536700" y="4337050"/>
          <p14:tracePt t="68741" x="1536700" y="4343400"/>
          <p14:tracePt t="68750" x="1536700" y="4349750"/>
          <p14:tracePt t="68764" x="1536700" y="4356100"/>
          <p14:tracePt t="68782" x="1536700" y="4368800"/>
          <p14:tracePt t="68798" x="1536700" y="4387850"/>
          <p14:tracePt t="68814" x="1524000" y="4438650"/>
          <p14:tracePt t="68831" x="1511300" y="4470400"/>
          <p14:tracePt t="68847" x="1492250" y="4527550"/>
          <p14:tracePt t="68864" x="1479550" y="4591050"/>
          <p14:tracePt t="68881" x="1460500" y="4603750"/>
          <p14:tracePt t="68897" x="1447800" y="4635500"/>
          <p14:tracePt t="68913" x="1447800" y="4654550"/>
          <p14:tracePt t="68931" x="1441450" y="4660900"/>
          <p14:tracePt t="68963" x="1441450" y="4673600"/>
          <p14:tracePt t="69036" x="1435100" y="4673600"/>
          <p14:tracePt t="69050" x="1428750" y="4673600"/>
          <p14:tracePt t="69057" x="1422400" y="4673600"/>
          <p14:tracePt t="69066" x="1416050" y="4673600"/>
          <p14:tracePt t="69080" x="1409700" y="4679950"/>
          <p14:tracePt t="69096" x="1403350" y="4679950"/>
          <p14:tracePt t="69121" x="1403350" y="4686300"/>
          <p14:tracePt t="69141" x="1397000" y="4686300"/>
          <p14:tracePt t="69163" x="1390650" y="4686300"/>
          <p14:tracePt t="69205" x="1384300" y="4692650"/>
          <p14:tracePt t="69211" x="1377950" y="4692650"/>
          <p14:tracePt t="69260" x="1365250" y="4699000"/>
          <p14:tracePt t="69282" x="1358900" y="4699000"/>
          <p14:tracePt t="69303" x="1358900" y="4705350"/>
          <p14:tracePt t="69450" x="1365250" y="4705350"/>
          <p14:tracePt t="69464" x="1371600" y="4705350"/>
          <p14:tracePt t="69472" x="1377950" y="4705350"/>
          <p14:tracePt t="69485" x="1384300" y="4705350"/>
          <p14:tracePt t="69506" x="1390650" y="4705350"/>
          <p14:tracePt t="69535" x="1397000" y="4705350"/>
          <p14:tracePt t="69556" x="1403350" y="4705350"/>
          <p14:tracePt t="69605" x="1409700" y="4705350"/>
          <p14:tracePt t="69612" x="1416050" y="4705350"/>
          <p14:tracePt t="69633" x="1422400" y="4699000"/>
          <p14:tracePt t="69647" x="1428750" y="4699000"/>
          <p14:tracePt t="69668" x="1435100" y="4699000"/>
          <p14:tracePt t="69689" x="1441450" y="4692650"/>
          <p14:tracePt t="69703" x="1447800" y="4692650"/>
          <p14:tracePt t="69711" x="1460500" y="4692650"/>
          <p14:tracePt t="69724" x="1473200" y="4692650"/>
          <p14:tracePt t="69738" x="1485900" y="4692650"/>
          <p14:tracePt t="69752" x="1504950" y="4692650"/>
          <p14:tracePt t="69760" x="1517650" y="4692650"/>
          <p14:tracePt t="69777" x="1530350" y="4692650"/>
          <p14:tracePt t="69794" x="1543050" y="4692650"/>
          <p14:tracePt t="69811" x="1568450" y="4692650"/>
          <p14:tracePt t="69844" x="1587500" y="4692650"/>
          <p14:tracePt t="69860" x="1600200" y="4692650"/>
          <p14:tracePt t="69877" x="1612900" y="4692650"/>
          <p14:tracePt t="69893" x="1670050" y="4692650"/>
          <p14:tracePt t="69910" x="1689100" y="4692650"/>
          <p14:tracePt t="69928" x="1752600" y="4692650"/>
          <p14:tracePt t="69944" x="1784350" y="4692650"/>
          <p14:tracePt t="69960" x="1822450" y="4692650"/>
          <p14:tracePt t="69977" x="1879600" y="4686300"/>
          <p14:tracePt t="69993" x="1905000" y="4686300"/>
          <p14:tracePt t="70009" x="1930400" y="4686300"/>
          <p14:tracePt t="70027" x="1955800" y="4679950"/>
          <p14:tracePt t="70043" x="1968500" y="4679950"/>
          <p14:tracePt t="70076" x="1981200" y="4679950"/>
          <p14:tracePt t="70093" x="1987550" y="4679950"/>
          <p14:tracePt t="70109" x="1993900" y="4679950"/>
          <p14:tracePt t="70138" x="2000250" y="4679950"/>
          <p14:tracePt t="70187" x="2006600" y="4679950"/>
          <p14:tracePt t="70321" x="2012950" y="4679950"/>
          <p14:tracePt t="70335" x="2019300" y="4679950"/>
          <p14:tracePt t="70348" x="2025650" y="4679950"/>
          <p14:tracePt t="70359" x="2032000" y="4679950"/>
          <p14:tracePt t="70375" x="2038350" y="4673600"/>
          <p14:tracePt t="70392" x="2044700" y="4673600"/>
          <p14:tracePt t="70408" x="2063750" y="4673600"/>
          <p14:tracePt t="70426" x="2070100" y="4667250"/>
          <p14:tracePt t="70442" x="2095500" y="4667250"/>
          <p14:tracePt t="70458" x="2120900" y="4660900"/>
          <p14:tracePt t="70476" x="2133600" y="4654550"/>
          <p14:tracePt t="70491" x="2146300" y="4654550"/>
          <p14:tracePt t="70525" x="2159000" y="4654550"/>
          <p14:tracePt t="70558" x="2165350" y="4654550"/>
          <p14:tracePt t="70595" x="2171700" y="4654550"/>
          <p14:tracePt t="70770" x="2178050" y="4654550"/>
          <p14:tracePt t="70833" x="2178050" y="4648200"/>
          <p14:tracePt t="72174" x="2178050" y="4635500"/>
          <p14:tracePt t="72188" x="2184400" y="4622800"/>
          <p14:tracePt t="72203" x="2190750" y="4616450"/>
          <p14:tracePt t="72209" x="2197100" y="4603750"/>
          <p14:tracePt t="72223" x="2203450" y="4597400"/>
          <p14:tracePt t="72235" x="2209800" y="4591050"/>
          <p14:tracePt t="72252" x="2216150" y="4578350"/>
          <p14:tracePt t="72269" x="2216150" y="4572000"/>
          <p14:tracePt t="72286" x="2222500" y="4559300"/>
          <p14:tracePt t="72302" x="2222500" y="4552950"/>
          <p14:tracePt t="72335" x="2222500" y="4540250"/>
          <p14:tracePt t="72352" x="2222500" y="4527550"/>
          <p14:tracePt t="72385" x="2222500" y="4521200"/>
          <p14:tracePt t="72433" x="2222500" y="4514850"/>
          <p14:tracePt t="72461" x="2222500" y="4508500"/>
          <p14:tracePt t="72489" x="2222500" y="4502150"/>
          <p14:tracePt t="72525" x="2216150" y="4495800"/>
          <p14:tracePt t="72539" x="2209800" y="4489450"/>
          <p14:tracePt t="72560" x="2203450" y="4483100"/>
          <p14:tracePt t="72594" x="2203450" y="4476750"/>
          <p14:tracePt t="72630" x="2197100" y="4476750"/>
          <p14:tracePt t="72679" x="2190750" y="4476750"/>
          <p14:tracePt t="72721" x="2184400" y="4476750"/>
          <p14:tracePt t="72735" x="2178050" y="4476750"/>
          <p14:tracePt t="72770" x="2171700" y="4476750"/>
          <p14:tracePt t="72791" x="2165350" y="4483100"/>
          <p14:tracePt t="72812" x="2159000" y="4483100"/>
          <p14:tracePt t="72840" x="2159000" y="4489450"/>
          <p14:tracePt t="72876" x="2152650" y="4489450"/>
          <p14:tracePt t="72890" x="2146300" y="4489450"/>
          <p14:tracePt t="72932" x="2139950" y="4489450"/>
          <p14:tracePt t="72946" x="2133600" y="4489450"/>
          <p14:tracePt t="72960" x="2133600" y="4495800"/>
          <p14:tracePt t="72995" x="2127250" y="4495800"/>
          <p14:tracePt t="73030" x="2120900" y="4495800"/>
          <p14:tracePt t="73802" x="2127250" y="4495800"/>
          <p14:tracePt t="73812" x="2120900" y="4495800"/>
          <p14:tracePt t="74143" x="2114550" y="4495800"/>
          <p14:tracePt t="74157" x="2095500" y="4495800"/>
          <p14:tracePt t="74165" x="2076450" y="4489450"/>
          <p14:tracePt t="74181" x="2063750" y="4489450"/>
          <p14:tracePt t="74195" x="2032000" y="4483100"/>
          <p14:tracePt t="74212" x="1974850" y="4476750"/>
          <p14:tracePt t="74229" x="1892300" y="4451350"/>
          <p14:tracePt t="74245" x="1841500" y="4438650"/>
          <p14:tracePt t="74262" x="1720850" y="4419600"/>
          <p14:tracePt t="74278" x="1587500" y="4394200"/>
          <p14:tracePt t="74295" x="1524000" y="4381500"/>
          <p14:tracePt t="74312" x="1403350" y="4375150"/>
          <p14:tracePt t="74328" x="1308100" y="4368800"/>
          <p14:tracePt t="74345" x="1282700" y="4368800"/>
          <p14:tracePt t="74362" x="1244600" y="4368800"/>
          <p14:tracePt t="74378" x="1225550" y="4368800"/>
          <p14:tracePt t="74396" x="1219200" y="4368800"/>
          <p14:tracePt t="74411" x="1206500" y="4368800"/>
          <p14:tracePt t="74428" x="1200150" y="4375150"/>
          <p14:tracePt t="74445" x="1193800" y="4381500"/>
          <p14:tracePt t="74478" x="1187450" y="4381500"/>
          <p14:tracePt t="74550" x="1187450" y="4387850"/>
          <p14:tracePt t="74621" x="1187450" y="4394200"/>
          <p14:tracePt t="74628" x="1187450" y="4400550"/>
          <p14:tracePt t="74669" x="1187450" y="4406900"/>
          <p14:tracePt t="74678" x="1187450" y="4413250"/>
          <p14:tracePt t="74698" x="1193800" y="4419600"/>
          <p14:tracePt t="74705" x="1193800" y="4425950"/>
          <p14:tracePt t="74719" x="1193800" y="4432300"/>
          <p14:tracePt t="74727" x="1193800" y="4438650"/>
          <p14:tracePt t="74775" x="1200150" y="4445000"/>
          <p14:tracePt t="74810" x="1206500" y="4445000"/>
          <p14:tracePt t="74817" x="1212850" y="4445000"/>
          <p14:tracePt t="74831" x="1225550" y="4445000"/>
          <p14:tracePt t="74843" x="1238250" y="4438650"/>
          <p14:tracePt t="74860" x="1295400" y="4381500"/>
          <p14:tracePt t="74876" x="1333500" y="4337050"/>
          <p14:tracePt t="74893" x="1422400" y="4184650"/>
          <p14:tracePt t="74909" x="1524000" y="3987800"/>
          <p14:tracePt t="74926" x="1568450" y="3873500"/>
          <p14:tracePt t="74943" x="1651000" y="3651250"/>
          <p14:tracePt t="74959" x="1708150" y="3441700"/>
          <p14:tracePt t="74976" x="1714500" y="3352800"/>
          <p14:tracePt t="74993" x="1746250" y="3168650"/>
          <p14:tracePt t="75009" x="1765300" y="3016250"/>
          <p14:tracePt t="75026" x="1765300" y="2940050"/>
          <p14:tracePt t="75042" x="1771650" y="2832100"/>
          <p14:tracePt t="75059" x="1790700" y="2749550"/>
          <p14:tracePt t="75076" x="1790700" y="2730500"/>
          <p14:tracePt t="75092" x="1797050" y="2705100"/>
          <p14:tracePt t="75109" x="1797050" y="2698750"/>
          <p14:tracePt t="75126" x="1803400" y="2692400"/>
          <p14:tracePt t="75162" x="1809750" y="2686050"/>
          <p14:tracePt t="75231" x="1809750" y="2679700"/>
          <p14:tracePt t="75238" x="1809750" y="2673350"/>
          <p14:tracePt t="75252" x="1809750" y="2667000"/>
          <p14:tracePt t="75261" x="1809750" y="2654300"/>
          <p14:tracePt t="75275" x="1816100" y="2647950"/>
          <p14:tracePt t="75292" x="1816100" y="2628900"/>
          <p14:tracePt t="75309" x="1822450" y="2609850"/>
          <p14:tracePt t="75325" x="1822450" y="2597150"/>
          <p14:tracePt t="75341" x="1828800" y="2578100"/>
          <p14:tracePt t="75358" x="1835150" y="2565400"/>
          <p14:tracePt t="75374" x="1841500" y="2565400"/>
          <p14:tracePt t="75408" x="1841500" y="2559050"/>
          <p14:tracePt t="75463" x="1841500" y="2552700"/>
          <p14:tracePt t="75491" x="1841500" y="2546350"/>
          <p14:tracePt t="75498" x="1841500" y="2540000"/>
          <p14:tracePt t="75547" x="1841500" y="2533650"/>
          <p14:tracePt t="75561" x="1841500" y="2527300"/>
          <p14:tracePt t="75582" x="1841500" y="2520950"/>
          <p14:tracePt t="75590" x="1841500" y="2514600"/>
          <p14:tracePt t="75603" x="1841500" y="2508250"/>
          <p14:tracePt t="75610" x="1841500" y="2495550"/>
          <p14:tracePt t="75624" x="1841500" y="2489200"/>
          <p14:tracePt t="75641" x="1841500" y="2470150"/>
          <p14:tracePt t="75657" x="1841500" y="2444750"/>
          <p14:tracePt t="75674" x="1841500" y="2413000"/>
          <p14:tracePt t="75690" x="1854200" y="2387600"/>
          <p14:tracePt t="75707" x="1860550" y="2374900"/>
          <p14:tracePt t="75723" x="1866900" y="2355850"/>
          <p14:tracePt t="75757" x="1873250" y="2349500"/>
          <p14:tracePt t="75779" x="1873250" y="2343150"/>
          <p14:tracePt t="75891" x="1873250" y="2336800"/>
          <p14:tracePt t="76010" x="1879600" y="2336800"/>
          <p14:tracePt t="76102" x="1879600" y="2343150"/>
          <p14:tracePt t="76235" x="1873250" y="2349500"/>
          <p14:tracePt t="76270" x="1866900" y="2349500"/>
          <p14:tracePt t="76284" x="1866900" y="2355850"/>
          <p14:tracePt t="76291" x="1866900" y="2362200"/>
          <p14:tracePt t="76307" x="1860550" y="2368550"/>
          <p14:tracePt t="76321" x="1847850" y="2381250"/>
          <p14:tracePt t="76338" x="1841500" y="2381250"/>
          <p14:tracePt t="76355" x="1822450" y="2400300"/>
          <p14:tracePt t="76371" x="1809750" y="2413000"/>
          <p14:tracePt t="76388" x="1778000" y="2457450"/>
          <p14:tracePt t="76405" x="1714500" y="2514600"/>
          <p14:tracePt t="76421" x="1695450" y="2546350"/>
          <p14:tracePt t="76438" x="1638300" y="2597150"/>
          <p14:tracePt t="76454" x="1581150" y="2647950"/>
          <p14:tracePt t="76472" x="1555750" y="2679700"/>
          <p14:tracePt t="76488" x="1492250" y="2730500"/>
          <p14:tracePt t="76504" x="1422400" y="2787650"/>
          <p14:tracePt t="76521" x="1403350" y="2806700"/>
          <p14:tracePt t="76538" x="1358900" y="2851150"/>
          <p14:tracePt t="76554" x="1327150" y="2895600"/>
          <p14:tracePt t="76570" x="1320800" y="2914650"/>
          <p14:tracePt t="76587" x="1308100" y="2933700"/>
          <p14:tracePt t="76604" x="1301750" y="2940050"/>
          <p14:tracePt t="76637" x="1301750" y="2946400"/>
          <p14:tracePt t="76874" x="1320800" y="2933700"/>
          <p14:tracePt t="76881" x="1333500" y="2921000"/>
          <p14:tracePt t="76895" x="1365250" y="2895600"/>
          <p14:tracePt t="76903" x="1403350" y="2863850"/>
          <p14:tracePt t="76919" x="1447800" y="2825750"/>
          <p14:tracePt t="76936" x="1492250" y="2781300"/>
          <p14:tracePt t="76952" x="1638300" y="2616200"/>
          <p14:tracePt t="76969" x="1676400" y="2571750"/>
          <p14:tracePt t="76986" x="1733550" y="2489200"/>
          <p14:tracePt t="77002" x="1758950" y="2457450"/>
          <p14:tracePt t="77019" x="1797050" y="2419350"/>
          <p14:tracePt t="77036" x="1816100" y="2393950"/>
          <p14:tracePt t="77052" x="1822450" y="2387600"/>
          <p14:tracePt t="77069" x="1822450" y="2381250"/>
          <p14:tracePt t="77113" x="1828800" y="2381250"/>
          <p14:tracePt t="77197" x="1828800" y="2374900"/>
          <p14:tracePt t="77204" x="1828800" y="2368550"/>
          <p14:tracePt t="77221" x="1822450" y="2362200"/>
          <p14:tracePt t="77236" x="1822450" y="2343150"/>
          <p14:tracePt t="77252" x="1816100" y="2336800"/>
          <p14:tracePt t="77268" x="1809750" y="2298700"/>
          <p14:tracePt t="77285" x="1803400" y="2286000"/>
          <p14:tracePt t="77302" x="1790700" y="2241550"/>
          <p14:tracePt t="77318" x="1778000" y="2222500"/>
          <p14:tracePt t="77335" x="1758950" y="2190750"/>
          <p14:tracePt t="77352" x="1657350" y="2019300"/>
          <p14:tracePt t="77368" x="1606550" y="1974850"/>
          <p14:tracePt t="77385" x="1530350" y="1892300"/>
          <p14:tracePt t="77401" x="1416050" y="1841500"/>
          <p14:tracePt t="77417" x="1365250" y="1835150"/>
          <p14:tracePt t="77757" x="1365250" y="1816100"/>
          <p14:tracePt t="77764" x="1365250" y="1778000"/>
          <p14:tracePt t="77779" x="1371600" y="1720850"/>
          <p14:tracePt t="77786" x="1377950" y="1682750"/>
          <p14:tracePt t="77802" x="1390650" y="1625600"/>
          <p14:tracePt t="77816" x="1397000" y="1498600"/>
          <p14:tracePt t="77833" x="1409700" y="1428750"/>
          <p14:tracePt t="77849" x="1397000" y="1314450"/>
          <p14:tracePt t="77866" x="1390650" y="1270000"/>
          <p14:tracePt t="77883" x="1371600" y="1206500"/>
          <p14:tracePt t="77899" x="1365250" y="1181100"/>
          <p14:tracePt t="77916" x="1365250" y="1174750"/>
          <p14:tracePt t="77933" x="1358900" y="1174750"/>
          <p14:tracePt t="77965" x="1358900" y="1168400"/>
          <p14:tracePt t="78445" x="1371600" y="1206500"/>
          <p14:tracePt t="78459" x="1384300" y="1263650"/>
          <p14:tracePt t="78473" x="1416050" y="1346200"/>
          <p14:tracePt t="78488" x="1447800" y="1422400"/>
          <p14:tracePt t="78497" x="1479550" y="1517650"/>
          <p14:tracePt t="78514" x="1504950" y="1593850"/>
          <p14:tracePt t="78530" x="1587500" y="1784350"/>
          <p14:tracePt t="78547" x="1600200" y="1841500"/>
          <p14:tracePt t="78564" x="1619250" y="1898650"/>
          <p14:tracePt t="78580" x="1625600" y="1943100"/>
          <p14:tracePt t="78597" x="1625600" y="1962150"/>
          <p14:tracePt t="78614" x="1625600" y="1981200"/>
          <p14:tracePt t="78630" x="1625600" y="2000250"/>
          <p14:tracePt t="78647" x="1625600" y="2006600"/>
          <p14:tracePt t="78663" x="1625600" y="2019300"/>
          <p14:tracePt t="78699" x="1625600" y="2025650"/>
          <p14:tracePt t="78726" x="1625600" y="2038350"/>
          <p14:tracePt t="78740" x="1619250" y="2044700"/>
          <p14:tracePt t="78761" x="1619250" y="2057400"/>
          <p14:tracePt t="78768" x="1612900" y="2070100"/>
          <p14:tracePt t="78782" x="1612900" y="2082800"/>
          <p14:tracePt t="78797" x="1600200" y="2120900"/>
          <p14:tracePt t="78813" x="1593850" y="2139950"/>
          <p14:tracePt t="78830" x="1593850" y="2159000"/>
          <p14:tracePt t="78846" x="1581150" y="2190750"/>
          <p14:tracePt t="78863" x="1574800" y="2216150"/>
          <p14:tracePt t="78879" x="1574800" y="2222500"/>
          <p14:tracePt t="78896" x="1568450" y="2235200"/>
          <p14:tracePt t="78912" x="1568450" y="2241550"/>
          <p14:tracePt t="78930" x="1568450" y="2247900"/>
          <p14:tracePt t="78962" x="1568450" y="2266950"/>
          <p14:tracePt t="78979" x="1574800" y="2298700"/>
          <p14:tracePt t="78995" x="1587500" y="2324100"/>
          <p14:tracePt t="79012" x="1593850" y="2349500"/>
          <p14:tracePt t="79029" x="1625600" y="2413000"/>
          <p14:tracePt t="79045" x="1638300" y="2444750"/>
          <p14:tracePt t="79063" x="1682750" y="2508250"/>
          <p14:tracePt t="79078" x="1701800" y="2533650"/>
          <p14:tracePt t="79095" x="1720850" y="2552700"/>
          <p14:tracePt t="79112" x="1739900" y="2565400"/>
          <p14:tracePt t="79128" x="1746250" y="2565400"/>
          <p14:tracePt t="79145" x="1746250" y="2533650"/>
          <p14:tracePt t="79162" x="1746250" y="2457450"/>
          <p14:tracePt t="79178" x="1746250" y="2393950"/>
          <p14:tracePt t="79195" x="1733550" y="2298700"/>
          <p14:tracePt t="79198" x="1720850" y="2184400"/>
          <p14:tracePt t="79212" x="1701800" y="2070100"/>
          <p14:tracePt t="79228" x="1638300" y="1835150"/>
          <p14:tracePt t="79245" x="1619250" y="1733550"/>
          <p14:tracePt t="79261" x="1555750" y="1536700"/>
          <p14:tracePt t="79278" x="1524000" y="1435100"/>
          <p14:tracePt t="79295" x="1466850" y="1250950"/>
          <p14:tracePt t="79311" x="1428750" y="1117600"/>
          <p14:tracePt t="79328" x="1409700" y="1047750"/>
          <p14:tracePt t="79345" x="1384300" y="965200"/>
          <p14:tracePt t="79362" x="1371600" y="933450"/>
          <p14:tracePt t="79377" x="1365250" y="920750"/>
          <p14:tracePt t="79394" x="1352550" y="901700"/>
          <p14:tracePt t="79411" x="1352550" y="882650"/>
          <p14:tracePt t="79428" x="1327150" y="850900"/>
          <p14:tracePt t="79444" x="1320800" y="831850"/>
          <p14:tracePt t="79460" x="1314450" y="819150"/>
          <p14:tracePt t="79478" x="1301750" y="787400"/>
          <p14:tracePt t="79493" x="1289050" y="762000"/>
          <p14:tracePt t="79510" x="1282700" y="755650"/>
          <p14:tracePt t="79527" x="1276350" y="755650"/>
          <p14:tracePt t="79583" x="1276350" y="762000"/>
          <p14:tracePt t="79590" x="1282700" y="774700"/>
          <p14:tracePt t="79603" x="1289050" y="800100"/>
          <p14:tracePt t="79612" x="1301750" y="819150"/>
          <p14:tracePt t="79626" x="1301750" y="844550"/>
          <p14:tracePt t="79643" x="1346200" y="965200"/>
          <p14:tracePt t="79660" x="1365250" y="1041400"/>
          <p14:tracePt t="79676" x="1428750" y="1250950"/>
          <p14:tracePt t="79693" x="1460500" y="1371600"/>
          <p14:tracePt t="79710" x="1536700" y="1600200"/>
          <p14:tracePt t="79726" x="1587500" y="1809750"/>
          <p14:tracePt t="79730" x="1606550" y="1898650"/>
          <p14:tracePt t="79745" x="1619250" y="1981200"/>
          <p14:tracePt t="79759" x="1625600" y="2044700"/>
          <p14:tracePt t="79776" x="1644650" y="2127250"/>
          <p14:tracePt t="79793" x="1644650" y="2152650"/>
          <p14:tracePt t="79809" x="1651000" y="2190750"/>
          <p14:tracePt t="79826" x="1657350" y="2203450"/>
          <p14:tracePt t="79843" x="1663700" y="2228850"/>
          <p14:tracePt t="79859" x="1670050" y="2235200"/>
          <p14:tracePt t="79876" x="1670050" y="2241550"/>
          <p14:tracePt t="79893" x="1682750" y="2279650"/>
          <p14:tracePt t="79909" x="1689100" y="2298700"/>
          <p14:tracePt t="79926" x="1689100" y="2311400"/>
          <p14:tracePt t="79943" x="1695450" y="2330450"/>
          <p14:tracePt t="79959" x="1695450" y="2336800"/>
          <p14:tracePt t="79976" x="1701800" y="2336800"/>
          <p14:tracePt t="80004" x="1701800" y="2343150"/>
          <p14:tracePt t="80067" x="1708150" y="2349500"/>
          <p14:tracePt t="80095" x="1714500" y="2349500"/>
          <p14:tracePt t="80123" x="1720850" y="2355850"/>
          <p14:tracePt t="80130" x="1733550" y="2355850"/>
          <p14:tracePt t="80145" x="1739900" y="2355850"/>
          <p14:tracePt t="80159" x="1758950" y="2355850"/>
          <p14:tracePt t="80175" x="1816100" y="2355850"/>
          <p14:tracePt t="80191" x="1854200" y="2355850"/>
          <p14:tracePt t="80208" x="1930400" y="2362200"/>
          <p14:tracePt t="80224" x="2012950" y="2362200"/>
          <p14:tracePt t="80242" x="2038350" y="2362200"/>
          <p14:tracePt t="80258" x="2089150" y="2362200"/>
          <p14:tracePt t="80275" x="2114550" y="2362200"/>
          <p14:tracePt t="80292" x="2120900" y="2362200"/>
          <p14:tracePt t="80307" x="2133600" y="2362200"/>
          <p14:tracePt t="80342" x="2139950" y="2362200"/>
          <p14:tracePt t="81435" x="2139950" y="2393950"/>
          <p14:tracePt t="81449" x="2127250" y="2451100"/>
          <p14:tracePt t="81456" x="2120900" y="2501900"/>
          <p14:tracePt t="81471" x="2101850" y="2559050"/>
          <p14:tracePt t="81487" x="2076450" y="2679700"/>
          <p14:tracePt t="81503" x="2057400" y="2749550"/>
          <p14:tracePt t="81520" x="2025650" y="2927350"/>
          <p14:tracePt t="81536" x="2012950" y="3028950"/>
          <p14:tracePt t="81553" x="1993900" y="3257550"/>
          <p14:tracePt t="81570" x="1981200" y="3498850"/>
          <p14:tracePt t="81586" x="1981200" y="3625850"/>
          <p14:tracePt t="81604" x="1974850" y="4025900"/>
          <p14:tracePt t="81619" x="1974850" y="4127500"/>
          <p14:tracePt t="81636" x="1974850" y="4241800"/>
          <p14:tracePt t="81653" x="1962150" y="4438650"/>
          <p14:tracePt t="81669" x="1955800" y="4591050"/>
          <p14:tracePt t="81686" x="1949450" y="4622800"/>
          <p14:tracePt t="81703" x="1936750" y="4679950"/>
          <p14:tracePt t="81719" x="1936750" y="4692650"/>
          <p14:tracePt t="81736" x="1936750" y="4699000"/>
          <p14:tracePt t="81779" x="1930400" y="4705350"/>
          <p14:tracePt t="81787" x="1930400" y="4711700"/>
          <p14:tracePt t="81800" x="1917700" y="4718050"/>
          <p14:tracePt t="81807" x="1911350" y="4718050"/>
          <p14:tracePt t="81819" x="1905000" y="4730750"/>
          <p14:tracePt t="81836" x="1898650" y="4743450"/>
          <p14:tracePt t="81852" x="1898650" y="4749800"/>
          <p14:tracePt t="81869" x="1911350" y="4743450"/>
          <p14:tracePt t="82228" x="1898650" y="4743450"/>
          <p14:tracePt t="82235" x="1879600" y="4743450"/>
          <p14:tracePt t="82249" x="1860550" y="4743450"/>
          <p14:tracePt t="82257" x="1828800" y="4743450"/>
          <p14:tracePt t="82271" x="1809750" y="4737100"/>
          <p14:tracePt t="82285" x="1790700" y="4730750"/>
          <p14:tracePt t="82300" x="1739900" y="4718050"/>
          <p14:tracePt t="82317" x="1708150" y="4705350"/>
          <p14:tracePt t="82334" x="1644650" y="4679950"/>
          <p14:tracePt t="82351" x="1593850" y="4641850"/>
          <p14:tracePt t="82367" x="1562100" y="4616450"/>
          <p14:tracePt t="82384" x="1485900" y="4578350"/>
          <p14:tracePt t="82400" x="1422400" y="4546600"/>
          <p14:tracePt t="82418" x="1352550" y="4521200"/>
          <p14:tracePt t="82433" x="1320800" y="4521200"/>
          <p14:tracePt t="82450" x="1263650" y="4508500"/>
          <p14:tracePt t="82467" x="1212850" y="4508500"/>
          <p14:tracePt t="82484" x="1193800" y="4508500"/>
          <p14:tracePt t="82500" x="1174750" y="4508500"/>
          <p14:tracePt t="82517" x="1136650" y="4508500"/>
          <p14:tracePt t="82534" x="1123950" y="4508500"/>
          <p14:tracePt t="82551" x="1104900" y="4514850"/>
          <p14:tracePt t="82566" x="1104900" y="4521200"/>
          <p14:tracePt t="82584" x="1092200" y="4527550"/>
          <p14:tracePt t="82600" x="1085850" y="4527550"/>
          <p14:tracePt t="82616" x="1079500" y="4527550"/>
          <p14:tracePt t="82633" x="1073150" y="4527550"/>
          <p14:tracePt t="82650" x="1066800" y="4527550"/>
          <p14:tracePt t="82698" x="1060450" y="4527550"/>
          <p14:tracePt t="82720" x="1054100" y="4527550"/>
          <p14:tracePt t="82727" x="1041400" y="4527550"/>
          <p14:tracePt t="82741" x="1035050" y="4527550"/>
          <p14:tracePt t="82749" x="1028700" y="4527550"/>
          <p14:tracePt t="82765" x="1016000" y="4527550"/>
          <p14:tracePt t="82783" x="996950" y="4527550"/>
          <p14:tracePt t="82799" x="908050" y="4508500"/>
          <p14:tracePt t="82815" x="876300" y="4495800"/>
          <p14:tracePt t="82833" x="812800" y="4451350"/>
          <p14:tracePt t="82849" x="781050" y="4425950"/>
          <p14:tracePt t="82865" x="736600" y="4349750"/>
          <p14:tracePt t="82882" x="704850" y="4248150"/>
          <p14:tracePt t="82899" x="692150" y="4184650"/>
          <p14:tracePt t="82916" x="666750" y="4051300"/>
          <p14:tracePt t="82932" x="647700" y="3911600"/>
          <p14:tracePt t="82948" x="628650" y="3841750"/>
          <p14:tracePt t="82965" x="609600" y="3714750"/>
          <p14:tracePt t="82982" x="590550" y="3606800"/>
          <p14:tracePt t="82998" x="584200" y="3562350"/>
          <p14:tracePt t="83015" x="558800" y="3492500"/>
          <p14:tracePt t="83032" x="539750" y="3448050"/>
          <p14:tracePt t="83049" x="539750" y="3435350"/>
          <p14:tracePt t="83065" x="533400" y="3416300"/>
          <p14:tracePt t="83082" x="533400" y="3409950"/>
          <p14:tracePt t="83190" x="539750" y="3422650"/>
          <p14:tracePt t="83204" x="546100" y="3448050"/>
          <p14:tracePt t="83210" x="552450" y="3467100"/>
          <p14:tracePt t="83218" x="577850" y="3517900"/>
          <p14:tracePt t="83233" x="609600" y="3587750"/>
          <p14:tracePt t="83247" x="641350" y="3663950"/>
          <p14:tracePt t="83264" x="742950" y="3886200"/>
          <p14:tracePt t="83281" x="876300" y="4171950"/>
          <p14:tracePt t="83297" x="946150" y="4318000"/>
          <p14:tracePt t="83314" x="1009650" y="4457700"/>
          <p14:tracePt t="83331" x="1162050" y="4838700"/>
          <p14:tracePt t="83347" x="1193800" y="4940300"/>
          <p14:tracePt t="83363" x="1238250" y="5054600"/>
          <p14:tracePt t="83381" x="1257300" y="5105400"/>
          <p14:tracePt t="83397" x="1263650" y="5118100"/>
          <p14:tracePt t="83414" x="1263650" y="5124450"/>
          <p14:tracePt t="83447" x="1270000" y="5124450"/>
          <p14:tracePt t="83464" x="1270000" y="5099050"/>
          <p14:tracePt t="83480" x="1270000" y="5067300"/>
          <p14:tracePt t="83496" x="1257300" y="4984750"/>
          <p14:tracePt t="83513" x="1250950" y="4832350"/>
          <p14:tracePt t="83530" x="1225550" y="4730750"/>
          <p14:tracePt t="83547" x="1187450" y="4508500"/>
          <p14:tracePt t="83563" x="1123950" y="4305300"/>
          <p14:tracePt t="83580" x="1079500" y="4197350"/>
          <p14:tracePt t="83597" x="1009650" y="4025900"/>
          <p14:tracePt t="83612" x="952500" y="3873500"/>
          <p14:tracePt t="83629" x="946150" y="3835400"/>
          <p14:tracePt t="83646" x="914400" y="3740150"/>
          <p14:tracePt t="83662" x="908050" y="3689350"/>
          <p14:tracePt t="83680" x="908050" y="3676650"/>
          <p14:tracePt t="83696" x="908050" y="3670300"/>
          <p14:tracePt t="83712" x="901700" y="3663950"/>
          <p14:tracePt t="83732" x="901700" y="3670300"/>
          <p14:tracePt t="83746" x="901700" y="3676650"/>
          <p14:tracePt t="83762" x="901700" y="3695700"/>
          <p14:tracePt t="83780" x="901700" y="3778250"/>
          <p14:tracePt t="83795" x="901700" y="3835400"/>
          <p14:tracePt t="83812" x="901700" y="3898900"/>
          <p14:tracePt t="83829" x="901700" y="4038600"/>
          <p14:tracePt t="83845" x="914400" y="4178300"/>
          <p14:tracePt t="83862" x="927100" y="4248150"/>
          <p14:tracePt t="83879" x="952500" y="4381500"/>
          <p14:tracePt t="83895" x="990600" y="4521200"/>
          <p14:tracePt t="83912" x="1009650" y="4591050"/>
          <p14:tracePt t="83928" x="1047750" y="4699000"/>
          <p14:tracePt t="83945" x="1060450" y="4756150"/>
          <p14:tracePt t="83962" x="1079500" y="4838700"/>
          <p14:tracePt t="83978" x="1079500" y="4857750"/>
          <p14:tracePt t="83995" x="1085850" y="4870450"/>
          <p14:tracePt t="84012" x="1085850" y="4876800"/>
          <p14:tracePt t="84187" x="1098550" y="4870450"/>
          <p14:tracePt t="84195" x="1104900" y="4870450"/>
          <p14:tracePt t="84208" x="1111250" y="4870450"/>
          <p14:tracePt t="84215" x="1117600" y="4864100"/>
          <p14:tracePt t="84228" x="1123950" y="4857750"/>
          <p14:tracePt t="84244" x="1162050" y="4845050"/>
          <p14:tracePt t="84261" x="1193800" y="4838700"/>
          <p14:tracePt t="84278" x="1301750" y="4800600"/>
          <p14:tracePt t="84294" x="1435100" y="4762500"/>
          <p14:tracePt t="84311" x="1504950" y="4756150"/>
          <p14:tracePt t="84327" x="1568450" y="4737100"/>
          <p14:tracePt t="84343" x="1720850" y="4692650"/>
          <p14:tracePt t="84360" x="1752600" y="4679950"/>
          <p14:tracePt t="84377" x="1784350" y="4673600"/>
          <p14:tracePt t="84393" x="1797050" y="4667250"/>
          <p14:tracePt t="84410" x="1803400" y="4660900"/>
          <p14:tracePt t="84427" x="1809750" y="4660900"/>
          <p14:tracePt t="84643" x="1841500" y="4660900"/>
          <p14:tracePt t="84657" x="1879600" y="4667250"/>
          <p14:tracePt t="84664" x="1936750" y="4673600"/>
          <p14:tracePt t="84679" x="1974850" y="4673600"/>
          <p14:tracePt t="84693" x="2057400" y="4692650"/>
          <p14:tracePt t="84709" x="2076450" y="4699000"/>
          <p14:tracePt t="84725" x="2089150" y="4699000"/>
          <p14:tracePt t="84729" x="2101850" y="4699000"/>
          <p14:tracePt t="84743" x="2114550" y="4699000"/>
          <p14:tracePt t="84759" x="2127250" y="4699000"/>
          <p14:tracePt t="84792" x="2133600" y="4699000"/>
          <p14:tracePt t="85120" x="2133600" y="4692650"/>
          <p14:tracePt t="85478" x="2133600" y="4711700"/>
          <p14:tracePt t="85486" x="2139950" y="4743450"/>
          <p14:tracePt t="85500" x="2159000" y="4775200"/>
          <p14:tracePt t="85508" x="2171700" y="4806950"/>
          <p14:tracePt t="85522" x="2184400" y="4838700"/>
          <p14:tracePt t="85539" x="2228850" y="4902200"/>
          <p14:tracePt t="85556" x="2266950" y="4953000"/>
          <p14:tracePt t="85572" x="2292350" y="4991100"/>
          <p14:tracePt t="85589" x="2311400" y="5022850"/>
          <p14:tracePt t="85606" x="2381250" y="5099050"/>
          <p14:tracePt t="85623" x="2413000" y="5124450"/>
          <p14:tracePt t="85640" x="2476500" y="5187950"/>
          <p14:tracePt t="85656" x="2520950" y="5207000"/>
          <p14:tracePt t="85672" x="2565400" y="5232400"/>
          <p14:tracePt t="85690" x="2711450" y="5270500"/>
          <p14:tracePt t="85706" x="2813050" y="5295900"/>
          <p14:tracePt t="85722" x="2914650" y="5295900"/>
          <p14:tracePt t="85739" x="3028950" y="5314950"/>
          <p14:tracePt t="85756" x="3143250" y="5314950"/>
          <p14:tracePt t="85772" x="3244850" y="5314950"/>
          <p14:tracePt t="85789" x="3473450" y="5314950"/>
          <p14:tracePt t="85805" x="3581400" y="5314950"/>
          <p14:tracePt t="85823" x="3784600" y="5314950"/>
          <p14:tracePt t="85838" x="3886200" y="5314950"/>
          <p14:tracePt t="85855" x="3975100" y="5314950"/>
          <p14:tracePt t="85872" x="4140200" y="5327650"/>
          <p14:tracePt t="85888" x="4216400" y="5327650"/>
          <p14:tracePt t="85905" x="4298950" y="5327650"/>
          <p14:tracePt t="85922" x="4400550" y="5340350"/>
          <p14:tracePt t="85938" x="4432300" y="5340350"/>
          <p14:tracePt t="85955" x="4451350" y="5346700"/>
          <p14:tracePt t="85971" x="4476750" y="5353050"/>
          <p14:tracePt t="85988" x="4483100" y="5353050"/>
          <p14:tracePt t="86040" x="4489450" y="5353050"/>
          <p14:tracePt t="86047" x="4495800" y="5353050"/>
          <p14:tracePt t="86056" x="4502150" y="5340350"/>
          <p14:tracePt t="86071" x="4508500" y="5321300"/>
          <p14:tracePt t="86418" x="4546600" y="5321300"/>
          <p14:tracePt t="86439" x="4610100" y="5334000"/>
          <p14:tracePt t="86446" x="4699000" y="5340350"/>
          <p14:tracePt t="86460" x="4806950" y="5353050"/>
          <p14:tracePt t="86474" x="4927600" y="5359400"/>
          <p14:tracePt t="86489" x="5048250" y="5372100"/>
          <p14:tracePt t="86503" x="5156200" y="5372100"/>
          <p14:tracePt t="86519" x="5251450" y="5384800"/>
          <p14:tracePt t="86536" x="5403850" y="5384800"/>
          <p14:tracePt t="86552" x="5467350" y="5384800"/>
          <p14:tracePt t="86569" x="5530850" y="5384800"/>
          <p14:tracePt t="86586" x="5638800" y="5372100"/>
          <p14:tracePt t="86603" x="5702300" y="5372100"/>
          <p14:tracePt t="86619" x="5765800" y="5359400"/>
          <p14:tracePt t="86636" x="5873750" y="5353050"/>
          <p14:tracePt t="86652" x="5937250" y="5353050"/>
          <p14:tracePt t="86669" x="6026150" y="5346700"/>
          <p14:tracePt t="86686" x="6076950" y="5346700"/>
          <p14:tracePt t="86702" x="6121400" y="5346700"/>
          <p14:tracePt t="86719" x="6165850" y="5346700"/>
          <p14:tracePt t="86735" x="6191250" y="5346700"/>
          <p14:tracePt t="86752" x="6229350" y="5346700"/>
          <p14:tracePt t="86769" x="6242050" y="5346700"/>
          <p14:tracePt t="86786" x="6248400" y="5346700"/>
          <p14:tracePt t="86802" x="6261100" y="5346700"/>
          <p14:tracePt t="86819" x="6273800" y="5340350"/>
          <p14:tracePt t="86836" x="6280150" y="5340350"/>
          <p14:tracePt t="86852" x="6305550" y="5340350"/>
          <p14:tracePt t="86869" x="6311900" y="5340350"/>
          <p14:tracePt t="86885" x="6318250" y="5340350"/>
          <p14:tracePt t="86902" x="6324600" y="5340350"/>
          <p14:tracePt t="86935" x="6330950" y="5334000"/>
          <p14:tracePt t="87057" x="6318250" y="5334000"/>
          <p14:tracePt t="87064" x="6311900" y="5334000"/>
          <p14:tracePt t="87078" x="6299200" y="5334000"/>
          <p14:tracePt t="87092" x="6261100" y="5334000"/>
          <p14:tracePt t="87100" x="6191250" y="5340350"/>
          <p14:tracePt t="87117" x="6102350" y="5340350"/>
          <p14:tracePt t="87134" x="5975350" y="5340350"/>
          <p14:tracePt t="87151" x="5803900" y="5340350"/>
          <p14:tracePt t="87167" x="5588000" y="5353050"/>
          <p14:tracePt t="87185" x="5092700" y="5365750"/>
          <p14:tracePt t="87200" x="4826000" y="5384800"/>
          <p14:tracePt t="87217" x="4584700" y="5397500"/>
          <p14:tracePt t="87234" x="4260850" y="5422900"/>
          <p14:tracePt t="87250" x="4083050" y="5422900"/>
          <p14:tracePt t="87268" x="4000500" y="5429250"/>
          <p14:tracePt t="87284" x="3987800" y="5429250"/>
          <p14:tracePt t="87300" x="3962400" y="5429250"/>
          <p14:tracePt t="87317" x="3956050" y="5429250"/>
          <p14:tracePt t="87365" x="3949700" y="5429250"/>
          <p14:tracePt t="87548" x="3943350" y="5429250"/>
          <p14:tracePt t="87555" x="3937000" y="5429250"/>
          <p14:tracePt t="87565" x="3930650" y="5429250"/>
          <p14:tracePt t="87582" x="3924300" y="5429250"/>
          <p14:tracePt t="87599" x="3917950" y="5429250"/>
          <p14:tracePt t="87615" x="3911600" y="5429250"/>
          <p14:tracePt t="87633" x="3905250" y="5422900"/>
          <p14:tracePt t="87665" x="3892550" y="5422900"/>
          <p14:tracePt t="87682" x="3873500" y="5416550"/>
          <p14:tracePt t="87715" x="3860800" y="5416550"/>
          <p14:tracePt t="87732" x="3784600" y="5391150"/>
          <p14:tracePt t="87749" x="3740150" y="5372100"/>
          <p14:tracePt t="87766" x="3702050" y="5372100"/>
          <p14:tracePt t="87782" x="3568700" y="5321300"/>
          <p14:tracePt t="87798" x="3435350" y="5295900"/>
          <p14:tracePt t="87802" x="3384550" y="5276850"/>
          <p14:tracePt t="87816" x="3327400" y="5270500"/>
          <p14:tracePt t="87832" x="3257550" y="5245100"/>
          <p14:tracePt t="87849" x="3244850" y="5238750"/>
          <p14:tracePt t="87865" x="3244850" y="5232400"/>
          <p14:tracePt t="88228" x="3206750" y="5213350"/>
          <p14:tracePt t="88234" x="3162300" y="5181600"/>
          <p14:tracePt t="88249" x="3105150" y="5156200"/>
          <p14:tracePt t="88263" x="2971800" y="5086350"/>
          <p14:tracePt t="88280" x="2889250" y="5048250"/>
          <p14:tracePt t="88297" x="2806700" y="5003800"/>
          <p14:tracePt t="88313" x="2660650" y="4933950"/>
          <p14:tracePt t="88330" x="2520950" y="4857750"/>
          <p14:tracePt t="88347" x="2393950" y="4787900"/>
          <p14:tracePt t="88363" x="2330450" y="4768850"/>
          <p14:tracePt t="88380" x="2260600" y="4743450"/>
          <p14:tracePt t="88397" x="2159000" y="4705350"/>
          <p14:tracePt t="88413" x="2063750" y="4679950"/>
          <p14:tracePt t="88429" x="1993900" y="4654550"/>
          <p14:tracePt t="88446" x="1943100" y="4641850"/>
          <p14:tracePt t="88462" x="1930400" y="4635500"/>
          <p14:tracePt t="88480" x="1885950" y="4629150"/>
          <p14:tracePt t="88496" x="1854200" y="4616450"/>
          <p14:tracePt t="88512" x="1841500" y="4597400"/>
          <p14:tracePt t="88530" x="1822450" y="4578350"/>
          <p14:tracePt t="88546" x="1809750" y="4552950"/>
          <p14:tracePt t="88562" x="1803400" y="4527550"/>
          <p14:tracePt t="88579" x="1797050" y="4489450"/>
          <p14:tracePt t="89071" x="1803400" y="4489450"/>
          <p14:tracePt t="89078" x="1816100" y="4483100"/>
          <p14:tracePt t="89085" x="1828800" y="4476750"/>
          <p14:tracePt t="89099" x="1835150" y="4470400"/>
          <p14:tracePt t="89110" x="1841500" y="4457700"/>
          <p14:tracePt t="89127" x="1873250" y="4445000"/>
          <p14:tracePt t="89144" x="1885950" y="4438650"/>
          <p14:tracePt t="89160" x="1892300" y="4425950"/>
          <p14:tracePt t="89177" x="1911350" y="4413250"/>
          <p14:tracePt t="89193" x="1917700" y="4406900"/>
          <p14:tracePt t="89210" x="1924050" y="4406900"/>
          <p14:tracePt t="89227" x="1949450" y="4375150"/>
          <p14:tracePt t="89243" x="1955800" y="4368800"/>
          <p14:tracePt t="89260" x="1974850" y="4349750"/>
          <p14:tracePt t="89276" x="1981200" y="4337050"/>
          <p14:tracePt t="89293" x="1993900" y="4324350"/>
          <p14:tracePt t="89310" x="2000250" y="4324350"/>
          <p14:tracePt t="89352" x="2006600" y="4318000"/>
          <p14:tracePt t="89360" x="2006600" y="4311650"/>
          <p14:tracePt t="89436" x="2012950" y="4311650"/>
          <p14:tracePt t="89520" x="2012950" y="4305300"/>
          <p14:tracePt t="89527" x="2012950" y="4298950"/>
          <p14:tracePt t="89548" x="2012950" y="4292600"/>
          <p14:tracePt t="89562" x="2012950" y="4286250"/>
          <p14:tracePt t="89590" x="2012950" y="4279900"/>
          <p14:tracePt t="89611" x="2012950" y="4273550"/>
          <p14:tracePt t="89619" x="2006600" y="4260850"/>
          <p14:tracePt t="89632" x="2000250" y="4254500"/>
          <p14:tracePt t="89642" x="1993900" y="4241800"/>
          <p14:tracePt t="89658" x="1987550" y="4229100"/>
          <p14:tracePt t="89675" x="1968500" y="4203700"/>
          <p14:tracePt t="89692" x="1943100" y="4178300"/>
          <p14:tracePt t="89709" x="1924050" y="4171950"/>
          <p14:tracePt t="89724" x="1892300" y="4159250"/>
          <p14:tracePt t="89742" x="1860550" y="4152900"/>
          <p14:tracePt t="89759" x="1828800" y="4152900"/>
          <p14:tracePt t="89775" x="1809750" y="4152900"/>
          <p14:tracePt t="89791" x="1784350" y="4152900"/>
          <p14:tracePt t="89809" x="1746250" y="4165600"/>
          <p14:tracePt t="89825" x="1733550" y="4165600"/>
          <p14:tracePt t="89842" x="1727200" y="4171950"/>
          <p14:tracePt t="89845" x="1720850" y="4171950"/>
          <p14:tracePt t="89858" x="1701800" y="4178300"/>
          <p14:tracePt t="89874" x="1695450" y="4184650"/>
          <p14:tracePt t="89907" x="1689100" y="4184650"/>
          <p14:tracePt t="89942" x="1682750" y="4191000"/>
          <p14:tracePt t="90054" x="1682750" y="4197350"/>
          <p14:tracePt t="90861" x="1689100" y="4197350"/>
          <p14:tracePt t="90881" x="1689100" y="4184650"/>
          <p14:tracePt t="90903" x="1695450" y="4184650"/>
          <p14:tracePt t="90910" x="1701800" y="4171950"/>
          <p14:tracePt t="90931" x="1701800" y="4165600"/>
          <p14:tracePt t="90952" x="1708150" y="4152900"/>
          <p14:tracePt t="90966" x="1714500" y="4152900"/>
          <p14:tracePt t="90974" x="1720850" y="4146550"/>
          <p14:tracePt t="91002" x="1720850" y="4140200"/>
          <p14:tracePt t="91036" x="1727200" y="4133850"/>
          <p14:tracePt t="91050" x="1733550" y="4133850"/>
          <p14:tracePt t="91079" x="1733550" y="4127500"/>
          <p14:tracePt t="91086" x="1733550" y="4121150"/>
          <p14:tracePt t="91107" x="1739900" y="4114800"/>
          <p14:tracePt t="91114" x="1739900" y="4108450"/>
          <p14:tracePt t="91135" x="1739900" y="4102100"/>
          <p14:tracePt t="91142" x="1739900" y="4095750"/>
          <p14:tracePt t="91163" x="1739900" y="4089400"/>
          <p14:tracePt t="91177" x="1739900" y="4083050"/>
          <p14:tracePt t="91186" x="1739900" y="4070350"/>
          <p14:tracePt t="91203" x="1739900" y="4057650"/>
          <p14:tracePt t="91220" x="1739900" y="4025900"/>
          <p14:tracePt t="91236" x="1727200" y="3994150"/>
          <p14:tracePt t="91253" x="1727200" y="3981450"/>
          <p14:tracePt t="91270" x="1720850" y="3956050"/>
          <p14:tracePt t="91286" x="1714500" y="3943350"/>
          <p14:tracePt t="91303" x="1714500" y="3937000"/>
          <p14:tracePt t="91336" x="1701800" y="3930650"/>
          <p14:tracePt t="91353" x="1689100" y="3930650"/>
          <p14:tracePt t="91369" x="1676400" y="3930650"/>
          <p14:tracePt t="91402" x="1631950" y="3930650"/>
          <p14:tracePt t="91419" x="1600200" y="3937000"/>
          <p14:tracePt t="91436" x="1587500" y="3937000"/>
          <p14:tracePt t="91452" x="1555750" y="3949700"/>
          <p14:tracePt t="91469" x="1530350" y="3949700"/>
          <p14:tracePt t="91486" x="1517650" y="3962400"/>
          <p14:tracePt t="91502" x="1511300" y="3962400"/>
          <p14:tracePt t="91519" x="1504950" y="3962400"/>
          <p14:tracePt t="91552" x="1504950" y="3968750"/>
          <p14:tracePt t="92115" x="1517650" y="3968750"/>
          <p14:tracePt t="92130" x="1536700" y="3975100"/>
          <p14:tracePt t="92137" x="1555750" y="3981450"/>
          <p14:tracePt t="92150" x="1574800" y="3981450"/>
          <p14:tracePt t="92166" x="1638300" y="3994150"/>
          <p14:tracePt t="92183" x="1657350" y="4006850"/>
          <p14:tracePt t="92200" x="1708150" y="4013200"/>
          <p14:tracePt t="92216" x="1746250" y="4025900"/>
          <p14:tracePt t="92233" x="1765300" y="4025900"/>
          <p14:tracePt t="92250" x="1803400" y="4038600"/>
          <p14:tracePt t="92266" x="1816100" y="4044950"/>
          <p14:tracePt t="92283" x="1835150" y="4064000"/>
          <p14:tracePt t="92299" x="1854200" y="4083050"/>
          <p14:tracePt t="92316" x="1860550" y="4095750"/>
          <p14:tracePt t="92333" x="1873250" y="4140200"/>
          <p14:tracePt t="92349" x="1873250" y="4159250"/>
          <p14:tracePt t="92366" x="1885950" y="4229100"/>
          <p14:tracePt t="92382" x="1885950" y="4286250"/>
          <p14:tracePt t="92399" x="1885950" y="4337050"/>
          <p14:tracePt t="92416" x="1885950" y="4356100"/>
          <p14:tracePt t="92432" x="1879600" y="4387850"/>
          <p14:tracePt t="92449" x="1860550" y="4432300"/>
          <p14:tracePt t="92467" x="1847850" y="4445000"/>
          <p14:tracePt t="92482" x="1847850" y="4451350"/>
          <p14:tracePt t="92499" x="1841500" y="4457700"/>
          <p14:tracePt t="92532" x="1835150" y="4464050"/>
          <p14:tracePt t="93449" x="1835150" y="4476750"/>
          <p14:tracePt t="93463" x="1854200" y="4514850"/>
          <p14:tracePt t="93470" x="1866900" y="4546600"/>
          <p14:tracePt t="93479" x="1885950" y="4591050"/>
          <p14:tracePt t="93495" x="1898650" y="4616450"/>
          <p14:tracePt t="93512" x="1936750" y="4667250"/>
          <p14:tracePt t="93528" x="1955800" y="4679950"/>
          <p14:tracePt t="93545" x="1993900" y="4705350"/>
          <p14:tracePt t="93562" x="2012950" y="4724400"/>
          <p14:tracePt t="93578" x="2025650" y="4730750"/>
          <p14:tracePt t="93595" x="2032000" y="4737100"/>
          <p14:tracePt t="93612" x="2032000" y="4743450"/>
          <p14:tracePt t="93628" x="2032000" y="4749800"/>
          <p14:tracePt t="93821" x="2032000" y="4743450"/>
          <p14:tracePt t="93885" x="2032000" y="4737100"/>
          <p14:tracePt t="93983" x="2032000" y="4730750"/>
          <p14:tracePt t="94010" x="2032000" y="4724400"/>
          <p14:tracePt t="94031" x="2032000" y="4718050"/>
          <p14:tracePt t="94039" x="2032000" y="4711700"/>
          <p14:tracePt t="94053" x="2032000" y="4699000"/>
          <p14:tracePt t="94062" x="2032000" y="4692650"/>
          <p14:tracePt t="94077" x="2032000" y="4686300"/>
          <p14:tracePt t="94093" x="2032000" y="4660900"/>
          <p14:tracePt t="94110" x="2012950" y="4540250"/>
          <p14:tracePt t="94126" x="2000250" y="4476750"/>
          <p14:tracePt t="94143" x="1974850" y="4419600"/>
          <p14:tracePt t="94159" x="1911350" y="4260850"/>
          <p14:tracePt t="94177" x="1822450" y="4095750"/>
          <p14:tracePt t="94194" x="1784350" y="4025900"/>
          <p14:tracePt t="94210" x="1714500" y="3886200"/>
          <p14:tracePt t="94226" x="1638300" y="3771900"/>
          <p14:tracePt t="94243" x="1574800" y="3670300"/>
          <p14:tracePt t="94259" x="1536700" y="3625850"/>
          <p14:tracePt t="94276" x="1485900" y="3549650"/>
          <p14:tracePt t="94292" x="1447800" y="3486150"/>
          <p14:tracePt t="94309" x="1422400" y="3460750"/>
          <p14:tracePt t="94326" x="1384300" y="3416300"/>
          <p14:tracePt t="94342" x="1358900" y="3378200"/>
          <p14:tracePt t="94359" x="1346200" y="3365500"/>
          <p14:tracePt t="94362" x="1320800" y="3346450"/>
          <p14:tracePt t="94378" x="1308100" y="3333750"/>
          <p14:tracePt t="94392" x="1282700" y="3321050"/>
          <p14:tracePt t="94409" x="1270000" y="3314700"/>
          <p14:tracePt t="94426" x="1244600" y="3302000"/>
          <p14:tracePt t="94442" x="1231900" y="3302000"/>
          <p14:tracePt t="94459" x="1212850" y="3302000"/>
          <p14:tracePt t="94475" x="1200150" y="3295650"/>
          <p14:tracePt t="94492" x="1193800" y="3295650"/>
          <p14:tracePt t="94509" x="1187450" y="3295650"/>
          <p14:tracePt t="94525" x="1181100" y="3295650"/>
          <p14:tracePt t="94542" x="1174750" y="3295650"/>
          <p14:tracePt t="94783" x="1174750" y="3302000"/>
          <p14:tracePt t="94811" x="1174750" y="3308350"/>
          <p14:tracePt t="94832" x="1174750" y="3314700"/>
          <p14:tracePt t="94853" x="1181100" y="3314700"/>
          <p14:tracePt t="94867" x="1187450" y="3321050"/>
          <p14:tracePt t="94876" x="1193800" y="3321050"/>
          <p14:tracePt t="94891" x="1193800" y="3327400"/>
          <p14:tracePt t="94907" x="1238250" y="3346450"/>
          <p14:tracePt t="94924" x="1320800" y="3384550"/>
          <p14:tracePt t="94940" x="1384300" y="3403600"/>
          <p14:tracePt t="94957" x="1530350" y="3429000"/>
          <p14:tracePt t="94974" x="1701800" y="3460750"/>
          <p14:tracePt t="94990" x="1778000" y="3473450"/>
          <p14:tracePt t="95007" x="1905000" y="3473450"/>
          <p14:tracePt t="95023" x="2012950" y="3467100"/>
          <p14:tracePt t="95040" x="2038350" y="3467100"/>
          <p14:tracePt t="95058" x="2070100" y="3467100"/>
          <p14:tracePt t="95073" x="2082800" y="3467100"/>
          <p14:tracePt t="95090" x="2095500" y="3467100"/>
          <p14:tracePt t="95183" x="2089150" y="3467100"/>
          <p14:tracePt t="95197" x="2082800" y="3467100"/>
          <p14:tracePt t="95218" x="2070100" y="3467100"/>
          <p14:tracePt t="95225" x="2057400" y="3473450"/>
          <p14:tracePt t="95240" x="2032000" y="3479800"/>
          <p14:tracePt t="95256" x="1936750" y="3517900"/>
          <p14:tracePt t="95272" x="1873250" y="3536950"/>
          <p14:tracePt t="95289" x="1727200" y="3575050"/>
          <p14:tracePt t="95306" x="1543050" y="3613150"/>
          <p14:tracePt t="95323" x="1466850" y="3632200"/>
          <p14:tracePt t="95339" x="1320800" y="3651250"/>
          <p14:tracePt t="95355" x="1270000" y="3663950"/>
          <p14:tracePt t="95373" x="1200150" y="3663950"/>
          <p14:tracePt t="95389" x="1187450" y="3663950"/>
          <p14:tracePt t="95406" x="1181100" y="3663950"/>
          <p14:tracePt t="95422" x="1174750" y="3663950"/>
          <p14:tracePt t="95457" x="1181100" y="3657600"/>
          <p14:tracePt t="95463" x="1187450" y="3657600"/>
          <p14:tracePt t="95478" x="1206500" y="3651250"/>
          <p14:tracePt t="95488" x="1225550" y="3644900"/>
          <p14:tracePt t="95505" x="1257300" y="3625850"/>
          <p14:tracePt t="95521" x="1339850" y="3613150"/>
          <p14:tracePt t="95538" x="1485900" y="3581400"/>
          <p14:tracePt t="95555" x="1651000" y="3568700"/>
          <p14:tracePt t="95571" x="1727200" y="3562350"/>
          <p14:tracePt t="95588" x="1860550" y="3543300"/>
          <p14:tracePt t="95605" x="1930400" y="3524250"/>
          <p14:tracePt t="95621" x="1949450" y="3517900"/>
          <p14:tracePt t="95638" x="1955800" y="3517900"/>
          <p14:tracePt t="95654" x="1968500" y="3517900"/>
          <p14:tracePt t="95717" x="1962150" y="3517900"/>
          <p14:tracePt t="95723" x="1949450" y="3517900"/>
          <p14:tracePt t="95740" x="1936750" y="3517900"/>
          <p14:tracePt t="95754" x="1917700" y="3517900"/>
          <p14:tracePt t="95771" x="1854200" y="3517900"/>
          <p14:tracePt t="95788" x="1746250" y="3524250"/>
          <p14:tracePt t="95804" x="1670050" y="3524250"/>
          <p14:tracePt t="95822" x="1517650" y="3536950"/>
          <p14:tracePt t="95837" x="1365250" y="3536950"/>
          <p14:tracePt t="95853" x="1308100" y="3536950"/>
          <p14:tracePt t="95871" x="1244600" y="3536950"/>
          <p14:tracePt t="95887" x="1212850" y="3536950"/>
          <p14:tracePt t="95904" x="1206500" y="3536950"/>
          <p14:tracePt t="95920" x="1200150" y="3536950"/>
          <p14:tracePt t="95969" x="1200150" y="3530600"/>
          <p14:tracePt t="95976" x="1206500" y="3530600"/>
          <p14:tracePt t="95990" x="1231900" y="3530600"/>
          <p14:tracePt t="96004" x="1270000" y="3530600"/>
          <p14:tracePt t="96020" x="1358900" y="3536950"/>
          <p14:tracePt t="96037" x="1447800" y="3536950"/>
          <p14:tracePt t="96053" x="1651000" y="3549650"/>
          <p14:tracePt t="96070" x="1879600" y="3549650"/>
          <p14:tracePt t="96086" x="1968500" y="3549650"/>
          <p14:tracePt t="96103" x="2133600" y="3549650"/>
          <p14:tracePt t="96120" x="2203450" y="3549650"/>
          <p14:tracePt t="96137" x="2216150" y="3549650"/>
          <p14:tracePt t="96153" x="2222500" y="3549650"/>
          <p14:tracePt t="96608" x="2190750" y="3562350"/>
          <p14:tracePt t="96622" x="2146300" y="3600450"/>
          <p14:tracePt t="96629" x="2089150" y="3651250"/>
          <p14:tracePt t="96637" x="2025650" y="3695700"/>
          <p14:tracePt t="96651" x="1968500" y="3759200"/>
          <p14:tracePt t="96668" x="1898650" y="3816350"/>
          <p14:tracePt t="96684" x="1758950" y="3937000"/>
          <p14:tracePt t="96701" x="1651000" y="4057650"/>
          <p14:tracePt t="96717" x="1600200" y="4102100"/>
          <p14:tracePt t="96735" x="1517650" y="4210050"/>
          <p14:tracePt t="96751" x="1441450" y="4298950"/>
          <p14:tracePt t="96767" x="1416050" y="4330700"/>
          <p14:tracePt t="96784" x="1377950" y="4400550"/>
          <p14:tracePt t="96801" x="1339850" y="4445000"/>
          <p14:tracePt t="96818" x="1333500" y="4464050"/>
          <p14:tracePt t="96834" x="1314450" y="4502150"/>
          <p14:tracePt t="96851" x="1308100" y="4508500"/>
          <p14:tracePt t="96867" x="1301750" y="4514850"/>
          <p14:tracePt t="96904" x="1301750" y="4521200"/>
          <p14:tracePt t="97043" x="1308100" y="4521200"/>
          <p14:tracePt t="97071" x="1314450" y="4521200"/>
          <p14:tracePt t="97078" x="1320800" y="4521200"/>
          <p14:tracePt t="97092" x="1333500" y="4527550"/>
          <p14:tracePt t="97102" x="1346200" y="4527550"/>
          <p14:tracePt t="97116" x="1377950" y="4527550"/>
          <p14:tracePt t="97132" x="1454150" y="4533900"/>
          <p14:tracePt t="97149" x="1593850" y="4533900"/>
          <p14:tracePt t="97166" x="1657350" y="4546600"/>
          <p14:tracePt t="97183" x="1816100" y="4565650"/>
          <p14:tracePt t="97199" x="1955800" y="4572000"/>
          <p14:tracePt t="97216" x="1987550" y="4572000"/>
          <p14:tracePt t="97233" x="2051050" y="4578350"/>
          <p14:tracePt t="97249" x="2070100" y="4578350"/>
          <p14:tracePt t="97265" x="2108200" y="4578350"/>
          <p14:tracePt t="97282" x="2114550" y="4578350"/>
          <p14:tracePt t="97315" x="2120900" y="4578350"/>
          <p14:tracePt t="98264" x="2127250" y="4597400"/>
          <p14:tracePt t="98271" x="2146300" y="4629150"/>
          <p14:tracePt t="98285" x="2159000" y="4654550"/>
          <p14:tracePt t="98295" x="2171700" y="4679950"/>
          <p14:tracePt t="98311" x="2178050" y="4711700"/>
          <p14:tracePt t="98328" x="2209800" y="4762500"/>
          <p14:tracePt t="98345" x="2228850" y="4800600"/>
          <p14:tracePt t="98363" x="2260600" y="4832350"/>
          <p14:tracePt t="98378" x="2266950" y="4845050"/>
          <p14:tracePt t="98395" x="2279650" y="4851400"/>
          <p14:tracePt t="98412" x="2298700" y="4876800"/>
          <p14:tracePt t="98428" x="2305050" y="4889500"/>
          <p14:tracePt t="98463" x="2311400" y="4908550"/>
          <p14:tracePt t="98478" x="2324100" y="4914900"/>
          <p14:tracePt t="98495" x="2330450" y="4921250"/>
          <p14:tracePt t="98511" x="2336800" y="4927600"/>
          <p14:tracePt t="98528" x="2336800" y="4940300"/>
          <p14:tracePt t="98545" x="2349500" y="4959350"/>
          <p14:tracePt t="98561" x="2355850" y="4965700"/>
          <p14:tracePt t="98578" x="2362200" y="4972050"/>
          <p14:tracePt t="98594" x="2374900" y="4984750"/>
          <p14:tracePt t="98611" x="2381250" y="4991100"/>
          <p14:tracePt t="99176" x="2387600" y="4991100"/>
          <p14:tracePt t="99184" x="2393950" y="4991100"/>
          <p14:tracePt t="99197" x="2400300" y="4991100"/>
          <p14:tracePt t="99208" x="2413000" y="4978400"/>
          <p14:tracePt t="99226" x="2444750" y="4959350"/>
          <p14:tracePt t="99242" x="2470150" y="4946650"/>
          <p14:tracePt t="99259" x="2520950" y="4914900"/>
          <p14:tracePt t="99275" x="2584450" y="4876800"/>
          <p14:tracePt t="99292" x="2616200" y="4838700"/>
          <p14:tracePt t="99308" x="2660650" y="4813300"/>
          <p14:tracePt t="99325" x="2813050" y="4699000"/>
          <p14:tracePt t="99342" x="2870200" y="4654550"/>
          <p14:tracePt t="99359" x="2984500" y="4584700"/>
          <p14:tracePt t="99374" x="3054350" y="4546600"/>
          <p14:tracePt t="99392" x="3175000" y="4502150"/>
          <p14:tracePt t="99409" x="3276600" y="4464050"/>
          <p14:tracePt t="99425" x="3314700" y="4457700"/>
          <p14:tracePt t="99441" x="3371850" y="4445000"/>
          <p14:tracePt t="99459" x="3416300" y="4432300"/>
          <p14:tracePt t="99475" x="3435350" y="4432300"/>
          <p14:tracePt t="99493" x="3479800" y="4425950"/>
          <p14:tracePt t="99508" x="3517900" y="4425950"/>
          <p14:tracePt t="99525" x="3549650" y="4425950"/>
          <p14:tracePt t="99542" x="3606800" y="4425950"/>
          <p14:tracePt t="99558" x="3670300" y="4432300"/>
          <p14:tracePt t="99574" x="3708400" y="4432300"/>
          <p14:tracePt t="99591" x="3778250" y="4438650"/>
          <p14:tracePt t="99607" x="3835400" y="4445000"/>
          <p14:tracePt t="99624" x="3860800" y="4451350"/>
          <p14:tracePt t="99641" x="3892550" y="4451350"/>
          <p14:tracePt t="99657" x="3892550" y="4457700"/>
          <p14:tracePt t="99675" x="3898900" y="4464050"/>
          <p14:tracePt t="99691" x="3898900" y="4476750"/>
          <p14:tracePt t="100066" x="3930650" y="4476750"/>
          <p14:tracePt t="100080" x="4000500" y="4489450"/>
          <p14:tracePt t="100087" x="4076700" y="4495800"/>
          <p14:tracePt t="100101" x="4152900" y="4495800"/>
          <p14:tracePt t="100108" x="4229100" y="4495800"/>
          <p14:tracePt t="100125" x="4324350" y="4483100"/>
          <p14:tracePt t="100139" x="4489450" y="4483100"/>
          <p14:tracePt t="100155" x="4565650" y="4476750"/>
          <p14:tracePt t="100172" x="4622800" y="4476750"/>
          <p14:tracePt t="100189" x="4629150" y="4476750"/>
          <p14:tracePt t="100207" x="4616450" y="4476750"/>
          <p14:tracePt t="100221" x="4591050" y="4483100"/>
          <p14:tracePt t="100238" x="4546600" y="4489450"/>
          <p14:tracePt t="100256" x="4413250" y="4527550"/>
          <p14:tracePt t="100272" x="4241800" y="4565650"/>
          <p14:tracePt t="100288" x="4140200" y="4591050"/>
          <p14:tracePt t="100306" x="3924300" y="4629150"/>
          <p14:tracePt t="100322" x="3714750" y="4660900"/>
          <p14:tracePt t="100339" x="3613150" y="4673600"/>
          <p14:tracePt t="100355" x="3384550" y="4705350"/>
          <p14:tracePt t="100372" x="3181350" y="4724400"/>
          <p14:tracePt t="100389" x="3028950" y="4718050"/>
          <p14:tracePt t="100405" x="2946400" y="4699000"/>
          <p14:tracePt t="100421" x="2813050" y="4679950"/>
          <p14:tracePt t="100439" x="2717800" y="4654550"/>
          <p14:tracePt t="100454" x="2679700" y="4648200"/>
          <p14:tracePt t="100471" x="2660650" y="4648200"/>
          <p14:tracePt t="100475" x="2635250" y="4641850"/>
          <p14:tracePt t="100488" x="2603500" y="4635500"/>
          <p14:tracePt t="100505" x="2597150" y="4629150"/>
          <p14:tracePt t="100522" x="2590800" y="4629150"/>
          <p14:tracePt t="100838" x="2597150" y="4629150"/>
          <p14:tracePt t="100852" x="2616200" y="4629150"/>
          <p14:tracePt t="100859" x="2641600" y="4629150"/>
          <p14:tracePt t="100873" x="2686050" y="4629150"/>
          <p14:tracePt t="100887" x="2724150" y="4629150"/>
          <p14:tracePt t="100902" x="2889250" y="4629150"/>
          <p14:tracePt t="100920" x="3003550" y="4622800"/>
          <p14:tracePt t="100937" x="3390900" y="4559300"/>
          <p14:tracePt t="100953" x="4019550" y="4445000"/>
          <p14:tracePt t="100969" x="4375150" y="4394200"/>
          <p14:tracePt t="100986" x="5207000" y="4235450"/>
          <p14:tracePt t="101003" x="5937250" y="4114800"/>
          <p14:tracePt t="101019" x="6229350" y="4083050"/>
          <p14:tracePt t="101036" x="6667500" y="4044950"/>
          <p14:tracePt t="101053" x="6781800" y="4032250"/>
          <p14:tracePt t="101070" x="6934200" y="4025900"/>
          <p14:tracePt t="101086" x="6985000" y="4025900"/>
          <p14:tracePt t="101102" x="7023100" y="4025900"/>
          <p14:tracePt t="101120" x="7137400" y="4025900"/>
          <p14:tracePt t="101136" x="7175500" y="4038600"/>
          <p14:tracePt t="101154" x="7258050" y="4051300"/>
          <p14:tracePt t="101169" x="7308850" y="4051300"/>
          <p14:tracePt t="101185" x="7397750" y="4051300"/>
          <p14:tracePt t="101202" x="7454900" y="4051300"/>
          <p14:tracePt t="101218" x="7556500" y="4070350"/>
          <p14:tracePt t="101235" x="7651750" y="4076700"/>
          <p14:tracePt t="101253" x="7734300" y="4095750"/>
          <p14:tracePt t="101268" x="7766050" y="4102100"/>
          <p14:tracePt t="101285" x="7797800" y="4114800"/>
          <p14:tracePt t="101302" x="7804150" y="4114800"/>
          <p14:tracePt t="101335" x="7804150" y="4127500"/>
          <p14:tracePt t="101352" x="7804150" y="4140200"/>
          <p14:tracePt t="101368" x="7797800" y="4152900"/>
          <p14:tracePt t="101386" x="7791450" y="4165600"/>
          <p14:tracePt t="101401" x="7759700" y="4216400"/>
          <p14:tracePt t="101418" x="7740650" y="4235450"/>
          <p14:tracePt t="101435" x="7708900" y="4273550"/>
          <p14:tracePt t="101451" x="7683500" y="4292600"/>
          <p14:tracePt t="101468" x="7632700" y="4343400"/>
          <p14:tracePt t="101485" x="7562850" y="4394200"/>
          <p14:tracePt t="101501" x="7531100" y="4425950"/>
          <p14:tracePt t="101519" x="7454900" y="4470400"/>
          <p14:tracePt t="101534" x="7366000" y="4502150"/>
          <p14:tracePt t="101551" x="7327900" y="4508500"/>
          <p14:tracePt t="101569" x="7270750" y="4521200"/>
          <p14:tracePt t="101584" x="7239000" y="4527550"/>
          <p14:tracePt t="101601" x="7219950" y="4527550"/>
          <p14:tracePt t="101618" x="7194550" y="4527550"/>
          <p14:tracePt t="101634" x="7188200" y="4527550"/>
          <p14:tracePt t="101651" x="7181850" y="4527550"/>
          <p14:tracePt t="101667" x="7175500" y="4533900"/>
          <p14:tracePt t="101700" x="7169150" y="4533900"/>
          <p14:tracePt t="101779" x="7169150" y="4540250"/>
          <p14:tracePt t="101793" x="7162800" y="4540250"/>
          <p14:tracePt t="101802" x="7156450" y="4546600"/>
          <p14:tracePt t="102232" x="7169150" y="4546600"/>
          <p14:tracePt t="102246" x="7175500" y="4546600"/>
          <p14:tracePt t="102253" x="7181850" y="4546600"/>
          <p14:tracePt t="102268" x="7194550" y="4546600"/>
          <p14:tracePt t="102282" x="7213600" y="4546600"/>
          <p14:tracePt t="102298" x="7251700" y="4546600"/>
          <p14:tracePt t="102315" x="7270750" y="4546600"/>
          <p14:tracePt t="102331" x="7296150" y="4546600"/>
          <p14:tracePt t="102348" x="7327900" y="4546600"/>
          <p14:tracePt t="102366" x="7340600" y="4546600"/>
          <p14:tracePt t="102381" x="7366000" y="4546600"/>
          <p14:tracePt t="102398" x="7372350" y="4546600"/>
          <p14:tracePt t="102431" x="7378700" y="4546600"/>
          <p14:tracePt t="102447" x="7385050" y="4546600"/>
          <p14:tracePt t="102499" x="7385050" y="4552950"/>
          <p14:tracePt t="102618" x="7391400" y="4552950"/>
          <p14:tracePt t="102717" x="7397750" y="4552950"/>
          <p14:tracePt t="102962" x="7410450" y="4552950"/>
          <p14:tracePt t="102976" x="7416800" y="4552950"/>
          <p14:tracePt t="102990" x="7442200" y="4552950"/>
          <p14:tracePt t="102998" x="7467600" y="4552950"/>
          <p14:tracePt t="103012" x="7486650" y="4552950"/>
          <p14:tracePt t="103029" x="7537450" y="4552950"/>
          <p14:tracePt t="103046" x="7569200" y="4546600"/>
          <p14:tracePt t="103062" x="7594600" y="4546600"/>
          <p14:tracePt t="103079" x="7607300" y="4540250"/>
          <p14:tracePt t="103096" x="7620000" y="4540250"/>
          <p14:tracePt t="103128" x="7626350" y="4540250"/>
          <p14:tracePt t="103145" x="7632700" y="4540250"/>
          <p14:tracePt t="103278" x="7626350" y="4540250"/>
          <p14:tracePt t="103327" x="7620000" y="4540250"/>
          <p14:tracePt t="104040" x="7651750" y="4540250"/>
          <p14:tracePt t="104047" x="7689850" y="4546600"/>
          <p14:tracePt t="104062" x="7740650" y="4546600"/>
          <p14:tracePt t="104076" x="7810500" y="4559300"/>
          <p14:tracePt t="104092" x="7950200" y="4578350"/>
          <p14:tracePt t="104109" x="8121650" y="4584700"/>
          <p14:tracePt t="104125" x="8223250" y="4572000"/>
          <p14:tracePt t="104142" x="8375650" y="4552950"/>
          <p14:tracePt t="104159" x="8496300" y="4546600"/>
          <p14:tracePt t="104175" x="8521700" y="4540250"/>
          <p14:tracePt t="104193" x="8547100" y="4540250"/>
          <p14:tracePt t="104208" x="8559800" y="4540250"/>
          <p14:tracePt t="104242" x="8566150" y="4540250"/>
          <p14:tracePt t="105105" x="8572500" y="4540250"/>
          <p14:tracePt t="105470" x="8553450" y="4540250"/>
          <p14:tracePt t="105484" x="8521700" y="4546600"/>
          <p14:tracePt t="105491" x="8470900" y="4546600"/>
          <p14:tracePt t="105506" x="8420100" y="4552950"/>
          <p14:tracePt t="105520" x="8267700" y="4552950"/>
          <p14:tracePt t="105537" x="8178800" y="4565650"/>
          <p14:tracePt t="105554" x="7994650" y="4584700"/>
          <p14:tracePt t="105570" x="7791450" y="4603750"/>
          <p14:tracePt t="105587" x="7702550" y="4616450"/>
          <p14:tracePt t="105604" x="7518400" y="4635500"/>
          <p14:tracePt t="105620" x="7378700" y="4660900"/>
          <p14:tracePt t="105637" x="7308850" y="4673600"/>
          <p14:tracePt t="105654" x="7219950" y="4679950"/>
          <p14:tracePt t="105670" x="7175500" y="4686300"/>
          <p14:tracePt t="105688" x="7092950" y="4679950"/>
          <p14:tracePt t="105703" x="7067550" y="4679950"/>
          <p14:tracePt t="105720" x="7048500" y="4673600"/>
          <p14:tracePt t="105737" x="7016750" y="4667250"/>
          <p14:tracePt t="105753" x="6965950" y="4667250"/>
          <p14:tracePt t="105769" x="6946900" y="4667250"/>
          <p14:tracePt t="105786" x="6902450" y="4660900"/>
          <p14:tracePt t="105803" x="6870700" y="4660900"/>
          <p14:tracePt t="105820" x="6851650" y="4660900"/>
          <p14:tracePt t="105836" x="6832600" y="4660900"/>
          <p14:tracePt t="105853" x="6819900" y="4660900"/>
          <p14:tracePt t="105870" x="6800850" y="4660900"/>
          <p14:tracePt t="105886" x="6800850" y="4654550"/>
          <p14:tracePt t="105902" x="6800850" y="4648200"/>
          <p14:tracePt t="106215" x="6724650" y="4648200"/>
          <p14:tracePt t="106222" x="6616700" y="4648200"/>
          <p14:tracePt t="106235" x="6477000" y="4648200"/>
          <p14:tracePt t="106251" x="6184900" y="4648200"/>
          <p14:tracePt t="106267" x="6045200" y="4648200"/>
          <p14:tracePt t="106285" x="5778500" y="4648200"/>
          <p14:tracePt t="106301" x="5511800" y="4667250"/>
          <p14:tracePt t="106318" x="5403850" y="4667250"/>
          <p14:tracePt t="106335" x="5175250" y="4673600"/>
          <p14:tracePt t="106351" x="5073650" y="4673600"/>
          <p14:tracePt t="106368" x="4902200" y="4692650"/>
          <p14:tracePt t="106385" x="4775200" y="4705350"/>
          <p14:tracePt t="106401" x="4711700" y="4705350"/>
          <p14:tracePt t="106418" x="4565650" y="4711700"/>
          <p14:tracePt t="106434" x="4413250" y="4743450"/>
          <p14:tracePt t="106451" x="4362450" y="4743450"/>
          <p14:tracePt t="106468" x="4279900" y="4756150"/>
          <p14:tracePt t="106484" x="4267200" y="4756150"/>
          <p14:tracePt t="106500" x="4260850" y="4749800"/>
          <p14:tracePt t="106802" x="4171950" y="4743450"/>
          <p14:tracePt t="106817" x="4025900" y="4711700"/>
          <p14:tracePt t="106823" x="3835400" y="4686300"/>
          <p14:tracePt t="106832" x="3613150" y="4654550"/>
          <p14:tracePt t="106849" x="3397250" y="4641850"/>
          <p14:tracePt t="106866" x="2997200" y="4616450"/>
          <p14:tracePt t="106883" x="2838450" y="4616450"/>
          <p14:tracePt t="106899" x="2609850" y="4616450"/>
          <p14:tracePt t="106916" x="2419350" y="4610100"/>
          <p14:tracePt t="106932" x="2330450" y="4610100"/>
          <p14:tracePt t="106949" x="2171700" y="4629150"/>
          <p14:tracePt t="106965" x="2095500" y="4635500"/>
          <p14:tracePt t="106982" x="2063750" y="4635500"/>
          <p14:tracePt t="106999" x="2012950" y="4635500"/>
          <p14:tracePt t="107015" x="1974850" y="4635500"/>
          <p14:tracePt t="107032" x="1962150" y="4635500"/>
          <p14:tracePt t="107048" x="1936750" y="4635500"/>
          <p14:tracePt t="107065" x="1930400" y="4635500"/>
          <p14:tracePt t="107099" x="1924050" y="4635500"/>
          <p14:tracePt t="107223" x="1924050" y="4629150"/>
          <p14:tracePt t="107244" x="1924050" y="4622800"/>
          <p14:tracePt t="107251" x="1924050" y="4616450"/>
          <p14:tracePt t="108799" x="1974850" y="4629150"/>
          <p14:tracePt t="108807" x="2095500" y="4648200"/>
          <p14:tracePt t="108821" x="2235200" y="4667250"/>
          <p14:tracePt t="108829" x="2406650" y="4692650"/>
          <p14:tracePt t="108844" x="2679700" y="4737100"/>
          <p14:tracePt t="108859" x="3238500" y="4787900"/>
          <p14:tracePt t="108875" x="3556000" y="4800600"/>
          <p14:tracePt t="108892" x="4210050" y="4819650"/>
          <p14:tracePt t="108909" x="4521200" y="4819650"/>
          <p14:tracePt t="108926" x="5149850" y="4787900"/>
          <p14:tracePt t="108942" x="5676900" y="4699000"/>
          <p14:tracePt t="108959" x="5886450" y="4686300"/>
          <p14:tracePt t="108975" x="6153150" y="4641850"/>
          <p14:tracePt t="108992" x="6343650" y="4635500"/>
          <p14:tracePt t="109008" x="6407150" y="4622800"/>
          <p14:tracePt t="109025" x="6527800" y="4629150"/>
          <p14:tracePt t="109042" x="6616700" y="4629150"/>
          <p14:tracePt t="109058" x="6654800" y="4629150"/>
          <p14:tracePt t="109076" x="6756400" y="4629150"/>
          <p14:tracePt t="109091" x="6877050" y="4635500"/>
          <p14:tracePt t="109109" x="6978650" y="4635500"/>
          <p14:tracePt t="109125" x="7035800" y="4622800"/>
          <p14:tracePt t="109141" x="7086600" y="4616450"/>
          <p14:tracePt t="109144" x="7143750" y="4603750"/>
          <p14:tracePt t="109158" x="7213600" y="4584700"/>
          <p14:tracePt t="109174" x="7245350" y="4578350"/>
          <p14:tracePt t="109191" x="7264400" y="4559300"/>
          <p14:tracePt t="109208" x="7302500" y="4552950"/>
          <p14:tracePt t="109224" x="7308850" y="4552950"/>
          <p14:tracePt t="109242" x="7315200" y="4552950"/>
          <p14:tracePt t="109277" x="7315200" y="4546600"/>
          <p14:tracePt t="109333" x="7302500" y="4546600"/>
          <p14:tracePt t="109341" x="7289800" y="4552950"/>
          <p14:tracePt t="109354" x="7270750" y="4572000"/>
          <p14:tracePt t="109361" x="7232650" y="4572000"/>
          <p14:tracePt t="109374" x="7188200" y="4584700"/>
          <p14:tracePt t="109390" x="7004050" y="4616450"/>
          <p14:tracePt t="109407" x="6889750" y="4616450"/>
          <p14:tracePt t="109425" x="6559550" y="4641850"/>
          <p14:tracePt t="109440" x="6089650" y="4641850"/>
          <p14:tracePt t="109457" x="5803900" y="4641850"/>
          <p14:tracePt t="109474" x="5537200" y="4629150"/>
          <p14:tracePt t="109490" x="4876800" y="4584700"/>
          <p14:tracePt t="109506" x="4330700" y="4508500"/>
          <p14:tracePt t="109523" x="3917950" y="4451350"/>
          <p14:tracePt t="109540" x="3790950" y="4432300"/>
          <p14:tracePt t="109557" x="3606800" y="4413250"/>
          <p14:tracePt t="109573" x="3524250" y="4406900"/>
          <p14:tracePt t="109590" x="3524250" y="4394200"/>
          <p14:tracePt t="110987" x="3492500" y="4419600"/>
          <p14:tracePt t="110994" x="3448050" y="4464050"/>
          <p14:tracePt t="111008" x="3397250" y="4533900"/>
          <p14:tracePt t="111018" x="3333750" y="4584700"/>
          <p14:tracePt t="111036" x="3276600" y="4641850"/>
          <p14:tracePt t="111051" x="3175000" y="4737100"/>
          <p14:tracePt t="111068" x="3079750" y="4819650"/>
          <p14:tracePt t="111085" x="2997200" y="4902200"/>
          <p14:tracePt t="111101" x="2959100" y="4946650"/>
          <p14:tracePt t="111118" x="2901950" y="5016500"/>
          <p14:tracePt t="111135" x="2819400" y="5086350"/>
          <p14:tracePt t="111151" x="2762250" y="5124450"/>
          <p14:tracePt t="111168" x="2635250" y="5213350"/>
          <p14:tracePt t="111185" x="2489200" y="5295900"/>
          <p14:tracePt t="111201" x="2432050" y="5334000"/>
          <p14:tracePt t="111218" x="2317750" y="5378450"/>
          <p14:tracePt t="111233" x="2260600" y="5397500"/>
          <p14:tracePt t="111251" x="2235200" y="5410200"/>
          <p14:tracePt t="111268" x="2216150" y="5410200"/>
          <p14:tracePt t="111284" x="2197100" y="5403850"/>
          <p14:tracePt t="111300" x="2197100" y="5397500"/>
          <p14:tracePt t="111317" x="2178050" y="5378450"/>
          <p14:tracePt t="111333" x="2171700" y="5346700"/>
          <p14:tracePt t="111714" x="2146300" y="5346700"/>
          <p14:tracePt t="111728" x="2101850" y="5365750"/>
          <p14:tracePt t="111735" x="2063750" y="5378450"/>
          <p14:tracePt t="111751" x="2025650" y="5403850"/>
          <p14:tracePt t="111766" x="1993900" y="5429250"/>
          <p14:tracePt t="111782" x="1917700" y="5480050"/>
          <p14:tracePt t="111799" x="1854200" y="5530850"/>
          <p14:tracePt t="111816" x="1828800" y="5543550"/>
          <p14:tracePt t="111832" x="1778000" y="5581650"/>
          <p14:tracePt t="111848" x="1727200" y="5613400"/>
          <p14:tracePt t="111865" x="1695450" y="5626100"/>
          <p14:tracePt t="111882" x="1638300" y="5657850"/>
          <p14:tracePt t="111898" x="1581150" y="5689600"/>
          <p14:tracePt t="111915" x="1549400" y="5702300"/>
          <p14:tracePt t="111932" x="1511300" y="5727700"/>
          <p14:tracePt t="111948" x="1485900" y="5740400"/>
          <p14:tracePt t="111965" x="1473200" y="5746750"/>
          <p14:tracePt t="111982" x="1460500" y="5753100"/>
          <p14:tracePt t="111998" x="1454150" y="5753100"/>
          <p14:tracePt t="112015" x="1447800" y="5759450"/>
          <p14:tracePt t="112048" x="1441450" y="5759450"/>
          <p14:tracePt t="112086" x="1435100" y="5759450"/>
          <p14:tracePt t="112177" x="1428750" y="5759450"/>
          <p14:tracePt t="112205" x="1422400" y="5759450"/>
          <p14:tracePt t="112269" x="1416050" y="5759450"/>
          <p14:tracePt t="112297" x="1409700" y="5759450"/>
          <p14:tracePt t="112339" x="1403350" y="5759450"/>
          <p14:tracePt t="112381" x="1397000" y="5759450"/>
          <p14:tracePt t="112408" x="1390650" y="5759450"/>
          <p14:tracePt t="112458" x="1384300" y="5759450"/>
          <p14:tracePt t="112479" x="1377950" y="5759450"/>
          <p14:tracePt t="112507" x="1371600" y="5759450"/>
          <p14:tracePt t="112528" x="1365250" y="5759450"/>
          <p14:tracePt t="112556" x="1358900" y="5759450"/>
          <p14:tracePt t="112591" x="1352550" y="5759450"/>
          <p14:tracePt t="112620" x="1352550" y="5753100"/>
          <p14:tracePt t="112641" x="1352550" y="5746750"/>
          <p14:tracePt t="112647" x="1358900" y="5746750"/>
          <p14:tracePt t="112661" x="1358900" y="5740400"/>
          <p14:tracePt t="112668" x="1371600" y="5740400"/>
          <p14:tracePt t="112682" x="1377950" y="5734050"/>
          <p14:tracePt t="112696" x="1384300" y="5734050"/>
          <p14:tracePt t="112712" x="1416050" y="5721350"/>
          <p14:tracePt t="112729" x="1435100" y="5721350"/>
          <p14:tracePt t="112746" x="1485900" y="5715000"/>
          <p14:tracePt t="112762" x="1555750" y="5708650"/>
          <p14:tracePt t="112779" x="1581150" y="5702300"/>
          <p14:tracePt t="112795" x="1638300" y="5702300"/>
          <p14:tracePt t="112812" x="1689100" y="5702300"/>
          <p14:tracePt t="112829" x="1708150" y="5702300"/>
          <p14:tracePt t="112845" x="1739900" y="5702300"/>
          <p14:tracePt t="112862" x="1758950" y="5702300"/>
          <p14:tracePt t="112879" x="1765300" y="5702300"/>
          <p14:tracePt t="112895" x="1771650" y="5702300"/>
          <p14:tracePt t="112911" x="1778000" y="5702300"/>
          <p14:tracePt t="113083" x="1784350" y="5702300"/>
          <p14:tracePt t="113118" x="1790700" y="5702300"/>
          <p14:tracePt t="113132" x="1797050" y="5702300"/>
          <p14:tracePt t="113138" x="1803400" y="5702300"/>
          <p14:tracePt t="113153" x="1809750" y="5702300"/>
          <p14:tracePt t="113174" x="1816100" y="5702300"/>
          <p14:tracePt t="113188" x="1822450" y="5702300"/>
          <p14:tracePt t="113210" x="1828800" y="5702300"/>
          <p14:tracePt t="113230" x="1835150" y="5708650"/>
          <p14:tracePt t="113258" x="1841500" y="5708650"/>
          <p14:tracePt t="113293" x="1847850" y="5708650"/>
          <p14:tracePt t="113328" x="1847850" y="5702300"/>
          <p14:tracePt t="113350" x="1847850" y="5695950"/>
          <p14:tracePt t="113364" x="1847850" y="5683250"/>
          <p14:tracePt t="113370" x="1847850" y="5664200"/>
          <p14:tracePt t="113385" x="1847850" y="5632450"/>
          <p14:tracePt t="113393" x="1835150" y="5607050"/>
          <p14:tracePt t="113410" x="1828800" y="5549900"/>
          <p14:tracePt t="113427" x="1790700" y="5416550"/>
          <p14:tracePt t="113443" x="1739900" y="5257800"/>
          <p14:tracePt t="113459" x="1701800" y="5175250"/>
          <p14:tracePt t="113476" x="1638300" y="5016500"/>
          <p14:tracePt t="113493" x="1581150" y="4883150"/>
          <p14:tracePt t="113509" x="1562100" y="4826000"/>
          <p14:tracePt t="113526" x="1504950" y="4711700"/>
          <p14:tracePt t="113543" x="1479550" y="4641850"/>
          <p14:tracePt t="113560" x="1466850" y="4610100"/>
          <p14:tracePt t="113576" x="1466850" y="4603750"/>
          <p14:tracePt t="113592" x="1466850" y="4597400"/>
          <p14:tracePt t="113610" x="1460500" y="4584700"/>
          <p14:tracePt t="113666" x="1460500" y="4578350"/>
          <p14:tracePt t="113679" x="1460500" y="4572000"/>
          <p14:tracePt t="113701" x="1460500" y="4565650"/>
          <p14:tracePt t="113715" x="1460500" y="4559300"/>
          <p14:tracePt t="113721" x="1460500" y="4552950"/>
          <p14:tracePt t="114357" x="1454150" y="4552950"/>
          <p14:tracePt t="114365" x="1441450" y="4552950"/>
          <p14:tracePt t="114373" x="1428750" y="4546600"/>
          <p14:tracePt t="114389" x="1416050" y="4546600"/>
          <p14:tracePt t="114407" x="1384300" y="4540250"/>
          <p14:tracePt t="114423" x="1371600" y="4540250"/>
          <p14:tracePt t="114440" x="1339850" y="4540250"/>
          <p14:tracePt t="114456" x="1301750" y="4533900"/>
          <p14:tracePt t="114489" x="1282700" y="4533900"/>
          <p14:tracePt t="114506" x="1276350" y="4533900"/>
          <p14:tracePt t="114522" x="1270000" y="4533900"/>
          <p14:tracePt t="114540" x="1263650" y="4533900"/>
          <p14:tracePt t="114582" x="1257300" y="4533900"/>
          <p14:tracePt t="114666" x="1263650" y="4540250"/>
          <p14:tracePt t="114673" x="1276350" y="4540250"/>
          <p14:tracePt t="114689" x="1282700" y="4540250"/>
          <p14:tracePt t="114694" x="1301750" y="4546600"/>
          <p14:tracePt t="114708" x="1320800" y="4546600"/>
          <p14:tracePt t="114722" x="1409700" y="4546600"/>
          <p14:tracePt t="114739" x="1473200" y="4546600"/>
          <p14:tracePt t="114755" x="1530350" y="4552950"/>
          <p14:tracePt t="114772" x="1682750" y="4559300"/>
          <p14:tracePt t="114788" x="1822450" y="4559300"/>
          <p14:tracePt t="114805" x="1873250" y="4559300"/>
          <p14:tracePt t="114822" x="1955800" y="4572000"/>
          <p14:tracePt t="114838" x="1987550" y="4572000"/>
          <p14:tracePt t="114856" x="2012950" y="4572000"/>
          <p14:tracePt t="114888" x="2019300" y="4572000"/>
          <p14:tracePt t="115389" x="2006600" y="4572000"/>
          <p14:tracePt t="115396" x="2000250" y="4572000"/>
          <p14:tracePt t="115410" x="1987550" y="4572000"/>
          <p14:tracePt t="115419" x="1981200" y="4572000"/>
          <p14:tracePt t="115437" x="1974850" y="4572000"/>
          <p14:tracePt t="115453" x="1924050" y="4572000"/>
          <p14:tracePt t="115469" x="1866900" y="4572000"/>
          <p14:tracePt t="115486" x="1835150" y="4572000"/>
          <p14:tracePt t="115502" x="1758950" y="4572000"/>
          <p14:tracePt t="115519" x="1701800" y="4572000"/>
          <p14:tracePt t="115536" x="1663700" y="4572000"/>
          <p14:tracePt t="115552" x="1651000" y="4565650"/>
          <p14:tracePt t="115569" x="1638300" y="4565650"/>
          <p14:tracePt t="115587" x="1625600" y="4565650"/>
          <p14:tracePt t="115628" x="1619250" y="4578350"/>
          <p14:tracePt t="115638" x="1612900" y="4591050"/>
          <p14:tracePt t="115652" x="1612900" y="4597400"/>
          <p14:tracePt t="115669" x="1606550" y="4616450"/>
          <p14:tracePt t="115685" x="1606550" y="4654550"/>
          <p14:tracePt t="115702" x="1606550" y="4692650"/>
          <p14:tracePt t="115719" x="1612900" y="4749800"/>
          <p14:tracePt t="115735" x="1619250" y="4775200"/>
          <p14:tracePt t="115752" x="1631950" y="4832350"/>
          <p14:tracePt t="115769" x="1651000" y="4914900"/>
          <p14:tracePt t="115785" x="1657350" y="4953000"/>
          <p14:tracePt t="115802" x="1682750" y="5054600"/>
          <p14:tracePt t="115818" x="1689100" y="5168900"/>
          <p14:tracePt t="115835" x="1701800" y="5226050"/>
          <p14:tracePt t="115852" x="1727200" y="5334000"/>
          <p14:tracePt t="115867" x="1733550" y="5416550"/>
          <p14:tracePt t="115885" x="1733550" y="5435600"/>
          <p14:tracePt t="115902" x="1733550" y="5467350"/>
          <p14:tracePt t="115918" x="1733550" y="5473700"/>
          <p14:tracePt t="115935" x="1733550" y="5480050"/>
          <p14:tracePt t="115999" x="1727200" y="5486400"/>
          <p14:tracePt t="116006" x="1720850" y="5492750"/>
          <p14:tracePt t="116021" x="1708150" y="5499100"/>
          <p14:tracePt t="116034" x="1695450" y="5511800"/>
          <p14:tracePt t="116051" x="1676400" y="5524500"/>
          <p14:tracePt t="116067" x="1663700" y="5530850"/>
          <p14:tracePt t="116084" x="1638300" y="5549900"/>
          <p14:tracePt t="116101" x="1612900" y="5556250"/>
          <p14:tracePt t="116117" x="1593850" y="5562600"/>
          <p14:tracePt t="116134" x="1562100" y="5568950"/>
          <p14:tracePt t="116150" x="1536700" y="5575300"/>
          <p14:tracePt t="116166" x="1524000" y="5581650"/>
          <p14:tracePt t="116183" x="1504950" y="5588000"/>
          <p14:tracePt t="116200" x="1479550" y="5594350"/>
          <p14:tracePt t="116218" x="1466850" y="5600700"/>
          <p14:tracePt t="116233" x="1454150" y="5600700"/>
          <p14:tracePt t="116250" x="1441450" y="5607050"/>
          <p14:tracePt t="116267" x="1409700" y="5619750"/>
          <p14:tracePt t="116283" x="1403350" y="5619750"/>
          <p14:tracePt t="116300" x="1390650" y="5619750"/>
          <p14:tracePt t="116316" x="1371600" y="5626100"/>
          <p14:tracePt t="116333" x="1358900" y="5632450"/>
          <p14:tracePt t="116350" x="1352550" y="5638800"/>
          <p14:tracePt t="116366" x="1333500" y="5638800"/>
          <p14:tracePt t="116383" x="1320800" y="5638800"/>
          <p14:tracePt t="116400" x="1308100" y="5645150"/>
          <p14:tracePt t="116416" x="1301750" y="5645150"/>
          <p14:tracePt t="116433" x="1289050" y="5651500"/>
          <p14:tracePt t="116450" x="1270000" y="5657850"/>
          <p14:tracePt t="116466" x="1263650" y="5664200"/>
          <p14:tracePt t="116483" x="1257300" y="5664200"/>
          <p14:tracePt t="116499" x="1244600" y="5670550"/>
          <p14:tracePt t="116533" x="1238250" y="5676900"/>
          <p14:tracePt t="116549" x="1231900" y="5676900"/>
          <p14:tracePt t="116583" x="1225550" y="5683250"/>
          <p14:tracePt t="116617" x="1219200" y="5683250"/>
          <p14:tracePt t="116660" x="1212850" y="5683250"/>
          <p14:tracePt t="116681" x="1212850" y="5689600"/>
          <p14:tracePt t="116688" x="1219200" y="5695950"/>
          <p14:tracePt t="116702" x="1231900" y="5695950"/>
          <p14:tracePt t="116715" x="1238250" y="5695950"/>
          <p14:tracePt t="116731" x="1289050" y="5695950"/>
          <p14:tracePt t="116748" x="1327150" y="5695950"/>
          <p14:tracePt t="116765" x="1422400" y="5695950"/>
          <p14:tracePt t="116782" x="1536700" y="5683250"/>
          <p14:tracePt t="116798" x="1593850" y="5676900"/>
          <p14:tracePt t="116815" x="1682750" y="5676900"/>
          <p14:tracePt t="116831" x="1739900" y="5676900"/>
          <p14:tracePt t="116849" x="1758950" y="5676900"/>
          <p14:tracePt t="116864" x="1778000" y="5676900"/>
          <p14:tracePt t="116881" x="1790700" y="5676900"/>
          <p14:tracePt t="116898" x="1809750" y="5676900"/>
          <p14:tracePt t="116914" x="1822450" y="5676900"/>
          <p14:tracePt t="116931" x="1854200" y="5676900"/>
          <p14:tracePt t="116948" x="1911350" y="5676900"/>
          <p14:tracePt t="116965" x="2006600" y="5676900"/>
          <p14:tracePt t="116982" x="2051050" y="5676900"/>
          <p14:tracePt t="116998" x="2152650" y="5676900"/>
          <p14:tracePt t="117015" x="2241550" y="5676900"/>
          <p14:tracePt t="117032" x="2311400" y="5676900"/>
          <p14:tracePt t="117048" x="2324100" y="5683250"/>
          <p14:tracePt t="117064" x="2355850" y="5689600"/>
          <p14:tracePt t="117081" x="2362200" y="5689600"/>
          <p14:tracePt t="117097" x="2374900" y="5695950"/>
          <p14:tracePt t="117114" x="2381250" y="5695950"/>
          <p14:tracePt t="117146" x="2387600" y="5695950"/>
          <p14:tracePt t="117193" x="2393950" y="5702300"/>
          <p14:tracePt t="117341" x="2387600" y="5702300"/>
          <p14:tracePt t="117355" x="2381250" y="5695950"/>
          <p14:tracePt t="117362" x="2368550" y="5695950"/>
          <p14:tracePt t="117376" x="2355850" y="5689600"/>
          <p14:tracePt t="117383" x="2336800" y="5683250"/>
          <p14:tracePt t="117396" x="2305050" y="5670550"/>
          <p14:tracePt t="117412" x="2190750" y="5626100"/>
          <p14:tracePt t="117429" x="2127250" y="5607050"/>
          <p14:tracePt t="117446" x="1968500" y="5543550"/>
          <p14:tracePt t="117462" x="1822450" y="5492750"/>
          <p14:tracePt t="117479" x="1752600" y="5486400"/>
          <p14:tracePt t="117496" x="1657350" y="5467350"/>
          <p14:tracePt t="117512" x="1619250" y="5467350"/>
          <p14:tracePt t="117529" x="1568450" y="5467350"/>
          <p14:tracePt t="117546" x="1536700" y="5480050"/>
          <p14:tracePt t="117562" x="1530350" y="5486400"/>
          <p14:tracePt t="117579" x="1504950" y="5505450"/>
          <p14:tracePt t="117595" x="1485900" y="5524500"/>
          <p14:tracePt t="117612" x="1479550" y="5530850"/>
          <p14:tracePt t="117629" x="1473200" y="5543550"/>
          <p14:tracePt t="117645" x="1466850" y="5549900"/>
          <p14:tracePt t="117678" x="1460500" y="5556250"/>
          <p14:tracePt t="117804" x="1466850" y="5549900"/>
          <p14:tracePt t="117812" x="1466850" y="5543550"/>
          <p14:tracePt t="117825" x="1466850" y="5537200"/>
          <p14:tracePt t="118253" x="1454150" y="5543550"/>
          <p14:tracePt t="118267" x="1428750" y="5556250"/>
          <p14:tracePt t="118274" x="1409700" y="5568950"/>
          <p14:tracePt t="118288" x="1397000" y="5575300"/>
          <p14:tracePt t="118296" x="1384300" y="5594350"/>
          <p14:tracePt t="118310" x="1358900" y="5600700"/>
          <p14:tracePt t="118327" x="1333500" y="5613400"/>
          <p14:tracePt t="118343" x="1320800" y="5626100"/>
          <p14:tracePt t="118360" x="1301750" y="5638800"/>
          <p14:tracePt t="118376" x="1289050" y="5651500"/>
          <p14:tracePt t="118393" x="1282700" y="5651500"/>
          <p14:tracePt t="118409" x="1270000" y="5651500"/>
          <p14:tracePt t="118426" x="1263650" y="5651500"/>
          <p14:tracePt t="118443" x="1257300" y="5657850"/>
          <p14:tracePt t="118513" x="1250950" y="5657850"/>
          <p14:tracePt t="118569" x="1250950" y="5664200"/>
          <p14:tracePt t="118583" x="1250950" y="5670550"/>
          <p14:tracePt t="118604" x="1244600" y="5676900"/>
          <p14:tracePt t="118618" x="1238250" y="5676900"/>
          <p14:tracePt t="118627" x="1238250" y="5683250"/>
          <p14:tracePt t="118642" x="1231900" y="5683250"/>
          <p14:tracePt t="118659" x="1225550" y="5689600"/>
          <p14:tracePt t="118675" x="1219200" y="5689600"/>
          <p14:tracePt t="118708" x="1206500" y="5695950"/>
          <p14:tracePt t="118725" x="1206500" y="5702300"/>
          <p14:tracePt t="118741" x="1200150" y="5708650"/>
          <p14:tracePt t="118759" x="1193800" y="5708650"/>
          <p14:tracePt t="118775" x="1187450" y="5715000"/>
          <p14:tracePt t="118790" x="1181100" y="5715000"/>
          <p14:tracePt t="118810" x="1174750" y="5721350"/>
          <p14:tracePt t="118824" x="1168400" y="5721350"/>
          <p14:tracePt t="118841" x="1168400" y="5727700"/>
          <p14:tracePt t="118860" x="1162050" y="5727700"/>
          <p14:tracePt t="118874" x="1162050" y="5734050"/>
          <p14:tracePt t="118890" x="1155700" y="5740400"/>
          <p14:tracePt t="118907" x="1143000" y="5746750"/>
          <p14:tracePt t="118941" x="1136650" y="5753100"/>
          <p14:tracePt t="118957" x="1136650" y="5759450"/>
          <p14:tracePt t="118977" x="1130300" y="5759450"/>
          <p14:tracePt t="119004" x="1123950" y="5765800"/>
          <p14:tracePt t="119039" x="1117600" y="5765800"/>
          <p14:tracePt t="119068" x="1117600" y="5772150"/>
          <p14:tracePt t="119096" x="1117600" y="5784850"/>
          <p14:tracePt t="119109" x="1123950" y="5784850"/>
          <p14:tracePt t="119116" x="1130300" y="5784850"/>
          <p14:tracePt t="119130" x="1143000" y="5784850"/>
          <p14:tracePt t="119140" x="1149350" y="5784850"/>
          <p14:tracePt t="119156" x="1174750" y="5784850"/>
          <p14:tracePt t="119173" x="1250950" y="5784850"/>
          <p14:tracePt t="119190" x="1409700" y="5765800"/>
          <p14:tracePt t="119206" x="1485900" y="5753100"/>
          <p14:tracePt t="119223" x="1651000" y="5734050"/>
          <p14:tracePt t="119240" x="1797050" y="5715000"/>
          <p14:tracePt t="119256" x="1860550" y="5715000"/>
          <p14:tracePt t="119273" x="1930400" y="5715000"/>
          <p14:tracePt t="119289" x="1962150" y="5715000"/>
          <p14:tracePt t="119307" x="1968500" y="5715000"/>
          <p14:tracePt t="119339" x="1974850" y="5715000"/>
          <p14:tracePt t="119426" x="1981200" y="5715000"/>
          <p14:tracePt t="119489" x="1987550" y="5715000"/>
          <p14:tracePt t="119517" x="2000250" y="5715000"/>
          <p14:tracePt t="119530" x="2006600" y="5715000"/>
          <p14:tracePt t="119538" x="2019300" y="5721350"/>
          <p14:tracePt t="119552" x="2032000" y="5727700"/>
          <p14:tracePt t="119559" x="2051050" y="5727700"/>
          <p14:tracePt t="119571" x="2076450" y="5734050"/>
          <p14:tracePt t="119588" x="2171700" y="5740400"/>
          <p14:tracePt t="119605" x="2222500" y="5740400"/>
          <p14:tracePt t="119622" x="2286000" y="5740400"/>
          <p14:tracePt t="119639" x="2432050" y="5734050"/>
          <p14:tracePt t="119655" x="2476500" y="5734050"/>
          <p14:tracePt t="119672" x="2540000" y="5734050"/>
          <p14:tracePt t="119688" x="2578100" y="5721350"/>
          <p14:tracePt t="119705" x="2635250" y="5721350"/>
          <p14:tracePt t="119721" x="2692400" y="5715000"/>
          <p14:tracePt t="119738" x="2724150" y="5715000"/>
          <p14:tracePt t="119741" x="2749550" y="5708650"/>
          <p14:tracePt t="119755" x="2794000" y="5708650"/>
          <p14:tracePt t="119771" x="2851150" y="5708650"/>
          <p14:tracePt t="119788" x="2870200" y="5708650"/>
          <p14:tracePt t="119805" x="2921000" y="5708650"/>
          <p14:tracePt t="119821" x="2959100" y="5708650"/>
          <p14:tracePt t="119838" x="2971800" y="5708650"/>
          <p14:tracePt t="119854" x="3003550" y="5702300"/>
          <p14:tracePt t="119871" x="3028950" y="5695950"/>
          <p14:tracePt t="119887" x="3041650" y="5695950"/>
          <p14:tracePt t="119904" x="3073400" y="5695950"/>
          <p14:tracePt t="119921" x="3098800" y="5695950"/>
          <p14:tracePt t="119938" x="3117850" y="5695950"/>
          <p14:tracePt t="119953" x="3136900" y="5695950"/>
          <p14:tracePt t="119971" x="3149600" y="5702300"/>
          <p14:tracePt t="119988" x="3181350" y="5708650"/>
          <p14:tracePt t="120004" x="3194050" y="5708650"/>
          <p14:tracePt t="120020" x="3213100" y="5708650"/>
          <p14:tracePt t="120037" x="3251200" y="5708650"/>
          <p14:tracePt t="120053" x="3302000" y="5708650"/>
          <p14:tracePt t="120070" x="3321050" y="5708650"/>
          <p14:tracePt t="120087" x="3359150" y="5702300"/>
          <p14:tracePt t="120103" x="3371850" y="5702300"/>
          <p14:tracePt t="120121" x="3378200" y="5702300"/>
          <p14:tracePt t="120162" x="3384550" y="5702300"/>
          <p14:tracePt t="120261" x="3384550" y="5695950"/>
          <p14:tracePt t="120296" x="3384550" y="5689600"/>
          <p14:tracePt t="120965" x="3409950" y="5689600"/>
          <p14:tracePt t="120972" x="3467100" y="5689600"/>
          <p14:tracePt t="120986" x="3517900" y="5689600"/>
          <p14:tracePt t="121001" x="3644900" y="5689600"/>
          <p14:tracePt t="121017" x="3721100" y="5689600"/>
          <p14:tracePt t="121033" x="3810000" y="5689600"/>
          <p14:tracePt t="121050" x="3987800" y="5702300"/>
          <p14:tracePt t="121067" x="4064000" y="5702300"/>
          <p14:tracePt t="121083" x="4222750" y="5721350"/>
          <p14:tracePt t="121100" x="4362450" y="5740400"/>
          <p14:tracePt t="121116" x="4425950" y="5740400"/>
          <p14:tracePt t="121134" x="4546600" y="5753100"/>
          <p14:tracePt t="121150" x="4641850" y="5753100"/>
          <p14:tracePt t="121166" x="4679950" y="5753100"/>
          <p14:tracePt t="121183" x="4756150" y="5734050"/>
          <p14:tracePt t="121200" x="4775200" y="5734050"/>
          <p14:tracePt t="121216" x="4832350" y="5727700"/>
          <p14:tracePt t="121233" x="4883150" y="5721350"/>
          <p14:tracePt t="121250" x="4902200" y="5721350"/>
          <p14:tracePt t="121253" x="4927600" y="5721350"/>
          <p14:tracePt t="121268" x="4953000" y="5721350"/>
          <p14:tracePt t="121283" x="4997450" y="5721350"/>
          <p14:tracePt t="121299" x="5016500" y="5727700"/>
          <p14:tracePt t="121317" x="5054600" y="5727700"/>
          <p14:tracePt t="121332" x="5080000" y="5727700"/>
          <p14:tracePt t="121349" x="5099050" y="5734050"/>
          <p14:tracePt t="121366" x="5118100" y="5734050"/>
          <p14:tracePt t="121382" x="5130800" y="5734050"/>
          <p14:tracePt t="121399" x="5149850" y="5734050"/>
          <p14:tracePt t="121415" x="5168900" y="5734050"/>
          <p14:tracePt t="121432" x="5175250" y="5734050"/>
          <p14:tracePt t="121449" x="5187950" y="5734050"/>
          <p14:tracePt t="121465" x="5200650" y="5734050"/>
          <p14:tracePt t="121499" x="5207000" y="5734050"/>
          <p14:tracePt t="121562" x="5213350" y="5734050"/>
          <p14:tracePt t="121878" x="5162550" y="5734050"/>
          <p14:tracePt t="121885" x="5099050" y="5734050"/>
          <p14:tracePt t="121900" x="5010150" y="5721350"/>
          <p14:tracePt t="121914" x="4908550" y="5721350"/>
          <p14:tracePt t="121930" x="4641850" y="5702300"/>
          <p14:tracePt t="121947" x="4470400" y="5689600"/>
          <p14:tracePt t="121963" x="4070350" y="5676900"/>
          <p14:tracePt t="121980" x="3644900" y="5657850"/>
          <p14:tracePt t="121998" x="3333750" y="5657850"/>
          <p14:tracePt t="122013" x="3206750" y="5657850"/>
          <p14:tracePt t="122030" x="2978150" y="5657850"/>
          <p14:tracePt t="122048" x="2813050" y="5657850"/>
          <p14:tracePt t="122063" x="2749550" y="5664200"/>
          <p14:tracePt t="122080" x="2647950" y="5664200"/>
          <p14:tracePt t="122096" x="2565400" y="5664200"/>
          <p14:tracePt t="122113" x="2527300" y="5664200"/>
          <p14:tracePt t="122130" x="2457450" y="5664200"/>
          <p14:tracePt t="122146" x="2362200" y="5664200"/>
          <p14:tracePt t="122163" x="2311400" y="5664200"/>
          <p14:tracePt t="122181" x="2203450" y="5664200"/>
          <p14:tracePt t="122196" x="2095500" y="5651500"/>
          <p14:tracePt t="122213" x="2044700" y="5632450"/>
          <p14:tracePt t="122230" x="1974850" y="5619750"/>
          <p14:tracePt t="122246" x="1943100" y="5600700"/>
          <p14:tracePt t="122263" x="1911350" y="5594350"/>
          <p14:tracePt t="122280" x="1873250" y="5588000"/>
          <p14:tracePt t="122296" x="1860550" y="5588000"/>
          <p14:tracePt t="122313" x="1841500" y="5588000"/>
          <p14:tracePt t="122329" x="1822450" y="5588000"/>
          <p14:tracePt t="122838" x="1809750" y="5594350"/>
          <p14:tracePt t="122852" x="1809750" y="5607050"/>
          <p14:tracePt t="122859" x="1803400" y="5613400"/>
          <p14:tracePt t="122866" x="1797050" y="5619750"/>
          <p14:tracePt t="122880" x="1790700" y="5619750"/>
          <p14:tracePt t="122894" x="1790700" y="5626100"/>
          <p14:tracePt t="122910" x="1784350" y="5645150"/>
          <p14:tracePt t="122927" x="1778000" y="5657850"/>
          <p14:tracePt t="122943" x="1771650" y="5683250"/>
          <p14:tracePt t="122960" x="1758950" y="5708650"/>
          <p14:tracePt t="122977" x="1752600" y="5721350"/>
          <p14:tracePt t="122993" x="1739900" y="5746750"/>
          <p14:tracePt t="123010" x="1727200" y="5765800"/>
          <p14:tracePt t="123027" x="1714500" y="5778500"/>
          <p14:tracePt t="123043" x="1701800" y="5803900"/>
          <p14:tracePt t="123060" x="1689100" y="5816600"/>
          <p14:tracePt t="123077" x="1657350" y="5854700"/>
          <p14:tracePt t="123093" x="1657350" y="5861050"/>
          <p14:tracePt t="123110" x="1651000" y="5867400"/>
          <p14:tracePt t="123126" x="1638300" y="5873750"/>
          <p14:tracePt t="123203" x="1631950" y="5880100"/>
          <p14:tracePt t="123238" x="1625600" y="5880100"/>
          <p14:tracePt t="123287" x="1619250" y="5880100"/>
          <p14:tracePt t="123314" x="1612900" y="5880100"/>
          <p14:tracePt t="123328" x="1612900" y="5873750"/>
          <p14:tracePt t="124170" x="1612900" y="5867400"/>
          <p14:tracePt t="124183" x="1612900" y="5861050"/>
          <p14:tracePt t="124192" x="1612900" y="5854700"/>
          <p14:tracePt t="124219" x="1612900" y="5848350"/>
          <p14:tracePt t="124226" x="1612900" y="5835650"/>
          <p14:tracePt t="124241" x="1619250" y="5829300"/>
          <p14:tracePt t="124255" x="1625600" y="5810250"/>
          <p14:tracePt t="124272" x="1631950" y="5803900"/>
          <p14:tracePt t="124275" x="1638300" y="5797550"/>
          <p14:tracePt t="124289" x="1651000" y="5791200"/>
          <p14:tracePt t="124305" x="1670050" y="5759450"/>
          <p14:tracePt t="124322" x="1682750" y="5753100"/>
          <p14:tracePt t="124339" x="1695450" y="5734050"/>
          <p14:tracePt t="124355" x="1708150" y="5734050"/>
          <p14:tracePt t="124373" x="1714500" y="5727700"/>
          <p14:tracePt t="124405" x="1720850" y="5721350"/>
          <p14:tracePt t="124485" x="1720850" y="5715000"/>
          <p14:tracePt t="124492" x="1727200" y="5715000"/>
          <p14:tracePt t="124513" x="1733550" y="5715000"/>
          <p14:tracePt t="124535" x="1739900" y="5715000"/>
          <p14:tracePt t="124541" x="1746250" y="5715000"/>
          <p14:tracePt t="124557" x="1758950" y="5708650"/>
          <p14:tracePt t="124571" x="1771650" y="5708650"/>
          <p14:tracePt t="124588" x="1803400" y="5695950"/>
          <p14:tracePt t="124605" x="1873250" y="5689600"/>
          <p14:tracePt t="124621" x="1911350" y="5670550"/>
          <p14:tracePt t="124638" x="2006600" y="5651500"/>
          <p14:tracePt t="124654" x="2089150" y="5645150"/>
          <p14:tracePt t="124671" x="2139950" y="5632450"/>
          <p14:tracePt t="124688" x="2209800" y="5632450"/>
          <p14:tracePt t="124704" x="2279650" y="5638800"/>
          <p14:tracePt t="124721" x="2305050" y="5638800"/>
          <p14:tracePt t="124738" x="2368550" y="5657850"/>
          <p14:tracePt t="124754" x="2419350" y="5670550"/>
          <p14:tracePt t="124770" x="2438400" y="5676900"/>
          <p14:tracePt t="124774" x="2451100" y="5695950"/>
          <p14:tracePt t="124790" x="2463800" y="5702300"/>
          <p14:tracePt t="124804" x="2482850" y="5702300"/>
          <p14:tracePt t="124838" x="2489200" y="5702300"/>
          <p14:tracePt t="125075" x="2451100" y="5702300"/>
          <p14:tracePt t="125082" x="2387600" y="5702300"/>
          <p14:tracePt t="125096" x="2330450" y="5695950"/>
          <p14:tracePt t="125105" x="2254250" y="5695950"/>
          <p14:tracePt t="125119" x="2178050" y="5683250"/>
          <p14:tracePt t="125136" x="2089150" y="5683250"/>
          <p14:tracePt t="125153" x="1860550" y="5683250"/>
          <p14:tracePt t="125169" x="1809750" y="5683250"/>
          <p14:tracePt t="125186" x="1746250" y="5689600"/>
          <p14:tracePt t="125202" x="1663700" y="5695950"/>
          <p14:tracePt t="125219" x="1600200" y="5702300"/>
          <p14:tracePt t="125236" x="1581150" y="5702300"/>
          <p14:tracePt t="125252" x="1568450" y="5702300"/>
          <p14:tracePt t="125288" x="1568450" y="5708650"/>
          <p14:tracePt t="125377" x="1562100" y="5708650"/>
          <p14:tracePt t="125398" x="1562100" y="5715000"/>
          <p14:tracePt t="125412" x="1555750" y="5721350"/>
          <p14:tracePt t="125421" x="1549400" y="5721350"/>
          <p14:tracePt t="125435" x="1543050" y="5727700"/>
          <p14:tracePt t="125452" x="1536700" y="5734050"/>
          <p14:tracePt t="125469" x="1498600" y="5753100"/>
          <p14:tracePt t="125485" x="1485900" y="5765800"/>
          <p14:tracePt t="125501" x="1454150" y="5784850"/>
          <p14:tracePt t="125518" x="1416050" y="5803900"/>
          <p14:tracePt t="125534" x="1403350" y="5810250"/>
          <p14:tracePt t="125552" x="1390650" y="5816600"/>
          <p14:tracePt t="125567" x="1384300" y="5822950"/>
          <p14:tracePt t="125601" x="1390650" y="5829300"/>
          <p14:tracePt t="125617" x="1428750" y="5829300"/>
          <p14:tracePt t="125634" x="1466850" y="5835650"/>
          <p14:tracePt t="125651" x="1593850" y="5835650"/>
          <p14:tracePt t="125667" x="1670050" y="5835650"/>
          <p14:tracePt t="125684" x="1765300" y="5829300"/>
          <p14:tracePt t="125701" x="1905000" y="5822950"/>
          <p14:tracePt t="125717" x="1955800" y="5816600"/>
          <p14:tracePt t="125735" x="1987550" y="5816600"/>
          <p14:tracePt t="125750" x="2019300" y="5803900"/>
          <p14:tracePt t="125767" x="2025650" y="5803900"/>
          <p14:tracePt t="125800" x="2019300" y="5803900"/>
          <p14:tracePt t="125817" x="2000250" y="5803900"/>
          <p14:tracePt t="125834" x="1936750" y="5803900"/>
          <p14:tracePt t="125850" x="1873250" y="5803900"/>
          <p14:tracePt t="125867" x="1714500" y="5816600"/>
          <p14:tracePt t="125883" x="1549400" y="5842000"/>
          <p14:tracePt t="125900" x="1365250" y="5867400"/>
          <p14:tracePt t="125918" x="1200150" y="5886450"/>
          <p14:tracePt t="125933" x="1130300" y="5905500"/>
          <p14:tracePt t="125950" x="1066800" y="5905500"/>
          <p14:tracePt t="125967" x="1041400" y="5905500"/>
          <p14:tracePt t="125983" x="1035050" y="5905500"/>
          <p14:tracePt t="126000" x="1028700" y="5905500"/>
          <p14:tracePt t="126051" x="1041400" y="5905500"/>
          <p14:tracePt t="126058" x="1047750" y="5905500"/>
          <p14:tracePt t="126066" x="1073150" y="5905500"/>
          <p14:tracePt t="126082" x="1111250" y="5899150"/>
          <p14:tracePt t="126100" x="1193800" y="5873750"/>
          <p14:tracePt t="126116" x="1257300" y="5867400"/>
          <p14:tracePt t="126132" x="1327150" y="5854700"/>
          <p14:tracePt t="126149" x="1466850" y="5829300"/>
          <p14:tracePt t="126166" x="1549400" y="5816600"/>
          <p14:tracePt t="126182" x="1600200" y="5816600"/>
          <p14:tracePt t="126199" x="1695450" y="5803900"/>
          <p14:tracePt t="126215" x="1714500" y="5803900"/>
          <p14:tracePt t="126232" x="1739900" y="5797550"/>
          <p14:tracePt t="126268" x="1746250" y="5791200"/>
          <p14:tracePt t="126324" x="1739900" y="5791200"/>
          <p14:tracePt t="126338" x="1727200" y="5791200"/>
          <p14:tracePt t="126353" x="1714500" y="5791200"/>
          <p14:tracePt t="126360" x="1689100" y="5791200"/>
          <p14:tracePt t="126374" x="1657350" y="5791200"/>
          <p14:tracePt t="126382" x="1619250" y="5791200"/>
          <p14:tracePt t="126398" x="1581150" y="5791200"/>
          <p14:tracePt t="126416" x="1466850" y="5791200"/>
          <p14:tracePt t="126432" x="1365250" y="5791200"/>
          <p14:tracePt t="126448" x="1295400" y="5778500"/>
          <p14:tracePt t="126465" x="1276350" y="5778500"/>
          <p14:tracePt t="126481" x="1257300" y="5778500"/>
          <p14:tracePt t="126498" x="1250950" y="5778500"/>
          <p14:tracePt t="126515" x="1244600" y="5778500"/>
          <p14:tracePt t="126556" x="1257300" y="5778500"/>
          <p14:tracePt t="126565" x="1270000" y="5778500"/>
          <p14:tracePt t="126577" x="1289050" y="5778500"/>
          <p14:tracePt t="126584" x="1314450" y="5778500"/>
          <p14:tracePt t="126598" x="1352550" y="5778500"/>
          <p14:tracePt t="126614" x="1473200" y="5772150"/>
          <p14:tracePt t="126631" x="1587500" y="5759450"/>
          <p14:tracePt t="126648" x="1682750" y="5753100"/>
          <p14:tracePt t="126664" x="1720850" y="5753100"/>
          <p14:tracePt t="126681" x="1752600" y="5746750"/>
          <p14:tracePt t="126697" x="1803400" y="5740400"/>
          <p14:tracePt t="126730" x="1809750" y="5740400"/>
          <p14:tracePt t="126760" x="1803400" y="5740400"/>
          <p14:tracePt t="126767" x="1797050" y="5734050"/>
          <p14:tracePt t="126783" x="1784350" y="5734050"/>
          <p14:tracePt t="126797" x="1758950" y="5734050"/>
          <p14:tracePt t="126814" x="1714500" y="5734050"/>
          <p14:tracePt t="126831" x="1644650" y="5734050"/>
          <p14:tracePt t="126847" x="1581150" y="5734050"/>
          <p14:tracePt t="126863" x="1454150" y="5734050"/>
          <p14:tracePt t="126880" x="1333500" y="5721350"/>
          <p14:tracePt t="126896" x="1295400" y="5721350"/>
          <p14:tracePt t="126913" x="1238250" y="5721350"/>
          <p14:tracePt t="126930" x="1212850" y="5721350"/>
          <p14:tracePt t="126946" x="1206500" y="5721350"/>
          <p14:tracePt t="126979" x="1200150" y="5721350"/>
          <p14:tracePt t="127272" x="1206500" y="5721350"/>
          <p14:tracePt t="127279" x="1225550" y="5721350"/>
          <p14:tracePt t="127293" x="1257300" y="5715000"/>
          <p14:tracePt t="127301" x="1295400" y="5708650"/>
          <p14:tracePt t="127315" x="1358900" y="5695950"/>
          <p14:tracePt t="127329" x="1517650" y="5657850"/>
          <p14:tracePt t="127345" x="1612900" y="5626100"/>
          <p14:tracePt t="127362" x="1701800" y="5600700"/>
          <p14:tracePt t="127378" x="1911350" y="5537200"/>
          <p14:tracePt t="127395" x="2095500" y="5492750"/>
          <p14:tracePt t="127411" x="2159000" y="5486400"/>
          <p14:tracePt t="127428" x="2241550" y="5467350"/>
          <p14:tracePt t="127445" x="2292350" y="5461000"/>
          <p14:tracePt t="127462" x="2311400" y="5461000"/>
          <p14:tracePt t="127478" x="2317750" y="5461000"/>
          <p14:tracePt t="127532" x="2317750" y="5467350"/>
          <p14:tracePt t="127539" x="2317750" y="5473700"/>
          <p14:tracePt t="127553" x="2317750" y="5486400"/>
          <p14:tracePt t="127574" x="2317750" y="5499100"/>
          <p14:tracePt t="127581" x="2317750" y="5511800"/>
          <p14:tracePt t="127596" x="2317750" y="5518150"/>
          <p14:tracePt t="127611" x="2317750" y="5537200"/>
          <p14:tracePt t="127627" x="2317750" y="5543550"/>
          <p14:tracePt t="127644" x="2324100" y="5556250"/>
          <p14:tracePt t="127661" x="2324100" y="5562600"/>
          <p14:tracePt t="127676" x="2324100" y="5568950"/>
          <p14:tracePt t="127694" x="2324100" y="5575300"/>
          <p14:tracePt t="127722" x="2330450" y="5581650"/>
          <p14:tracePt t="127890" x="2330450" y="5588000"/>
          <p14:tracePt t="127925" x="2343150" y="5588000"/>
          <p14:tracePt t="127932" x="2349500" y="5588000"/>
          <p14:tracePt t="127946" x="2355850" y="5588000"/>
          <p14:tracePt t="127959" x="2362200" y="5581650"/>
          <p14:tracePt t="127976" x="2381250" y="5575300"/>
          <p14:tracePt t="127993" x="2406650" y="5562600"/>
          <p14:tracePt t="128010" x="2476500" y="5543550"/>
          <p14:tracePt t="128026" x="2565400" y="5505450"/>
          <p14:tracePt t="128042" x="2603500" y="5486400"/>
          <p14:tracePt t="128059" x="2705100" y="5441950"/>
          <p14:tracePt t="128076" x="2749550" y="5435600"/>
          <p14:tracePt t="128092" x="2844800" y="5397500"/>
          <p14:tracePt t="128110" x="2940050" y="5384800"/>
          <p14:tracePt t="128126" x="2990850" y="5372100"/>
          <p14:tracePt t="128143" x="3162300" y="5372100"/>
          <p14:tracePt t="128159" x="3238500" y="5378450"/>
          <p14:tracePt t="128175" x="3371850" y="5403850"/>
          <p14:tracePt t="128193" x="3517900" y="5441950"/>
          <p14:tracePt t="128208" x="3568700" y="5461000"/>
          <p14:tracePt t="128225" x="3625850" y="5480050"/>
          <p14:tracePt t="128242" x="3714750" y="5511800"/>
          <p14:tracePt t="128275" x="3714750" y="5518150"/>
          <p14:tracePt t="128292" x="3714750" y="5524500"/>
          <p14:tracePt t="128424" x="3702050" y="5524500"/>
          <p14:tracePt t="128438" x="3689350" y="5524500"/>
          <p14:tracePt t="128444" x="3670300" y="5524500"/>
          <p14:tracePt t="128457" x="3651250" y="5524500"/>
          <p14:tracePt t="128474" x="3543300" y="5524500"/>
          <p14:tracePt t="128491" x="3479800" y="5524500"/>
          <p14:tracePt t="128508" x="3289300" y="5524500"/>
          <p14:tracePt t="128524" x="3194050" y="5524500"/>
          <p14:tracePt t="128541" x="3003550" y="5524500"/>
          <p14:tracePt t="128558" x="2844800" y="5549900"/>
          <p14:tracePt t="128574" x="2794000" y="5562600"/>
          <p14:tracePt t="128591" x="2705100" y="5588000"/>
          <p14:tracePt t="128607" x="2686050" y="5600700"/>
          <p14:tracePt t="128624" x="2667000" y="5613400"/>
          <p14:tracePt t="128641" x="2635250" y="5638800"/>
          <p14:tracePt t="128674" x="2628900" y="5638800"/>
          <p14:tracePt t="128698" x="2622550" y="5638800"/>
          <p14:tracePt t="128782" x="2628900" y="5638800"/>
          <p14:tracePt t="128789" x="2641600" y="5638800"/>
          <p14:tracePt t="128803" x="2654300" y="5638800"/>
          <p14:tracePt t="128817" x="2667000" y="5638800"/>
          <p14:tracePt t="128825" x="2698750" y="5632450"/>
          <p14:tracePt t="128840" x="2794000" y="5613400"/>
          <p14:tracePt t="128856" x="2844800" y="5607050"/>
          <p14:tracePt t="128873" x="2971800" y="5607050"/>
          <p14:tracePt t="128890" x="3035300" y="5607050"/>
          <p14:tracePt t="128906" x="3086100" y="5607050"/>
          <p14:tracePt t="128923" x="3181350" y="5607050"/>
          <p14:tracePt t="128939" x="3206750" y="5607050"/>
          <p14:tracePt t="128956" x="3263900" y="5607050"/>
          <p14:tracePt t="128972" x="3276600" y="5613400"/>
          <p14:tracePt t="128989" x="3282950" y="5613400"/>
          <p14:tracePt t="129006" x="3295650" y="5613400"/>
          <p14:tracePt t="129084" x="3295650" y="5619750"/>
          <p14:tracePt t="129196" x="3289300" y="5619750"/>
          <p14:tracePt t="129217" x="3282950" y="5619750"/>
          <p14:tracePt t="129231" x="3282950" y="5626100"/>
          <p14:tracePt t="129245" x="3276600" y="5626100"/>
          <p14:tracePt t="129259" x="3257550" y="5626100"/>
          <p14:tracePt t="129274" x="3238500" y="5626100"/>
          <p14:tracePt t="129288" x="3200400" y="5626100"/>
          <p14:tracePt t="129305" x="3143250" y="5632450"/>
          <p14:tracePt t="129323" x="2990850" y="5645150"/>
          <p14:tracePt t="129338" x="2914650" y="5645150"/>
          <p14:tracePt t="129355" x="2825750" y="5651500"/>
          <p14:tracePt t="129372" x="2667000" y="5664200"/>
          <p14:tracePt t="129388" x="2616200" y="5670550"/>
          <p14:tracePt t="129404" x="2565400" y="5683250"/>
          <p14:tracePt t="129422" x="2508250" y="5683250"/>
          <p14:tracePt t="129438" x="2482850" y="5689600"/>
          <p14:tracePt t="129454" x="2470150" y="5689600"/>
          <p14:tracePt t="129471" x="2457450" y="5695950"/>
          <p14:tracePt t="129504" x="2451100" y="5695950"/>
          <p14:tracePt t="129554" x="2451100" y="5689600"/>
          <p14:tracePt t="129582" x="2451100" y="5683250"/>
          <p14:tracePt t="129596" x="2451100" y="5676900"/>
          <p14:tracePt t="130078" x="2438400" y="5683250"/>
          <p14:tracePt t="130086" x="2425700" y="5695950"/>
          <p14:tracePt t="130100" x="2413000" y="5702300"/>
          <p14:tracePt t="130106" x="2400300" y="5715000"/>
          <p14:tracePt t="130121" x="2387600" y="5721350"/>
          <p14:tracePt t="130135" x="2374900" y="5727700"/>
          <p14:tracePt t="130152" x="2355850" y="5740400"/>
          <p14:tracePt t="130169" x="2343150" y="5746750"/>
          <p14:tracePt t="130185" x="2324100" y="5765800"/>
          <p14:tracePt t="130201" x="2305050" y="5772150"/>
          <p14:tracePt t="130219" x="2292350" y="5778500"/>
          <p14:tracePt t="130235" x="2273300" y="5791200"/>
          <p14:tracePt t="130252" x="2247900" y="5803900"/>
          <p14:tracePt t="130268" x="2222500" y="5810250"/>
          <p14:tracePt t="130285" x="2209800" y="5810250"/>
          <p14:tracePt t="130301" x="2178050" y="5810250"/>
          <p14:tracePt t="130318" x="2127250" y="5810250"/>
          <p14:tracePt t="130334" x="2089150" y="5791200"/>
          <p14:tracePt t="130353" x="2000250" y="5746750"/>
          <p14:tracePt t="130368" x="1898650" y="5702300"/>
          <p14:tracePt t="130384" x="1854200" y="5676900"/>
          <p14:tracePt t="130402" x="1758950" y="5638800"/>
          <p14:tracePt t="130418" x="1733550" y="5626100"/>
          <p14:tracePt t="130434" x="1689100" y="5619750"/>
          <p14:tracePt t="130451" x="1657350" y="5600700"/>
          <p14:tracePt t="130467" x="1657350" y="5588000"/>
          <p14:tracePt t="130803" x="1638300" y="5588000"/>
          <p14:tracePt t="130809" x="1612900" y="5594350"/>
          <p14:tracePt t="130824" x="1581150" y="5613400"/>
          <p14:tracePt t="130833" x="1549400" y="5626100"/>
          <p14:tracePt t="130849" x="1517650" y="5645150"/>
          <p14:tracePt t="130866" x="1441450" y="5670550"/>
          <p14:tracePt t="130882" x="1403350" y="5689600"/>
          <p14:tracePt t="130899" x="1377950" y="5695950"/>
          <p14:tracePt t="130916" x="1346200" y="5702300"/>
          <p14:tracePt t="130932" x="1320800" y="5715000"/>
          <p14:tracePt t="130950" x="1308100" y="5721350"/>
          <p14:tracePt t="130966" x="1301750" y="5727700"/>
          <p14:tracePt t="130982" x="1295400" y="5727700"/>
          <p14:tracePt t="131084" x="1301750" y="5727700"/>
          <p14:tracePt t="131091" x="1314450" y="5715000"/>
          <p14:tracePt t="131105" x="1320800" y="5708650"/>
          <p14:tracePt t="131115" x="1333500" y="5689600"/>
          <p14:tracePt t="131132" x="1358900" y="5651500"/>
          <p14:tracePt t="131149" x="1441450" y="5537200"/>
          <p14:tracePt t="131165" x="1549400" y="5327650"/>
          <p14:tracePt t="131182" x="1619250" y="5168900"/>
          <p14:tracePt t="131198" x="1797050" y="4711700"/>
          <p14:tracePt t="131215" x="1917700" y="4229100"/>
          <p14:tracePt t="131232" x="1968500" y="3924300"/>
          <p14:tracePt t="131248" x="1968500" y="3816350"/>
          <p14:tracePt t="131265" x="1936750" y="3594100"/>
          <p14:tracePt t="131281" x="1892300" y="3492500"/>
          <p14:tracePt t="131677" x="1892300" y="3416300"/>
          <p14:tracePt t="131685" x="1905000" y="3333750"/>
          <p14:tracePt t="131699" x="1930400" y="3206750"/>
          <p14:tracePt t="131713" x="1974850" y="2895600"/>
          <p14:tracePt t="131730" x="1987550" y="2755900"/>
          <p14:tracePt t="131747" x="1993900" y="2489200"/>
          <p14:tracePt t="131763" x="1993900" y="2235200"/>
          <p14:tracePt t="131780" x="1968500" y="2120900"/>
          <p14:tracePt t="131797" x="1917700" y="1898650"/>
          <p14:tracePt t="131813" x="1892300" y="1771650"/>
          <p14:tracePt t="131830" x="1873250" y="1727200"/>
          <p14:tracePt t="131846" x="1860550" y="1682750"/>
          <p14:tracePt t="131862" x="1860550" y="1676400"/>
          <p14:tracePt t="131879" x="1860550" y="1670050"/>
          <p14:tracePt t="131986" x="1860550" y="1663700"/>
          <p14:tracePt t="131993" x="1854200" y="1657350"/>
          <p14:tracePt t="132007" x="1847850" y="1638300"/>
          <p14:tracePt t="132015" x="1841500" y="1600200"/>
          <p14:tracePt t="132029" x="1828800" y="1555750"/>
          <p14:tracePt t="132045" x="1816100" y="1460500"/>
          <p14:tracePt t="132062" x="1809750" y="1435100"/>
          <p14:tracePt t="132078" x="1790700" y="1377950"/>
          <p14:tracePt t="132095" x="1778000" y="1365250"/>
          <p14:tracePt t="132112" x="1778000" y="1358900"/>
          <p14:tracePt t="132128" x="1778000" y="1346200"/>
          <p14:tracePt t="132162" x="1784350" y="1333500"/>
          <p14:tracePt t="132178" x="1784350" y="1320800"/>
          <p14:tracePt t="132195" x="1797050" y="1308100"/>
          <p14:tracePt t="132211" x="1822450" y="1289050"/>
          <p14:tracePt t="132228" x="1866900" y="1263650"/>
          <p14:tracePt t="132245" x="1885950" y="1244600"/>
          <p14:tracePt t="132261" x="1968500" y="1212850"/>
          <p14:tracePt t="132278" x="2070100" y="1187450"/>
          <p14:tracePt t="132296" x="2171700" y="1168400"/>
          <p14:tracePt t="132311" x="2228850" y="1168400"/>
          <p14:tracePt t="132328" x="2317750" y="1168400"/>
          <p14:tracePt t="132345" x="2387600" y="1162050"/>
          <p14:tracePt t="132362" x="2406650" y="1162050"/>
          <p14:tracePt t="132378" x="2451100" y="1162050"/>
          <p14:tracePt t="132394" x="2482850" y="1162050"/>
          <p14:tracePt t="132410" x="2501900" y="1162050"/>
          <p14:tracePt t="132427" x="2514600" y="1162050"/>
          <p14:tracePt t="132444" x="2527300" y="1162050"/>
          <p14:tracePt t="132534" x="2520950" y="1162050"/>
          <p14:tracePt t="132548" x="2508250" y="1162050"/>
          <p14:tracePt t="132555" x="2495550" y="1162050"/>
          <p14:tracePt t="132569" x="2476500" y="1162050"/>
          <p14:tracePt t="132578" x="2432050" y="1174750"/>
          <p14:tracePt t="132593" x="2381250" y="1174750"/>
          <p14:tracePt t="132610" x="2247900" y="1212850"/>
          <p14:tracePt t="132627" x="2089150" y="1250950"/>
          <p14:tracePt t="132643" x="2012950" y="1282700"/>
          <p14:tracePt t="132660" x="1885950" y="1327150"/>
          <p14:tracePt t="132676" x="1803400" y="1352550"/>
          <p14:tracePt t="132693" x="1784350" y="1365250"/>
          <p14:tracePt t="132710" x="1758950" y="1371600"/>
          <p14:tracePt t="132726" x="1752600" y="1377950"/>
          <p14:tracePt t="132759" x="1746250" y="1377950"/>
          <p14:tracePt t="137069" x="1746250" y="1403350"/>
          <p14:tracePt t="137076" x="1746250" y="1460500"/>
          <p14:tracePt t="137083" x="1733550" y="1524000"/>
          <p14:tracePt t="137097" x="1733550" y="1574800"/>
          <p14:tracePt t="137112" x="1733550" y="1625600"/>
          <p14:tracePt t="137128" x="1733550" y="1746250"/>
          <p14:tracePt t="137145" x="1739900" y="1822450"/>
          <p14:tracePt t="137161" x="1746250" y="1936750"/>
          <p14:tracePt t="137178" x="1758950" y="2095500"/>
          <p14:tracePt t="137195" x="1778000" y="2247900"/>
          <p14:tracePt t="137211" x="1784350" y="2305050"/>
          <p14:tracePt t="137227" x="1803400" y="2470150"/>
          <p14:tracePt t="137245" x="1822450" y="2660650"/>
          <p14:tracePt t="137260" x="1822450" y="2749550"/>
          <p14:tracePt t="137277" x="1822450" y="2838450"/>
          <p14:tracePt t="137294" x="1822450" y="3048000"/>
          <p14:tracePt t="137311" x="1822450" y="3111500"/>
          <p14:tracePt t="137327" x="1809750" y="3162300"/>
          <p14:tracePt t="137344" x="1803400" y="3257550"/>
          <p14:tracePt t="137360" x="1778000" y="3352800"/>
          <p14:tracePt t="137378" x="1752600" y="3460750"/>
          <p14:tracePt t="137393" x="1720850" y="3530600"/>
          <p14:tracePt t="137410" x="1676400" y="3663950"/>
          <p14:tracePt t="137427" x="1600200" y="3873500"/>
          <p14:tracePt t="137443" x="1568450" y="3987800"/>
          <p14:tracePt t="137460" x="1517650" y="4222750"/>
          <p14:tracePt t="137477" x="1460500" y="4451350"/>
          <p14:tracePt t="137493" x="1454150" y="4552950"/>
          <p14:tracePt t="137510" x="1422400" y="4775200"/>
          <p14:tracePt t="137526" x="1403350" y="4927600"/>
          <p14:tracePt t="137543" x="1403350" y="4978400"/>
          <p14:tracePt t="137560" x="1390650" y="5099050"/>
          <p14:tracePt t="137576" x="1403350" y="5207000"/>
          <p14:tracePt t="137593" x="1403350" y="5283200"/>
          <p14:tracePt t="137610" x="1384300" y="5391150"/>
          <p14:tracePt t="137626" x="1377950" y="5429250"/>
          <p14:tracePt t="137643" x="1377950" y="5537200"/>
          <p14:tracePt t="138098" x="1365250" y="5549900"/>
          <p14:tracePt t="138105" x="1358900" y="5562600"/>
          <p14:tracePt t="138119" x="1333500" y="5575300"/>
          <p14:tracePt t="138127" x="1314450" y="5588000"/>
          <p14:tracePt t="138142" x="1282700" y="5607050"/>
          <p14:tracePt t="138158" x="1250950" y="5613400"/>
          <p14:tracePt t="138174" x="1200150" y="5632450"/>
          <p14:tracePt t="138190" x="1149350" y="5651500"/>
          <p14:tracePt t="138207" x="1130300" y="5651500"/>
          <p14:tracePt t="138225" x="1098550" y="5651500"/>
          <p14:tracePt t="138241" x="1085850" y="5651500"/>
          <p14:tracePt t="138257" x="1079500" y="5651500"/>
          <p14:tracePt t="138274" x="1073150" y="5651500"/>
          <p14:tracePt t="138302" x="1079500" y="5651500"/>
          <p14:tracePt t="138309" x="1092200" y="5651500"/>
          <p14:tracePt t="138324" x="1111250" y="5651500"/>
          <p14:tracePt t="138341" x="1162050" y="5638800"/>
          <p14:tracePt t="138358" x="1200150" y="5638800"/>
          <p14:tracePt t="138373" x="1320800" y="5638800"/>
          <p14:tracePt t="138390" x="1447800" y="5638800"/>
          <p14:tracePt t="138407" x="1574800" y="5645150"/>
          <p14:tracePt t="138423" x="1638300" y="5645150"/>
          <p14:tracePt t="138440" x="1689100" y="5645150"/>
          <p14:tracePt t="138457" x="1835150" y="5638800"/>
          <p14:tracePt t="138473" x="1866900" y="5632450"/>
          <p14:tracePt t="138490" x="1885950" y="5632450"/>
          <p14:tracePt t="138506" x="1917700" y="5632450"/>
          <p14:tracePt t="138523" x="1943100" y="5632450"/>
          <p14:tracePt t="138540" x="1962150" y="5632450"/>
          <p14:tracePt t="138556" x="1974850" y="5626100"/>
          <p14:tracePt t="138573" x="1987550" y="5619750"/>
          <p14:tracePt t="138590" x="1993900" y="5613400"/>
          <p14:tracePt t="138622" x="2000250" y="5613400"/>
          <p14:tracePt t="138701" x="2006600" y="5613400"/>
          <p14:tracePt t="139142" x="2006600" y="5626100"/>
          <p14:tracePt t="139149" x="2006600" y="5632450"/>
          <p14:tracePt t="139163" x="2006600" y="5638800"/>
          <p14:tracePt t="139173" x="2012950" y="5645150"/>
          <p14:tracePt t="139187" x="2019300" y="5651500"/>
          <p14:tracePt t="139204" x="2044700" y="5670550"/>
          <p14:tracePt t="139221" x="2070100" y="5676900"/>
          <p14:tracePt t="139237" x="2089150" y="5676900"/>
          <p14:tracePt t="139254" x="2120900" y="5683250"/>
          <p14:tracePt t="139270" x="2152650" y="5689600"/>
          <p14:tracePt t="139287" x="2178050" y="5689600"/>
          <p14:tracePt t="139304" x="2190750" y="5689600"/>
          <p14:tracePt t="139320" x="2203450" y="5689600"/>
          <p14:tracePt t="139337" x="2209800" y="5689600"/>
          <p14:tracePt t="139388" x="2216150" y="5689600"/>
          <p14:tracePt t="139633" x="2222500" y="5689600"/>
          <p14:tracePt t="139640" x="2228850" y="5689600"/>
          <p14:tracePt t="139655" x="2254250" y="5689600"/>
          <p14:tracePt t="139669" x="2292350" y="5689600"/>
          <p14:tracePt t="139685" x="2330450" y="5689600"/>
          <p14:tracePt t="139702" x="2381250" y="5702300"/>
          <p14:tracePt t="139719" x="2501900" y="5695950"/>
          <p14:tracePt t="139735" x="2603500" y="5689600"/>
          <p14:tracePt t="139753" x="2698750" y="5676900"/>
          <p14:tracePt t="139769" x="2743200" y="5670550"/>
          <p14:tracePt t="139785" x="2774950" y="5664200"/>
          <p14:tracePt t="139802" x="2794000" y="5664200"/>
          <p14:tracePt t="139818" x="2800350" y="5664200"/>
          <p14:tracePt t="139886" x="2787650" y="5664200"/>
          <p14:tracePt t="139893" x="2774950" y="5664200"/>
          <p14:tracePt t="139907" x="2755900" y="5670550"/>
          <p14:tracePt t="139917" x="2724150" y="5676900"/>
          <p14:tracePt t="139935" x="2647950" y="5683250"/>
          <p14:tracePt t="139951" x="2540000" y="5702300"/>
          <p14:tracePt t="139968" x="2476500" y="5715000"/>
          <p14:tracePt t="139985" x="2355850" y="5734050"/>
          <p14:tracePt t="140001" x="2305050" y="5734050"/>
          <p14:tracePt t="140018" x="2235200" y="5734050"/>
          <p14:tracePt t="140034" x="2209800" y="5734050"/>
          <p14:tracePt t="140051" x="2203450" y="5734050"/>
          <p14:tracePt t="140125" x="2216150" y="5740400"/>
          <p14:tracePt t="140131" x="2228850" y="5740400"/>
          <p14:tracePt t="140146" x="2260600" y="5740400"/>
          <p14:tracePt t="140154" x="2286000" y="5740400"/>
          <p14:tracePt t="140167" x="2324100" y="5753100"/>
          <p14:tracePt t="140184" x="2381250" y="5759450"/>
          <p14:tracePt t="140200" x="2495550" y="5765800"/>
          <p14:tracePt t="140217" x="2635250" y="5765800"/>
          <p14:tracePt t="140234" x="2781300" y="5765800"/>
          <p14:tracePt t="140251" x="2889250" y="5740400"/>
          <p14:tracePt t="140267" x="2914650" y="5727700"/>
          <p14:tracePt t="140284" x="2946400" y="5715000"/>
          <p14:tracePt t="140301" x="2978150" y="5702300"/>
          <p14:tracePt t="140317" x="2984500" y="5702300"/>
          <p14:tracePt t="140707" x="3003550" y="5702300"/>
          <p14:tracePt t="140713" x="3022600" y="5695950"/>
          <p14:tracePt t="140721" x="3060700" y="5695950"/>
          <p14:tracePt t="140735" x="3105150" y="5689600"/>
          <p14:tracePt t="140749" x="3143250" y="5676900"/>
          <p14:tracePt t="140765" x="3238500" y="5664200"/>
          <p14:tracePt t="140782" x="3282950" y="5651500"/>
          <p14:tracePt t="140799" x="3352800" y="5638800"/>
          <p14:tracePt t="140815" x="3390900" y="5626100"/>
          <p14:tracePt t="140833" x="3429000" y="5613400"/>
          <p14:tracePt t="140848" x="3441700" y="5613400"/>
          <p14:tracePt t="140865" x="3448050" y="5607050"/>
          <p14:tracePt t="140882" x="3454400" y="5607050"/>
          <p14:tracePt t="140952" x="3441700" y="5607050"/>
          <p14:tracePt t="140967" x="3416300" y="5619750"/>
          <p14:tracePt t="140973" x="3397250" y="5632450"/>
          <p14:tracePt t="140987" x="3365500" y="5638800"/>
          <p14:tracePt t="140997" x="3314700" y="5657850"/>
          <p14:tracePt t="141015" x="3244850" y="5683250"/>
          <p14:tracePt t="141031" x="3048000" y="5727700"/>
          <p14:tracePt t="141048" x="2806700" y="5772150"/>
          <p14:tracePt t="141065" x="2540000" y="5810250"/>
          <p14:tracePt t="141081" x="2400300" y="5822950"/>
          <p14:tracePt t="141097" x="2146300" y="5835650"/>
          <p14:tracePt t="141114" x="1943100" y="5829300"/>
          <p14:tracePt t="141131" x="1854200" y="5822950"/>
          <p14:tracePt t="141148" x="1720850" y="5791200"/>
          <p14:tracePt t="141164" x="1670050" y="5778500"/>
          <p14:tracePt t="141181" x="1663700" y="5772150"/>
          <p14:tracePt t="141197" x="1651000" y="5772150"/>
          <p14:tracePt t="141226" x="1644650" y="5772150"/>
          <p14:tracePt t="141443" x="1657350" y="5772150"/>
          <p14:tracePt t="141457" x="1689100" y="5772150"/>
          <p14:tracePt t="141465" x="1733550" y="5772150"/>
          <p14:tracePt t="141480" x="1790700" y="5778500"/>
          <p14:tracePt t="141496" x="1879600" y="5778500"/>
          <p14:tracePt t="141514" x="2222500" y="5753100"/>
          <p14:tracePt t="141529" x="2336800" y="5734050"/>
          <p14:tracePt t="141546" x="2451100" y="5715000"/>
          <p14:tracePt t="141563" x="2673350" y="5664200"/>
          <p14:tracePt t="141579" x="2717800" y="5657850"/>
          <p14:tracePt t="141595" x="2749550" y="5651500"/>
          <p14:tracePt t="141612" x="2774950" y="5645150"/>
          <p14:tracePt t="141629" x="2781300" y="5645150"/>
          <p14:tracePt t="141646" x="2781300" y="5638800"/>
          <p14:tracePt t="141662" x="2787650" y="5638800"/>
          <p14:tracePt t="143302" x="2794000" y="5638800"/>
          <p14:tracePt t="143310" x="2800350" y="5632450"/>
          <p14:tracePt t="143323" x="2813050" y="5632450"/>
          <p14:tracePt t="143341" x="2851150" y="5626100"/>
          <p14:tracePt t="143356" x="2876550" y="5619750"/>
          <p14:tracePt t="143373" x="2908300" y="5613400"/>
          <p14:tracePt t="143389" x="2946400" y="5607050"/>
          <p14:tracePt t="143406" x="2959100" y="5600700"/>
          <p14:tracePt t="143423" x="2978150" y="5594350"/>
          <p14:tracePt t="143439" x="2984500" y="5594350"/>
          <p14:tracePt t="143442" x="2990850" y="5594350"/>
          <p14:tracePt t="143478" x="2990850" y="5588000"/>
          <p14:tracePt t="143499" x="2990850" y="5581650"/>
          <p14:tracePt t="143513" x="2984500" y="5575300"/>
          <p14:tracePt t="143520" x="2978150" y="5575300"/>
          <p14:tracePt t="143527" x="2971800" y="5568950"/>
          <p14:tracePt t="143542" x="2965450" y="5568950"/>
          <p14:tracePt t="143556" x="2952750" y="5562600"/>
          <p14:tracePt t="143572" x="2908300" y="5549900"/>
          <p14:tracePt t="143589" x="2876550" y="5543550"/>
          <p14:tracePt t="143605" x="2813050" y="5537200"/>
          <p14:tracePt t="143622" x="2730500" y="5524500"/>
          <p14:tracePt t="143640" x="2641600" y="5524500"/>
          <p14:tracePt t="143655" x="2571750" y="5530850"/>
          <p14:tracePt t="143672" x="2457450" y="5537200"/>
          <p14:tracePt t="143689" x="2324100" y="5549900"/>
          <p14:tracePt t="143705" x="2260600" y="5549900"/>
          <p14:tracePt t="143722" x="2209800" y="5556250"/>
          <p14:tracePt t="143738" x="2114550" y="5562600"/>
          <p14:tracePt t="143755" x="2101850" y="5562600"/>
          <p14:tracePt t="143772" x="2095500" y="5562600"/>
          <p14:tracePt t="143829" x="2101850" y="5562600"/>
          <p14:tracePt t="143843" x="2120900" y="5562600"/>
          <p14:tracePt t="143850" x="2139950" y="5562600"/>
          <p14:tracePt t="144644" x="2152650" y="5562600"/>
          <p14:tracePt t="144652" x="2184400" y="5562600"/>
          <p14:tracePt t="144664" x="2209800" y="5562600"/>
          <p14:tracePt t="144672" x="2247900" y="5562600"/>
          <p14:tracePt t="144685" x="2305050" y="5568950"/>
          <p14:tracePt t="144702" x="2419350" y="5568950"/>
          <p14:tracePt t="144718" x="2482850" y="5568950"/>
          <p14:tracePt t="144735" x="2527300" y="5568950"/>
          <p14:tracePt t="144752" x="2616200" y="5568950"/>
          <p14:tracePt t="144768" x="2635250" y="5568950"/>
          <p14:tracePt t="144785" x="2679700" y="5562600"/>
          <p14:tracePt t="144801" x="2692400" y="5562600"/>
          <p14:tracePt t="144818" x="2698750" y="5562600"/>
          <p14:tracePt t="144835" x="2705100" y="5562600"/>
          <p14:tracePt t="144851" x="2711450" y="5562600"/>
          <p14:tracePt t="144897" x="2705100" y="5562600"/>
          <p14:tracePt t="144910" x="2698750" y="5562600"/>
          <p14:tracePt t="144920" x="2686050" y="5562600"/>
          <p14:tracePt t="144934" x="2641600" y="5575300"/>
          <p14:tracePt t="144951" x="2609850" y="5581650"/>
          <p14:tracePt t="144954" x="2571750" y="5600700"/>
          <p14:tracePt t="144967" x="2514600" y="5607050"/>
          <p14:tracePt t="144984" x="2393950" y="5645150"/>
          <p14:tracePt t="145001" x="2343150" y="5651500"/>
          <p14:tracePt t="145017" x="2235200" y="5683250"/>
          <p14:tracePt t="145034" x="2171700" y="5695950"/>
          <p14:tracePt t="145051" x="2139950" y="5708650"/>
          <p14:tracePt t="145067" x="2133600" y="5708650"/>
          <p14:tracePt t="145100" x="2127250" y="5708650"/>
          <p14:tracePt t="145163" x="2127250" y="5715000"/>
          <p14:tracePt t="145184" x="2133600" y="5715000"/>
          <p14:tracePt t="145191" x="2146300" y="5715000"/>
          <p14:tracePt t="145206" x="2159000" y="5715000"/>
          <p14:tracePt t="145216" x="2171700" y="5715000"/>
          <p14:tracePt t="145234" x="2235200" y="5715000"/>
          <p14:tracePt t="145250" x="2279650" y="5715000"/>
          <p14:tracePt t="145266" x="2343150" y="5715000"/>
          <p14:tracePt t="145283" x="2457450" y="5695950"/>
          <p14:tracePt t="145300" x="2603500" y="5676900"/>
          <p14:tracePt t="145317" x="2667000" y="5664200"/>
          <p14:tracePt t="145333" x="2813050" y="5651500"/>
          <p14:tracePt t="145349" x="2857500" y="5638800"/>
          <p14:tracePt t="145367" x="2908300" y="5632450"/>
          <p14:tracePt t="145383" x="2940050" y="5619750"/>
          <p14:tracePt t="145399" x="2946400" y="5619750"/>
          <p14:tracePt t="145417" x="2959100" y="5619750"/>
          <p14:tracePt t="145556" x="2965450" y="5619750"/>
          <p14:tracePt t="145605" x="2971800" y="5613400"/>
          <p14:tracePt t="145661" x="2971800" y="5607050"/>
          <p14:tracePt t="145752" x="2971800" y="5613400"/>
          <p14:tracePt t="146175" x="2965450" y="5607050"/>
          <p14:tracePt t="146189" x="2952750" y="5594350"/>
          <p14:tracePt t="146196" x="2946400" y="5581650"/>
          <p14:tracePt t="146203" x="2933700" y="5568950"/>
          <p14:tracePt t="146217" x="2927350" y="5549900"/>
          <p14:tracePt t="146232" x="2921000" y="5524500"/>
          <p14:tracePt t="146246" x="2901950" y="5499100"/>
          <p14:tracePt t="146263" x="2876550" y="5365750"/>
          <p14:tracePt t="146280" x="2825750" y="5168900"/>
          <p14:tracePt t="146296" x="2762250" y="4946650"/>
          <p14:tracePt t="146313" x="2730500" y="4832350"/>
          <p14:tracePt t="146330" x="2654300" y="4584700"/>
          <p14:tracePt t="146346" x="2559050" y="4337050"/>
          <p14:tracePt t="146363" x="2514600" y="4229100"/>
          <p14:tracePt t="146379" x="2419350" y="4006850"/>
          <p14:tracePt t="146396" x="2381250" y="3924300"/>
          <p14:tracePt t="146413" x="2317750" y="3765550"/>
          <p14:tracePt t="146429" x="2292350" y="3695700"/>
          <p14:tracePt t="146445" x="2241550" y="3600450"/>
          <p14:tracePt t="146462" x="2216150" y="3498850"/>
          <p14:tracePt t="146479" x="2203450" y="3441700"/>
          <p14:tracePt t="146496" x="2197100" y="3416300"/>
          <p14:tracePt t="146512" x="2171700" y="3352800"/>
          <p14:tracePt t="146528" x="2152650" y="3289300"/>
          <p14:tracePt t="146545" x="2133600" y="3270250"/>
          <p14:tracePt t="146562" x="2108200" y="3238500"/>
          <p14:tracePt t="146578" x="2095500" y="3238500"/>
          <p14:tracePt t="146595" x="2095500" y="3251200"/>
          <p14:tracePt t="146844" x="2006600" y="3251200"/>
          <p14:tracePt t="146858" x="1974850" y="3251200"/>
          <p14:tracePt t="146865" x="1949450" y="3257550"/>
          <p14:tracePt t="146880" x="1917700" y="3276600"/>
          <p14:tracePt t="146894" x="1898650" y="3289300"/>
          <p14:tracePt t="146911" x="1835150" y="3302000"/>
          <p14:tracePt t="146927" x="1809750" y="3314700"/>
          <p14:tracePt t="146944" x="1758950" y="3321050"/>
          <p14:tracePt t="146960" x="1701800" y="3321050"/>
          <p14:tracePt t="146978" x="1644650" y="3327400"/>
          <p14:tracePt t="146993" x="1612900" y="3327400"/>
          <p14:tracePt t="147010" x="1568450" y="3321050"/>
          <p14:tracePt t="147027" x="1549400" y="3314700"/>
          <p14:tracePt t="147043" x="1543050" y="3314700"/>
          <p14:tracePt t="147060" x="1536700" y="3308350"/>
          <p14:tracePt t="147077" x="1530350" y="3308350"/>
          <p14:tracePt t="147286" x="1536700" y="3308350"/>
          <p14:tracePt t="147300" x="1568450" y="3289300"/>
          <p14:tracePt t="147307" x="1600200" y="3276600"/>
          <p14:tracePt t="147321" x="1631950" y="3251200"/>
          <p14:tracePt t="147328" x="1676400" y="3213100"/>
          <p14:tracePt t="147342" x="1714500" y="3168650"/>
          <p14:tracePt t="147359" x="1790700" y="3054350"/>
          <p14:tracePt t="147376" x="1816100" y="2971800"/>
          <p14:tracePt t="147392" x="1866900" y="2800350"/>
          <p14:tracePt t="147409" x="1911350" y="2609850"/>
          <p14:tracePt t="147426" x="1917700" y="2432050"/>
          <p14:tracePt t="147442" x="1917700" y="2355850"/>
          <p14:tracePt t="147458" x="1917700" y="2273300"/>
          <p14:tracePt t="147476" x="1898650" y="2165350"/>
          <p14:tracePt t="147492" x="1879600" y="2082800"/>
          <p14:tracePt t="147509" x="1873250" y="2057400"/>
          <p14:tracePt t="147512" x="1866900" y="2025650"/>
          <p14:tracePt t="147525" x="1866900" y="2006600"/>
          <p14:tracePt t="147542" x="1866900" y="1968500"/>
          <p14:tracePt t="147558" x="1866900" y="1955800"/>
          <p14:tracePt t="147575" x="1879600" y="1905000"/>
          <p14:tracePt t="147591" x="1898650" y="1854200"/>
          <p14:tracePt t="147609" x="1911350" y="1809750"/>
          <p14:tracePt t="147625" x="1917700" y="1790700"/>
          <p14:tracePt t="147642" x="1930400" y="1758950"/>
          <p14:tracePt t="147658" x="1943100" y="1720850"/>
          <p14:tracePt t="147675" x="1949450" y="1701800"/>
          <p14:tracePt t="147691" x="1962150" y="1676400"/>
          <p14:tracePt t="147708" x="1974850" y="1638300"/>
          <p14:tracePt t="147725" x="1987550" y="1619250"/>
          <p14:tracePt t="147741" x="1993900" y="1606550"/>
          <p14:tracePt t="147757" x="2019300" y="1549400"/>
          <p14:tracePt t="147774" x="2032000" y="1530350"/>
          <p14:tracePt t="147791" x="2063750" y="1479550"/>
          <p14:tracePt t="147807" x="2076450" y="1447800"/>
          <p14:tracePt t="147824" x="2114550" y="1403350"/>
          <p14:tracePt t="147841" x="2159000" y="1346200"/>
          <p14:tracePt t="147857" x="2184400" y="1327150"/>
          <p14:tracePt t="147874" x="2209800" y="1308100"/>
          <p14:tracePt t="147891" x="2222500" y="1295400"/>
          <p14:tracePt t="148107" x="2216150" y="1308100"/>
          <p14:tracePt t="148121" x="2190750" y="1333500"/>
          <p14:tracePt t="148128" x="2159000" y="1377950"/>
          <p14:tracePt t="148143" x="2127250" y="1435100"/>
          <p14:tracePt t="148156" x="2089150" y="1492250"/>
          <p14:tracePt t="148173" x="2019300" y="1676400"/>
          <p14:tracePt t="148189" x="1987550" y="1778000"/>
          <p14:tracePt t="148206" x="1943100" y="2000250"/>
          <p14:tracePt t="148223" x="1936750" y="2101850"/>
          <p14:tracePt t="148240" x="1936750" y="2279650"/>
          <p14:tracePt t="148256" x="1955800" y="2400300"/>
          <p14:tracePt t="148272" x="1968500" y="2457450"/>
          <p14:tracePt t="148290" x="1974850" y="2495550"/>
          <p14:tracePt t="148306" x="1981200" y="2495550"/>
          <p14:tracePt t="148322" x="1981200" y="2508250"/>
          <p14:tracePt t="148450" x="1981200" y="2514600"/>
          <p14:tracePt t="148457" x="1974850" y="2520950"/>
          <p14:tracePt t="148474" x="1968500" y="2527300"/>
          <p14:tracePt t="148489" x="1962150" y="2540000"/>
          <p14:tracePt t="148505" x="1924050" y="2584450"/>
          <p14:tracePt t="148522" x="1860550" y="2660650"/>
          <p14:tracePt t="148538" x="1816100" y="2717800"/>
          <p14:tracePt t="148555" x="1714500" y="2863850"/>
          <p14:tracePt t="148572" x="1600200" y="3060700"/>
          <p14:tracePt t="148588" x="1536700" y="3168650"/>
          <p14:tracePt t="148605" x="1428750" y="3378200"/>
          <p14:tracePt t="148621" x="1346200" y="3562350"/>
          <p14:tracePt t="148638" x="1308100" y="3632200"/>
          <p14:tracePt t="148655" x="1238250" y="3759200"/>
          <p14:tracePt t="148671" x="1206500" y="3822700"/>
          <p14:tracePt t="148688" x="1193800" y="3848100"/>
          <p14:tracePt t="148704" x="1187450" y="3860800"/>
          <p14:tracePt t="148753" x="1181100" y="3860800"/>
          <p14:tracePt t="148781" x="1174750" y="3854450"/>
          <p14:tracePt t="148795" x="1168400" y="3848100"/>
          <p14:tracePt t="148801" x="1155700" y="3848100"/>
          <p14:tracePt t="148809" x="1143000" y="3841750"/>
          <p14:tracePt t="148824" x="1123950" y="3835400"/>
          <p14:tracePt t="148837" x="1092200" y="3835400"/>
          <p14:tracePt t="148854" x="1009650" y="3810000"/>
          <p14:tracePt t="148871" x="958850" y="3797300"/>
          <p14:tracePt t="148887" x="838200" y="3765550"/>
          <p14:tracePt t="148904" x="711200" y="3727450"/>
          <p14:tracePt t="148921" x="641350" y="3689350"/>
          <p14:tracePt t="148936" x="615950" y="3676650"/>
          <p14:tracePt t="148953" x="603250" y="3657600"/>
          <p14:tracePt t="148971" x="615950" y="3638550"/>
          <p14:tracePt t="148987" x="635000" y="3632200"/>
          <p14:tracePt t="149003" x="666750" y="3619500"/>
          <p14:tracePt t="149006" x="711200" y="3613150"/>
          <p14:tracePt t="149020" x="806450" y="3594100"/>
          <p14:tracePt t="149036" x="844550" y="3594100"/>
          <p14:tracePt t="149054" x="882650" y="3594100"/>
          <p14:tracePt t="149070" x="965200" y="3594100"/>
          <p14:tracePt t="149086" x="1047750" y="3638550"/>
          <p14:tracePt t="149104" x="1092200" y="3702050"/>
          <p14:tracePt t="149119" x="1104900" y="3733800"/>
          <p14:tracePt t="149136" x="1130300" y="3829050"/>
          <p14:tracePt t="149153" x="1149350" y="3898900"/>
          <p14:tracePt t="149170" x="1193800" y="4070350"/>
          <p14:tracePt t="149186" x="1219200" y="4235450"/>
          <p14:tracePt t="149202" x="1263650" y="4394200"/>
          <p14:tracePt t="149219" x="1282700" y="4464050"/>
          <p14:tracePt t="149236" x="1308100" y="4572000"/>
          <p14:tracePt t="149252" x="1320800" y="4654550"/>
          <p14:tracePt t="149269" x="1333500" y="4673600"/>
          <p14:tracePt t="149286" x="1333500" y="4686300"/>
          <p14:tracePt t="149303" x="1333500" y="4692650"/>
          <p14:tracePt t="149356" x="1333500" y="4686300"/>
          <p14:tracePt t="149363" x="1333500" y="4667250"/>
          <p14:tracePt t="149371" x="1333500" y="4648200"/>
          <p14:tracePt t="149386" x="1327150" y="4610100"/>
          <p14:tracePt t="149402" x="1327150" y="4559300"/>
          <p14:tracePt t="149419" x="1308100" y="4387850"/>
          <p14:tracePt t="149435" x="1276350" y="4159250"/>
          <p14:tracePt t="149452" x="1270000" y="4032250"/>
          <p14:tracePt t="149469" x="1225550" y="3803650"/>
          <p14:tracePt t="149485" x="1193800" y="3644900"/>
          <p14:tracePt t="149502" x="1187450" y="3587750"/>
          <p14:tracePt t="149519" x="1174750" y="3536950"/>
          <p14:tracePt t="149535" x="1168400" y="3511550"/>
          <p14:tracePt t="149568" x="1162050" y="3505200"/>
          <p14:tracePt t="149875" x="1174750" y="3492500"/>
          <p14:tracePt t="149882" x="1193800" y="3473450"/>
          <p14:tracePt t="149896" x="1238250" y="3435350"/>
          <p14:tracePt t="149904" x="1282700" y="3397250"/>
          <p14:tracePt t="149919" x="1346200" y="3340100"/>
          <p14:tracePt t="149933" x="1485900" y="3206750"/>
          <p14:tracePt t="149950" x="1555750" y="3143250"/>
          <p14:tracePt t="149967" x="1689100" y="3003550"/>
          <p14:tracePt t="149983" x="1752600" y="2933700"/>
          <p14:tracePt t="150000" x="1847850" y="2794000"/>
          <p14:tracePt t="150017" x="1924050" y="2698750"/>
          <p14:tracePt t="150033" x="1962150" y="2654300"/>
          <p14:tracePt t="150036" x="1987550" y="2609850"/>
          <p14:tracePt t="150050" x="2000250" y="2578100"/>
          <p14:tracePt t="150066" x="2038350" y="2527300"/>
          <p14:tracePt t="150083" x="2044700" y="2514600"/>
          <p14:tracePt t="150100" x="2051050" y="2489200"/>
          <p14:tracePt t="150116" x="2070100" y="2476500"/>
          <p14:tracePt t="150133" x="2070100" y="2470150"/>
          <p14:tracePt t="150150" x="2089150" y="2451100"/>
          <p14:tracePt t="150166" x="2095500" y="2444750"/>
          <p14:tracePt t="150183" x="2101850" y="2438400"/>
          <p14:tracePt t="150199" x="2108200" y="2432050"/>
          <p14:tracePt t="150216" x="2114550" y="2432050"/>
          <p14:tracePt t="150324" x="2120900" y="2425700"/>
          <p14:tracePt t="150352" x="2127250" y="2425700"/>
          <p14:tracePt t="150359" x="2133600" y="2425700"/>
          <p14:tracePt t="150373" x="2139950" y="2425700"/>
          <p14:tracePt t="150387" x="2152650" y="2425700"/>
          <p14:tracePt t="150409" x="2171700" y="2425700"/>
          <p14:tracePt t="150418" x="2209800" y="2425700"/>
          <p14:tracePt t="150431" x="2260600" y="2425700"/>
          <p14:tracePt t="150448" x="2343150" y="2425700"/>
          <p14:tracePt t="150466" x="2527300" y="2425700"/>
          <p14:tracePt t="150482" x="2641600" y="2419350"/>
          <p14:tracePt t="150499" x="2749550" y="2413000"/>
          <p14:tracePt t="150515" x="2952750" y="2387600"/>
          <p14:tracePt t="150531" x="3041650" y="2387600"/>
          <p14:tracePt t="150549" x="3155950" y="2381250"/>
          <p14:tracePt t="150565" x="3187700" y="2374900"/>
          <p14:tracePt t="150582" x="3206750" y="2374900"/>
          <p14:tracePt t="150598" x="3225800" y="2368550"/>
          <p14:tracePt t="150614" x="3232150" y="2368550"/>
          <p14:tracePt t="150668" x="3232150" y="2355850"/>
          <p14:tracePt t="151218" x="3238500" y="2400300"/>
          <p14:tracePt t="151225" x="3257550" y="2463800"/>
          <p14:tracePt t="151239" x="3276600" y="2546350"/>
          <p14:tracePt t="151248" x="3308350" y="2635250"/>
          <p14:tracePt t="151262" x="3327400" y="2749550"/>
          <p14:tracePt t="151279" x="3371850" y="2870200"/>
          <p14:tracePt t="151296" x="3473450" y="3200400"/>
          <p14:tracePt t="151312" x="3644900" y="3632200"/>
          <p14:tracePt t="151329" x="3708400" y="3822700"/>
          <p14:tracePt t="151345" x="3835400" y="4216400"/>
          <p14:tracePt t="151362" x="3943350" y="4654550"/>
          <p14:tracePt t="151379" x="4025900" y="4933950"/>
          <p14:tracePt t="151395" x="4152900" y="5353050"/>
          <p14:tracePt t="151412" x="4241800" y="5619750"/>
          <p14:tracePt t="151429" x="4311650" y="5791200"/>
          <p14:tracePt t="151444" x="4343400" y="5848350"/>
          <p14:tracePt t="151461" x="4375150" y="5911850"/>
          <p14:tracePt t="151478" x="4394200" y="5956300"/>
          <p14:tracePt t="151495" x="4400550" y="5969000"/>
          <p14:tracePt t="151511" x="4406900" y="5975350"/>
          <p14:tracePt t="151528" x="4406900" y="5981700"/>
          <p14:tracePt t="151611" x="4413250" y="5981700"/>
          <p14:tracePt t="151660" x="4413250" y="5975350"/>
          <p14:tracePt t="151689" x="4413250" y="596265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-55746" y="931370"/>
            <a:ext cx="9199746" cy="5317483"/>
          </a:xfrm>
          <a:prstGeom prst="rect">
            <a:avLst/>
          </a:prstGeom>
        </p:spPr>
        <p:txBody>
          <a:bodyPr vert="horz" lIns="85935" tIns="42967" rIns="85935" bIns="4296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875" indent="-223838">
              <a:tabLst>
                <a:tab pos="396875" algn="l"/>
              </a:tabLst>
            </a:pPr>
            <a:r>
              <a:rPr lang="en-US" altLang="en-US" sz="3383" kern="0" spc="-60" dirty="0"/>
              <a:t>Functions</a:t>
            </a:r>
            <a:r>
              <a:rPr lang="en-US" altLang="en-US" sz="3200" kern="0" spc="-60" dirty="0"/>
              <a:t> </a:t>
            </a:r>
            <a:r>
              <a:rPr lang="en-US" altLang="en-US" sz="3383" kern="0" spc="-60" dirty="0"/>
              <a:t>can</a:t>
            </a:r>
            <a:r>
              <a:rPr lang="en-US" altLang="en-US" sz="3200" kern="0" spc="-60" dirty="0"/>
              <a:t> </a:t>
            </a:r>
            <a:r>
              <a:rPr lang="en-US" altLang="en-US" sz="3383" kern="0" spc="-60" dirty="0"/>
              <a:t>be</a:t>
            </a:r>
            <a:r>
              <a:rPr lang="en-US" altLang="en-US" sz="3200" kern="0" spc="-60" dirty="0"/>
              <a:t> </a:t>
            </a:r>
            <a:r>
              <a:rPr lang="en-US" altLang="en-US" sz="3383" kern="0" spc="-60" dirty="0"/>
              <a:t>defined</a:t>
            </a:r>
            <a:r>
              <a:rPr lang="en-US" altLang="en-US" sz="3200" kern="0" spc="-60" dirty="0"/>
              <a:t> </a:t>
            </a:r>
            <a:r>
              <a:rPr lang="en-US" altLang="en-US" sz="3383" kern="0" spc="-60" dirty="0"/>
              <a:t>almost</a:t>
            </a:r>
            <a:r>
              <a:rPr lang="en-US" altLang="en-US" sz="3200" kern="0" spc="-60" dirty="0"/>
              <a:t> </a:t>
            </a:r>
            <a:r>
              <a:rPr lang="en-US" altLang="en-US" sz="3383" u="sng" kern="0" spc="-60" dirty="0"/>
              <a:t>anywhere</a:t>
            </a:r>
            <a:r>
              <a:rPr lang="en-US" altLang="en-US" sz="3383" kern="0" spc="-60" dirty="0"/>
              <a:t>:</a:t>
            </a:r>
          </a:p>
          <a:p>
            <a:pPr lvl="1"/>
            <a:r>
              <a:rPr lang="en-US" sz="3007" dirty="0"/>
              <a:t>In between top level code sequences.</a:t>
            </a:r>
          </a:p>
          <a:p>
            <a:pPr lvl="1"/>
            <a:r>
              <a:rPr lang="en-US" altLang="zh-TW" sz="3007" spc="-110" dirty="0"/>
              <a:t>After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other</a:t>
            </a:r>
            <a:r>
              <a:rPr lang="en-US" altLang="zh-TW" sz="2631" spc="-110" dirty="0"/>
              <a:t> </a:t>
            </a:r>
            <a:r>
              <a:rPr lang="en-US" altLang="zh-TW" sz="3007" spc="-110" dirty="0"/>
              <a:t>functions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have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been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defined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that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call</a:t>
            </a:r>
            <a:r>
              <a:rPr lang="en-US" altLang="zh-TW" spc="-110" dirty="0"/>
              <a:t> </a:t>
            </a:r>
            <a:r>
              <a:rPr lang="en-US" altLang="zh-TW" sz="3007" spc="-110" dirty="0"/>
              <a:t>them</a:t>
            </a:r>
            <a:r>
              <a:rPr lang="en-US" altLang="zh-TW" sz="3007" spc="-75" dirty="0"/>
              <a:t>.</a:t>
            </a:r>
          </a:p>
          <a:p>
            <a:pPr lvl="1"/>
            <a:r>
              <a:rPr lang="en-US" sz="3007" b="1" dirty="0">
                <a:solidFill>
                  <a:srgbClr val="FF9900"/>
                </a:solidFill>
              </a:rPr>
              <a:t>Inside of another function: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9627" y="2751008"/>
            <a:ext cx="8634374" cy="4106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35" tIns="42967" rIns="85935" bIns="42967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256" kern="0" dirty="0" err="1">
                <a:solidFill>
                  <a:srgbClr val="66330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256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 f()</a:t>
            </a:r>
            <a:r>
              <a:rPr lang="es-ES" altLang="en-US" sz="2256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256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def</a:t>
            </a:r>
            <a:r>
              <a:rPr lang="es-ES" altLang="en-US" sz="2256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256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s-ES" altLang="en-US" sz="2256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en-US" sz="2256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sz="2256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"</a:t>
            </a:r>
            <a:r>
              <a:rPr lang="es-ES" altLang="en-US" sz="2256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256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!"</a:t>
            </a:r>
            <a:r>
              <a:rPr lang="es-ES" altLang="en-US" sz="2256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s-ES" altLang="en-US" sz="2256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169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1504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s-ES" altLang="en-US" sz="1692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inside</a:t>
            </a:r>
            <a:r>
              <a:rPr lang="es-ES" altLang="en-US" sz="1692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s-ES" altLang="en-US" sz="1692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enclosing</a:t>
            </a:r>
            <a:r>
              <a:rPr lang="es-ES" altLang="en-US" sz="1692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function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b="1" kern="0" dirty="0">
                <a:solidFill>
                  <a:srgbClr val="663300"/>
                </a:solidFill>
                <a:latin typeface="Lucida Console" panose="020B0609040504020204" pitchFamily="49" charset="0"/>
              </a:rPr>
              <a:t>f()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See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worked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Defined</a:t>
            </a:r>
            <a:r>
              <a:rPr lang="es-ES" altLang="en-US" sz="2256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#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This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approach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can be 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useful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in 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scoping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endParaRPr lang="es-ES" altLang="en-US" sz="2256" kern="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#rules to 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access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nonlocal</a:t>
            </a:r>
            <a:r>
              <a:rPr lang="es-ES" altLang="en-US" sz="2256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values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s-ES" altLang="en-US" sz="2256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g()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#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s-ES" altLang="en-US" sz="2256" kern="0" spc="-18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t'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s-ES" altLang="en-US" sz="188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also</a:t>
            </a:r>
            <a:r>
              <a:rPr lang="es-ES" altLang="en-US" sz="188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used</a:t>
            </a:r>
            <a:r>
              <a:rPr lang="es-ES" altLang="en-US" sz="188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to</a:t>
            </a:r>
            <a:r>
              <a:rPr lang="es-ES" altLang="en-US" sz="188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limit</a:t>
            </a:r>
            <a:r>
              <a:rPr lang="es-ES" altLang="en-US" sz="188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who</a:t>
            </a:r>
            <a:r>
              <a:rPr lang="es-ES" altLang="en-US" sz="188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can</a:t>
            </a:r>
            <a:r>
              <a:rPr lang="es-ES" altLang="en-US" sz="188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call</a:t>
            </a:r>
            <a:r>
              <a:rPr lang="es-ES" altLang="en-US" sz="188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g</a:t>
            </a:r>
            <a:r>
              <a:rPr lang="es-ES" altLang="en-US" sz="2256" b="1" kern="0" dirty="0">
                <a:solidFill>
                  <a:srgbClr val="FF0000"/>
                </a:solidFill>
                <a:latin typeface="Agency FB" panose="020B0503020202020204" pitchFamily="34" charset="0"/>
              </a:rPr>
              <a:t>()</a:t>
            </a:r>
            <a:r>
              <a:rPr lang="es-ES" altLang="en-US" sz="2256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s-ES" altLang="en-US" sz="2256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56" b="1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256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56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256" b="1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256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56" b="1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NameError</a:t>
            </a:r>
            <a:r>
              <a:rPr lang="en-US" altLang="en-US" sz="2256" b="1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56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name 'g' is not defined</a:t>
            </a:r>
            <a:r>
              <a:rPr lang="es-ES" altLang="en-US" sz="2256" kern="0" dirty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variable 'g' 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141141" cy="906383"/>
          </a:xfrm>
          <a:prstGeom prst="rect">
            <a:avLst/>
          </a:prstGeom>
        </p:spPr>
        <p:txBody>
          <a:bodyPr vert="horz" lIns="85935" tIns="42967" rIns="85935" bIns="42967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a Function</a:t>
            </a:r>
          </a:p>
        </p:txBody>
      </p:sp>
      <p:sp>
        <p:nvSpPr>
          <p:cNvPr id="6" name="Trapezoid 5"/>
          <p:cNvSpPr/>
          <p:nvPr/>
        </p:nvSpPr>
        <p:spPr bwMode="auto">
          <a:xfrm rot="2700000" flipH="1">
            <a:off x="6753671" y="435836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sz="300" spc="-200" dirty="0" smtClean="0">
              <a:solidFill>
                <a:prstClr val="black"/>
              </a:solidFill>
              <a:latin typeface="Arial" charset="0"/>
              <a:ea typeface="新細明體" charset="-120"/>
            </a:endParaRPr>
          </a:p>
          <a:p>
            <a:pPr algn="ctr" fontAlgn="base">
              <a:lnSpc>
                <a:spcPct val="70000"/>
              </a:lnSpc>
              <a:spcAft>
                <a:spcPct val="0"/>
              </a:spcAft>
            </a:pPr>
            <a:r>
              <a:rPr kumimoji="1" lang="en-US" sz="2800" spc="-2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L</a:t>
            </a:r>
            <a:r>
              <a:rPr kumimoji="1" lang="en-US" sz="2800" spc="-7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e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ct</a:t>
            </a:r>
            <a:r>
              <a:rPr kumimoji="1" lang="en-US" sz="2800" spc="-7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u</a:t>
            </a:r>
            <a:r>
              <a:rPr kumimoji="1" lang="en-US" sz="28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re</a:t>
            </a:r>
            <a:r>
              <a:rPr kumimoji="1" lang="en-US" sz="1200" spc="-6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 </a:t>
            </a:r>
            <a:r>
              <a:rPr kumimoji="1" lang="en-US" sz="2800" spc="-60" dirty="0">
                <a:solidFill>
                  <a:prstClr val="black"/>
                </a:solidFill>
                <a:latin typeface="Arial" charset="0"/>
                <a:ea typeface="新細明體" charset="-120"/>
              </a:rPr>
              <a:t>5</a:t>
            </a: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/>
            </a:r>
            <a:b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Slide </a:t>
            </a:r>
            <a:r>
              <a:rPr kumimoji="1" lang="en-US" sz="2800" dirty="0" smtClean="0">
                <a:solidFill>
                  <a:prstClr val="black"/>
                </a:solidFill>
                <a:latin typeface="Arial" charset="0"/>
                <a:ea typeface="新細明體" charset="-120"/>
              </a:rPr>
              <a:t>176</a:t>
            </a:r>
            <a:endParaRPr kumimoji="1" lang="en-US" sz="2800" dirty="0">
              <a:solidFill>
                <a:prstClr val="black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12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481">
        <p14:ripple/>
      </p:transition>
    </mc:Choice>
    <mc:Fallback>
      <p:transition spd="slow" advTm="204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33" x="4432300" y="5962650"/>
          <p14:tracePt t="347" x="4457700" y="5962650"/>
          <p14:tracePt t="354" x="4483100" y="5962650"/>
          <p14:tracePt t="369" x="4521200" y="5962650"/>
          <p14:tracePt t="383" x="4654550" y="5924550"/>
          <p14:tracePt t="399" x="4749800" y="5892800"/>
          <p14:tracePt t="416" x="4864100" y="5848350"/>
          <p14:tracePt t="432" x="5124450" y="5734050"/>
          <p14:tracePt t="449" x="5461000" y="5581650"/>
          <p14:tracePt t="467" x="5810250" y="5391150"/>
          <p14:tracePt t="482" x="5994400" y="5264150"/>
          <p14:tracePt t="499" x="6318250" y="5010150"/>
          <p14:tracePt t="516" x="6623050" y="4711700"/>
          <p14:tracePt t="532" x="6743700" y="4591050"/>
          <p14:tracePt t="549" x="6972300" y="4343400"/>
          <p14:tracePt t="565" x="7169150" y="4114800"/>
          <p14:tracePt t="582" x="7245350" y="4032250"/>
          <p14:tracePt t="599" x="7391400" y="3841750"/>
          <p14:tracePt t="615" x="7512050" y="3676650"/>
          <p14:tracePt t="631" x="7562850" y="3606800"/>
          <p14:tracePt t="649" x="7613650" y="3524250"/>
          <p14:tracePt t="665" x="7727950" y="3346450"/>
          <p14:tracePt t="682" x="7804150" y="3251200"/>
          <p14:tracePt t="698" x="7912100" y="3041650"/>
          <p14:tracePt t="715" x="7950200" y="2927350"/>
          <p14:tracePt t="731" x="7981950" y="2743200"/>
          <p14:tracePt t="748" x="7981950" y="2616200"/>
          <p14:tracePt t="764" x="7981950" y="2559050"/>
          <p14:tracePt t="782" x="7931150" y="2495550"/>
          <p14:tracePt t="798" x="7924800" y="2482850"/>
          <p14:tracePt t="1106" x="7937500" y="2438400"/>
          <p14:tracePt t="1114" x="7975600" y="2381250"/>
          <p14:tracePt t="1127" x="8007350" y="2336800"/>
          <p14:tracePt t="1134" x="8051800" y="2279650"/>
          <p14:tracePt t="1149" x="8096250" y="2197100"/>
          <p14:tracePt t="1163" x="8147050" y="2120900"/>
          <p14:tracePt t="1180" x="8248650" y="1943100"/>
          <p14:tracePt t="1197" x="8299450" y="1847850"/>
          <p14:tracePt t="1213" x="8382000" y="1701800"/>
          <p14:tracePt t="1229" x="8445500" y="1574800"/>
          <p14:tracePt t="1247" x="8502650" y="1485900"/>
          <p14:tracePt t="1263" x="8515350" y="1454150"/>
          <p14:tracePt t="1279" x="8553450" y="1377950"/>
          <p14:tracePt t="1296" x="8566150" y="1333500"/>
          <p14:tracePt t="1313" x="8610600" y="1257300"/>
          <p14:tracePt t="1329" x="8636000" y="1225550"/>
          <p14:tracePt t="1346" x="8655050" y="1174750"/>
          <p14:tracePt t="1362" x="8661400" y="1162050"/>
          <p14:tracePt t="1379" x="8674100" y="1149350"/>
          <p14:tracePt t="1396" x="8686800" y="1130300"/>
          <p14:tracePt t="1412" x="8693150" y="1117600"/>
          <p14:tracePt t="1429" x="8705850" y="1098550"/>
          <p14:tracePt t="1445" x="8712200" y="1098550"/>
          <p14:tracePt t="1462" x="8712200" y="1092200"/>
          <p14:tracePt t="1478" x="8718550" y="1085850"/>
          <p14:tracePt t="1495" x="8724900" y="1079500"/>
          <p14:tracePt t="1759" x="8718550" y="1085850"/>
          <p14:tracePt t="1765" x="8705850" y="1117600"/>
          <p14:tracePt t="1781" x="8693150" y="1149350"/>
          <p14:tracePt t="1794" x="8674100" y="1187450"/>
          <p14:tracePt t="1811" x="8642350" y="1263650"/>
          <p14:tracePt t="1828" x="8616950" y="1327150"/>
          <p14:tracePt t="1844" x="8604250" y="1358900"/>
          <p14:tracePt t="1861" x="8585200" y="1397000"/>
          <p14:tracePt t="1878" x="8566150" y="1422400"/>
          <p14:tracePt t="1894" x="8553450" y="1447800"/>
          <p14:tracePt t="1911" x="8553450" y="1454150"/>
          <p14:tracePt t="1928" x="8547100" y="1460500"/>
          <p14:tracePt t="3059" x="8534400" y="1460500"/>
          <p14:tracePt t="3065" x="8515350" y="1466850"/>
          <p14:tracePt t="3079" x="8483600" y="1479550"/>
          <p14:tracePt t="3093" x="8439150" y="1492250"/>
          <p14:tracePt t="3107" x="8362950" y="1511300"/>
          <p14:tracePt t="3123" x="8140700" y="1574800"/>
          <p14:tracePt t="3139" x="7975600" y="1625600"/>
          <p14:tracePt t="3157" x="7531100" y="1752600"/>
          <p14:tracePt t="3173" x="7270750" y="1828800"/>
          <p14:tracePt t="3189" x="6711950" y="2038350"/>
          <p14:tracePt t="3206" x="6197600" y="2273300"/>
          <p14:tracePt t="3223" x="5746750" y="2508250"/>
          <p14:tracePt t="3240" x="5543550" y="2628900"/>
          <p14:tracePt t="3257" x="5207000" y="2857500"/>
          <p14:tracePt t="3273" x="4883150" y="3098800"/>
          <p14:tracePt t="3290" x="4648200" y="3308350"/>
          <p14:tracePt t="3305" x="4552950" y="3384550"/>
          <p14:tracePt t="3322" x="4425950" y="3467100"/>
          <p14:tracePt t="3339" x="4368800" y="3505200"/>
          <p14:tracePt t="3356" x="4343400" y="3556000"/>
          <p14:tracePt t="3734" x="4279900" y="3581400"/>
          <p14:tracePt t="3748" x="4203700" y="3619500"/>
          <p14:tracePt t="3756" x="4108450" y="3676650"/>
          <p14:tracePt t="3771" x="3987800" y="3727450"/>
          <p14:tracePt t="3787" x="3835400" y="3784600"/>
          <p14:tracePt t="3804" x="3448050" y="3968750"/>
          <p14:tracePt t="3821" x="3181350" y="4064000"/>
          <p14:tracePt t="3837" x="2705100" y="4222750"/>
          <p14:tracePt t="3854" x="2311400" y="4362450"/>
          <p14:tracePt t="3870" x="2152650" y="4413250"/>
          <p14:tracePt t="3888" x="1885950" y="4540250"/>
          <p14:tracePt t="3903" x="1689100" y="4635500"/>
          <p14:tracePt t="3920" x="1581150" y="4673600"/>
          <p14:tracePt t="3937" x="1460500" y="4730750"/>
          <p14:tracePt t="3953" x="1416050" y="4762500"/>
          <p14:tracePt t="3970" x="1409700" y="4775200"/>
          <p14:tracePt t="3987" x="1460500" y="4787900"/>
          <p14:tracePt t="4686" x="1479550" y="4787900"/>
          <p14:tracePt t="4693" x="1504950" y="4794250"/>
          <p14:tracePt t="4706" x="1536700" y="4794250"/>
          <p14:tracePt t="4717" x="1562100" y="4800600"/>
          <p14:tracePt t="4735" x="1644650" y="4813300"/>
          <p14:tracePt t="4751" x="1682750" y="4813300"/>
          <p14:tracePt t="4767" x="1790700" y="4813300"/>
          <p14:tracePt t="4785" x="1892300" y="4800600"/>
          <p14:tracePt t="4800" x="1949450" y="4787900"/>
          <p14:tracePt t="4817" x="2051050" y="4781550"/>
          <p14:tracePt t="4834" x="2114550" y="4768850"/>
          <p14:tracePt t="4850" x="2133600" y="4762500"/>
          <p14:tracePt t="4867" x="2165350" y="4756150"/>
          <p14:tracePt t="4884" x="2184400" y="4749800"/>
          <p14:tracePt t="4900" x="2197100" y="4743450"/>
          <p14:tracePt t="4917" x="2203450" y="4737100"/>
          <p14:tracePt t="4933" x="2216150" y="4730750"/>
          <p14:tracePt t="4950" x="2228850" y="4724400"/>
          <p14:tracePt t="4967" x="2273300" y="4679950"/>
          <p14:tracePt t="4983" x="2298700" y="4660900"/>
          <p14:tracePt t="5000" x="2324100" y="4635500"/>
          <p14:tracePt t="5017" x="2336800" y="4616450"/>
          <p14:tracePt t="5033" x="2343150" y="4616450"/>
          <p14:tracePt t="5050" x="2343150" y="4610100"/>
          <p14:tracePt t="5135" x="2343150" y="4603750"/>
          <p14:tracePt t="5150" x="2336800" y="4597400"/>
          <p14:tracePt t="5163" x="2336800" y="4591050"/>
          <p14:tracePt t="5639" x="2336800" y="4597400"/>
          <p14:tracePt t="5646" x="2324100" y="4610100"/>
          <p14:tracePt t="5653" x="2317750" y="4622800"/>
          <p14:tracePt t="5667" x="2311400" y="4648200"/>
          <p14:tracePt t="5681" x="2305050" y="4660900"/>
          <p14:tracePt t="5697" x="2286000" y="4686300"/>
          <p14:tracePt t="5714" x="2273300" y="4705350"/>
          <p14:tracePt t="5731" x="2254250" y="4730750"/>
          <p14:tracePt t="5747" x="2216150" y="4768850"/>
          <p14:tracePt t="5764" x="2197100" y="4781550"/>
          <p14:tracePt t="5781" x="2159000" y="4806950"/>
          <p14:tracePt t="5797" x="2114550" y="4851400"/>
          <p14:tracePt t="5815" x="2070100" y="4889500"/>
          <p14:tracePt t="5831" x="2057400" y="4902200"/>
          <p14:tracePt t="5847" x="2038350" y="4914900"/>
          <p14:tracePt t="5864" x="2000250" y="4953000"/>
          <p14:tracePt t="5880" x="1981200" y="4965700"/>
          <p14:tracePt t="5897" x="1974850" y="4978400"/>
          <p14:tracePt t="5913" x="1955800" y="4984750"/>
          <p14:tracePt t="5930" x="1949450" y="4991100"/>
          <p14:tracePt t="5947" x="1936750" y="5003800"/>
          <p14:tracePt t="5963" x="1930400" y="5010150"/>
          <p14:tracePt t="5980" x="1917700" y="5016500"/>
          <p14:tracePt t="5997" x="1917700" y="5022850"/>
          <p14:tracePt t="6013" x="1911350" y="5029200"/>
          <p14:tracePt t="6030" x="1898650" y="5029200"/>
          <p14:tracePt t="6048" x="1892300" y="5029200"/>
          <p14:tracePt t="6063" x="1885950" y="5029200"/>
          <p14:tracePt t="6079" x="1879600" y="5029200"/>
          <p14:tracePt t="6096" x="1866900" y="5029200"/>
          <p14:tracePt t="6112" x="1854200" y="5022850"/>
          <p14:tracePt t="6130" x="1841500" y="5016500"/>
          <p14:tracePt t="6146" x="1784350" y="4978400"/>
          <p14:tracePt t="6163" x="1765300" y="4965700"/>
          <p14:tracePt t="6179" x="1720850" y="4940300"/>
          <p14:tracePt t="6196" x="1701800" y="4921250"/>
          <p14:tracePt t="6212" x="1657350" y="4895850"/>
          <p14:tracePt t="6229" x="1612900" y="4883150"/>
          <p14:tracePt t="6245" x="1600200" y="4883150"/>
          <p14:tracePt t="6263" x="1574800" y="4876800"/>
          <p14:tracePt t="6278" x="1555750" y="4876800"/>
          <p14:tracePt t="6313" x="1536700" y="4876800"/>
          <p14:tracePt t="6410" x="1530350" y="4876800"/>
          <p14:tracePt t="6446" x="1530350" y="4870450"/>
          <p14:tracePt t="6459" x="1524000" y="4864100"/>
          <p14:tracePt t="6467" x="1524000" y="4857750"/>
          <p14:tracePt t="6488" x="1517650" y="4851400"/>
          <p14:tracePt t="6497" x="1517650" y="4845050"/>
          <p14:tracePt t="6516" x="1511300" y="4838700"/>
          <p14:tracePt t="6537" x="1504950" y="4826000"/>
          <p14:tracePt t="6551" x="1498600" y="4819650"/>
          <p14:tracePt t="6561" x="1485900" y="4806950"/>
          <p14:tracePt t="6578" x="1473200" y="4794250"/>
          <p14:tracePt t="6594" x="1447800" y="4756150"/>
          <p14:tracePt t="6611" x="1409700" y="4724400"/>
          <p14:tracePt t="6628" x="1384300" y="4705350"/>
          <p14:tracePt t="6644" x="1371600" y="4692650"/>
          <p14:tracePt t="6661" x="1346200" y="4679950"/>
          <p14:tracePt t="6677" x="1327150" y="4667250"/>
          <p14:tracePt t="6694" x="1320800" y="4667250"/>
          <p14:tracePt t="6711" x="1314450" y="4667250"/>
          <p14:tracePt t="7121" x="1320800" y="4654550"/>
          <p14:tracePt t="7128" x="1327150" y="4648200"/>
          <p14:tracePt t="7143" x="1339850" y="4635500"/>
          <p14:tracePt t="7149" x="1346200" y="4629150"/>
          <p14:tracePt t="7159" x="1358900" y="4616450"/>
          <p14:tracePt t="7175" x="1371600" y="4603750"/>
          <p14:tracePt t="7193" x="1409700" y="4559300"/>
          <p14:tracePt t="7209" x="1441450" y="4540250"/>
          <p14:tracePt t="7226" x="1530350" y="4445000"/>
          <p14:tracePt t="7242" x="1568450" y="4400550"/>
          <p14:tracePt t="7259" x="1612900" y="4349750"/>
          <p14:tracePt t="7276" x="1727200" y="4210050"/>
          <p14:tracePt t="7292" x="1809750" y="4095750"/>
          <p14:tracePt t="7308" x="1860550" y="4038600"/>
          <p14:tracePt t="7325" x="1924050" y="3956050"/>
          <p14:tracePt t="7342" x="1962150" y="3905250"/>
          <p14:tracePt t="7359" x="1968500" y="3892550"/>
          <p14:tracePt t="7375" x="1987550" y="3860800"/>
          <p14:tracePt t="7392" x="2019300" y="3822700"/>
          <p14:tracePt t="7409" x="2032000" y="3790950"/>
          <p14:tracePt t="7426" x="2057400" y="3752850"/>
          <p14:tracePt t="7442" x="2082800" y="3714750"/>
          <p14:tracePt t="7458" x="2101850" y="3689350"/>
          <p14:tracePt t="7474" x="2108200" y="3676650"/>
          <p14:tracePt t="7491" x="2120900" y="3657600"/>
          <p14:tracePt t="7508" x="2146300" y="3619500"/>
          <p14:tracePt t="7524" x="2152650" y="3606800"/>
          <p14:tracePt t="7527" x="2159000" y="3600450"/>
          <p14:tracePt t="7544" x="2165350" y="3581400"/>
          <p14:tracePt t="7558" x="2178050" y="3568700"/>
          <p14:tracePt t="7574" x="2178050" y="3556000"/>
          <p14:tracePt t="7591" x="2178050" y="3549650"/>
          <p14:tracePt t="7607" x="2178050" y="3536950"/>
          <p14:tracePt t="7640" x="2178050" y="3530600"/>
          <p14:tracePt t="7971" x="2178050" y="3505200"/>
          <p14:tracePt t="7979" x="2178050" y="3479800"/>
          <p14:tracePt t="7993" x="2178050" y="3441700"/>
          <p14:tracePt t="8006" x="2178050" y="3397250"/>
          <p14:tracePt t="8022" x="2178050" y="3333750"/>
          <p14:tracePt t="8039" x="2178050" y="3302000"/>
          <p14:tracePt t="8043" x="2178050" y="3282950"/>
          <p14:tracePt t="8056" x="2171700" y="3263900"/>
          <p14:tracePt t="8072" x="2171700" y="3232150"/>
          <p14:tracePt t="8089" x="2171700" y="3219450"/>
          <p14:tracePt t="8106" x="2165350" y="3206750"/>
          <p14:tracePt t="8122" x="2165350" y="3200400"/>
          <p14:tracePt t="8155" x="2165350" y="3194050"/>
          <p14:tracePt t="8490" x="2165350" y="3200400"/>
          <p14:tracePt t="8505" x="2171700" y="3213100"/>
          <p14:tracePt t="8512" x="2171700" y="3219450"/>
          <p14:tracePt t="8521" x="2178050" y="3225800"/>
          <p14:tracePt t="8537" x="2178050" y="3232150"/>
          <p14:tracePt t="8555" x="2209800" y="3270250"/>
          <p14:tracePt t="8571" x="2228850" y="3289300"/>
          <p14:tracePt t="8587" x="2279650" y="3359150"/>
          <p14:tracePt t="8604" x="2336800" y="3416300"/>
          <p14:tracePt t="8621" x="2368550" y="3441700"/>
          <p14:tracePt t="8637" x="2425700" y="3486150"/>
          <p14:tracePt t="8653" x="2463800" y="3517900"/>
          <p14:tracePt t="8670" x="2476500" y="3524250"/>
          <p14:tracePt t="8688" x="2482850" y="3530600"/>
          <p14:tracePt t="8704" x="2489200" y="3530600"/>
          <p14:tracePt t="8737" x="2495550" y="3530600"/>
          <p14:tracePt t="8786" x="2501900" y="3530600"/>
          <p14:tracePt t="9635" x="2508250" y="3530600"/>
          <p14:tracePt t="9648" x="2514600" y="3530600"/>
          <p14:tracePt t="9670" x="2520950" y="3530600"/>
          <p14:tracePt t="9685" x="2527300" y="3530600"/>
          <p14:tracePt t="9690" x="2533650" y="3530600"/>
          <p14:tracePt t="9705" x="2540000" y="3524250"/>
          <p14:tracePt t="9720" x="2546350" y="3524250"/>
          <p14:tracePt t="9754" x="2552700" y="3517900"/>
          <p14:tracePt t="9824" x="2559050" y="3517900"/>
          <p14:tracePt t="9859" x="2565400" y="3511550"/>
          <p14:tracePt t="9867" x="2571750" y="3511550"/>
          <p14:tracePt t="9894" x="2578100" y="3511550"/>
          <p14:tracePt t="9950" x="2578100" y="3505200"/>
          <p14:tracePt t="10217" x="2546350" y="3511550"/>
          <p14:tracePt t="10224" x="2508250" y="3530600"/>
          <p14:tracePt t="10238" x="2463800" y="3556000"/>
          <p14:tracePt t="10248" x="2406650" y="3587750"/>
          <p14:tracePt t="10264" x="2362200" y="3613150"/>
          <p14:tracePt t="10281" x="2260600" y="3670300"/>
          <p14:tracePt t="10298" x="2159000" y="3733800"/>
          <p14:tracePt t="10315" x="2089150" y="3790950"/>
          <p14:tracePt t="10331" x="2063750" y="3822700"/>
          <p14:tracePt t="10348" x="2019300" y="3867150"/>
          <p14:tracePt t="10365" x="2000250" y="3892550"/>
          <p14:tracePt t="10381" x="1987550" y="3905250"/>
          <p14:tracePt t="10414" x="1981200" y="3911600"/>
          <p14:tracePt t="10434" x="1974850" y="3917950"/>
          <p14:tracePt t="10756" x="1962150" y="3956050"/>
          <p14:tracePt t="10764" x="1936750" y="4000500"/>
          <p14:tracePt t="10778" x="1911350" y="4051300"/>
          <p14:tracePt t="10785" x="1892300" y="4108450"/>
          <p14:tracePt t="10800" x="1854200" y="4152900"/>
          <p14:tracePt t="10813" x="1822450" y="4210050"/>
          <p14:tracePt t="10830" x="1758950" y="4311650"/>
          <p14:tracePt t="10846" x="1733550" y="4343400"/>
          <p14:tracePt t="10863" x="1695450" y="4400550"/>
          <p14:tracePt t="10879" x="1670050" y="4445000"/>
          <p14:tracePt t="10896" x="1663700" y="4457700"/>
          <p14:tracePt t="10913" x="1657350" y="4483100"/>
          <p14:tracePt t="10929" x="1651000" y="4502150"/>
          <p14:tracePt t="10946" x="1651000" y="4514850"/>
          <p14:tracePt t="10963" x="1651000" y="4521200"/>
          <p14:tracePt t="10979" x="1651000" y="4533900"/>
          <p14:tracePt t="10996" x="1651000" y="4540250"/>
          <p14:tracePt t="11560" x="1651000" y="4552950"/>
          <p14:tracePt t="11566" x="1651000" y="4572000"/>
          <p14:tracePt t="11581" x="1651000" y="4584700"/>
          <p14:tracePt t="11593" x="1651000" y="4603750"/>
          <p14:tracePt t="11611" x="1651000" y="4629150"/>
          <p14:tracePt t="11627" x="1651000" y="4635500"/>
          <p14:tracePt t="11644" x="1651000" y="4648200"/>
          <p14:tracePt t="11660" x="1651000" y="4667250"/>
          <p14:tracePt t="11677" x="1651000" y="4673600"/>
          <p14:tracePt t="11693" x="1651000" y="4699000"/>
          <p14:tracePt t="11710" x="1644650" y="4730750"/>
          <p14:tracePt t="11726" x="1638300" y="4743450"/>
          <p14:tracePt t="11743" x="1631950" y="4775200"/>
          <p14:tracePt t="11760" x="1631950" y="4813300"/>
          <p14:tracePt t="11777" x="1631950" y="4832350"/>
          <p14:tracePt t="11793" x="1644650" y="4864100"/>
          <p14:tracePt t="11809" x="1651000" y="4883150"/>
          <p14:tracePt t="11826" x="1651000" y="4927600"/>
          <p14:tracePt t="11843" x="1651000" y="4946650"/>
          <p14:tracePt t="11859" x="1651000" y="4965700"/>
          <p14:tracePt t="11876" x="1638300" y="5010150"/>
          <p14:tracePt t="11893" x="1631950" y="5022850"/>
          <p14:tracePt t="11910" x="1631950" y="5041900"/>
          <p14:tracePt t="11926" x="1625600" y="5054600"/>
          <p14:tracePt t="11942" x="1619250" y="5054600"/>
          <p14:tracePt t="11959" x="1619250" y="5060950"/>
          <p14:tracePt t="12556" x="1625600" y="5060950"/>
          <p14:tracePt t="12577" x="1638300" y="5060950"/>
          <p14:tracePt t="12584" x="1651000" y="5054600"/>
          <p14:tracePt t="12593" x="1657350" y="5054600"/>
          <p14:tracePt t="12607" x="1670050" y="5048250"/>
          <p14:tracePt t="12623" x="1720850" y="5035550"/>
          <p14:tracePt t="12640" x="1790700" y="5016500"/>
          <p14:tracePt t="12657" x="1828800" y="5016500"/>
          <p14:tracePt t="12674" x="1892300" y="4997450"/>
          <p14:tracePt t="12690" x="1930400" y="4984750"/>
          <p14:tracePt t="12706" x="1943100" y="4978400"/>
          <p14:tracePt t="12723" x="1949450" y="4978400"/>
          <p14:tracePt t="12739" x="1968500" y="4972050"/>
          <p14:tracePt t="13229" x="1968500" y="4965700"/>
          <p14:tracePt t="13293" x="1974850" y="4959350"/>
          <p14:tracePt t="13314" x="1981200" y="4953000"/>
          <p14:tracePt t="13322" x="1993900" y="4953000"/>
          <p14:tracePt t="13335" x="2000250" y="4953000"/>
          <p14:tracePt t="13341" x="2012950" y="4946650"/>
          <p14:tracePt t="13357" x="2025650" y="4946650"/>
          <p14:tracePt t="13371" x="2063750" y="4933950"/>
          <p14:tracePt t="13388" x="2089150" y="4921250"/>
          <p14:tracePt t="13405" x="2139950" y="4908550"/>
          <p14:tracePt t="13420" x="2165350" y="4902200"/>
          <p14:tracePt t="13438" x="2190750" y="4883150"/>
          <p14:tracePt t="13454" x="2228850" y="4870450"/>
          <p14:tracePt t="13470" x="2241550" y="4864100"/>
          <p14:tracePt t="13487" x="2254250" y="4864100"/>
          <p14:tracePt t="13504" x="2260600" y="4857750"/>
          <p14:tracePt t="13520" x="2266950" y="4857750"/>
          <p14:tracePt t="13539" x="2273300" y="4857750"/>
          <p14:tracePt t="13623" x="2266950" y="4857750"/>
          <p14:tracePt t="14537" x="2247900" y="4864100"/>
          <p14:tracePt t="14544" x="2216150" y="4895850"/>
          <p14:tracePt t="14558" x="2184400" y="4921250"/>
          <p14:tracePt t="14567" x="2152650" y="4946650"/>
          <p14:tracePt t="14583" x="2108200" y="4972050"/>
          <p14:tracePt t="14600" x="2038350" y="5041900"/>
          <p14:tracePt t="14617" x="1955800" y="5105400"/>
          <p14:tracePt t="14633" x="1924050" y="5130800"/>
          <p14:tracePt t="14650" x="1835150" y="5213350"/>
          <p14:tracePt t="14666" x="1771650" y="5257800"/>
          <p14:tracePt t="14683" x="1657350" y="5359400"/>
          <p14:tracePt t="14700" x="1555750" y="5441950"/>
          <p14:tracePt t="14716" x="1504950" y="5480050"/>
          <p14:tracePt t="14734" x="1416050" y="5568950"/>
          <p14:tracePt t="14750" x="1390650" y="5594350"/>
          <p14:tracePt t="14766" x="1377950" y="5613400"/>
          <p14:tracePt t="14783" x="1352550" y="5670550"/>
          <p14:tracePt t="14799" x="1346200" y="5683250"/>
          <p14:tracePt t="14816" x="1339850" y="5695950"/>
          <p14:tracePt t="14834" x="1333500" y="5727700"/>
          <p14:tracePt t="14849" x="1333500" y="5753100"/>
          <p14:tracePt t="14866" x="1333500" y="5759450"/>
          <p14:tracePt t="14882" x="1333500" y="5778500"/>
          <p14:tracePt t="14899" x="1333500" y="5791200"/>
          <p14:tracePt t="14916" x="1333500" y="5803900"/>
          <p14:tracePt t="14932" x="1333500" y="5810250"/>
          <p14:tracePt t="14949" x="1333500" y="5822950"/>
          <p14:tracePt t="15056" x="1333500" y="5829300"/>
          <p14:tracePt t="15119" x="1339850" y="5829300"/>
          <p14:tracePt t="15126" x="1346200" y="5829300"/>
          <p14:tracePt t="15175" x="1352550" y="5829300"/>
          <p14:tracePt t="15225" x="1358900" y="5829300"/>
          <p14:tracePt t="15260" x="1365250" y="5829300"/>
          <p14:tracePt t="15274" x="1371600" y="5835650"/>
          <p14:tracePt t="15288" x="1377950" y="5835650"/>
          <p14:tracePt t="15308" x="1390650" y="5835650"/>
          <p14:tracePt t="15316" x="1397000" y="5835650"/>
          <p14:tracePt t="15330" x="1409700" y="5835650"/>
          <p14:tracePt t="15337" x="1428750" y="5835650"/>
          <p14:tracePt t="15347" x="1441450" y="5842000"/>
          <p14:tracePt t="15364" x="1460500" y="5854700"/>
          <p14:tracePt t="15380" x="1485900" y="5854700"/>
          <p14:tracePt t="15397" x="1498600" y="5861050"/>
          <p14:tracePt t="15415" x="1524000" y="5861050"/>
          <p14:tracePt t="15430" x="1530350" y="5861050"/>
          <p14:tracePt t="15512" x="1536700" y="5867400"/>
          <p14:tracePt t="15582" x="1543050" y="5867400"/>
          <p14:tracePt t="15611" x="1549400" y="5867400"/>
          <p14:tracePt t="15645" x="1555750" y="5867400"/>
          <p14:tracePt t="15673" x="1562100" y="5867400"/>
          <p14:tracePt t="15681" x="1568450" y="5867400"/>
          <p14:tracePt t="15695" x="1568450" y="5873750"/>
          <p14:tracePt t="15702" x="1574800" y="5873750"/>
          <p14:tracePt t="15716" x="1581150" y="5873750"/>
          <p14:tracePt t="15744" x="1587500" y="5880100"/>
          <p14:tracePt t="15772" x="1593850" y="5880100"/>
          <p14:tracePt t="15792" x="1600200" y="5880100"/>
          <p14:tracePt t="15820" x="1606550" y="5886450"/>
          <p14:tracePt t="15877" x="1612900" y="5886450"/>
          <p14:tracePt t="15905" x="1619250" y="5886450"/>
          <p14:tracePt t="15933" x="1625600" y="5892800"/>
          <p14:tracePt t="15954" x="1631950" y="5892800"/>
          <p14:tracePt t="15996" x="1638300" y="5892800"/>
          <p14:tracePt t="16045" x="1644650" y="5892800"/>
          <p14:tracePt t="16122" x="1644650" y="5899150"/>
          <p14:tracePt t="16165" x="1651000" y="5899150"/>
          <p14:tracePt t="16172" x="1657350" y="5899150"/>
          <p14:tracePt t="16185" x="1663700" y="5899150"/>
          <p14:tracePt t="16207" x="1676400" y="5899150"/>
          <p14:tracePt t="16214" x="1682750" y="5899150"/>
          <p14:tracePt t="16242" x="1689100" y="5899150"/>
          <p14:tracePt t="16256" x="1695450" y="5899150"/>
          <p14:tracePt t="16264" x="1701800" y="5899150"/>
          <p14:tracePt t="16279" x="1708150" y="5899150"/>
          <p14:tracePt t="16294" x="1714500" y="5899150"/>
          <p14:tracePt t="16311" x="1727200" y="5905500"/>
          <p14:tracePt t="16327" x="1765300" y="5905500"/>
          <p14:tracePt t="16344" x="1784350" y="5905500"/>
          <p14:tracePt t="16361" x="1835150" y="5911850"/>
          <p14:tracePt t="16377" x="1898650" y="5911850"/>
          <p14:tracePt t="16394" x="1917700" y="5911850"/>
          <p14:tracePt t="16411" x="1974850" y="5911850"/>
          <p14:tracePt t="16427" x="2012950" y="5905500"/>
          <p14:tracePt t="16444" x="2032000" y="5905500"/>
          <p14:tracePt t="16460" x="2063750" y="5905500"/>
          <p14:tracePt t="16477" x="2095500" y="5899150"/>
          <p14:tracePt t="16494" x="2108200" y="5899150"/>
          <p14:tracePt t="16510" x="2133600" y="5892800"/>
          <p14:tracePt t="16526" x="2139950" y="5892800"/>
          <p14:tracePt t="16544" x="2152650" y="5892800"/>
          <p14:tracePt t="16559" x="2159000" y="5892800"/>
          <p14:tracePt t="16577" x="2165350" y="5892800"/>
          <p14:tracePt t="16593" x="2190750" y="5892800"/>
          <p14:tracePt t="16626" x="2197100" y="5892800"/>
          <p14:tracePt t="16663" x="2203450" y="5892800"/>
          <p14:tracePt t="16754" x="2209800" y="5892800"/>
          <p14:tracePt t="17217" x="2235200" y="5892800"/>
          <p14:tracePt t="17224" x="2279650" y="5899150"/>
          <p14:tracePt t="17238" x="2317750" y="5918200"/>
          <p14:tracePt t="17245" x="2387600" y="5937250"/>
          <p14:tracePt t="17260" x="2432050" y="5956300"/>
          <p14:tracePt t="17274" x="2482850" y="5975350"/>
          <p14:tracePt t="17290" x="2540000" y="5994400"/>
          <p14:tracePt t="17307" x="2597150" y="6007100"/>
          <p14:tracePt t="17324" x="2724150" y="6083300"/>
          <p14:tracePt t="17341" x="2762250" y="6108700"/>
          <p14:tracePt t="17357" x="2800350" y="6134100"/>
          <p14:tracePt t="17374" x="2844800" y="6159500"/>
          <p14:tracePt t="17390" x="2870200" y="6184900"/>
          <p14:tracePt t="17407" x="2940050" y="6235700"/>
          <p14:tracePt t="17423" x="2965450" y="6261100"/>
          <p14:tracePt t="17442" x="3016250" y="6292850"/>
          <p14:tracePt t="17457" x="3060700" y="6337300"/>
          <p14:tracePt t="17473" x="3092450" y="6362700"/>
          <p14:tracePt t="17490" x="3117850" y="6400800"/>
          <p14:tracePt t="17507" x="3168650" y="6451600"/>
          <p14:tracePt t="17523" x="3181350" y="6470650"/>
          <p14:tracePt t="17540" x="3194050" y="6489700"/>
          <p14:tracePt t="17573" x="3200400" y="6489700"/>
          <p14:tracePt t="17610" x="3206750" y="6489700"/>
          <p14:tracePt t="17666" x="3206750" y="6483350"/>
          <p14:tracePt t="17680" x="3206750" y="6477000"/>
          <p14:tracePt t="17687" x="3206750" y="6464300"/>
          <p14:tracePt t="17701" x="3200400" y="6451600"/>
          <p14:tracePt t="17709" x="3194050" y="6432550"/>
          <p14:tracePt t="17723" x="3175000" y="6400800"/>
          <p14:tracePt t="17739" x="3143250" y="6292850"/>
          <p14:tracePt t="17755" x="3098800" y="6223000"/>
          <p14:tracePt t="17772" x="3067050" y="6127750"/>
          <p14:tracePt t="17789" x="2978150" y="5918200"/>
          <p14:tracePt t="17806" x="2895600" y="5734050"/>
          <p14:tracePt t="17822" x="2819400" y="5575300"/>
          <p14:tracePt t="17839" x="2806700" y="5530850"/>
          <p14:tracePt t="17856" x="2781300" y="5467350"/>
          <p14:tracePt t="17872" x="2768600" y="5441950"/>
          <p14:tracePt t="17889" x="2768600" y="5435600"/>
          <p14:tracePt t="17905" x="2768600" y="5429250"/>
          <p14:tracePt t="17922" x="2781300" y="5422900"/>
          <p14:tracePt t="17939" x="2787650" y="5416550"/>
          <p14:tracePt t="17955" x="2832100" y="5397500"/>
          <p14:tracePt t="17972" x="2921000" y="5353050"/>
          <p14:tracePt t="17990" x="3048000" y="5283200"/>
          <p14:tracePt t="18005" x="3136900" y="5232400"/>
          <p14:tracePt t="18022" x="3340100" y="5080000"/>
          <p14:tracePt t="18039" x="3556000" y="4883150"/>
          <p14:tracePt t="18055" x="3689350" y="4718050"/>
          <p14:tracePt t="18071" x="3803650" y="4533900"/>
          <p14:tracePt t="18089" x="4140200" y="3975100"/>
          <p14:tracePt t="18104" x="4203700" y="3854450"/>
          <p14:tracePt t="18122" x="4260850" y="3746500"/>
          <p14:tracePt t="18138" x="4311650" y="3606800"/>
          <p14:tracePt t="18154" x="4318000" y="3594100"/>
          <p14:tracePt t="18172" x="4324350" y="3581400"/>
          <p14:tracePt t="18514" x="4413250" y="3562350"/>
          <p14:tracePt t="18521" x="4540250" y="3543300"/>
          <p14:tracePt t="18535" x="4667250" y="3524250"/>
          <p14:tracePt t="18542" x="4819650" y="3460750"/>
          <p14:tracePt t="18553" x="5010150" y="3378200"/>
          <p14:tracePt t="18571" x="5416550" y="3225800"/>
          <p14:tracePt t="18586" x="5607050" y="3143250"/>
          <p14:tracePt t="18603" x="6203950" y="2863850"/>
          <p14:tracePt t="18620" x="6800850" y="2584450"/>
          <p14:tracePt t="18636" x="7054850" y="2419350"/>
          <p14:tracePt t="18653" x="7321550" y="2222500"/>
          <p14:tracePt t="18669" x="7823200" y="1835150"/>
          <p14:tracePt t="18686" x="8039100" y="1644650"/>
          <p14:tracePt t="18703" x="8432800" y="1270000"/>
          <p14:tracePt t="18719" x="8724900" y="990600"/>
          <p14:tracePt t="18736" x="8845550" y="882650"/>
          <p14:tracePt t="18739" x="8928100" y="812800"/>
          <p14:tracePt t="18753" x="8997950" y="749300"/>
          <p14:tracePt t="18769" x="9099550" y="679450"/>
          <p14:tracePt t="18785" x="9131300" y="654050"/>
          <p14:tracePt t="19104" x="9131300" y="927100"/>
          <p14:tracePt t="19118" x="9099550" y="971550"/>
          <p14:tracePt t="19131" x="9074150" y="1016000"/>
          <p14:tracePt t="19139" x="9036050" y="1073150"/>
          <p14:tracePt t="19154" x="9010650" y="1130300"/>
          <p14:tracePt t="19168" x="8985250" y="1168400"/>
          <p14:tracePt t="19184" x="8959850" y="1187450"/>
          <p14:tracePt t="19202" x="8940800" y="1212850"/>
          <p14:tracePt t="19217" x="8934450" y="1225550"/>
          <p14:tracePt t="19234" x="8928100" y="1231900"/>
          <p14:tracePt t="19272" x="8928100" y="1238250"/>
          <p14:tracePt t="19693" x="8909050" y="1250950"/>
          <p14:tracePt t="19700" x="8883650" y="1270000"/>
          <p14:tracePt t="19706" x="8839200" y="1295400"/>
          <p14:tracePt t="19715" x="8782050" y="1346200"/>
          <p14:tracePt t="19732" x="8686800" y="1409700"/>
          <p14:tracePt t="19749" x="8464550" y="1587500"/>
          <p14:tracePt t="19765" x="8153400" y="1797050"/>
          <p14:tracePt t="19782" x="7994650" y="1898650"/>
          <p14:tracePt t="19799" x="7683500" y="2108200"/>
          <p14:tracePt t="19815" x="7423150" y="2286000"/>
          <p14:tracePt t="19832" x="7315200" y="2362200"/>
          <p14:tracePt t="19848" x="7137400" y="2463800"/>
          <p14:tracePt t="19865" x="6991350" y="2527300"/>
          <p14:tracePt t="19883" x="6883400" y="2552700"/>
          <p14:tracePt t="19898" x="6851650" y="25654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def parent(</a:t>
            </a:r>
            <a:r>
              <a:rPr lang="en-US" altLang="en-US" sz="240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num</a:t>
            </a:r>
            <a:r>
              <a:rPr lang="en-US" altLang="en-US" sz="2400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Prints in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the parent() function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child1</a:t>
            </a:r>
            <a:r>
              <a:rPr lang="en-US" altLang="en-US" sz="2400" b="1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latin typeface="Lucida Console" panose="020B0609040504020204" pitchFamily="49" charset="0"/>
              </a:rPr>
              <a:t>:return "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Hi, I’m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Alice!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</a:t>
            </a:r>
            <a:endParaRPr lang="en-US" altLang="en-US" sz="2400" spc="-3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child2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latin typeface="Lucida Console" panose="020B0609040504020204" pitchFamily="49" charset="0"/>
              </a:rPr>
              <a:t>:return "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Hi, I’m Bob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if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num</a:t>
            </a:r>
            <a:r>
              <a:rPr lang="en-US" altLang="en-US" sz="2400" dirty="0">
                <a:latin typeface="Lucida Console" panose="020B0609040504020204" pitchFamily="49" charset="0"/>
              </a:rPr>
              <a:t> == 1: return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child1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#Notice: we do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else</a:t>
            </a:r>
            <a:r>
              <a:rPr lang="en-US" altLang="en-US" sz="2400" dirty="0">
                <a:latin typeface="Lucida Console" panose="020B0609040504020204" pitchFamily="49" charset="0"/>
              </a:rPr>
              <a:t>: return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child2       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#not use a ()</a:t>
            </a:r>
          </a:p>
          <a:p>
            <a:pPr lvl="0"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first</a:t>
            </a:r>
            <a:r>
              <a:rPr lang="en-US" altLang="en-US" sz="2400" dirty="0">
                <a:latin typeface="Lucida Console" panose="020B0609040504020204" pitchFamily="49" charset="0"/>
              </a:rPr>
              <a:t>=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parent(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</a:rPr>
              <a:t>;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second</a:t>
            </a:r>
            <a:r>
              <a:rPr lang="en-US" altLang="en-US" sz="2400" dirty="0">
                <a:latin typeface="Lucida Console" panose="020B0609040504020204" pitchFamily="49" charset="0"/>
              </a:rPr>
              <a:t>=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parent(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first</a:t>
            </a:r>
            <a:r>
              <a:rPr lang="en-US" altLang="en-US" sz="2400" dirty="0">
                <a:latin typeface="Lucida Console" panose="020B0609040504020204" pitchFamily="49" charset="0"/>
              </a:rPr>
              <a:t>; 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second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#Notice the way these displa</a:t>
            </a:r>
            <a:r>
              <a:rPr lang="en-US" altLang="en-US" sz="2400" spc="-2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:</a:t>
            </a:r>
            <a:endParaRPr lang="en-US" altLang="en-US" sz="24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&lt;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function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paren</a:t>
            </a:r>
            <a:r>
              <a:rPr lang="en-US" altLang="en-US" sz="24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z="2400" spc="-200" dirty="0">
                <a:latin typeface="Lucida Console" panose="020B0609040504020204" pitchFamily="49" charset="0"/>
              </a:rPr>
              <a:t>.</a:t>
            </a:r>
            <a:r>
              <a:rPr lang="en-US" altLang="en-US" sz="2400" dirty="0">
                <a:latin typeface="Lucida Console" panose="020B0609040504020204" pitchFamily="49" charset="0"/>
              </a:rPr>
              <a:t>&lt;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loc</a:t>
            </a:r>
            <a:r>
              <a:rPr lang="en-US" altLang="en-US" sz="2400" spc="-40" dirty="0" smtClean="0">
                <a:latin typeface="Lucida Console" panose="020B0609040504020204" pitchFamily="49" charset="0"/>
              </a:rPr>
              <a:t>al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s</a:t>
            </a:r>
            <a:r>
              <a:rPr lang="en-US" altLang="en-US" sz="2400" spc="-200" dirty="0" smtClean="0">
                <a:latin typeface="Lucida Console" panose="020B0609040504020204" pitchFamily="49" charset="0"/>
              </a:rPr>
              <a:t>&gt;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.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en-US" sz="2400" spc="-60" dirty="0">
                <a:solidFill>
                  <a:srgbClr val="006600"/>
                </a:solidFill>
                <a:latin typeface="Lucida Console" panose="020B0609040504020204" pitchFamily="49" charset="0"/>
              </a:rPr>
              <a:t>il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d1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spc="-30" dirty="0" smtClean="0">
                <a:latin typeface="Lucida Console" panose="020B0609040504020204" pitchFamily="49" charset="0"/>
              </a:rPr>
              <a:t>at</a:t>
            </a:r>
            <a:r>
              <a:rPr lang="en-US" altLang="en-US" spc="-3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 smtClean="0">
                <a:latin typeface="Lucida Console" panose="020B0609040504020204" pitchFamily="49" charset="0"/>
              </a:rPr>
              <a:t>0x</a:t>
            </a:r>
            <a:r>
              <a:rPr lang="en-US" altLang="en-US" sz="2400" spc="-30" dirty="0" smtClean="0">
                <a:latin typeface="Lucida Console" panose="020B0609040504020204" pitchFamily="49" charset="0"/>
              </a:rPr>
              <a:t>6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fff</a:t>
            </a:r>
            <a:r>
              <a:rPr lang="en-US" altLang="en-US" sz="2400" spc="-50" dirty="0">
                <a:latin typeface="Lucida Console" panose="020B0609040504020204" pitchFamily="49" charset="0"/>
              </a:rPr>
              <a:t>f</a:t>
            </a:r>
            <a:r>
              <a:rPr lang="en-US" altLang="en-US" sz="2400" spc="-20" dirty="0" smtClean="0">
                <a:latin typeface="Lucida Console" panose="020B0609040504020204" pitchFamily="49" charset="0"/>
              </a:rPr>
              <a:t>d92</a:t>
            </a:r>
            <a:r>
              <a:rPr lang="en-US" altLang="en-US" sz="2400" spc="-50" dirty="0" smtClean="0">
                <a:latin typeface="Lucida Console" panose="020B0609040504020204" pitchFamily="49" charset="0"/>
              </a:rPr>
              <a:t>b7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</a:rPr>
              <a:t>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&lt;function 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paren</a:t>
            </a:r>
            <a:r>
              <a:rPr lang="en-US" altLang="en-US" sz="2400" spc="-1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z="2400" spc="-200" dirty="0">
                <a:latin typeface="Lucida Console" panose="020B0609040504020204" pitchFamily="49" charset="0"/>
              </a:rPr>
              <a:t>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&lt;loc</a:t>
            </a:r>
            <a:r>
              <a:rPr lang="en-US" altLang="en-US" sz="2400" spc="-40" dirty="0">
                <a:latin typeface="Lucida Console" panose="020B0609040504020204" pitchFamily="49" charset="0"/>
              </a:rPr>
              <a:t>al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s</a:t>
            </a:r>
            <a:r>
              <a:rPr lang="en-US" altLang="en-US" sz="2400" spc="-200" dirty="0">
                <a:latin typeface="Lucida Console" panose="020B0609040504020204" pitchFamily="49" charset="0"/>
              </a:rPr>
              <a:t>&gt;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.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ch</a:t>
            </a:r>
            <a:r>
              <a:rPr lang="en-US" altLang="en-US" sz="2400" spc="-60" dirty="0">
                <a:solidFill>
                  <a:srgbClr val="7030A0"/>
                </a:solidFill>
                <a:latin typeface="Lucida Console" panose="020B0609040504020204" pitchFamily="49" charset="0"/>
              </a:rPr>
              <a:t>il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d2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spc="-30" dirty="0">
                <a:latin typeface="Lucida Console" panose="020B0609040504020204" pitchFamily="49" charset="0"/>
              </a:rPr>
              <a:t>at</a:t>
            </a:r>
            <a:r>
              <a:rPr lang="en-US" altLang="en-US" spc="-30" dirty="0">
                <a:latin typeface="Lucida Console" panose="020B0609040504020204" pitchFamily="49" charset="0"/>
              </a:rPr>
              <a:t> </a:t>
            </a:r>
            <a:r>
              <a:rPr lang="en-US" altLang="en-US" sz="2400" spc="-50" dirty="0">
                <a:latin typeface="Lucida Console" panose="020B0609040504020204" pitchFamily="49" charset="0"/>
              </a:rPr>
              <a:t>0x</a:t>
            </a:r>
            <a:r>
              <a:rPr lang="en-US" altLang="en-US" sz="2400" spc="-30" dirty="0" smtClean="0">
                <a:latin typeface="Lucida Console" panose="020B0609040504020204" pitchFamily="49" charset="0"/>
              </a:rPr>
              <a:t>6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fff</a:t>
            </a:r>
            <a:r>
              <a:rPr lang="en-US" altLang="en-US" sz="2400" spc="-50" dirty="0" smtClean="0">
                <a:latin typeface="Lucida Console" panose="020B0609040504020204" pitchFamily="49" charset="0"/>
              </a:rPr>
              <a:t>f</a:t>
            </a:r>
            <a:r>
              <a:rPr lang="en-US" altLang="en-US" sz="2400" spc="-20" dirty="0" smtClean="0">
                <a:latin typeface="Lucida Console" panose="020B0609040504020204" pitchFamily="49" charset="0"/>
              </a:rPr>
              <a:t>d92</a:t>
            </a:r>
            <a:r>
              <a:rPr lang="en-US" altLang="en-US" sz="2400" spc="-50" dirty="0" smtClean="0">
                <a:latin typeface="Lucida Console" panose="020B0609040504020204" pitchFamily="49" charset="0"/>
              </a:rPr>
              <a:t>d9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</a:rPr>
              <a:t>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first()</a:t>
            </a:r>
            <a:r>
              <a:rPr lang="en-US" altLang="en-US" sz="2400" dirty="0">
                <a:latin typeface="Lucida Console" panose="020B0609040504020204" pitchFamily="49" charset="0"/>
              </a:rPr>
              <a:t>;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second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#Of course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we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can run the</a:t>
            </a:r>
            <a:r>
              <a:rPr lang="en-US" altLang="en-US" sz="2400" spc="-2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m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:</a:t>
            </a:r>
            <a:endParaRPr lang="en-US" altLang="en-US" sz="24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'Hi, I’m Alice'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'Hi, I’m Bob'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child1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#Recall from the previous slide: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E0606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rgbClr val="E0606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E0606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E0606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E0606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E06060"/>
                </a:solidFill>
                <a:latin typeface="Lucida Console" panose="020B0609040504020204" pitchFamily="49" charset="0"/>
              </a:rPr>
              <a:t>NameError</a:t>
            </a:r>
            <a:r>
              <a:rPr lang="en-US" altLang="en-US" sz="2400" dirty="0">
                <a:solidFill>
                  <a:srgbClr val="E06060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 'child1' is not defined</a:t>
            </a:r>
          </a:p>
          <a:p>
            <a:pPr lvl="0"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spc="-40" dirty="0"/>
              <a:t>A</a:t>
            </a:r>
            <a:r>
              <a:rPr lang="en-US" b="1" spc="-40" dirty="0" smtClean="0"/>
              <a:t> way to be able to call them from outside</a:t>
            </a:r>
            <a:endParaRPr lang="en-US" b="1" spc="-40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029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spc="-3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 smtClean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6098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936"/>
    </mc:Choice>
    <mc:Fallback>
      <p:transition spd="slow" advTm="1519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98" x="3663950" y="3175000"/>
          <p14:tracePt t="505" x="3657600" y="3175000"/>
          <p14:tracePt t="512" x="3644900" y="3175000"/>
          <p14:tracePt t="528" x="3638550" y="3175000"/>
          <p14:tracePt t="542" x="3619500" y="3168650"/>
          <p14:tracePt t="559" x="3606800" y="3162300"/>
          <p14:tracePt t="576" x="3587750" y="3149600"/>
          <p14:tracePt t="592" x="3562350" y="3136900"/>
          <p14:tracePt t="609" x="3543300" y="3130550"/>
          <p14:tracePt t="625" x="3498850" y="3111500"/>
          <p14:tracePt t="642" x="3473450" y="3098800"/>
          <p14:tracePt t="659" x="3397250" y="3054350"/>
          <p14:tracePt t="674" x="3346450" y="3009900"/>
          <p14:tracePt t="692" x="3263900" y="2946400"/>
          <p14:tracePt t="709" x="3130550" y="2851150"/>
          <p14:tracePt t="725" x="3041650" y="2787650"/>
          <p14:tracePt t="741" x="2946400" y="2698750"/>
          <p14:tracePt t="758" x="2819400" y="2584450"/>
          <p14:tracePt t="775" x="2749550" y="2489200"/>
          <p14:tracePt t="792" x="2686050" y="2413000"/>
          <p14:tracePt t="808" x="2603500" y="2298700"/>
          <p14:tracePt t="824" x="2527300" y="2228850"/>
          <p14:tracePt t="842" x="2451100" y="2139950"/>
          <p14:tracePt t="858" x="2400300" y="2089150"/>
          <p14:tracePt t="875" x="2336800" y="1993900"/>
          <p14:tracePt t="891" x="2197100" y="1841500"/>
          <p14:tracePt t="907" x="2120900" y="1784350"/>
          <p14:tracePt t="924" x="2063750" y="1720850"/>
          <p14:tracePt t="941" x="1949450" y="1625600"/>
          <p14:tracePt t="957" x="1879600" y="1549400"/>
          <p14:tracePt t="974" x="1828800" y="1485900"/>
          <p14:tracePt t="977" x="1771650" y="1460500"/>
          <p14:tracePt t="991" x="1714500" y="1435100"/>
          <p14:tracePt t="1007" x="1625600" y="1358900"/>
          <p14:tracePt t="1024" x="1581150" y="1339850"/>
          <p14:tracePt t="1040" x="1504950" y="1308100"/>
          <p14:tracePt t="1057" x="1454150" y="1289050"/>
          <p14:tracePt t="1074" x="1422400" y="1270000"/>
          <p14:tracePt t="1090" x="1416050" y="1270000"/>
          <p14:tracePt t="1108" x="1403350" y="1276350"/>
          <p14:tracePt t="1603" x="1397000" y="1276350"/>
          <p14:tracePt t="1617" x="1390650" y="1263650"/>
          <p14:tracePt t="1625" x="1384300" y="1250950"/>
          <p14:tracePt t="1640" x="1371600" y="1244600"/>
          <p14:tracePt t="1655" x="1365250" y="1231900"/>
          <p14:tracePt t="1673" x="1327150" y="1168400"/>
          <p14:tracePt t="1689" x="1308100" y="1149350"/>
          <p14:tracePt t="1705" x="1295400" y="1117600"/>
          <p14:tracePt t="1722" x="1270000" y="1066800"/>
          <p14:tracePt t="1738" x="1244600" y="1016000"/>
          <p14:tracePt t="1755" x="1225550" y="984250"/>
          <p14:tracePt t="1771" x="1200150" y="946150"/>
          <p14:tracePt t="1788" x="1168400" y="914400"/>
          <p14:tracePt t="1805" x="1162050" y="908050"/>
          <p14:tracePt t="1821" x="1149350" y="882650"/>
          <p14:tracePt t="1838" x="1136650" y="869950"/>
          <p14:tracePt t="1855" x="1130300" y="857250"/>
          <p14:tracePt t="1871" x="1123950" y="850900"/>
          <p14:tracePt t="1888" x="1117600" y="844550"/>
          <p14:tracePt t="2086" x="1117600" y="838200"/>
          <p14:tracePt t="2093" x="1123950" y="838200"/>
          <p14:tracePt t="2108" x="1130300" y="838200"/>
          <p14:tracePt t="2120" x="1130300" y="831850"/>
          <p14:tracePt t="2136" x="1143000" y="831850"/>
          <p14:tracePt t="2153" x="1149350" y="831850"/>
          <p14:tracePt t="2171" x="1174750" y="831850"/>
          <p14:tracePt t="2186" x="1206500" y="838200"/>
          <p14:tracePt t="2203" x="1238250" y="838200"/>
          <p14:tracePt t="2221" x="1295400" y="844550"/>
          <p14:tracePt t="2236" x="1377950" y="857250"/>
          <p14:tracePt t="2253" x="1428750" y="857250"/>
          <p14:tracePt t="2270" x="1574800" y="869950"/>
          <p14:tracePt t="2286" x="1676400" y="876300"/>
          <p14:tracePt t="2303" x="1879600" y="876300"/>
          <p14:tracePt t="2320" x="2082800" y="876300"/>
          <p14:tracePt t="2336" x="2184400" y="876300"/>
          <p14:tracePt t="2353" x="2324100" y="889000"/>
          <p14:tracePt t="2369" x="2413000" y="895350"/>
          <p14:tracePt t="2386" x="2444750" y="895350"/>
          <p14:tracePt t="2403" x="2482850" y="901700"/>
          <p14:tracePt t="2419" x="2495550" y="901700"/>
          <p14:tracePt t="2436" x="2501900" y="901700"/>
          <p14:tracePt t="2452" x="2514600" y="901700"/>
          <p14:tracePt t="2501" x="2514600" y="908050"/>
          <p14:tracePt t="2508" x="2514600" y="914400"/>
          <p14:tracePt t="2519" x="2514600" y="920750"/>
          <p14:tracePt t="2536" x="2527300" y="920750"/>
          <p14:tracePt t="3019" x="2546350" y="920750"/>
          <p14:tracePt t="3026" x="2571750" y="920750"/>
          <p14:tracePt t="3040" x="2609850" y="920750"/>
          <p14:tracePt t="3050" x="2660650" y="920750"/>
          <p14:tracePt t="3067" x="2724150" y="920750"/>
          <p14:tracePt t="3083" x="2927350" y="914400"/>
          <p14:tracePt t="3100" x="3168650" y="895350"/>
          <p14:tracePt t="3117" x="3409950" y="876300"/>
          <p14:tracePt t="3133" x="3536950" y="863600"/>
          <p14:tracePt t="3150" x="3651250" y="863600"/>
          <p14:tracePt t="3167" x="3829050" y="863600"/>
          <p14:tracePt t="3183" x="3981450" y="850900"/>
          <p14:tracePt t="3200" x="4057650" y="850900"/>
          <p14:tracePt t="3217" x="4178300" y="838200"/>
          <p14:tracePt t="3233" x="4260850" y="819150"/>
          <p14:tracePt t="3251" x="4330700" y="812800"/>
          <p14:tracePt t="3266" x="4349750" y="806450"/>
          <p14:tracePt t="3283" x="4387850" y="800100"/>
          <p14:tracePt t="3300" x="4413250" y="800100"/>
          <p14:tracePt t="3316" x="4419600" y="800100"/>
          <p14:tracePt t="3333" x="4438650" y="800100"/>
          <p14:tracePt t="3349" x="4457700" y="800100"/>
          <p14:tracePt t="3366" x="4470400" y="800100"/>
          <p14:tracePt t="3383" x="4476750" y="800100"/>
          <p14:tracePt t="3399" x="4495800" y="800100"/>
          <p14:tracePt t="3415" x="4502150" y="800100"/>
          <p14:tracePt t="3433" x="4514850" y="800100"/>
          <p14:tracePt t="3449" x="4559300" y="806450"/>
          <p14:tracePt t="3465" x="4578350" y="806450"/>
          <p14:tracePt t="3482" x="4622800" y="812800"/>
          <p14:tracePt t="3499" x="4641850" y="812800"/>
          <p14:tracePt t="3515" x="4705350" y="812800"/>
          <p14:tracePt t="3532" x="4775200" y="812800"/>
          <p14:tracePt t="3549" x="4813300" y="812800"/>
          <p14:tracePt t="3566" x="4889500" y="812800"/>
          <p14:tracePt t="3582" x="4984750" y="812800"/>
          <p14:tracePt t="3598" x="5022850" y="812800"/>
          <p14:tracePt t="3616" x="5092700" y="819150"/>
          <p14:tracePt t="3631" x="5143500" y="825500"/>
          <p14:tracePt t="3648" x="5162550" y="825500"/>
          <p14:tracePt t="3665" x="5187950" y="831850"/>
          <p14:tracePt t="3681" x="5200650" y="831850"/>
          <p14:tracePt t="3698" x="5207000" y="831850"/>
          <p14:tracePt t="3715" x="5213350" y="831850"/>
          <p14:tracePt t="3770" x="5213350" y="825500"/>
          <p14:tracePt t="5405" x="5200650" y="831850"/>
          <p14:tracePt t="5412" x="5181600" y="844550"/>
          <p14:tracePt t="5428" x="5162550" y="863600"/>
          <p14:tracePt t="5442" x="5130800" y="869950"/>
          <p14:tracePt t="5458" x="5067300" y="901700"/>
          <p14:tracePt t="5476" x="5022850" y="927100"/>
          <p14:tracePt t="5492" x="4946650" y="958850"/>
          <p14:tracePt t="5509" x="4851400" y="996950"/>
          <p14:tracePt t="5525" x="4730750" y="1022350"/>
          <p14:tracePt t="5542" x="4641850" y="1054100"/>
          <p14:tracePt t="5559" x="4432300" y="1104900"/>
          <p14:tracePt t="5575" x="4216400" y="1136650"/>
          <p14:tracePt t="5591" x="4095750" y="1168400"/>
          <p14:tracePt t="5609" x="3854450" y="1200150"/>
          <p14:tracePt t="5625" x="3600450" y="1250950"/>
          <p14:tracePt t="5641" x="3486150" y="1263650"/>
          <p14:tracePt t="5658" x="3276600" y="1301750"/>
          <p14:tracePt t="5674" x="3105150" y="1346200"/>
          <p14:tracePt t="5691" x="3041650" y="1365250"/>
          <p14:tracePt t="5708" x="2882900" y="1384300"/>
          <p14:tracePt t="5724" x="2774950" y="1428750"/>
          <p14:tracePt t="5742" x="2730500" y="1454150"/>
          <p14:tracePt t="5757" x="2654300" y="1498600"/>
          <p14:tracePt t="5774" x="2603500" y="1524000"/>
          <p14:tracePt t="5791" x="2565400" y="1536700"/>
          <p14:tracePt t="5807" x="2552700" y="1536700"/>
          <p14:tracePt t="5824" x="2546350" y="1536700"/>
          <p14:tracePt t="6214" x="2508250" y="1568450"/>
          <p14:tracePt t="6228" x="2476500" y="1600200"/>
          <p14:tracePt t="6235" x="2432050" y="1638300"/>
          <p14:tracePt t="6248" x="2393950" y="1682750"/>
          <p14:tracePt t="6258" x="2349500" y="1733550"/>
          <p14:tracePt t="6272" x="2311400" y="1765300"/>
          <p14:tracePt t="6289" x="2241550" y="1866900"/>
          <p14:tracePt t="6306" x="2178050" y="1993900"/>
          <p14:tracePt t="6322" x="2152650" y="2051050"/>
          <p14:tracePt t="6339" x="2108200" y="2159000"/>
          <p14:tracePt t="6356" x="2044700" y="2305050"/>
          <p14:tracePt t="6372" x="2025650" y="2374900"/>
          <p14:tracePt t="6390" x="2000250" y="2533650"/>
          <p14:tracePt t="6406" x="1987550" y="2660650"/>
          <p14:tracePt t="6422" x="1987550" y="2698750"/>
          <p14:tracePt t="6440" x="2000250" y="2762250"/>
          <p14:tracePt t="6455" x="2000250" y="2781300"/>
          <p14:tracePt t="6472" x="2012950" y="2806700"/>
          <p14:tracePt t="6488" x="2012950" y="2819400"/>
          <p14:tracePt t="6505" x="2019300" y="2819400"/>
          <p14:tracePt t="6521" x="2032000" y="2819400"/>
          <p14:tracePt t="6538" x="2044700" y="2794000"/>
          <p14:tracePt t="6555" x="2051050" y="2768600"/>
          <p14:tracePt t="6572" x="2051050" y="2724150"/>
          <p14:tracePt t="6588" x="2051050" y="2628900"/>
          <p14:tracePt t="6604" x="2038350" y="2578100"/>
          <p14:tracePt t="6621" x="2012950" y="2444750"/>
          <p14:tracePt t="6638" x="1981200" y="2279650"/>
          <p14:tracePt t="6654" x="1962150" y="2184400"/>
          <p14:tracePt t="6671" x="1930400" y="1943100"/>
          <p14:tracePt t="6688" x="1879600" y="1714500"/>
          <p14:tracePt t="6705" x="1822450" y="1492250"/>
          <p14:tracePt t="6720" x="1784350" y="1397000"/>
          <p14:tracePt t="6737" x="1752600" y="1320800"/>
          <p14:tracePt t="6755" x="1695450" y="1155700"/>
          <p14:tracePt t="6771" x="1676400" y="1130300"/>
          <p14:tracePt t="6787" x="1670050" y="1117600"/>
          <p14:tracePt t="6804" x="1663700" y="1098550"/>
          <p14:tracePt t="6820" x="1651000" y="1092200"/>
          <p14:tracePt t="6838" x="1651000" y="1085850"/>
          <p14:tracePt t="6854" x="1638300" y="1085850"/>
          <p14:tracePt t="6870" x="1631950" y="1073150"/>
          <p14:tracePt t="6888" x="1612900" y="1066800"/>
          <p14:tracePt t="6903" x="1606550" y="1066800"/>
          <p14:tracePt t="6920" x="1593850" y="1060450"/>
          <p14:tracePt t="6937" x="1587500" y="1060450"/>
          <p14:tracePt t="6970" x="1593850" y="1060450"/>
          <p14:tracePt t="7330" x="1593850" y="1066800"/>
          <p14:tracePt t="7337" x="1587500" y="1079500"/>
          <p14:tracePt t="7351" x="1574800" y="1098550"/>
          <p14:tracePt t="7358" x="1568450" y="1111250"/>
          <p14:tracePt t="7372" x="1562100" y="1123950"/>
          <p14:tracePt t="7387" x="1555750" y="1136650"/>
          <p14:tracePt t="7402" x="1549400" y="1143000"/>
          <p14:tracePt t="7449" x="1543050" y="1149350"/>
          <p14:tracePt t="7722" x="1549400" y="1149350"/>
          <p14:tracePt t="7730" x="1555750" y="1149350"/>
          <p14:tracePt t="7758" x="1562100" y="1149350"/>
          <p14:tracePt t="7771" x="1568450" y="1149350"/>
          <p14:tracePt t="7778" x="1568450" y="1143000"/>
          <p14:tracePt t="7801" x="1574800" y="1143000"/>
          <p14:tracePt t="7821" x="1587500" y="1143000"/>
          <p14:tracePt t="7828" x="1600200" y="1143000"/>
          <p14:tracePt t="7842" x="1612900" y="1143000"/>
          <p14:tracePt t="7851" x="1631950" y="1143000"/>
          <p14:tracePt t="7867" x="1657350" y="1143000"/>
          <p14:tracePt t="7884" x="1714500" y="1143000"/>
          <p14:tracePt t="7900" x="1771650" y="1143000"/>
          <p14:tracePt t="7917" x="1797050" y="1143000"/>
          <p14:tracePt t="7934" x="1854200" y="1143000"/>
          <p14:tracePt t="7950" x="1905000" y="1143000"/>
          <p14:tracePt t="7967" x="1924050" y="1155700"/>
          <p14:tracePt t="7984" x="1955800" y="1155700"/>
          <p14:tracePt t="8000" x="1968500" y="1155700"/>
          <p14:tracePt t="8018" x="1993900" y="1155700"/>
          <p14:tracePt t="8032" x="2000250" y="1155700"/>
          <p14:tracePt t="8050" x="2006600" y="1149350"/>
          <p14:tracePt t="8067" x="2025650" y="1149350"/>
          <p14:tracePt t="8083" x="2038350" y="1143000"/>
          <p14:tracePt t="8103" x="2044700" y="1143000"/>
          <p14:tracePt t="8116" x="2051050" y="1143000"/>
          <p14:tracePt t="8132" x="2063750" y="1143000"/>
          <p14:tracePt t="8150" x="2076450" y="1143000"/>
          <p14:tracePt t="8182" x="2082800" y="1143000"/>
          <p14:tracePt t="8200" x="2095500" y="1143000"/>
          <p14:tracePt t="8216" x="2101850" y="1143000"/>
          <p14:tracePt t="8232" x="2114550" y="1143000"/>
          <p14:tracePt t="8249" x="2120900" y="1136650"/>
          <p14:tracePt t="8265" x="2127250" y="1136650"/>
          <p14:tracePt t="8282" x="2139950" y="1136650"/>
          <p14:tracePt t="8299" x="2178050" y="1130300"/>
          <p14:tracePt t="8315" x="2197100" y="1130300"/>
          <p14:tracePt t="8332" x="2216150" y="1130300"/>
          <p14:tracePt t="8348" x="2266950" y="1130300"/>
          <p14:tracePt t="8365" x="2330450" y="1130300"/>
          <p14:tracePt t="8383" x="2413000" y="1130300"/>
          <p14:tracePt t="8398" x="2451100" y="1130300"/>
          <p14:tracePt t="8415" x="2527300" y="1130300"/>
          <p14:tracePt t="8432" x="2597150" y="1130300"/>
          <p14:tracePt t="8448" x="2616200" y="1130300"/>
          <p14:tracePt t="8465" x="2654300" y="1130300"/>
          <p14:tracePt t="8481" x="2667000" y="1130300"/>
          <p14:tracePt t="8498" x="2692400" y="1130300"/>
          <p14:tracePt t="8515" x="2705100" y="1130300"/>
          <p14:tracePt t="8531" x="2717800" y="1136650"/>
          <p14:tracePt t="8548" x="2724150" y="1136650"/>
          <p14:tracePt t="8581" x="2730500" y="1136650"/>
          <p14:tracePt t="8923" x="2717800" y="1155700"/>
          <p14:tracePt t="8931" x="2698750" y="1168400"/>
          <p14:tracePt t="8943" x="2667000" y="1200150"/>
          <p14:tracePt t="8950" x="2628900" y="1238250"/>
          <p14:tracePt t="8966" x="2584450" y="1263650"/>
          <p14:tracePt t="8979" x="2540000" y="1308100"/>
          <p14:tracePt t="8996" x="2457450" y="1390650"/>
          <p14:tracePt t="9014" x="2387600" y="1460500"/>
          <p14:tracePt t="9029" x="2368550" y="1485900"/>
          <p14:tracePt t="9046" x="2330450" y="1524000"/>
          <p14:tracePt t="9063" x="2311400" y="1543050"/>
          <p14:tracePt t="9079" x="2311400" y="1549400"/>
          <p14:tracePt t="9096" x="2305050" y="1555750"/>
          <p14:tracePt t="9154" x="2298700" y="1562100"/>
          <p14:tracePt t="9575" x="2292350" y="1562100"/>
          <p14:tracePt t="9842" x="2298700" y="1562100"/>
          <p14:tracePt t="9855" x="2305050" y="1562100"/>
          <p14:tracePt t="9863" x="2311400" y="1555750"/>
          <p14:tracePt t="9884" x="2317750" y="1555750"/>
          <p14:tracePt t="9905" x="2330450" y="1549400"/>
          <p14:tracePt t="9933" x="2336800" y="1549400"/>
          <p14:tracePt t="9982" x="2343150" y="1549400"/>
          <p14:tracePt t="10017" x="2349500" y="1543050"/>
          <p14:tracePt t="10024" x="2355850" y="1543050"/>
          <p14:tracePt t="10045" x="2362200" y="1543050"/>
          <p14:tracePt t="10066" x="2368550" y="1543050"/>
          <p14:tracePt t="10073" x="2374900" y="1536700"/>
          <p14:tracePt t="10095" x="2381250" y="1536700"/>
          <p14:tracePt t="10115" x="2387600" y="1530350"/>
          <p14:tracePt t="10123" x="2393950" y="1524000"/>
          <p14:tracePt t="10144" x="2400300" y="1524000"/>
          <p14:tracePt t="10165" x="2406650" y="1517650"/>
          <p14:tracePt t="10178" x="2413000" y="1517650"/>
          <p14:tracePt t="10193" x="2413000" y="1511300"/>
          <p14:tracePt t="10213" x="2419350" y="1511300"/>
          <p14:tracePt t="10235" x="2425700" y="1511300"/>
          <p14:tracePt t="10256" x="2432050" y="1511300"/>
          <p14:tracePt t="10283" x="2438400" y="1504950"/>
          <p14:tracePt t="10304" x="2444750" y="1504950"/>
          <p14:tracePt t="10326" x="2451100" y="1498600"/>
          <p14:tracePt t="10375" x="2457450" y="1492250"/>
          <p14:tracePt t="10389" x="2463800" y="1492250"/>
          <p14:tracePt t="10396" x="2470150" y="1485900"/>
          <p14:tracePt t="10408" x="2482850" y="1485900"/>
          <p14:tracePt t="10425" x="2501900" y="1473200"/>
          <p14:tracePt t="10441" x="2508250" y="1473200"/>
          <p14:tracePt t="10458" x="2533650" y="1466850"/>
          <p14:tracePt t="10475" x="2578100" y="1454150"/>
          <p14:tracePt t="10491" x="2590800" y="1447800"/>
          <p14:tracePt t="10509" x="2622550" y="1441450"/>
          <p14:tracePt t="10524" x="2635250" y="1435100"/>
          <p14:tracePt t="10541" x="2679700" y="1435100"/>
          <p14:tracePt t="10558" x="2717800" y="1428750"/>
          <p14:tracePt t="10574" x="2736850" y="1422400"/>
          <p14:tracePt t="10591" x="2781300" y="1422400"/>
          <p14:tracePt t="10608" x="2813050" y="1422400"/>
          <p14:tracePt t="10625" x="2832100" y="1422400"/>
          <p14:tracePt t="10641" x="2857500" y="1416050"/>
          <p14:tracePt t="10657" x="2882900" y="1416050"/>
          <p14:tracePt t="10674" x="2895600" y="1416050"/>
          <p14:tracePt t="10691" x="2914650" y="1409700"/>
          <p14:tracePt t="10707" x="2933700" y="1409700"/>
          <p14:tracePt t="10724" x="2952750" y="1409700"/>
          <p14:tracePt t="10741" x="2971800" y="1409700"/>
          <p14:tracePt t="10757" x="2997200" y="1409700"/>
          <p14:tracePt t="10774" x="3003550" y="1409700"/>
          <p14:tracePt t="10790" x="3009900" y="1409700"/>
          <p14:tracePt t="10806" x="3016250" y="1409700"/>
          <p14:tracePt t="10873" x="3016250" y="1416050"/>
          <p14:tracePt t="11264" x="3073400" y="1416050"/>
          <p14:tracePt t="11279" x="3175000" y="1422400"/>
          <p14:tracePt t="11285" x="3276600" y="1422400"/>
          <p14:tracePt t="11300" x="3378200" y="1422400"/>
          <p14:tracePt t="11307" x="3492500" y="1422400"/>
          <p14:tracePt t="11322" x="3594100" y="1422400"/>
          <p14:tracePt t="11338" x="3784600" y="1422400"/>
          <p14:tracePt t="11356" x="3962400" y="1422400"/>
          <p14:tracePt t="11371" x="4038600" y="1422400"/>
          <p14:tracePt t="11388" x="4197350" y="1435100"/>
          <p14:tracePt t="11405" x="4349750" y="1454150"/>
          <p14:tracePt t="11421" x="4451350" y="1460500"/>
          <p14:tracePt t="11438" x="4540250" y="1460500"/>
          <p14:tracePt t="11455" x="4819650" y="1447800"/>
          <p14:tracePt t="11471" x="4921250" y="1447800"/>
          <p14:tracePt t="11488" x="5022850" y="1441450"/>
          <p14:tracePt t="11504" x="5257800" y="1422400"/>
          <p14:tracePt t="11521" x="5334000" y="1409700"/>
          <p14:tracePt t="11538" x="5397500" y="1409700"/>
          <p14:tracePt t="11554" x="5492750" y="1409700"/>
          <p14:tracePt t="11571" x="5575300" y="1390650"/>
          <p14:tracePt t="11588" x="5626100" y="1384300"/>
          <p14:tracePt t="11604" x="5645150" y="1377950"/>
          <p14:tracePt t="11621" x="5683250" y="1377950"/>
          <p14:tracePt t="11638" x="5708650" y="1371600"/>
          <p14:tracePt t="11654" x="5715000" y="1371600"/>
          <p14:tracePt t="11671" x="5734050" y="1371600"/>
          <p14:tracePt t="11687" x="5740400" y="1371600"/>
          <p14:tracePt t="11704" x="5746750" y="1377950"/>
          <p14:tracePt t="11721" x="5746750" y="1390650"/>
          <p14:tracePt t="11738" x="5746750" y="1397000"/>
          <p14:tracePt t="11770" x="5740400" y="1403350"/>
          <p14:tracePt t="12037" x="5670550" y="1428750"/>
          <p14:tracePt t="12050" x="5562600" y="1460500"/>
          <p14:tracePt t="12057" x="5448300" y="1504950"/>
          <p14:tracePt t="12072" x="5314950" y="1555750"/>
          <p14:tracePt t="12086" x="5035550" y="1663700"/>
          <p14:tracePt t="12102" x="4908550" y="1695450"/>
          <p14:tracePt t="12119" x="4762500" y="1714500"/>
          <p14:tracePt t="12136" x="4432300" y="1778000"/>
          <p14:tracePt t="12152" x="4330700" y="1778000"/>
          <p14:tracePt t="12169" x="4229100" y="1790700"/>
          <p14:tracePt t="12185" x="4038600" y="1797050"/>
          <p14:tracePt t="12202" x="3873500" y="1797050"/>
          <p14:tracePt t="12219" x="3727450" y="1809750"/>
          <p14:tracePt t="12236" x="3663950" y="1809750"/>
          <p14:tracePt t="12252" x="3524250" y="1828800"/>
          <p14:tracePt t="12268" x="3365500" y="1835150"/>
          <p14:tracePt t="12285" x="3302000" y="1835150"/>
          <p14:tracePt t="12302" x="3200400" y="1847850"/>
          <p14:tracePt t="12318" x="3149600" y="1847850"/>
          <p14:tracePt t="12335" x="3130550" y="1841500"/>
          <p14:tracePt t="12352" x="3079750" y="1822450"/>
          <p14:tracePt t="12368" x="3041650" y="1809750"/>
          <p14:tracePt t="12385" x="3022600" y="1797050"/>
          <p14:tracePt t="12402" x="2990850" y="1784350"/>
          <p14:tracePt t="12418" x="2971800" y="1765300"/>
          <p14:tracePt t="12435" x="2959100" y="1765300"/>
          <p14:tracePt t="12451" x="2940050" y="1758950"/>
          <p14:tracePt t="12468" x="2933700" y="1758950"/>
          <p14:tracePt t="12485" x="2927350" y="1758950"/>
          <p14:tracePt t="12549" x="2927350" y="1752600"/>
          <p14:tracePt t="12569" x="2933700" y="1746250"/>
          <p14:tracePt t="12590" x="2946400" y="1739900"/>
          <p14:tracePt t="12598" x="2952750" y="1739900"/>
          <p14:tracePt t="12612" x="2965450" y="1739900"/>
          <p14:tracePt t="12620" x="2978150" y="1733550"/>
          <p14:tracePt t="12634" x="2984500" y="1733550"/>
          <p14:tracePt t="12650" x="3028950" y="1733550"/>
          <p14:tracePt t="12668" x="3092450" y="1733550"/>
          <p14:tracePt t="12684" x="3149600" y="1733550"/>
          <p14:tracePt t="12700" x="3263900" y="1733550"/>
          <p14:tracePt t="12717" x="3441700" y="1727200"/>
          <p14:tracePt t="12733" x="3530600" y="1727200"/>
          <p14:tracePt t="12750" x="3606800" y="1714500"/>
          <p14:tracePt t="12767" x="3790950" y="1708150"/>
          <p14:tracePt t="12783" x="3816350" y="1708150"/>
          <p14:tracePt t="12800" x="3835400" y="1708150"/>
          <p14:tracePt t="12816" x="3854450" y="1708150"/>
          <p14:tracePt t="12833" x="3860800" y="1708150"/>
          <p14:tracePt t="13061" x="3854450" y="1720850"/>
          <p14:tracePt t="13067" x="3841750" y="1739900"/>
          <p14:tracePt t="13083" x="3816350" y="1758950"/>
          <p14:tracePt t="13089" x="3797300" y="1784350"/>
          <p14:tracePt t="13103" x="3765550" y="1816100"/>
          <p14:tracePt t="13116" x="3740150" y="1847850"/>
          <p14:tracePt t="13132" x="3683000" y="1911350"/>
          <p14:tracePt t="13149" x="3644900" y="1943100"/>
          <p14:tracePt t="13166" x="3587750" y="2012950"/>
          <p14:tracePt t="13182" x="3556000" y="2051050"/>
          <p14:tracePt t="13198" x="3543300" y="2070100"/>
          <p14:tracePt t="13215" x="3530600" y="2082800"/>
          <p14:tracePt t="13232" x="3524250" y="2089150"/>
          <p14:tracePt t="13313" x="3536950" y="2089150"/>
          <p14:tracePt t="13320" x="3549650" y="2089150"/>
          <p14:tracePt t="13331" x="3562350" y="2089150"/>
          <p14:tracePt t="13349" x="3594100" y="2076450"/>
          <p14:tracePt t="13365" x="3625850" y="2070100"/>
          <p14:tracePt t="13381" x="3657600" y="2051050"/>
          <p14:tracePt t="13398" x="3740150" y="2019300"/>
          <p14:tracePt t="13414" x="3771900" y="2006600"/>
          <p14:tracePt t="13431" x="3790950" y="1993900"/>
          <p14:tracePt t="13448" x="3835400" y="1962150"/>
          <p14:tracePt t="13464" x="3860800" y="1936750"/>
          <p14:tracePt t="13482" x="3879850" y="1911350"/>
          <p14:tracePt t="13497" x="3886200" y="1911350"/>
          <p14:tracePt t="13514" x="3892550" y="1905000"/>
          <p14:tracePt t="13547" x="3898900" y="1898650"/>
          <p14:tracePt t="13678" x="3898900" y="1892300"/>
          <p14:tracePt t="13748" x="3898900" y="1885950"/>
          <p14:tracePt t="13769" x="3905250" y="1885950"/>
          <p14:tracePt t="13784" x="3917950" y="1879600"/>
          <p14:tracePt t="13790" x="3924300" y="1873250"/>
          <p14:tracePt t="13805" x="3937000" y="1873250"/>
          <p14:tracePt t="13813" x="3943350" y="1866900"/>
          <p14:tracePt t="13829" x="3956050" y="1860550"/>
          <p14:tracePt t="13847" x="4013200" y="1835150"/>
          <p14:tracePt t="13863" x="4089400" y="1809750"/>
          <p14:tracePt t="13879" x="4140200" y="1790700"/>
          <p14:tracePt t="13896" x="4248150" y="1765300"/>
          <p14:tracePt t="13913" x="4368800" y="1746250"/>
          <p14:tracePt t="13930" x="4432300" y="1733550"/>
          <p14:tracePt t="13946" x="4552950" y="1708150"/>
          <p14:tracePt t="13962" x="4673600" y="1695450"/>
          <p14:tracePt t="13980" x="4775200" y="1701800"/>
          <p14:tracePt t="13995" x="4819650" y="1701800"/>
          <p14:tracePt t="14012" x="4857750" y="1701800"/>
          <p14:tracePt t="14029" x="5003800" y="1689100"/>
          <p14:tracePt t="14045" x="5041900" y="1682750"/>
          <p14:tracePt t="14062" x="5086350" y="1682750"/>
          <p14:tracePt t="14078" x="5181600" y="1663700"/>
          <p14:tracePt t="14095" x="5295900" y="1644650"/>
          <p14:tracePt t="14113" x="5365750" y="1638300"/>
          <p14:tracePt t="14116" x="5416550" y="1625600"/>
          <p14:tracePt t="14129" x="5467350" y="1619250"/>
          <p14:tracePt t="14145" x="5562600" y="1612900"/>
          <p14:tracePt t="14163" x="5657850" y="1600200"/>
          <p14:tracePt t="14178" x="5695950" y="1600200"/>
          <p14:tracePt t="14195" x="5765800" y="1593850"/>
          <p14:tracePt t="14212" x="5822950" y="1587500"/>
          <p14:tracePt t="14228" x="5842000" y="1587500"/>
          <p14:tracePt t="14245" x="5873750" y="1587500"/>
          <p14:tracePt t="14261" x="5899150" y="1587500"/>
          <p14:tracePt t="14279" x="5905500" y="1587500"/>
          <p14:tracePt t="14296" x="5911850" y="1593850"/>
          <p14:tracePt t="14311" x="5911850" y="1606550"/>
          <p14:tracePt t="14328" x="5911850" y="1612900"/>
          <p14:tracePt t="14345" x="5911850" y="1625600"/>
          <p14:tracePt t="14652" x="5949950" y="1644650"/>
          <p14:tracePt t="14667" x="6019800" y="1670050"/>
          <p14:tracePt t="14673" x="6089650" y="1701800"/>
          <p14:tracePt t="14680" x="6178550" y="1708150"/>
          <p14:tracePt t="14696" x="6280150" y="1720850"/>
          <p14:tracePt t="14710" x="6381750" y="1733550"/>
          <p14:tracePt t="14727" x="6623050" y="1733550"/>
          <p14:tracePt t="14744" x="6826250" y="1727200"/>
          <p14:tracePt t="14760" x="6927850" y="1714500"/>
          <p14:tracePt t="14776" x="7067550" y="1708150"/>
          <p14:tracePt t="14793" x="7137400" y="1708150"/>
          <p14:tracePt t="14809" x="7150100" y="1708150"/>
          <p14:tracePt t="14826" x="7162800" y="1708150"/>
          <p14:tracePt t="15024" x="7061200" y="1727200"/>
          <p14:tracePt t="15031" x="6915150" y="1746250"/>
          <p14:tracePt t="15045" x="6718300" y="1771650"/>
          <p14:tracePt t="15059" x="6521450" y="1797050"/>
          <p14:tracePt t="15075" x="6083300" y="1854200"/>
          <p14:tracePt t="15092" x="5880100" y="1892300"/>
          <p14:tracePt t="15109" x="5568950" y="1943100"/>
          <p14:tracePt t="15125" x="5308600" y="1974850"/>
          <p14:tracePt t="15142" x="5219700" y="1993900"/>
          <p14:tracePt t="15159" x="5048250" y="2025650"/>
          <p14:tracePt t="15175" x="4927600" y="2044700"/>
          <p14:tracePt t="15192" x="4889500" y="2044700"/>
          <p14:tracePt t="15208" x="4832350" y="2051050"/>
          <p14:tracePt t="15225" x="4806950" y="2051050"/>
          <p14:tracePt t="15242" x="4768850" y="2057400"/>
          <p14:tracePt t="15284" x="4768850" y="2063750"/>
          <p14:tracePt t="15305" x="4762500" y="2070100"/>
          <p14:tracePt t="15312" x="4756150" y="2070100"/>
          <p14:tracePt t="15333" x="4756150" y="2076450"/>
          <p14:tracePt t="15347" x="4768850" y="2076450"/>
          <p14:tracePt t="15358" x="4781550" y="2082800"/>
          <p14:tracePt t="15374" x="4794250" y="2082800"/>
          <p14:tracePt t="15391" x="4851400" y="2082800"/>
          <p14:tracePt t="15408" x="4927600" y="2082800"/>
          <p14:tracePt t="15425" x="5029200" y="2076450"/>
          <p14:tracePt t="15441" x="5080000" y="2076450"/>
          <p14:tracePt t="15459" x="5226050" y="2070100"/>
          <p14:tracePt t="15474" x="5365750" y="2057400"/>
          <p14:tracePt t="15490" x="5454650" y="2057400"/>
          <p14:tracePt t="15507" x="5530850" y="2057400"/>
          <p14:tracePt t="15524" x="5734050" y="2057400"/>
          <p14:tracePt t="15540" x="5784850" y="2057400"/>
          <p14:tracePt t="15558" x="5880100" y="2063750"/>
          <p14:tracePt t="15573" x="5918200" y="2063750"/>
          <p14:tracePt t="15590" x="6000750" y="2051050"/>
          <p14:tracePt t="15607" x="6051550" y="2044700"/>
          <p14:tracePt t="15624" x="6083300" y="2044700"/>
          <p14:tracePt t="15640" x="6127750" y="2038350"/>
          <p14:tracePt t="15657" x="6172200" y="2032000"/>
          <p14:tracePt t="15673" x="6197600" y="2032000"/>
          <p14:tracePt t="15690" x="6242050" y="2025650"/>
          <p14:tracePt t="15706" x="6299200" y="2025650"/>
          <p14:tracePt t="15723" x="6337300" y="2025650"/>
          <p14:tracePt t="15740" x="6400800" y="2025650"/>
          <p14:tracePt t="15756" x="6483350" y="2025650"/>
          <p14:tracePt t="15773" x="6508750" y="2012950"/>
          <p14:tracePt t="15790" x="6559550" y="2012950"/>
          <p14:tracePt t="15806" x="6584950" y="2012950"/>
          <p14:tracePt t="15845" x="6572250" y="2019300"/>
          <p14:tracePt t="15859" x="6553200" y="2025650"/>
          <p14:tracePt t="15874" x="6457950" y="2063750"/>
          <p14:tracePt t="15889" x="6375400" y="2070100"/>
          <p14:tracePt t="15906" x="6261100" y="2101850"/>
          <p14:tracePt t="15923" x="5988050" y="2159000"/>
          <p14:tracePt t="15939" x="5537200" y="2241550"/>
          <p14:tracePt t="15956" x="5289550" y="2273300"/>
          <p14:tracePt t="15972" x="4819650" y="2343150"/>
          <p14:tracePt t="15989" x="4413250" y="2381250"/>
          <p14:tracePt t="16006" x="4254500" y="2381250"/>
          <p14:tracePt t="16022" x="3981450" y="2381250"/>
          <p14:tracePt t="16039" x="3765550" y="2336800"/>
          <p14:tracePt t="16056" x="3581400" y="2273300"/>
          <p14:tracePt t="16072" x="3498850" y="2266950"/>
          <p14:tracePt t="16088" x="3314700" y="2216150"/>
          <p14:tracePt t="16105" x="3168650" y="2146300"/>
          <p14:tracePt t="16122" x="3098800" y="2108200"/>
          <p14:tracePt t="16139" x="3028950" y="2057400"/>
          <p14:tracePt t="16142" x="2984500" y="2019300"/>
          <p14:tracePt t="16155" x="2889250" y="1924050"/>
          <p14:tracePt t="16171" x="2863850" y="1905000"/>
          <p14:tracePt t="16188" x="2838450" y="1866900"/>
          <p14:tracePt t="16205" x="2844800" y="1841500"/>
          <p14:tracePt t="16720" x="2844800" y="1835150"/>
          <p14:tracePt t="16755" x="2844800" y="1828800"/>
          <p14:tracePt t="16776" x="2838450" y="1816100"/>
          <p14:tracePt t="16790" x="2838450" y="1803400"/>
          <p14:tracePt t="16797" x="2832100" y="1790700"/>
          <p14:tracePt t="16811" x="2832100" y="1784350"/>
          <p14:tracePt t="16820" x="2825750" y="1778000"/>
          <p14:tracePt t="16836" x="2825750" y="1765300"/>
          <p14:tracePt t="16852" x="2813050" y="1746250"/>
          <p14:tracePt t="16869" x="2806700" y="1727200"/>
          <p14:tracePt t="16886" x="2806700" y="1720850"/>
          <p14:tracePt t="16903" x="2800350" y="1714500"/>
          <p14:tracePt t="16986" x="2794000" y="1714500"/>
          <p14:tracePt t="17008" x="2794000" y="1720850"/>
          <p14:tracePt t="17021" x="2794000" y="1727200"/>
          <p14:tracePt t="17029" x="2800350" y="1733550"/>
          <p14:tracePt t="17038" x="2800350" y="1746250"/>
          <p14:tracePt t="17051" x="2806700" y="1758950"/>
          <p14:tracePt t="17068" x="2813050" y="1778000"/>
          <p14:tracePt t="17085" x="2844800" y="1828800"/>
          <p14:tracePt t="17102" x="2863850" y="1879600"/>
          <p14:tracePt t="17118" x="2870200" y="1898650"/>
          <p14:tracePt t="17135" x="2889250" y="1943100"/>
          <p14:tracePt t="17151" x="2914650" y="1974850"/>
          <p14:tracePt t="17169" x="2921000" y="1993900"/>
          <p14:tracePt t="17185" x="2921000" y="2000250"/>
          <p14:tracePt t="17201" x="2927350" y="2000250"/>
          <p14:tracePt t="17260" x="2927350" y="2006600"/>
          <p14:tracePt t="17548" x="2933700" y="2006600"/>
          <p14:tracePt t="18131" x="2927350" y="2012950"/>
          <p14:tracePt t="18144" x="2927350" y="2019300"/>
          <p14:tracePt t="18158" x="2914650" y="2025650"/>
          <p14:tracePt t="18172" x="2901950" y="2038350"/>
          <p14:tracePt t="18181" x="2895600" y="2044700"/>
          <p14:tracePt t="18198" x="2882900" y="2057400"/>
          <p14:tracePt t="18215" x="2857500" y="2070100"/>
          <p14:tracePt t="18232" x="2813050" y="2089150"/>
          <p14:tracePt t="18249" x="2768600" y="2120900"/>
          <p14:tracePt t="18265" x="2749550" y="2133600"/>
          <p14:tracePt t="18281" x="2724150" y="2139950"/>
          <p14:tracePt t="18299" x="2660650" y="2197100"/>
          <p14:tracePt t="18314" x="2641600" y="2203450"/>
          <p14:tracePt t="18331" x="2628900" y="2216150"/>
          <p14:tracePt t="18347" x="2584450" y="2254250"/>
          <p14:tracePt t="18364" x="2546350" y="2279650"/>
          <p14:tracePt t="18380" x="2527300" y="2298700"/>
          <p14:tracePt t="18398" x="2501900" y="2317750"/>
          <p14:tracePt t="18413" x="2470150" y="2336800"/>
          <p14:tracePt t="18431" x="2470150" y="2343150"/>
          <p14:tracePt t="18447" x="2457450" y="2349500"/>
          <p14:tracePt t="18464" x="2444750" y="2349500"/>
          <p14:tracePt t="18481" x="2438400" y="2349500"/>
          <p14:tracePt t="18497" x="2432050" y="2349500"/>
          <p14:tracePt t="18513" x="2419350" y="2336800"/>
          <p14:tracePt t="18933" x="2419350" y="2317750"/>
          <p14:tracePt t="18940" x="2400300" y="2286000"/>
          <p14:tracePt t="18954" x="2400300" y="2254250"/>
          <p14:tracePt t="18962" x="2387600" y="2216150"/>
          <p14:tracePt t="18978" x="2381250" y="2178050"/>
          <p14:tracePt t="18996" x="2343150" y="2076450"/>
          <p14:tracePt t="19011" x="2292350" y="1930400"/>
          <p14:tracePt t="19028" x="2286000" y="1828800"/>
          <p14:tracePt t="19045" x="2266950" y="1651000"/>
          <p14:tracePt t="19062" x="2266950" y="1555750"/>
          <p14:tracePt t="19078" x="2286000" y="1416050"/>
          <p14:tracePt t="19095" x="2343150" y="1289050"/>
          <p14:tracePt t="19112" x="2374900" y="1231900"/>
          <p14:tracePt t="19128" x="2413000" y="1149350"/>
          <p14:tracePt t="19145" x="2438400" y="1104900"/>
          <p14:tracePt t="19161" x="2451100" y="1092200"/>
          <p14:tracePt t="19178" x="2470150" y="1066800"/>
          <p14:tracePt t="19194" x="2482850" y="1054100"/>
          <p14:tracePt t="19211" x="2482850" y="1047750"/>
          <p14:tracePt t="19214" x="2489200" y="1041400"/>
          <p14:tracePt t="19256" x="2495550" y="1035050"/>
          <p14:tracePt t="19291" x="2495550" y="1028700"/>
          <p14:tracePt t="19501" x="2489200" y="1035050"/>
          <p14:tracePt t="19515" x="2457450" y="1060450"/>
          <p14:tracePt t="19522" x="2413000" y="1098550"/>
          <p14:tracePt t="19536" x="2362200" y="1130300"/>
          <p14:tracePt t="19546" x="2317750" y="1181100"/>
          <p14:tracePt t="19560" x="2266950" y="1238250"/>
          <p14:tracePt t="19576" x="2184400" y="1352550"/>
          <p14:tracePt t="19593" x="2114550" y="1504950"/>
          <p14:tracePt t="19610" x="2095500" y="1593850"/>
          <p14:tracePt t="19627" x="2076450" y="1670050"/>
          <p14:tracePt t="19643" x="2057400" y="1879600"/>
          <p14:tracePt t="19659" x="2057400" y="1943100"/>
          <p14:tracePt t="19677" x="2057400" y="2012950"/>
          <p14:tracePt t="19692" x="2057400" y="2038350"/>
          <p14:tracePt t="19710" x="2057400" y="2070100"/>
          <p14:tracePt t="19712" x="2063750" y="2095500"/>
          <p14:tracePt t="19732" x="2070100" y="2101850"/>
          <p14:tracePt t="19796" x="2070100" y="2108200"/>
          <p14:tracePt t="19852" x="2070100" y="2114550"/>
          <p14:tracePt t="19872" x="2070100" y="2120900"/>
          <p14:tracePt t="19887" x="2070100" y="2133600"/>
          <p14:tracePt t="19895" x="2070100" y="2139950"/>
          <p14:tracePt t="19909" x="2070100" y="2146300"/>
          <p14:tracePt t="19925" x="2070100" y="2152650"/>
          <p14:tracePt t="19942" x="2070100" y="2159000"/>
          <p14:tracePt t="19958" x="2070100" y="2171700"/>
          <p14:tracePt t="19975" x="2070100" y="2178050"/>
          <p14:tracePt t="19992" x="2063750" y="2184400"/>
          <p14:tracePt t="20025" x="2063750" y="2190750"/>
          <p14:tracePt t="20048" x="2063750" y="2197100"/>
          <p14:tracePt t="20076" x="2070100" y="2197100"/>
          <p14:tracePt t="20084" x="2070100" y="2184400"/>
          <p14:tracePt t="20097" x="2082800" y="2178050"/>
          <p14:tracePt t="20108" x="2089150" y="2165350"/>
          <p14:tracePt t="20126" x="2133600" y="2101850"/>
          <p14:tracePt t="20141" x="2184400" y="2044700"/>
          <p14:tracePt t="20158" x="2286000" y="1892300"/>
          <p14:tracePt t="20175" x="2413000" y="1689100"/>
          <p14:tracePt t="20191" x="2476500" y="1593850"/>
          <p14:tracePt t="20208" x="2571750" y="1397000"/>
          <p14:tracePt t="20224" x="2660650" y="1238250"/>
          <p14:tracePt t="20241" x="2698750" y="1168400"/>
          <p14:tracePt t="20244" x="2730500" y="1111250"/>
          <p14:tracePt t="20261" x="2755900" y="1079500"/>
          <p14:tracePt t="20274" x="2781300" y="1022350"/>
          <p14:tracePt t="20291" x="2800350" y="1009650"/>
          <p14:tracePt t="20308" x="2800350" y="996950"/>
          <p14:tracePt t="20340" x="2806700" y="996950"/>
          <p14:tracePt t="20385" x="2813050" y="996950"/>
          <p14:tracePt t="20455" x="2819400" y="996950"/>
          <p14:tracePt t="20539" x="2825750" y="990600"/>
          <p14:tracePt t="20553" x="2832100" y="990600"/>
          <p14:tracePt t="20567" x="2838450" y="984250"/>
          <p14:tracePt t="20588" x="2844800" y="984250"/>
          <p14:tracePt t="20596" x="2857500" y="977900"/>
          <p14:tracePt t="20609" x="2870200" y="977900"/>
          <p14:tracePt t="20623" x="2882900" y="977900"/>
          <p14:tracePt t="20639" x="2927350" y="965200"/>
          <p14:tracePt t="20656" x="2952750" y="965200"/>
          <p14:tracePt t="20673" x="3003550" y="958850"/>
          <p14:tracePt t="20689" x="3060700" y="946150"/>
          <p14:tracePt t="20706" x="3086100" y="946150"/>
          <p14:tracePt t="20723" x="3136900" y="939800"/>
          <p14:tracePt t="20739" x="3168650" y="933450"/>
          <p14:tracePt t="20757" x="3187700" y="927100"/>
          <p14:tracePt t="20773" x="3200400" y="927100"/>
          <p14:tracePt t="20790" x="3206750" y="920750"/>
          <p14:tracePt t="20808" x="3213100" y="920750"/>
          <p14:tracePt t="20834" x="3213100" y="914400"/>
          <p14:tracePt t="21044" x="3194050" y="927100"/>
          <p14:tracePt t="21059" x="3181350" y="933450"/>
          <p14:tracePt t="21065" x="3155950" y="939800"/>
          <p14:tracePt t="21080" x="3143250" y="952500"/>
          <p14:tracePt t="21088" x="3124200" y="952500"/>
          <p14:tracePt t="21104" x="3117850" y="958850"/>
          <p14:tracePt t="21122" x="3098800" y="965200"/>
          <p14:tracePt t="21138" x="3098800" y="971550"/>
          <p14:tracePt t="21199" x="3111500" y="971550"/>
          <p14:tracePt t="21206" x="3117850" y="971550"/>
          <p14:tracePt t="21220" x="3130550" y="971550"/>
          <p14:tracePt t="21226" x="3155950" y="971550"/>
          <p14:tracePt t="21241" x="3187700" y="965200"/>
          <p14:tracePt t="21256" x="3257550" y="939800"/>
          <p14:tracePt t="21270" x="3302000" y="933450"/>
          <p14:tracePt t="21287" x="3333750" y="920750"/>
          <p14:tracePt t="21304" x="3384550" y="901700"/>
          <p14:tracePt t="21320" x="3409950" y="889000"/>
          <p14:tracePt t="21337" x="3422650" y="889000"/>
          <p14:tracePt t="21354" x="3429000" y="889000"/>
          <p14:tracePt t="21381" x="3429000" y="882650"/>
          <p14:tracePt t="21599" x="3409950" y="908050"/>
          <p14:tracePt t="21606" x="3352800" y="958850"/>
          <p14:tracePt t="21621" x="3295650" y="1003300"/>
          <p14:tracePt t="21635" x="3225800" y="1066800"/>
          <p14:tracePt t="21652" x="3054350" y="1200150"/>
          <p14:tracePt t="21669" x="2863850" y="1358900"/>
          <p14:tracePt t="21686" x="2781300" y="1441450"/>
          <p14:tracePt t="21703" x="2622550" y="1612900"/>
          <p14:tracePt t="21719" x="2482850" y="1752600"/>
          <p14:tracePt t="21736" x="2413000" y="1816100"/>
          <p14:tracePt t="21753" x="2311400" y="1930400"/>
          <p14:tracePt t="21769" x="2254250" y="2000250"/>
          <p14:tracePt t="21786" x="2241550" y="2019300"/>
          <p14:tracePt t="21803" x="2209800" y="2057400"/>
          <p14:tracePt t="21819" x="2197100" y="2076450"/>
          <p14:tracePt t="21852" x="2190750" y="2082800"/>
          <p14:tracePt t="21869" x="2190750" y="2089150"/>
          <p14:tracePt t="21886" x="2190750" y="2095500"/>
          <p14:tracePt t="21918" x="2190750" y="2108200"/>
          <p14:tracePt t="21935" x="2190750" y="2120900"/>
          <p14:tracePt t="21951" x="2190750" y="2139950"/>
          <p14:tracePt t="21968" x="2190750" y="2159000"/>
          <p14:tracePt t="21985" x="2197100" y="2197100"/>
          <p14:tracePt t="22001" x="2197100" y="2241550"/>
          <p14:tracePt t="22018" x="2197100" y="2273300"/>
          <p14:tracePt t="22035" x="2197100" y="2317750"/>
          <p14:tracePt t="22051" x="2197100" y="2343150"/>
          <p14:tracePt t="22068" x="2197100" y="2362200"/>
          <p14:tracePt t="22181" x="2203450" y="2362200"/>
          <p14:tracePt t="22202" x="2209800" y="2362200"/>
          <p14:tracePt t="22209" x="2216150" y="2362200"/>
          <p14:tracePt t="22223" x="2228850" y="2362200"/>
          <p14:tracePt t="22237" x="2241550" y="2362200"/>
          <p14:tracePt t="22253" x="2247900" y="2362200"/>
          <p14:tracePt t="22267" x="2260600" y="2362200"/>
          <p14:tracePt t="22284" x="2286000" y="2362200"/>
          <p14:tracePt t="22301" x="2317750" y="2362200"/>
          <p14:tracePt t="22317" x="2324100" y="2362200"/>
          <p14:tracePt t="22334" x="2349500" y="2362200"/>
          <p14:tracePt t="22351" x="2362200" y="2362200"/>
          <p14:tracePt t="22384" x="2368550" y="2362200"/>
          <p14:tracePt t="22672" x="2381250" y="2362200"/>
          <p14:tracePt t="22679" x="2393950" y="2362200"/>
          <p14:tracePt t="22692" x="2406650" y="2362200"/>
          <p14:tracePt t="22701" x="2438400" y="2355850"/>
          <p14:tracePt t="22715" x="2463800" y="2355850"/>
          <p14:tracePt t="22732" x="2571750" y="2330450"/>
          <p14:tracePt t="22749" x="2698750" y="2311400"/>
          <p14:tracePt t="22765" x="2768600" y="2298700"/>
          <p14:tracePt t="22782" x="2832100" y="2292350"/>
          <p14:tracePt t="22799" x="2952750" y="2273300"/>
          <p14:tracePt t="22815" x="2984500" y="2266950"/>
          <p14:tracePt t="22832" x="3003550" y="2266950"/>
          <p14:tracePt t="22848" x="3028950" y="2260600"/>
          <p14:tracePt t="22865" x="3041650" y="2260600"/>
          <p14:tracePt t="22925" x="3048000" y="2260600"/>
          <p14:tracePt t="23135" x="3054350" y="2260600"/>
          <p14:tracePt t="23142" x="3073400" y="2260600"/>
          <p14:tracePt t="23150" x="3086100" y="2260600"/>
          <p14:tracePt t="23165" x="3105150" y="2266950"/>
          <p14:tracePt t="23181" x="3136900" y="2273300"/>
          <p14:tracePt t="23198" x="3175000" y="2279650"/>
          <p14:tracePt t="23214" x="3213100" y="2286000"/>
          <p14:tracePt t="23231" x="3232150" y="2292350"/>
          <p14:tracePt t="23247" x="3251200" y="2292350"/>
          <p14:tracePt t="23264" x="3257550" y="2292350"/>
          <p14:tracePt t="23280" x="3263900" y="2298700"/>
          <p14:tracePt t="23297" x="3270250" y="2298700"/>
          <p14:tracePt t="23313" x="3276600" y="2298700"/>
          <p14:tracePt t="23346" x="3282950" y="2305050"/>
          <p14:tracePt t="23401" x="3289300" y="2305050"/>
          <p14:tracePt t="23451" x="3295650" y="2305050"/>
          <p14:tracePt t="23492" x="3302000" y="2305050"/>
          <p14:tracePt t="23563" x="3308350" y="2305050"/>
          <p14:tracePt t="23983" x="3302000" y="2305050"/>
          <p14:tracePt t="24012" x="3302000" y="2298700"/>
          <p14:tracePt t="24033" x="3295650" y="2286000"/>
          <p14:tracePt t="24406" x="3314700" y="2286000"/>
          <p14:tracePt t="24412" x="3340100" y="2286000"/>
          <p14:tracePt t="24429" x="3371850" y="2286000"/>
          <p14:tracePt t="24443" x="3403600" y="2286000"/>
          <p14:tracePt t="24460" x="3473450" y="2286000"/>
          <p14:tracePt t="24476" x="3587750" y="2286000"/>
          <p14:tracePt t="24493" x="3651250" y="2286000"/>
          <p14:tracePt t="24509" x="3816350" y="2286000"/>
          <p14:tracePt t="24526" x="3994150" y="2286000"/>
          <p14:tracePt t="24543" x="4083050" y="2286000"/>
          <p14:tracePt t="24560" x="4222750" y="2286000"/>
          <p14:tracePt t="24576" x="4337050" y="2286000"/>
          <p14:tracePt t="24592" x="4381500" y="2298700"/>
          <p14:tracePt t="24609" x="4432300" y="2298700"/>
          <p14:tracePt t="24625" x="4464050" y="2311400"/>
          <p14:tracePt t="24642" x="4476750" y="2317750"/>
          <p14:tracePt t="24659" x="4502150" y="2317750"/>
          <p14:tracePt t="24675" x="4514850" y="2324100"/>
          <p14:tracePt t="24784" x="4514850" y="2330450"/>
          <p14:tracePt t="24812" x="4508500" y="2330450"/>
          <p14:tracePt t="24833" x="4502150" y="2336800"/>
          <p14:tracePt t="24842" x="4495800" y="2343150"/>
          <p14:tracePt t="25290" x="4514850" y="2343150"/>
          <p14:tracePt t="25296" x="4552950" y="2343150"/>
          <p14:tracePt t="25306" x="4603750" y="2343150"/>
          <p14:tracePt t="25323" x="4654550" y="2343150"/>
          <p14:tracePt t="25340" x="4787900" y="2343150"/>
          <p14:tracePt t="25356" x="4864100" y="2336800"/>
          <p14:tracePt t="25374" x="5060950" y="2317750"/>
          <p14:tracePt t="25389" x="5111750" y="2311400"/>
          <p14:tracePt t="25406" x="5137150" y="2311400"/>
          <p14:tracePt t="25423" x="5181600" y="2311400"/>
          <p14:tracePt t="25439" x="5200650" y="2311400"/>
          <p14:tracePt t="25473" x="5207000" y="2311400"/>
          <p14:tracePt t="25489" x="5213350" y="2311400"/>
          <p14:tracePt t="25509" x="5219700" y="2311400"/>
          <p14:tracePt t="25577" x="5219700" y="2317750"/>
          <p14:tracePt t="25935" x="5226050" y="2324100"/>
          <p14:tracePt t="25949" x="5238750" y="2324100"/>
          <p14:tracePt t="25957" x="5257800" y="2330450"/>
          <p14:tracePt t="25972" x="5276850" y="2330450"/>
          <p14:tracePt t="25987" x="5314950" y="2330450"/>
          <p14:tracePt t="26005" x="5416550" y="2343150"/>
          <p14:tracePt t="26021" x="5454650" y="2349500"/>
          <p14:tracePt t="26038" x="5486400" y="2349500"/>
          <p14:tracePt t="26054" x="5518150" y="2362200"/>
          <p14:tracePt t="26071" x="5543550" y="2362200"/>
          <p14:tracePt t="26087" x="5549900" y="2362200"/>
          <p14:tracePt t="26104" x="5556250" y="2362200"/>
          <p14:tracePt t="26237" x="5556250" y="2368550"/>
          <p14:tracePt t="26517" x="5562600" y="2368550"/>
          <p14:tracePt t="26531" x="5588000" y="2368550"/>
          <p14:tracePt t="26539" x="5607050" y="2368550"/>
          <p14:tracePt t="26555" x="5632450" y="2368550"/>
          <p14:tracePt t="26569" x="5702300" y="2368550"/>
          <p14:tracePt t="26585" x="5746750" y="2368550"/>
          <p14:tracePt t="26602" x="5829300" y="2368550"/>
          <p14:tracePt t="26619" x="5854700" y="2368550"/>
          <p14:tracePt t="26636" x="5911850" y="2368550"/>
          <p14:tracePt t="26652" x="5937250" y="2368550"/>
          <p14:tracePt t="26668" x="5949950" y="2362200"/>
          <p14:tracePt t="26686" x="5962650" y="2362200"/>
          <p14:tracePt t="26702" x="5969000" y="2362200"/>
          <p14:tracePt t="26735" x="5975350" y="2362200"/>
          <p14:tracePt t="26847" x="5981700" y="2362200"/>
          <p14:tracePt t="26882" x="5988050" y="2362200"/>
          <p14:tracePt t="26903" x="5994400" y="2362200"/>
          <p14:tracePt t="26910" x="6000750" y="2362200"/>
          <p14:tracePt t="26918" x="6007100" y="2362200"/>
          <p14:tracePt t="26934" x="6013450" y="2362200"/>
          <p14:tracePt t="26951" x="6019800" y="2362200"/>
          <p14:tracePt t="26967" x="6051550" y="2362200"/>
          <p14:tracePt t="26984" x="6089650" y="2362200"/>
          <p14:tracePt t="27001" x="6121400" y="2362200"/>
          <p14:tracePt t="27017" x="6134100" y="2362200"/>
          <p14:tracePt t="27033" x="6146800" y="2368550"/>
          <p14:tracePt t="27051" x="6159500" y="2368550"/>
          <p14:tracePt t="27068" x="6165850" y="2368550"/>
          <p14:tracePt t="27085" x="6172200" y="2368550"/>
          <p14:tracePt t="27127" x="6178550" y="2368550"/>
          <p14:tracePt t="27254" x="6184900" y="2368550"/>
          <p14:tracePt t="27990" x="6178550" y="2368550"/>
          <p14:tracePt t="28075" x="6172200" y="2374900"/>
          <p14:tracePt t="28194" x="6165850" y="2374900"/>
          <p14:tracePt t="28612" x="6153150" y="2374900"/>
          <p14:tracePt t="28626" x="6153150" y="2381250"/>
          <p14:tracePt t="28633" x="6146800" y="2381250"/>
          <p14:tracePt t="28648" x="6140450" y="2381250"/>
          <p14:tracePt t="28662" x="6134100" y="2381250"/>
          <p14:tracePt t="28682" x="6127750" y="2381250"/>
          <p14:tracePt t="28697" x="6121400" y="2381250"/>
          <p14:tracePt t="28712" x="6115050" y="2381250"/>
          <p14:tracePt t="28728" x="6096000" y="2381250"/>
          <p14:tracePt t="28745" x="6070600" y="2381250"/>
          <p14:tracePt t="28762" x="6032500" y="2381250"/>
          <p14:tracePt t="28778" x="5975350" y="2381250"/>
          <p14:tracePt t="28795" x="5886450" y="2381250"/>
          <p14:tracePt t="28811" x="5848350" y="2381250"/>
          <p14:tracePt t="28828" x="5759450" y="2381250"/>
          <p14:tracePt t="28844" x="5651500" y="2381250"/>
          <p14:tracePt t="28861" x="5613400" y="2381250"/>
          <p14:tracePt t="28865" x="5556250" y="2387600"/>
          <p14:tracePt t="28878" x="5518150" y="2387600"/>
          <p14:tracePt t="28894" x="5467350" y="2393950"/>
          <p14:tracePt t="28911" x="5461000" y="2393950"/>
          <p14:tracePt t="28928" x="5435600" y="2393950"/>
          <p14:tracePt t="28944" x="5422900" y="2393950"/>
          <p14:tracePt t="28961" x="5416550" y="2393950"/>
          <p14:tracePt t="29165" x="5422900" y="2393950"/>
          <p14:tracePt t="29222" x="5429250" y="2393950"/>
          <p14:tracePt t="29886" x="5435600" y="2393950"/>
          <p14:tracePt t="29909" x="5441950" y="2393950"/>
          <p14:tracePt t="29915" x="5454650" y="2393950"/>
          <p14:tracePt t="29929" x="5473700" y="2393950"/>
          <p14:tracePt t="29940" x="5499100" y="2393950"/>
          <p14:tracePt t="29958" x="5549900" y="2393950"/>
          <p14:tracePt t="29974" x="5594350" y="2400300"/>
          <p14:tracePt t="29991" x="5657850" y="2400300"/>
          <p14:tracePt t="30007" x="5721350" y="2406650"/>
          <p14:tracePt t="30024" x="5740400" y="2406650"/>
          <p14:tracePt t="30041" x="5772150" y="2406650"/>
          <p14:tracePt t="30057" x="5784850" y="2406650"/>
          <p14:tracePt t="30074" x="5791200" y="2406650"/>
          <p14:tracePt t="30194" x="5797550" y="2406650"/>
          <p14:tracePt t="30237" x="5803900" y="2406650"/>
          <p14:tracePt t="30244" x="5810250" y="2406650"/>
          <p14:tracePt t="30259" x="5816600" y="2406650"/>
          <p14:tracePt t="30273" x="5822950" y="2406650"/>
          <p14:tracePt t="30289" x="5848350" y="2406650"/>
          <p14:tracePt t="30306" x="5861050" y="2400300"/>
          <p14:tracePt t="30323" x="5892800" y="2400300"/>
          <p14:tracePt t="30339" x="5924550" y="2400300"/>
          <p14:tracePt t="30357" x="5956300" y="2393950"/>
          <p14:tracePt t="30372" x="5969000" y="2387600"/>
          <p14:tracePt t="30389" x="5988050" y="2381250"/>
          <p14:tracePt t="30406" x="5994400" y="2381250"/>
          <p14:tracePt t="30427" x="6000750" y="2381250"/>
          <p14:tracePt t="30511" x="6007100" y="2374900"/>
          <p14:tracePt t="30939" x="6007100" y="2368550"/>
          <p14:tracePt t="30946" x="6019800" y="2368550"/>
          <p14:tracePt t="30960" x="6026150" y="2362200"/>
          <p14:tracePt t="30970" x="6038850" y="2362200"/>
          <p14:tracePt t="30987" x="6051550" y="2362200"/>
          <p14:tracePt t="31003" x="6083300" y="2343150"/>
          <p14:tracePt t="31020" x="6127750" y="2330450"/>
          <p14:tracePt t="31038" x="6165850" y="2317750"/>
          <p14:tracePt t="31053" x="6191250" y="2311400"/>
          <p14:tracePt t="31087" x="6216650" y="2305050"/>
          <p14:tracePt t="31120" x="6223000" y="2305050"/>
          <p14:tracePt t="33954" x="6216650" y="2305050"/>
          <p14:tracePt t="33968" x="6210300" y="2305050"/>
          <p14:tracePt t="33975" x="6203950" y="2305050"/>
          <p14:tracePt t="33996" x="6191250" y="2305050"/>
          <p14:tracePt t="34003" x="6184900" y="2305050"/>
          <p14:tracePt t="34018" x="6172200" y="2305050"/>
          <p14:tracePt t="34026" x="6165850" y="2305050"/>
          <p14:tracePt t="34046" x="6159500" y="2311400"/>
          <p14:tracePt t="34074" x="6153150" y="2317750"/>
          <p14:tracePt t="34095" x="6153150" y="2324100"/>
          <p14:tracePt t="34109" x="6159500" y="2343150"/>
          <p14:tracePt t="34116" x="6159500" y="2355850"/>
          <p14:tracePt t="34126" x="6178550" y="2387600"/>
          <p14:tracePt t="34144" x="6203950" y="2419350"/>
          <p14:tracePt t="34159" x="6254750" y="2508250"/>
          <p14:tracePt t="34176" x="6299200" y="2546350"/>
          <p14:tracePt t="34194" x="6496050" y="2673350"/>
          <p14:tracePt t="34209" x="6565900" y="2692400"/>
          <p14:tracePt t="34226" x="6616700" y="2724150"/>
          <p14:tracePt t="34242" x="6680200" y="2736850"/>
          <p14:tracePt t="34259" x="6724650" y="2743200"/>
          <p14:tracePt t="34276" x="6737350" y="2743200"/>
          <p14:tracePt t="34292" x="6743700" y="2743200"/>
          <p14:tracePt t="34333" x="6750050" y="2736850"/>
          <p14:tracePt t="34367" x="6750050" y="2730500"/>
          <p14:tracePt t="34389" x="6750050" y="2724150"/>
          <p14:tracePt t="34396" x="6743700" y="2717800"/>
          <p14:tracePt t="34408" x="6743700" y="2705100"/>
          <p14:tracePt t="34425" x="6724650" y="2679700"/>
          <p14:tracePt t="34442" x="6711950" y="2654300"/>
          <p14:tracePt t="34460" x="6673850" y="2609850"/>
          <p14:tracePt t="34475" x="6629400" y="2546350"/>
          <p14:tracePt t="34492" x="6604000" y="2514600"/>
          <p14:tracePt t="34496" x="6578600" y="2482850"/>
          <p14:tracePt t="34511" x="6553200" y="2457450"/>
          <p14:tracePt t="34525" x="6540500" y="2438400"/>
          <p14:tracePt t="34541" x="6515100" y="2400300"/>
          <p14:tracePt t="34558" x="6489700" y="2381250"/>
          <p14:tracePt t="34575" x="6483350" y="2368550"/>
          <p14:tracePt t="34592" x="6464300" y="2362200"/>
          <p14:tracePt t="34608" x="6451600" y="2349500"/>
          <p14:tracePt t="34625" x="6438900" y="2336800"/>
          <p14:tracePt t="34641" x="6426200" y="2317750"/>
          <p14:tracePt t="34658" x="6413500" y="2286000"/>
          <p14:tracePt t="34674" x="6407150" y="2273300"/>
          <p14:tracePt t="34691" x="6394450" y="2247900"/>
          <p14:tracePt t="34707" x="6388100" y="2209800"/>
          <p14:tracePt t="34724" x="6381750" y="2184400"/>
          <p14:tracePt t="34741" x="6381750" y="2127250"/>
          <p14:tracePt t="34757" x="6388100" y="2057400"/>
          <p14:tracePt t="34775" x="6388100" y="2025650"/>
          <p14:tracePt t="34790" x="6394450" y="1993900"/>
          <p14:tracePt t="34807" x="6400800" y="1981200"/>
          <p14:tracePt t="34824" x="6407150" y="1968500"/>
          <p14:tracePt t="34915" x="6413500" y="1968500"/>
          <p14:tracePt t="35000" x="6419850" y="1968500"/>
          <p14:tracePt t="35105" x="6413500" y="1968500"/>
          <p14:tracePt t="35119" x="6400800" y="1974850"/>
          <p14:tracePt t="35126" x="6400800" y="1981200"/>
          <p14:tracePt t="35142" x="6381750" y="1987550"/>
          <p14:tracePt t="35156" x="6369050" y="1993900"/>
          <p14:tracePt t="35172" x="6305550" y="2025650"/>
          <p14:tracePt t="35190" x="6197600" y="2051050"/>
          <p14:tracePt t="35206" x="6127750" y="2063750"/>
          <p14:tracePt t="35222" x="5962650" y="2082800"/>
          <p14:tracePt t="35239" x="5797550" y="2076450"/>
          <p14:tracePt t="35256" x="5702300" y="2057400"/>
          <p14:tracePt t="35272" x="5568950" y="2000250"/>
          <p14:tracePt t="35289" x="5467350" y="1924050"/>
          <p14:tracePt t="35305" x="5429250" y="1892300"/>
          <p14:tracePt t="35322" x="5372100" y="1822450"/>
          <p14:tracePt t="35338" x="5340350" y="1758950"/>
          <p14:tracePt t="35355" x="5327650" y="1739900"/>
          <p14:tracePt t="35372" x="5314950" y="1695450"/>
          <p14:tracePt t="35388" x="5308600" y="1663700"/>
          <p14:tracePt t="35406" x="5308600" y="1651000"/>
          <p14:tracePt t="35422" x="5302250" y="1631950"/>
          <p14:tracePt t="35438" x="5302250" y="1625600"/>
          <p14:tracePt t="35456" x="5302250" y="1612900"/>
          <p14:tracePt t="35525" x="5308600" y="1612900"/>
          <p14:tracePt t="35540" x="5321300" y="1612900"/>
          <p14:tracePt t="35547" x="5334000" y="1612900"/>
          <p14:tracePt t="35560" x="5346700" y="1612900"/>
          <p14:tracePt t="35571" x="5365750" y="1612900"/>
          <p14:tracePt t="35588" x="5397500" y="1612900"/>
          <p14:tracePt t="35604" x="5499100" y="1612900"/>
          <p14:tracePt t="35621" x="5651500" y="1619250"/>
          <p14:tracePt t="35638" x="5854700" y="1619250"/>
          <p14:tracePt t="35654" x="5956300" y="1619250"/>
          <p14:tracePt t="35671" x="6159500" y="1619250"/>
          <p14:tracePt t="35688" x="6350000" y="1619250"/>
          <p14:tracePt t="35704" x="6413500" y="1619250"/>
          <p14:tracePt t="35721" x="6477000" y="1619250"/>
          <p14:tracePt t="35737" x="6629400" y="1619250"/>
          <p14:tracePt t="35754" x="6673850" y="1619250"/>
          <p14:tracePt t="35771" x="6731000" y="1606550"/>
          <p14:tracePt t="35787" x="6750050" y="1606550"/>
          <p14:tracePt t="35804" x="6775450" y="1606550"/>
          <p14:tracePt t="35821" x="6794500" y="1600200"/>
          <p14:tracePt t="35853" x="6807200" y="1600200"/>
          <p14:tracePt t="35967" x="6800850" y="1600200"/>
          <p14:tracePt t="35982" x="6794500" y="1600200"/>
          <p14:tracePt t="35989" x="6781800" y="1606550"/>
          <p14:tracePt t="36005" x="6762750" y="1619250"/>
          <p14:tracePt t="36019" x="6699250" y="1644650"/>
          <p14:tracePt t="36036" x="6642100" y="1676400"/>
          <p14:tracePt t="36052" x="6483350" y="1752600"/>
          <p14:tracePt t="36070" x="6388100" y="1809750"/>
          <p14:tracePt t="36087" x="6076950" y="2032000"/>
          <p14:tracePt t="36102" x="5937250" y="2146300"/>
          <p14:tracePt t="36120" x="5842000" y="2235200"/>
          <p14:tracePt t="36136" x="5664200" y="2413000"/>
          <p14:tracePt t="36153" x="5543550" y="2540000"/>
          <p14:tracePt t="36169" x="5505450" y="2590800"/>
          <p14:tracePt t="36185" x="5467350" y="2628900"/>
          <p14:tracePt t="36202" x="5461000" y="2647950"/>
          <p14:tracePt t="36235" x="5461000" y="2654300"/>
          <p14:tracePt t="36262" x="5473700" y="2654300"/>
          <p14:tracePt t="36271" x="5480050" y="2654300"/>
          <p14:tracePt t="36285" x="5499100" y="2647950"/>
          <p14:tracePt t="36302" x="5530850" y="2628900"/>
          <p14:tracePt t="36319" x="5575300" y="2590800"/>
          <p14:tracePt t="36335" x="5600700" y="2578100"/>
          <p14:tracePt t="36352" x="5613400" y="2559050"/>
          <p14:tracePt t="36368" x="5645150" y="2514600"/>
          <p14:tracePt t="36385" x="5651500" y="2508250"/>
          <p14:tracePt t="36402" x="5657850" y="2501900"/>
          <p14:tracePt t="36438" x="5664200" y="2495550"/>
          <p14:tracePt t="36501" x="5670550" y="2495550"/>
          <p14:tracePt t="36508" x="5676900" y="2489200"/>
          <p14:tracePt t="36522" x="5683250" y="2489200"/>
          <p14:tracePt t="36535" x="5683250" y="2482850"/>
          <p14:tracePt t="36551" x="5695950" y="2470150"/>
          <p14:tracePt t="36585" x="5702300" y="2457450"/>
          <p14:tracePt t="36601" x="5715000" y="2444750"/>
          <p14:tracePt t="36618" x="5721350" y="2432050"/>
          <p14:tracePt t="36634" x="5734050" y="2425700"/>
          <p14:tracePt t="36651" x="5740400" y="2419350"/>
          <p14:tracePt t="36711" x="5746750" y="2413000"/>
          <p14:tracePt t="36739" x="5746750" y="2406650"/>
          <p14:tracePt t="36761" x="5753100" y="2400300"/>
          <p14:tracePt t="36781" x="5759450" y="2393950"/>
          <p14:tracePt t="36788" x="5765800" y="2393950"/>
          <p14:tracePt t="36803" x="5772150" y="2387600"/>
          <p14:tracePt t="36823" x="5784850" y="2381250"/>
          <p14:tracePt t="36834" x="5797550" y="2381250"/>
          <p14:tracePt t="36850" x="5810250" y="2374900"/>
          <p14:tracePt t="36867" x="5848350" y="2362200"/>
          <p14:tracePt t="36883" x="5899150" y="2355850"/>
          <p14:tracePt t="36900" x="5937250" y="2349500"/>
          <p14:tracePt t="36916" x="5981700" y="2343150"/>
          <p14:tracePt t="36933" x="6038850" y="2336800"/>
          <p14:tracePt t="36950" x="6076950" y="2330450"/>
          <p14:tracePt t="36966" x="6096000" y="2330450"/>
          <p14:tracePt t="36983" x="6108700" y="2330450"/>
          <p14:tracePt t="37000" x="6153150" y="2330450"/>
          <p14:tracePt t="37016" x="6159500" y="2330450"/>
          <p14:tracePt t="37019" x="6172200" y="2330450"/>
          <p14:tracePt t="37034" x="6178550" y="2330450"/>
          <p14:tracePt t="37049" x="6197600" y="2330450"/>
          <p14:tracePt t="37066" x="6216650" y="2336800"/>
          <p14:tracePt t="37083" x="6242050" y="2343150"/>
          <p14:tracePt t="37099" x="6261100" y="2349500"/>
          <p14:tracePt t="37116" x="6292850" y="2362200"/>
          <p14:tracePt t="37133" x="6324600" y="2374900"/>
          <p14:tracePt t="37149" x="6350000" y="2374900"/>
          <p14:tracePt t="37166" x="6394450" y="2381250"/>
          <p14:tracePt t="37182" x="6432550" y="2387600"/>
          <p14:tracePt t="37199" x="6438900" y="2387600"/>
          <p14:tracePt t="37216" x="6445250" y="2387600"/>
          <p14:tracePt t="37231" x="6451600" y="2387600"/>
          <p14:tracePt t="37268" x="6457950" y="2387600"/>
          <p14:tracePt t="37315" x="6464300" y="2387600"/>
          <p14:tracePt t="37785" x="6464300" y="2393950"/>
          <p14:tracePt t="37798" x="6470650" y="2400300"/>
          <p14:tracePt t="38214" x="6451600" y="2400300"/>
          <p14:tracePt t="38221" x="6413500" y="2406650"/>
          <p14:tracePt t="38236" x="6369050" y="2413000"/>
          <p14:tracePt t="38245" x="6330950" y="2413000"/>
          <p14:tracePt t="38262" x="6273800" y="2425700"/>
          <p14:tracePt t="38279" x="6172200" y="2425700"/>
          <p14:tracePt t="38295" x="6045200" y="2419350"/>
          <p14:tracePt t="38312" x="5969000" y="2419350"/>
          <p14:tracePt t="38328" x="5822950" y="2400300"/>
          <p14:tracePt t="38345" x="5695950" y="2400300"/>
          <p14:tracePt t="38362" x="5619750" y="2400300"/>
          <p14:tracePt t="38378" x="5588000" y="2393950"/>
          <p14:tracePt t="38395" x="5568950" y="2387600"/>
          <p14:tracePt t="38411" x="5518150" y="2374900"/>
          <p14:tracePt t="38428" x="5473700" y="2355850"/>
          <p14:tracePt t="38445" x="5454650" y="2349500"/>
          <p14:tracePt t="38461" x="5422900" y="2343150"/>
          <p14:tracePt t="38478" x="5372100" y="2343150"/>
          <p14:tracePt t="38494" x="5353050" y="2343150"/>
          <p14:tracePt t="38511" x="5283200" y="2343150"/>
          <p14:tracePt t="38527" x="5213350" y="2343150"/>
          <p14:tracePt t="38545" x="5137150" y="2324100"/>
          <p14:tracePt t="38561" x="5092700" y="2324100"/>
          <p14:tracePt t="38577" x="5016500" y="2317750"/>
          <p14:tracePt t="38594" x="4933950" y="2311400"/>
          <p14:tracePt t="38611" x="4883150" y="2311400"/>
          <p14:tracePt t="38627" x="4826000" y="2311400"/>
          <p14:tracePt t="38644" x="4718050" y="2330450"/>
          <p14:tracePt t="38660" x="4699000" y="2336800"/>
          <p14:tracePt t="38678" x="4654550" y="2336800"/>
          <p14:tracePt t="38694" x="4641850" y="2336800"/>
          <p14:tracePt t="38710" x="4616450" y="2336800"/>
          <p14:tracePt t="38727" x="4610100" y="2336800"/>
          <p14:tracePt t="38744" x="4603750" y="2336800"/>
          <p14:tracePt t="38760" x="4597400" y="2336800"/>
          <p14:tracePt t="38804" x="4591050" y="2336800"/>
          <p14:tracePt t="38818" x="4584700" y="2336800"/>
          <p14:tracePt t="38839" x="4578350" y="2336800"/>
          <p14:tracePt t="38846" x="4572000" y="2336800"/>
          <p14:tracePt t="38867" x="4565650" y="2336800"/>
          <p14:tracePt t="38909" x="4559300" y="2336800"/>
          <p14:tracePt t="38937" x="4552950" y="2336800"/>
          <p14:tracePt t="39008" x="4559300" y="2336800"/>
          <p14:tracePt t="39015" x="4565650" y="2336800"/>
          <p14:tracePt t="39036" x="4572000" y="2336800"/>
          <p14:tracePt t="39050" x="4584700" y="2336800"/>
          <p14:tracePt t="39059" x="4597400" y="2336800"/>
          <p14:tracePt t="39076" x="4616450" y="2336800"/>
          <p14:tracePt t="39092" x="4686300" y="2343150"/>
          <p14:tracePt t="39109" x="4781550" y="2362200"/>
          <p14:tracePt t="39126" x="4845050" y="2368550"/>
          <p14:tracePt t="39142" x="4978400" y="2406650"/>
          <p14:tracePt t="39159" x="5099050" y="2425700"/>
          <p14:tracePt t="39176" x="5194300" y="2463800"/>
          <p14:tracePt t="39192" x="5238750" y="2470150"/>
          <p14:tracePt t="39208" x="5321300" y="2482850"/>
          <p14:tracePt t="39226" x="5384800" y="2476500"/>
          <p14:tracePt t="39242" x="5410200" y="2470150"/>
          <p14:tracePt t="39259" x="5435600" y="2463800"/>
          <p14:tracePt t="39275" x="5499100" y="2451100"/>
          <p14:tracePt t="39292" x="5518150" y="2444750"/>
          <p14:tracePt t="39308" x="5543550" y="2444750"/>
          <p14:tracePt t="39325" x="5575300" y="2444750"/>
          <p14:tracePt t="39341" x="5588000" y="2444750"/>
          <p14:tracePt t="39359" x="5594350" y="2444750"/>
          <p14:tracePt t="39415" x="5600700" y="2444750"/>
          <p14:tracePt t="39709" x="5607050" y="2444750"/>
          <p14:tracePt t="39765" x="5607050" y="2438400"/>
          <p14:tracePt t="39857" x="5607050" y="2432050"/>
          <p14:tracePt t="40683" x="5619750" y="2432050"/>
          <p14:tracePt t="40690" x="5638800" y="2432050"/>
          <p14:tracePt t="40704" x="5657850" y="2432050"/>
          <p14:tracePt t="40720" x="5670550" y="2432050"/>
          <p14:tracePt t="40736" x="5708650" y="2432050"/>
          <p14:tracePt t="40754" x="5734050" y="2432050"/>
          <p14:tracePt t="40770" x="5759450" y="2432050"/>
          <p14:tracePt t="40786" x="5772150" y="2432050"/>
          <p14:tracePt t="40803" x="5784850" y="2432050"/>
          <p14:tracePt t="40971" x="5772150" y="2432050"/>
          <p14:tracePt t="40978" x="5765800" y="2432050"/>
          <p14:tracePt t="40999" x="5759450" y="2425700"/>
          <p14:tracePt t="41020" x="5753100" y="2425700"/>
          <p14:tracePt t="41034" x="5734050" y="2425700"/>
          <p14:tracePt t="41041" x="5721350" y="2425700"/>
          <p14:tracePt t="41052" x="5702300" y="2419350"/>
          <p14:tracePt t="41070" x="5645150" y="2419350"/>
          <p14:tracePt t="41085" x="5613400" y="2419350"/>
          <p14:tracePt t="41102" x="5594350" y="2419350"/>
          <p14:tracePt t="41119" x="5505450" y="2413000"/>
          <p14:tracePt t="41135" x="5486400" y="2406650"/>
          <p14:tracePt t="41152" x="5467350" y="2406650"/>
          <p14:tracePt t="41168" x="5441950" y="2406650"/>
          <p14:tracePt t="41185" x="5422900" y="2406650"/>
          <p14:tracePt t="41203" x="5416550" y="2406650"/>
          <p14:tracePt t="41252" x="5416550" y="2400300"/>
          <p14:tracePt t="41751" x="5384800" y="2393950"/>
          <p14:tracePt t="41766" x="5346700" y="2387600"/>
          <p14:tracePt t="41772" x="5276850" y="2355850"/>
          <p14:tracePt t="41786" x="5207000" y="2324100"/>
          <p14:tracePt t="41800" x="5010150" y="2254250"/>
          <p14:tracePt t="41816" x="4876800" y="2209800"/>
          <p14:tracePt t="41833" x="4737100" y="2152650"/>
          <p14:tracePt t="41849" x="4381500" y="2006600"/>
          <p14:tracePt t="41866" x="4032250" y="1873250"/>
          <p14:tracePt t="41883" x="3867150" y="1809750"/>
          <p14:tracePt t="41899" x="3556000" y="1727200"/>
          <p14:tracePt t="41916" x="3346450" y="1689100"/>
          <p14:tracePt t="41934" x="3155950" y="1676400"/>
          <p14:tracePt t="41949" x="3079750" y="1676400"/>
          <p14:tracePt t="41966" x="2927350" y="1676400"/>
          <p14:tracePt t="41983" x="2800350" y="1670050"/>
          <p14:tracePt t="41999" x="2749550" y="1670050"/>
          <p14:tracePt t="42015" x="2667000" y="1657350"/>
          <p14:tracePt t="42032" x="2622550" y="1651000"/>
          <p14:tracePt t="42049" x="2616200" y="1644650"/>
          <p14:tracePt t="42082" x="2609850" y="1638300"/>
          <p14:tracePt t="42144" x="2609850" y="1631950"/>
          <p14:tracePt t="42912" x="2609850" y="1638300"/>
          <p14:tracePt t="42926" x="2616200" y="1670050"/>
          <p14:tracePt t="42933" x="2622550" y="1682750"/>
          <p14:tracePt t="42948" x="2635250" y="1720850"/>
          <p14:tracePt t="42962" x="2654300" y="1752600"/>
          <p14:tracePt t="42979" x="2686050" y="1828800"/>
          <p14:tracePt t="42996" x="2698750" y="1860550"/>
          <p14:tracePt t="43012" x="2736850" y="1955800"/>
          <p14:tracePt t="43029" x="2749550" y="2025650"/>
          <p14:tracePt t="43046" x="2762250" y="2108200"/>
          <p14:tracePt t="43062" x="2768600" y="2139950"/>
          <p14:tracePt t="43078" x="2768600" y="2222500"/>
          <p14:tracePt t="43095" x="2768600" y="2273300"/>
          <p14:tracePt t="43112" x="2755900" y="2305050"/>
          <p14:tracePt t="43128" x="2755900" y="2374900"/>
          <p14:tracePt t="43145" x="2755900" y="2432050"/>
          <p14:tracePt t="43161" x="2762250" y="2463800"/>
          <p14:tracePt t="43179" x="2762250" y="2495550"/>
          <p14:tracePt t="43195" x="2762250" y="2508250"/>
          <p14:tracePt t="43211" x="2762250" y="2514600"/>
          <p14:tracePt t="43245" x="2762250" y="2520950"/>
          <p14:tracePt t="43320" x="2755900" y="2527300"/>
          <p14:tracePt t="43326" x="2749550" y="2527300"/>
          <p14:tracePt t="43333" x="2743200" y="2533650"/>
          <p14:tracePt t="43347" x="2736850" y="2533650"/>
          <p14:tracePt t="43361" x="2730500" y="2540000"/>
          <p14:tracePt t="43378" x="2717800" y="2546350"/>
          <p14:tracePt t="43394" x="2698750" y="2546350"/>
          <p14:tracePt t="43411" x="2667000" y="2559050"/>
          <p14:tracePt t="43427" x="2622550" y="2559050"/>
          <p14:tracePt t="43444" x="2597150" y="2559050"/>
          <p14:tracePt t="43461" x="2552700" y="2559050"/>
          <p14:tracePt t="43477" x="2514600" y="2552700"/>
          <p14:tracePt t="43496" x="2482850" y="2552700"/>
          <p14:tracePt t="43510" x="2457450" y="2546350"/>
          <p14:tracePt t="43544" x="2438400" y="2540000"/>
          <p14:tracePt t="43560" x="2432050" y="2540000"/>
          <p14:tracePt t="43577" x="2425700" y="2540000"/>
          <p14:tracePt t="43594" x="2419350" y="2540000"/>
          <p14:tracePt t="43610" x="2413000" y="2540000"/>
          <p14:tracePt t="43726" x="2406650" y="2540000"/>
          <p14:tracePt t="43768" x="2406650" y="2533650"/>
          <p14:tracePt t="43775" x="2406650" y="2527300"/>
          <p14:tracePt t="43789" x="2406650" y="2520950"/>
          <p14:tracePt t="43796" x="2406650" y="2514600"/>
          <p14:tracePt t="43812" x="2406650" y="2508250"/>
          <p14:tracePt t="43826" x="2406650" y="2501900"/>
          <p14:tracePt t="43846" x="2406650" y="2495550"/>
          <p14:tracePt t="43862" x="2406650" y="2489200"/>
          <p14:tracePt t="43876" x="2406650" y="2482850"/>
          <p14:tracePt t="43892" x="2406650" y="2470150"/>
          <p14:tracePt t="43909" x="2406650" y="2451100"/>
          <p14:tracePt t="43925" x="2406650" y="2425700"/>
          <p14:tracePt t="43942" x="2406650" y="2381250"/>
          <p14:tracePt t="43959" x="2425700" y="2298700"/>
          <p14:tracePt t="43976" x="2432050" y="2241550"/>
          <p14:tracePt t="43992" x="2482850" y="2095500"/>
          <p14:tracePt t="44009" x="2546350" y="1924050"/>
          <p14:tracePt t="44026" x="2597150" y="1828800"/>
          <p14:tracePt t="44042" x="2686050" y="1670050"/>
          <p14:tracePt t="44059" x="2768600" y="1517650"/>
          <p14:tracePt t="44077" x="2825750" y="1403350"/>
          <p14:tracePt t="44092" x="2851150" y="1352550"/>
          <p14:tracePt t="44108" x="2882900" y="1276350"/>
          <p14:tracePt t="44125" x="2901950" y="1244600"/>
          <p14:tracePt t="44128" x="2908300" y="1225550"/>
          <p14:tracePt t="44142" x="2914650" y="1212850"/>
          <p14:tracePt t="44158" x="2921000" y="1200150"/>
          <p14:tracePt t="44175" x="2927350" y="1181100"/>
          <p14:tracePt t="44191" x="2927350" y="1174750"/>
          <p14:tracePt t="44232" x="2927350" y="1168400"/>
          <p14:tracePt t="44260" x="2933700" y="1168400"/>
          <p14:tracePt t="44267" x="2933700" y="1162050"/>
          <p14:tracePt t="44330" x="2933700" y="1155700"/>
          <p14:tracePt t="44421" x="2940050" y="1155700"/>
          <p14:tracePt t="44477" x="2952750" y="1149350"/>
          <p14:tracePt t="44491" x="2952750" y="1143000"/>
          <p14:tracePt t="44498" x="2959100" y="1136650"/>
          <p14:tracePt t="44511" x="2965450" y="1130300"/>
          <p14:tracePt t="44523" x="2971800" y="1123950"/>
          <p14:tracePt t="44540" x="2971800" y="1117600"/>
          <p14:tracePt t="44557" x="2990850" y="1104900"/>
          <p14:tracePt t="44574" x="2997200" y="1098550"/>
          <p14:tracePt t="44591" x="3009900" y="1092200"/>
          <p14:tracePt t="44607" x="3016250" y="1085850"/>
          <p14:tracePt t="44624" x="3022600" y="1079500"/>
          <p14:tracePt t="44640" x="3028950" y="1079500"/>
          <p14:tracePt t="44673" x="3028950" y="1073150"/>
          <p14:tracePt t="44702" x="3035300" y="1073150"/>
          <p14:tracePt t="44730" x="3041650" y="1073150"/>
          <p14:tracePt t="44737" x="3041650" y="1066800"/>
          <p14:tracePt t="44772" x="3048000" y="1066800"/>
          <p14:tracePt t="44806" x="3054350" y="1066800"/>
          <p14:tracePt t="44827" x="3067050" y="1066800"/>
          <p14:tracePt t="44848" x="3073400" y="1060450"/>
          <p14:tracePt t="44898" x="3079750" y="1060450"/>
          <p14:tracePt t="44919" x="3086100" y="1060450"/>
          <p14:tracePt t="44947" x="3092450" y="1054100"/>
          <p14:tracePt t="44982" x="3098800" y="1054100"/>
          <p14:tracePt t="45010" x="3105150" y="1054100"/>
          <p14:tracePt t="45017" x="3111500" y="1054100"/>
          <p14:tracePt t="45073" x="3111500" y="1047750"/>
          <p14:tracePt t="45102" x="3117850" y="1047750"/>
          <p14:tracePt t="45122" x="3124200" y="1047750"/>
          <p14:tracePt t="45130" x="3130550" y="1047750"/>
          <p14:tracePt t="45144" x="3136900" y="1047750"/>
          <p14:tracePt t="45155" x="3143250" y="1047750"/>
          <p14:tracePt t="45172" x="3149600" y="1054100"/>
          <p14:tracePt t="45188" x="3155950" y="1054100"/>
          <p14:tracePt t="45204" x="3168650" y="1054100"/>
          <p14:tracePt t="45221" x="3168650" y="1060450"/>
          <p14:tracePt t="45238" x="3181350" y="1060450"/>
          <p14:tracePt t="45271" x="3181350" y="1066800"/>
          <p14:tracePt t="45291" x="3187700" y="1079500"/>
          <p14:tracePt t="45305" x="3187700" y="1085850"/>
          <p14:tracePt t="45321" x="3187700" y="1092200"/>
          <p14:tracePt t="45337" x="3187700" y="1098550"/>
          <p14:tracePt t="45357" x="3187700" y="1104900"/>
          <p14:tracePt t="45370" x="3187700" y="1111250"/>
          <p14:tracePt t="45390" x="3187700" y="1117600"/>
          <p14:tracePt t="45410" x="3187700" y="1123950"/>
          <p14:tracePt t="45431" x="3181350" y="1130300"/>
          <p14:tracePt t="45459" x="3181350" y="1136650"/>
          <p14:tracePt t="45495" x="3175000" y="1143000"/>
          <p14:tracePt t="45551" x="3187700" y="1149350"/>
          <p14:tracePt t="45565" x="3194050" y="1149350"/>
          <p14:tracePt t="45579" x="3194050" y="1155700"/>
          <p14:tracePt t="45613" x="3200400" y="1162050"/>
          <p14:tracePt t="45634" x="3200400" y="1168400"/>
          <p14:tracePt t="45642" x="3200400" y="1174750"/>
          <p14:tracePt t="45656" x="3200400" y="1181100"/>
          <p14:tracePt t="45670" x="3194050" y="1219200"/>
          <p14:tracePt t="45686" x="3181350" y="1257300"/>
          <p14:tracePt t="45703" x="3155950" y="1301750"/>
          <p14:tracePt t="45720" x="3028950" y="1485900"/>
          <p14:tracePt t="45736" x="2978150" y="1543050"/>
          <p14:tracePt t="45753" x="2927350" y="1625600"/>
          <p14:tracePt t="45769" x="2813050" y="1790700"/>
          <p14:tracePt t="45786" x="2724150" y="1943100"/>
          <p14:tracePt t="45803" x="2654300" y="2070100"/>
          <p14:tracePt t="45819" x="2628900" y="2127250"/>
          <p14:tracePt t="45835" x="2609850" y="2197100"/>
          <p14:tracePt t="45853" x="2597150" y="2266950"/>
          <p14:tracePt t="45869" x="2597150" y="2286000"/>
          <p14:tracePt t="45886" x="2597150" y="2336800"/>
          <p14:tracePt t="45902" x="2597150" y="2393950"/>
          <p14:tracePt t="45919" x="2609850" y="2425700"/>
          <p14:tracePt t="45935" x="2628900" y="2463800"/>
          <p14:tracePt t="45952" x="2635250" y="2489200"/>
          <p14:tracePt t="45968" x="2635250" y="2495550"/>
          <p14:tracePt t="45986" x="2635250" y="2501900"/>
          <p14:tracePt t="46002" x="2641600" y="2501900"/>
          <p14:tracePt t="46035" x="2660650" y="2501900"/>
          <p14:tracePt t="46052" x="2667000" y="2501900"/>
          <p14:tracePt t="46068" x="2692400" y="2501900"/>
          <p14:tracePt t="46085" x="2724150" y="2501900"/>
          <p14:tracePt t="46101" x="2743200" y="2495550"/>
          <p14:tracePt t="46118" x="2794000" y="2495550"/>
          <p14:tracePt t="46134" x="2844800" y="2489200"/>
          <p14:tracePt t="46151" x="2863850" y="2489200"/>
          <p14:tracePt t="46169" x="2914650" y="2489200"/>
          <p14:tracePt t="46185" x="2946400" y="2489200"/>
          <p14:tracePt t="46201" x="2959100" y="2489200"/>
          <p14:tracePt t="46218" x="2984500" y="2501900"/>
          <p14:tracePt t="46234" x="3003550" y="2514600"/>
          <p14:tracePt t="46251" x="3003550" y="2520950"/>
          <p14:tracePt t="46267" x="3022600" y="2540000"/>
          <p14:tracePt t="46284" x="3035300" y="2546350"/>
          <p14:tracePt t="46301" x="3041650" y="2552700"/>
          <p14:tracePt t="46334" x="3041650" y="2559050"/>
          <p14:tracePt t="46353" x="3041650" y="2565400"/>
          <p14:tracePt t="46371" x="3035300" y="2571750"/>
          <p14:tracePt t="46387" x="3028950" y="2571750"/>
          <p14:tracePt t="46400" x="3016250" y="2578100"/>
          <p14:tracePt t="46417" x="2978150" y="2584450"/>
          <p14:tracePt t="46434" x="2940050" y="2584450"/>
          <p14:tracePt t="46450" x="2844800" y="2590800"/>
          <p14:tracePt t="46467" x="2717800" y="2603500"/>
          <p14:tracePt t="46484" x="2609850" y="2603500"/>
          <p14:tracePt t="46500" x="2559050" y="2597150"/>
          <p14:tracePt t="46516" x="2489200" y="2590800"/>
          <p14:tracePt t="46534" x="2451100" y="2590800"/>
          <p14:tracePt t="46550" x="2438400" y="2584450"/>
          <p14:tracePt t="46567" x="2419350" y="2578100"/>
          <p14:tracePt t="46583" x="2413000" y="2578100"/>
          <p14:tracePt t="46617" x="2406650" y="2571750"/>
          <p14:tracePt t="46673" x="2400300" y="2571750"/>
          <p14:tracePt t="46758" x="2393950" y="2571750"/>
          <p14:tracePt t="46814" x="2387600" y="2571750"/>
          <p14:tracePt t="46834" x="2381250" y="2571750"/>
          <p14:tracePt t="46842" x="2374900" y="2571750"/>
          <p14:tracePt t="46855" x="2368550" y="2571750"/>
          <p14:tracePt t="46877" x="2362200" y="2571750"/>
          <p14:tracePt t="46885" x="2355850" y="2571750"/>
          <p14:tracePt t="46904" x="2343150" y="2571750"/>
          <p14:tracePt t="46915" x="2317750" y="2578100"/>
          <p14:tracePt t="46932" x="2286000" y="2590800"/>
          <p14:tracePt t="46949" x="2266950" y="2597150"/>
          <p14:tracePt t="46965" x="2247900" y="2609850"/>
          <p14:tracePt t="46983" x="2190750" y="2628900"/>
          <p14:tracePt t="46998" x="2178050" y="2628900"/>
          <p14:tracePt t="47015" x="2171700" y="2635250"/>
          <p14:tracePt t="47031" x="2152650" y="2635250"/>
          <p14:tracePt t="47094" x="2152650" y="2641600"/>
          <p14:tracePt t="47122" x="2152650" y="2647950"/>
          <p14:tracePt t="47136" x="2159000" y="2647950"/>
          <p14:tracePt t="47157" x="2165350" y="2654300"/>
          <p14:tracePt t="47165" x="2171700" y="2654300"/>
          <p14:tracePt t="47179" x="2184400" y="2654300"/>
          <p14:tracePt t="47185" x="2197100" y="2654300"/>
          <p14:tracePt t="47198" x="2209800" y="2660650"/>
          <p14:tracePt t="47215" x="2266950" y="2667000"/>
          <p14:tracePt t="47231" x="2311400" y="2679700"/>
          <p14:tracePt t="47248" x="2368550" y="2679700"/>
          <p14:tracePt t="47264" x="2597150" y="2686050"/>
          <p14:tracePt t="47281" x="2698750" y="2686050"/>
          <p14:tracePt t="47298" x="2889250" y="2686050"/>
          <p14:tracePt t="47314" x="2978150" y="2686050"/>
          <p14:tracePt t="47330" x="3105150" y="2692400"/>
          <p14:tracePt t="47347" x="3187700" y="2692400"/>
          <p14:tracePt t="47364" x="3213100" y="2692400"/>
          <p14:tracePt t="47381" x="3238500" y="2692400"/>
          <p14:tracePt t="47397" x="3251200" y="2692400"/>
          <p14:tracePt t="47413" x="3257550" y="2692400"/>
          <p14:tracePt t="47648" x="3282950" y="2692400"/>
          <p14:tracePt t="47655" x="3321050" y="2692400"/>
          <p14:tracePt t="47670" x="3371850" y="2692400"/>
          <p14:tracePt t="47679" x="3422650" y="2692400"/>
          <p14:tracePt t="47696" x="3486150" y="2692400"/>
          <p14:tracePt t="47713" x="3613150" y="2692400"/>
          <p14:tracePt t="47729" x="3695700" y="2705100"/>
          <p14:tracePt t="47747" x="3746500" y="2705100"/>
          <p14:tracePt t="47762" x="3759200" y="2705100"/>
          <p14:tracePt t="47779" x="3771900" y="2705100"/>
          <p14:tracePt t="47796" x="3778250" y="2705100"/>
          <p14:tracePt t="47812" x="3784600" y="2705100"/>
          <p14:tracePt t="47859" x="3790950" y="2705100"/>
          <p14:tracePt t="47929" x="3797300" y="2705100"/>
          <p14:tracePt t="47936" x="3803650" y="2705100"/>
          <p14:tracePt t="47957" x="3810000" y="2705100"/>
          <p14:tracePt t="47965" x="3816350" y="2705100"/>
          <p14:tracePt t="47981" x="3822700" y="2705100"/>
          <p14:tracePt t="47995" x="3841750" y="2705100"/>
          <p14:tracePt t="48011" x="3892550" y="2705100"/>
          <p14:tracePt t="48028" x="3962400" y="2698750"/>
          <p14:tracePt t="48045" x="4000500" y="2692400"/>
          <p14:tracePt t="48061" x="4070350" y="2692400"/>
          <p14:tracePt t="48078" x="4127500" y="2679700"/>
          <p14:tracePt t="48094" x="4140200" y="2673350"/>
          <p14:tracePt t="48112" x="4171950" y="2673350"/>
          <p14:tracePt t="48128" x="4184650" y="2673350"/>
          <p14:tracePt t="48175" x="4191000" y="2673350"/>
          <p14:tracePt t="49381" x="4165600" y="2679700"/>
          <p14:tracePt t="49387" x="4108450" y="2698750"/>
          <p14:tracePt t="49402" x="4051300" y="2724150"/>
          <p14:tracePt t="49410" x="4000500" y="2743200"/>
          <p14:tracePt t="49424" x="3930650" y="2762250"/>
          <p14:tracePt t="49439" x="3860800" y="2794000"/>
          <p14:tracePt t="49456" x="3714750" y="2838450"/>
          <p14:tracePt t="49473" x="3556000" y="2901950"/>
          <p14:tracePt t="49490" x="3498850" y="2940050"/>
          <p14:tracePt t="49507" x="3340100" y="2990850"/>
          <p14:tracePt t="49523" x="3213100" y="3054350"/>
          <p14:tracePt t="49539" x="3155950" y="3092450"/>
          <p14:tracePt t="49556" x="3086100" y="3162300"/>
          <p14:tracePt t="49573" x="3035300" y="3213100"/>
          <p14:tracePt t="49589" x="3009900" y="3225800"/>
          <p14:tracePt t="49606" x="2971800" y="3244850"/>
          <p14:tracePt t="49622" x="2927350" y="3270250"/>
          <p14:tracePt t="49639" x="2901950" y="3282950"/>
          <p14:tracePt t="49655" x="2870200" y="3295650"/>
          <p14:tracePt t="49672" x="2838450" y="3302000"/>
          <p14:tracePt t="49689" x="2832100" y="3314700"/>
          <p14:tracePt t="49706" x="2825750" y="3321050"/>
          <p14:tracePt t="49722" x="2819400" y="3327400"/>
          <p14:tracePt t="49739" x="2825750" y="3327400"/>
          <p14:tracePt t="50896" x="2794000" y="3327400"/>
          <p14:tracePt t="50903" x="2755900" y="3333750"/>
          <p14:tracePt t="50917" x="2686050" y="3352800"/>
          <p14:tracePt t="50924" x="2635250" y="3371850"/>
          <p14:tracePt t="50935" x="2565400" y="3390900"/>
          <p14:tracePt t="50952" x="2381250" y="3441700"/>
          <p14:tracePt t="50968" x="2292350" y="3460750"/>
          <p14:tracePt t="50985" x="2203450" y="3486150"/>
          <p14:tracePt t="51001" x="1943100" y="3505200"/>
          <p14:tracePt t="51018" x="1879600" y="3505200"/>
          <p14:tracePt t="51034" x="1803400" y="3505200"/>
          <p14:tracePt t="51051" x="1676400" y="3511550"/>
          <p14:tracePt t="51067" x="1562100" y="3511550"/>
          <p14:tracePt t="51085" x="1517650" y="3511550"/>
          <p14:tracePt t="51101" x="1460500" y="3511550"/>
          <p14:tracePt t="51117" x="1441450" y="3511550"/>
          <p14:tracePt t="51135" x="1428750" y="3511550"/>
          <p14:tracePt t="51352" x="1428750" y="3505200"/>
          <p14:tracePt t="51367" x="1422400" y="3505200"/>
          <p14:tracePt t="51373" x="1416050" y="3498850"/>
          <p14:tracePt t="51387" x="1409700" y="3498850"/>
          <p14:tracePt t="51400" x="1403350" y="3498850"/>
          <p14:tracePt t="51417" x="1397000" y="3498850"/>
          <p14:tracePt t="51433" x="1390650" y="3492500"/>
          <p14:tracePt t="51450" x="1384300" y="3492500"/>
          <p14:tracePt t="51466" x="1377950" y="3486150"/>
          <p14:tracePt t="51492" x="1371600" y="3486150"/>
          <p14:tracePt t="51527" x="1371600" y="3479800"/>
          <p14:tracePt t="51534" x="1365250" y="3479800"/>
          <p14:tracePt t="51555" x="1358900" y="3473450"/>
          <p14:tracePt t="51562" x="1352550" y="3473450"/>
          <p14:tracePt t="51605" x="1346200" y="3467100"/>
          <p14:tracePt t="51625" x="1339850" y="3467100"/>
          <p14:tracePt t="51689" x="1333500" y="3467100"/>
          <p14:tracePt t="51695" x="1327150" y="3467100"/>
          <p14:tracePt t="51724" x="1314450" y="3467100"/>
          <p14:tracePt t="51759" x="1314450" y="3460750"/>
          <p14:tracePt t="51794" x="1308100" y="3460750"/>
          <p14:tracePt t="51864" x="1301750" y="3460750"/>
          <p14:tracePt t="51906" x="1301750" y="3454400"/>
          <p14:tracePt t="51913" x="1308100" y="3454400"/>
          <p14:tracePt t="51927" x="1308100" y="3448050"/>
          <p14:tracePt t="51934" x="1320800" y="3448050"/>
          <p14:tracePt t="51950" x="1333500" y="3441700"/>
          <p14:tracePt t="51965" x="1346200" y="3435350"/>
          <p14:tracePt t="51981" x="1390650" y="3422650"/>
          <p14:tracePt t="51998" x="1460500" y="3403600"/>
          <p14:tracePt t="52014" x="1498600" y="3403600"/>
          <p14:tracePt t="52031" x="1593850" y="3397250"/>
          <p14:tracePt t="52047" x="1651000" y="3397250"/>
          <p14:tracePt t="52064" x="1670050" y="3397250"/>
          <p14:tracePt t="52081" x="1701800" y="3397250"/>
          <p14:tracePt t="52097" x="1708150" y="3397250"/>
          <p14:tracePt t="52114" x="1714500" y="3397250"/>
          <p14:tracePt t="52147" x="1720850" y="3397250"/>
          <p14:tracePt t="52348" x="1727200" y="3397250"/>
          <p14:tracePt t="52376" x="1739900" y="3397250"/>
          <p14:tracePt t="52390" x="1746250" y="3397250"/>
          <p14:tracePt t="52399" x="1758950" y="3397250"/>
          <p14:tracePt t="52413" x="1771650" y="3397250"/>
          <p14:tracePt t="52429" x="1809750" y="3397250"/>
          <p14:tracePt t="52447" x="1885950" y="3397250"/>
          <p14:tracePt t="52463" x="1936750" y="3397250"/>
          <p14:tracePt t="52479" x="2044700" y="3397250"/>
          <p14:tracePt t="52496" x="2120900" y="3397250"/>
          <p14:tracePt t="52513" x="2139950" y="3397250"/>
          <p14:tracePt t="52529" x="2165350" y="3397250"/>
          <p14:tracePt t="52545" x="2190750" y="3397250"/>
          <p14:tracePt t="52562" x="2197100" y="3397250"/>
          <p14:tracePt t="52595" x="2203450" y="3397250"/>
          <p14:tracePt t="52612" x="2209800" y="3390900"/>
          <p14:tracePt t="52657" x="2216150" y="3390900"/>
          <p14:tracePt t="52706" x="2222500" y="3390900"/>
          <p14:tracePt t="52727" x="2228850" y="3390900"/>
          <p14:tracePt t="52741" x="2235200" y="3390900"/>
          <p14:tracePt t="52755" x="2241550" y="3390900"/>
          <p14:tracePt t="52769" x="2247900" y="3390900"/>
          <p14:tracePt t="52778" x="2254250" y="3390900"/>
          <p14:tracePt t="52795" x="2273300" y="3390900"/>
          <p14:tracePt t="52812" x="2305050" y="3390900"/>
          <p14:tracePt t="52828" x="2349500" y="3397250"/>
          <p14:tracePt t="52845" x="2381250" y="3397250"/>
          <p14:tracePt t="52862" x="2438400" y="3397250"/>
          <p14:tracePt t="52878" x="2476500" y="3397250"/>
          <p14:tracePt t="52896" x="2565400" y="3397250"/>
          <p14:tracePt t="52911" x="2597150" y="3390900"/>
          <p14:tracePt t="52928" x="2622550" y="3390900"/>
          <p14:tracePt t="52945" x="2654300" y="3390900"/>
          <p14:tracePt t="52961" x="2686050" y="3390900"/>
          <p14:tracePt t="52977" x="2692400" y="3390900"/>
          <p14:tracePt t="52994" x="2711450" y="3390900"/>
          <p14:tracePt t="53011" x="2724150" y="3390900"/>
          <p14:tracePt t="53028" x="2730500" y="3390900"/>
          <p14:tracePt t="53044" x="2749550" y="3390900"/>
          <p14:tracePt t="53061" x="2768600" y="3390900"/>
          <p14:tracePt t="53078" x="2781300" y="3397250"/>
          <p14:tracePt t="53094" x="2787650" y="3397250"/>
          <p14:tracePt t="53110" x="2806700" y="3397250"/>
          <p14:tracePt t="53127" x="2832100" y="3403600"/>
          <p14:tracePt t="53144" x="2844800" y="3403600"/>
          <p14:tracePt t="53160" x="2863850" y="3403600"/>
          <p14:tracePt t="53177" x="2908300" y="3409950"/>
          <p14:tracePt t="53193" x="2921000" y="3409950"/>
          <p14:tracePt t="53211" x="2946400" y="3409950"/>
          <p14:tracePt t="53227" x="2978150" y="3409950"/>
          <p14:tracePt t="53243" x="3022600" y="3409950"/>
          <p14:tracePt t="53261" x="3054350" y="3409950"/>
          <p14:tracePt t="53276" x="3067050" y="3409950"/>
          <p14:tracePt t="53293" x="3092450" y="3403600"/>
          <p14:tracePt t="53310" x="3117850" y="3403600"/>
          <p14:tracePt t="53326" x="3130550" y="3403600"/>
          <p14:tracePt t="53343" x="3155950" y="3403600"/>
          <p14:tracePt t="53360" x="3187700" y="3403600"/>
          <p14:tracePt t="53376" x="3200400" y="3403600"/>
          <p14:tracePt t="53393" x="3219450" y="3403600"/>
          <p14:tracePt t="53409" x="3238500" y="3397250"/>
          <p14:tracePt t="53426" x="3244850" y="3397250"/>
          <p14:tracePt t="53443" x="3257550" y="3397250"/>
          <p14:tracePt t="53459" x="3270250" y="3397250"/>
          <p14:tracePt t="53493" x="3282950" y="3397250"/>
          <p14:tracePt t="53526" x="3295650" y="3397250"/>
          <p14:tracePt t="53559" x="3302000" y="3397250"/>
          <p14:tracePt t="53597" x="3308350" y="3397250"/>
          <p14:tracePt t="53639" x="3314700" y="3397250"/>
          <p14:tracePt t="53660" x="3327400" y="3397250"/>
          <p14:tracePt t="53667" x="3333750" y="3397250"/>
          <p14:tracePt t="53681" x="3340100" y="3397250"/>
          <p14:tracePt t="53691" x="3346450" y="3397250"/>
          <p14:tracePt t="53708" x="3352800" y="3397250"/>
          <p14:tracePt t="53725" x="3390900" y="3397250"/>
          <p14:tracePt t="53741" x="3422650" y="3403600"/>
          <p14:tracePt t="53759" x="3454400" y="3409950"/>
          <p14:tracePt t="53775" x="3473450" y="3409950"/>
          <p14:tracePt t="53791" x="3479800" y="3416300"/>
          <p14:tracePt t="53795" x="3492500" y="3429000"/>
          <p14:tracePt t="53808" x="3517900" y="3441700"/>
          <p14:tracePt t="53825" x="3536950" y="3454400"/>
          <p14:tracePt t="53841" x="3549650" y="3454400"/>
          <p14:tracePt t="54172" x="3575050" y="3454400"/>
          <p14:tracePt t="54179" x="3613150" y="3454400"/>
          <p14:tracePt t="54193" x="3663950" y="3454400"/>
          <p14:tracePt t="54207" x="3727450" y="3454400"/>
          <p14:tracePt t="54223" x="3873500" y="3435350"/>
          <p14:tracePt t="54240" x="3962400" y="3409950"/>
          <p14:tracePt t="54257" x="4159250" y="3359150"/>
          <p14:tracePt t="54273" x="4349750" y="3321050"/>
          <p14:tracePt t="54290" x="4432300" y="3308350"/>
          <p14:tracePt t="54293" x="4483100" y="3302000"/>
          <p14:tracePt t="54307" x="4521200" y="3295650"/>
          <p14:tracePt t="54323" x="4552950" y="3282950"/>
          <p14:tracePt t="54356" x="4559300" y="3282950"/>
          <p14:tracePt t="54439" x="4565650" y="3282950"/>
          <p14:tracePt t="54474" x="4572000" y="3282950"/>
          <p14:tracePt t="54481" x="4578350" y="3282950"/>
          <p14:tracePt t="54495" x="4584700" y="3282950"/>
          <p14:tracePt t="54505" x="4591050" y="3282950"/>
          <p14:tracePt t="54523" x="4603750" y="3282950"/>
          <p14:tracePt t="54539" x="4629150" y="3282950"/>
          <p14:tracePt t="54555" x="4667250" y="3289300"/>
          <p14:tracePt t="54573" x="4711700" y="3295650"/>
          <p14:tracePt t="54589" x="4737100" y="3302000"/>
          <p14:tracePt t="54605" x="4800600" y="3314700"/>
          <p14:tracePt t="54623" x="4864100" y="3340100"/>
          <p14:tracePt t="54639" x="4908550" y="3346450"/>
          <p14:tracePt t="54656" x="4965700" y="3371850"/>
          <p14:tracePt t="54673" x="5022850" y="3384550"/>
          <p14:tracePt t="54688" x="5054600" y="3390900"/>
          <p14:tracePt t="54706" x="5111750" y="3409950"/>
          <p14:tracePt t="54721" x="5162550" y="3416300"/>
          <p14:tracePt t="54738" x="5194300" y="3416300"/>
          <p14:tracePt t="54755" x="5232400" y="3416300"/>
          <p14:tracePt t="54771" x="5251450" y="3422650"/>
          <p14:tracePt t="54788" x="5295900" y="3422650"/>
          <p14:tracePt t="54792" x="5308600" y="3422650"/>
          <p14:tracePt t="54805" x="5327650" y="3422650"/>
          <p14:tracePt t="54821" x="5340350" y="3422650"/>
          <p14:tracePt t="54838" x="5365750" y="3422650"/>
          <p14:tracePt t="54854" x="5384800" y="3429000"/>
          <p14:tracePt t="54871" x="5391150" y="3429000"/>
          <p14:tracePt t="54888" x="5410200" y="3429000"/>
          <p14:tracePt t="54904" x="5429250" y="3429000"/>
          <p14:tracePt t="54921" x="5435600" y="3429000"/>
          <p14:tracePt t="54938" x="5448300" y="3429000"/>
          <p14:tracePt t="54954" x="5467350" y="3429000"/>
          <p14:tracePt t="54971" x="5486400" y="3429000"/>
          <p14:tracePt t="54987" x="5499100" y="3429000"/>
          <p14:tracePt t="55020" x="5530850" y="3429000"/>
          <p14:tracePt t="55037" x="5575300" y="3422650"/>
          <p14:tracePt t="55055" x="5613400" y="3422650"/>
          <p14:tracePt t="55070" x="5664200" y="3422650"/>
          <p14:tracePt t="55087" x="5683250" y="3422650"/>
          <p14:tracePt t="55104" x="5734050" y="3422650"/>
          <p14:tracePt t="55120" x="5772150" y="3422650"/>
          <p14:tracePt t="55137" x="5791200" y="3422650"/>
          <p14:tracePt t="55154" x="5822950" y="3422650"/>
          <p14:tracePt t="55170" x="5861050" y="3422650"/>
          <p14:tracePt t="55187" x="5867400" y="3422650"/>
          <p14:tracePt t="55203" x="5905500" y="3422650"/>
          <p14:tracePt t="55220" x="5911850" y="3422650"/>
          <p14:tracePt t="55238" x="5949950" y="3422650"/>
          <p14:tracePt t="55253" x="5962650" y="3422650"/>
          <p14:tracePt t="55270" x="5981700" y="3429000"/>
          <p14:tracePt t="55287" x="6038850" y="3435350"/>
          <p14:tracePt t="55303" x="6070600" y="3435350"/>
          <p14:tracePt t="55306" x="6108700" y="3435350"/>
          <p14:tracePt t="55336" x="6165850" y="3441700"/>
          <p14:tracePt t="55353" x="6191250" y="3441700"/>
          <p14:tracePt t="55370" x="6248400" y="3454400"/>
          <p14:tracePt t="55386" x="6299200" y="3467100"/>
          <p14:tracePt t="55402" x="6318250" y="3473450"/>
          <p14:tracePt t="55419" x="6369050" y="3473450"/>
          <p14:tracePt t="55436" x="6400800" y="3473450"/>
          <p14:tracePt t="55452" x="6419850" y="3473450"/>
          <p14:tracePt t="55469" x="6445250" y="3473450"/>
          <p14:tracePt t="55486" x="6457950" y="3473450"/>
          <p14:tracePt t="55503" x="6464300" y="3473450"/>
          <p14:tracePt t="55519" x="6477000" y="3473450"/>
          <p14:tracePt t="55535" x="6489700" y="3473450"/>
          <p14:tracePt t="55559" x="6496050" y="3473450"/>
          <p14:tracePt t="55595" x="6502400" y="3473450"/>
          <p14:tracePt t="55679" x="6502400" y="3479800"/>
          <p14:tracePt t="56331" x="6438900" y="3454400"/>
          <p14:tracePt t="56345" x="6324600" y="3409950"/>
          <p14:tracePt t="56352" x="6172200" y="3365500"/>
          <p14:tracePt t="56367" x="5981700" y="3295650"/>
          <p14:tracePt t="56383" x="5511800" y="3149600"/>
          <p14:tracePt t="56400" x="5251450" y="3054350"/>
          <p14:tracePt t="56416" x="4673600" y="2882900"/>
          <p14:tracePt t="56432" x="4394200" y="2800350"/>
          <p14:tracePt t="56449" x="3816350" y="2711450"/>
          <p14:tracePt t="56466" x="3397250" y="2641600"/>
          <p14:tracePt t="56482" x="3181350" y="2628900"/>
          <p14:tracePt t="56500" x="2692400" y="2590800"/>
          <p14:tracePt t="56515" x="2533650" y="2578100"/>
          <p14:tracePt t="56532" x="2406650" y="2584450"/>
          <p14:tracePt t="56549" x="2152650" y="2590800"/>
          <p14:tracePt t="56565" x="1911350" y="2622550"/>
          <p14:tracePt t="56582" x="1797050" y="2647950"/>
          <p14:tracePt t="56599" x="1625600" y="2673350"/>
          <p14:tracePt t="56615" x="1466850" y="2705100"/>
          <p14:tracePt t="56632" x="1403350" y="2724150"/>
          <p14:tracePt t="56648" x="1257300" y="2762250"/>
          <p14:tracePt t="56665" x="1174750" y="2781300"/>
          <p14:tracePt t="56682" x="1130300" y="2800350"/>
          <p14:tracePt t="56698" x="1117600" y="2813050"/>
          <p14:tracePt t="56715" x="1092200" y="2844800"/>
          <p14:tracePt t="56732" x="1079500" y="2882900"/>
          <p14:tracePt t="56748" x="1066800" y="2927350"/>
          <p14:tracePt t="56766" x="1066800" y="3003550"/>
          <p14:tracePt t="56782" x="1079500" y="3073400"/>
          <p14:tracePt t="56798" x="1079500" y="3105150"/>
          <p14:tracePt t="56815" x="1098550" y="3130550"/>
          <p14:tracePt t="56831" x="1111250" y="3155950"/>
          <p14:tracePt t="56847" x="1117600" y="3162300"/>
          <p14:tracePt t="56865" x="1123950" y="3168650"/>
          <p14:tracePt t="56881" x="1130300" y="3175000"/>
          <p14:tracePt t="56897" x="1143000" y="3175000"/>
          <p14:tracePt t="56914" x="1162050" y="3175000"/>
          <p14:tracePt t="56931" x="1168400" y="3181350"/>
          <p14:tracePt t="56948" x="1187450" y="3181350"/>
          <p14:tracePt t="56964" x="1212850" y="3194050"/>
          <p14:tracePt t="56997" x="1225550" y="3200400"/>
          <p14:tracePt t="57014" x="1244600" y="3206750"/>
          <p14:tracePt t="57047" x="1250950" y="3206750"/>
          <p14:tracePt t="57064" x="1257300" y="3206750"/>
          <p14:tracePt t="57102" x="1263650" y="3206750"/>
          <p14:tracePt t="57123" x="1270000" y="3206750"/>
          <p14:tracePt t="57144" x="1276350" y="3206750"/>
          <p14:tracePt t="57166" x="1282700" y="3206750"/>
          <p14:tracePt t="57173" x="1289050" y="3206750"/>
          <p14:tracePt t="57187" x="1301750" y="3200400"/>
          <p14:tracePt t="57196" x="1314450" y="3200400"/>
          <p14:tracePt t="57213" x="1339850" y="3194050"/>
          <p14:tracePt t="57230" x="1466850" y="3155950"/>
          <p14:tracePt t="57246" x="1682750" y="3098800"/>
          <p14:tracePt t="57263" x="1828800" y="3060700"/>
          <p14:tracePt t="57280" x="2203450" y="2997200"/>
          <p14:tracePt t="57296" x="2647950" y="2927350"/>
          <p14:tracePt t="57313" x="3067050" y="2876550"/>
          <p14:tracePt t="57329" x="3244850" y="2876550"/>
          <p14:tracePt t="57346" x="3575050" y="2889250"/>
          <p14:tracePt t="57363" x="3848100" y="2921000"/>
          <p14:tracePt t="57379" x="3962400" y="2946400"/>
          <p14:tracePt t="57396" x="4076700" y="2965450"/>
          <p14:tracePt t="57413" x="4362450" y="3016250"/>
          <p14:tracePt t="57429" x="4451350" y="3035300"/>
          <p14:tracePt t="57446" x="4521200" y="3067050"/>
          <p14:tracePt t="57462" x="4654550" y="3111500"/>
          <p14:tracePt t="57479" x="4756150" y="3168650"/>
          <p14:tracePt t="57496" x="4832350" y="3213100"/>
          <p14:tracePt t="57512" x="4857750" y="3225800"/>
          <p14:tracePt t="57529" x="4883150" y="3257550"/>
          <p14:tracePt t="57545" x="4889500" y="3270250"/>
          <p14:tracePt t="57562" x="4895850" y="3270250"/>
          <p14:tracePt t="57595" x="4902200" y="3276600"/>
          <p14:tracePt t="57868" x="4902200" y="3270250"/>
          <p14:tracePt t="57875" x="4902200" y="3263900"/>
          <p14:tracePt t="57889" x="4902200" y="3257550"/>
          <p14:tracePt t="57897" x="4902200" y="3244850"/>
          <p14:tracePt t="57911" x="4902200" y="3219450"/>
          <p14:tracePt t="57927" x="4895850" y="3155950"/>
          <p14:tracePt t="57944" x="4876800" y="3098800"/>
          <p14:tracePt t="57960" x="4864100" y="3003550"/>
          <p14:tracePt t="57977" x="4832350" y="2870200"/>
          <p14:tracePt t="57994" x="4826000" y="2819400"/>
          <p14:tracePt t="58010" x="4806950" y="2711450"/>
          <p14:tracePt t="58027" x="4800600" y="2673350"/>
          <p14:tracePt t="58044" x="4800600" y="2628900"/>
          <p14:tracePt t="58060" x="4800600" y="2584450"/>
          <p14:tracePt t="58077" x="4800600" y="2559050"/>
          <p14:tracePt t="58094" x="4813300" y="2533650"/>
          <p14:tracePt t="58110" x="4819650" y="2514600"/>
          <p14:tracePt t="58127" x="4845050" y="2489200"/>
          <p14:tracePt t="58143" x="4857750" y="2463800"/>
          <p14:tracePt t="58160" x="4895850" y="2432050"/>
          <p14:tracePt t="58177" x="4940300" y="2387600"/>
          <p14:tracePt t="58193" x="4959350" y="2362200"/>
          <p14:tracePt t="58210" x="5016500" y="2317750"/>
          <p14:tracePt t="58226" x="5073650" y="2273300"/>
          <p14:tracePt t="58243" x="5092700" y="2247900"/>
          <p14:tracePt t="58259" x="5137150" y="2209800"/>
          <p14:tracePt t="58276" x="5181600" y="2171700"/>
          <p14:tracePt t="58293" x="5200650" y="2146300"/>
          <p14:tracePt t="58310" x="5238750" y="2120900"/>
          <p14:tracePt t="58326" x="5257800" y="2101850"/>
          <p14:tracePt t="58343" x="5264150" y="2089150"/>
          <p14:tracePt t="58359" x="5276850" y="2082800"/>
          <p14:tracePt t="58387" x="5283200" y="2076450"/>
          <p14:tracePt t="58429" x="5289550" y="2076450"/>
          <p14:tracePt t="58456" x="5289550" y="2082800"/>
          <p14:tracePt t="58484" x="5283200" y="2089150"/>
          <p14:tracePt t="58506" x="5276850" y="2101850"/>
          <p14:tracePt t="58520" x="5276850" y="2108200"/>
          <p14:tracePt t="58528" x="5270500" y="2120900"/>
          <p14:tracePt t="58542" x="5257800" y="2139950"/>
          <p14:tracePt t="58558" x="5226050" y="2203450"/>
          <p14:tracePt t="58576" x="5207000" y="2235200"/>
          <p14:tracePt t="58591" x="5143500" y="2336800"/>
          <p14:tracePt t="58608" x="5105400" y="2393950"/>
          <p14:tracePt t="58625" x="5041900" y="2482850"/>
          <p14:tracePt t="58641" x="4997450" y="2552700"/>
          <p14:tracePt t="58658" x="4978400" y="2571750"/>
          <p14:tracePt t="58675" x="4953000" y="2616200"/>
          <p14:tracePt t="58724" x="4959350" y="2616200"/>
          <p14:tracePt t="58737" x="4972050" y="2609850"/>
          <p14:tracePt t="58752" x="4991100" y="2597150"/>
          <p14:tracePt t="58760" x="5016500" y="2590800"/>
          <p14:tracePt t="58774" x="5048250" y="2578100"/>
          <p14:tracePt t="58791" x="5137150" y="2520950"/>
          <p14:tracePt t="58808" x="5257800" y="2463800"/>
          <p14:tracePt t="58824" x="5302250" y="2451100"/>
          <p14:tracePt t="58841" x="5365750" y="2406650"/>
          <p14:tracePt t="58858" x="5391150" y="2393950"/>
          <p14:tracePt t="58874" x="5403850" y="2387600"/>
          <p14:tracePt t="58891" x="5410200" y="2381250"/>
          <p14:tracePt t="58927" x="5403850" y="2381250"/>
          <p14:tracePt t="58943" x="5391150" y="2381250"/>
          <p14:tracePt t="58957" x="5340350" y="2400300"/>
          <p14:tracePt t="58974" x="5289550" y="2419350"/>
          <p14:tracePt t="58990" x="5232400" y="2438400"/>
          <p14:tracePt t="59007" x="5060950" y="2495550"/>
          <p14:tracePt t="59023" x="4965700" y="2540000"/>
          <p14:tracePt t="59040" x="4756150" y="2597150"/>
          <p14:tracePt t="59056" x="4597400" y="2660650"/>
          <p14:tracePt t="59073" x="4527550" y="2673350"/>
          <p14:tracePt t="59090" x="4502150" y="2686050"/>
          <p14:tracePt t="59106" x="4495800" y="2686050"/>
          <p14:tracePt t="59145" x="4502150" y="2686050"/>
          <p14:tracePt t="59156" x="4527550" y="2686050"/>
          <p14:tracePt t="59173" x="4546600" y="2679700"/>
          <p14:tracePt t="59189" x="4641850" y="2667000"/>
          <p14:tracePt t="59206" x="4718050" y="2647950"/>
          <p14:tracePt t="59223" x="4800600" y="2622550"/>
          <p14:tracePt t="59239" x="4991100" y="2565400"/>
          <p14:tracePt t="59258" x="5156200" y="2501900"/>
          <p14:tracePt t="59272" x="5238750" y="2470150"/>
          <p14:tracePt t="59289" x="5251450" y="2463800"/>
          <p14:tracePt t="59306" x="5270500" y="2457450"/>
          <p14:tracePt t="59322" x="5276850" y="2457450"/>
          <p14:tracePt t="59358" x="5270500" y="2463800"/>
          <p14:tracePt t="59372" x="5257800" y="2470150"/>
          <p14:tracePt t="59390" x="5187950" y="2501900"/>
          <p14:tracePt t="59406" x="5143500" y="2527300"/>
          <p14:tracePt t="59422" x="5003800" y="2584450"/>
          <p14:tracePt t="59440" x="4857750" y="2667000"/>
          <p14:tracePt t="59456" x="4787900" y="2698750"/>
          <p14:tracePt t="59472" x="4711700" y="2730500"/>
          <p14:tracePt t="59489" x="4686300" y="2743200"/>
          <p14:tracePt t="59506" x="4679950" y="2743200"/>
          <p14:tracePt t="59538" x="4705350" y="2743200"/>
          <p14:tracePt t="59554" x="4724400" y="2736850"/>
          <p14:tracePt t="59572" x="4756150" y="2724150"/>
          <p14:tracePt t="59588" x="4851400" y="2698750"/>
          <p14:tracePt t="59605" x="4921250" y="2673350"/>
          <p14:tracePt t="59622" x="5054600" y="2622550"/>
          <p14:tracePt t="59638" x="5124450" y="2603500"/>
          <p14:tracePt t="59655" x="5168900" y="2584450"/>
          <p14:tracePt t="59671" x="5207000" y="2571750"/>
          <p14:tracePt t="59705" x="5200650" y="2571750"/>
          <p14:tracePt t="59721" x="5010150" y="2667000"/>
          <p14:tracePt t="59738" x="4921250" y="2717800"/>
          <p14:tracePt t="59755" x="4692650" y="2851150"/>
          <p14:tracePt t="59771" x="4502150" y="2952750"/>
          <p14:tracePt t="59787" x="4413250" y="2997200"/>
          <p14:tracePt t="59804" x="4273550" y="3054350"/>
          <p14:tracePt t="59820" x="4203700" y="3067050"/>
          <p14:tracePt t="59837" x="4184650" y="3079750"/>
          <p14:tracePt t="59854" x="4178300" y="3079750"/>
          <p14:tracePt t="61052" x="4159250" y="2990850"/>
          <p14:tracePt t="61067" x="4095750" y="2781300"/>
          <p14:tracePt t="61072" x="4000500" y="2520950"/>
          <p14:tracePt t="61083" x="3867150" y="2222500"/>
          <p14:tracePt t="61100" x="3733800" y="1905000"/>
          <p14:tracePt t="61116" x="3409950" y="1276350"/>
          <p14:tracePt t="61133" x="3225800" y="971550"/>
          <p14:tracePt t="61150" x="2813050" y="349250"/>
          <p14:tracePt t="61166" x="2635250" y="88900"/>
          <p14:tracePt t="61183" x="2501900" y="0"/>
          <p14:tracePt t="61200" x="2266950" y="0"/>
          <p14:tracePt t="61216" x="2228850" y="0"/>
          <p14:tracePt t="61232" x="2209800" y="0"/>
          <p14:tracePt t="61249" x="2203450" y="0"/>
          <p14:tracePt t="61282" x="2203450" y="6350"/>
          <p14:tracePt t="61312" x="2209800" y="6350"/>
          <p14:tracePt t="61333" x="2216150" y="6350"/>
          <p14:tracePt t="61347" x="2222500" y="6350"/>
          <p14:tracePt t="61354" x="2228850" y="6350"/>
          <p14:tracePt t="61365" x="2241550" y="6350"/>
          <p14:tracePt t="61382" x="2298700" y="6350"/>
          <p14:tracePt t="61398" x="2349500" y="12700"/>
          <p14:tracePt t="61415" x="2413000" y="12700"/>
          <p14:tracePt t="61432" x="2724150" y="44450"/>
          <p14:tracePt t="61448" x="2870200" y="76200"/>
          <p14:tracePt t="61465" x="3041650" y="101600"/>
          <p14:tracePt t="61481" x="3486150" y="171450"/>
          <p14:tracePt t="61498" x="3708400" y="215900"/>
          <p14:tracePt t="61515" x="3987800" y="260350"/>
          <p14:tracePt t="61532" x="4464050" y="285750"/>
          <p14:tracePt t="61548" x="4679950" y="279400"/>
          <p14:tracePt t="61565" x="4946650" y="247650"/>
          <p14:tracePt t="61581" x="5048250" y="241300"/>
          <p14:tracePt t="61598" x="5118100" y="222250"/>
          <p14:tracePt t="61615" x="5213350" y="190500"/>
          <p14:tracePt t="61631" x="5238750" y="184150"/>
          <p14:tracePt t="61649" x="5270500" y="177800"/>
          <p14:tracePt t="61664" x="5295900" y="171450"/>
          <p14:tracePt t="61681" x="5314950" y="165100"/>
          <p14:tracePt t="61698" x="5340350" y="158750"/>
          <p14:tracePt t="61714" x="5378450" y="146050"/>
          <p14:tracePt t="61731" x="5397500" y="139700"/>
          <p14:tracePt t="61747" x="5429250" y="133350"/>
          <p14:tracePt t="61764" x="5441950" y="127000"/>
          <p14:tracePt t="61781" x="5486400" y="120650"/>
          <p14:tracePt t="61797" x="5511800" y="120650"/>
          <p14:tracePt t="61814" x="5530850" y="120650"/>
          <p14:tracePt t="61831" x="5549900" y="120650"/>
          <p14:tracePt t="61847" x="5581650" y="120650"/>
          <p14:tracePt t="61864" x="5632450" y="127000"/>
          <p14:tracePt t="61880" x="5695950" y="146050"/>
          <p14:tracePt t="61897" x="5778500" y="177800"/>
          <p14:tracePt t="61914" x="5886450" y="215900"/>
          <p14:tracePt t="61916" x="6013450" y="241300"/>
          <p14:tracePt t="61930" x="6127750" y="285750"/>
          <p14:tracePt t="61947" x="6229350" y="304800"/>
          <p14:tracePt t="61963" x="6381750" y="361950"/>
          <p14:tracePt t="61980" x="6432550" y="381000"/>
          <p14:tracePt t="61996" x="6464300" y="393700"/>
          <p14:tracePt t="62014" x="6546850" y="425450"/>
          <p14:tracePt t="62029" x="6559550" y="425450"/>
          <p14:tracePt t="62046" x="6578600" y="425450"/>
          <p14:tracePt t="62063" x="6597650" y="425450"/>
          <p14:tracePt t="62428" x="6629400" y="425450"/>
          <p14:tracePt t="62435" x="6711950" y="450850"/>
          <p14:tracePt t="62449" x="6775450" y="469900"/>
          <p14:tracePt t="62461" x="6883400" y="476250"/>
          <p14:tracePt t="62478" x="7086600" y="488950"/>
          <p14:tracePt t="62494" x="7188200" y="488950"/>
          <p14:tracePt t="62511" x="7372350" y="488950"/>
          <p14:tracePt t="62527" x="7505700" y="476250"/>
          <p14:tracePt t="62544" x="7543800" y="476250"/>
          <p14:tracePt t="62562" x="7588250" y="463550"/>
          <p14:tracePt t="62578" x="7600950" y="463550"/>
          <p14:tracePt t="62595" x="7607300" y="463550"/>
          <p14:tracePt t="62737" x="7600950" y="463550"/>
          <p14:tracePt t="62758" x="7594600" y="463550"/>
          <p14:tracePt t="62765" x="7588250" y="463550"/>
          <p14:tracePt t="62780" x="7575550" y="476250"/>
          <p14:tracePt t="62794" x="7543800" y="495300"/>
          <p14:tracePt t="62810" x="7442200" y="558800"/>
          <p14:tracePt t="62827" x="7353300" y="609600"/>
          <p14:tracePt t="62844" x="7086600" y="774700"/>
          <p14:tracePt t="62860" x="6858000" y="895350"/>
          <p14:tracePt t="62877" x="6305550" y="1187450"/>
          <p14:tracePt t="62893" x="5803900" y="1473200"/>
          <p14:tracePt t="62910" x="5467350" y="1682750"/>
          <p14:tracePt t="62927" x="5213350" y="1885950"/>
          <p14:tracePt t="62943" x="5143500" y="1968500"/>
          <p14:tracePt t="62960" x="5041900" y="2120900"/>
          <p14:tracePt t="62977" x="5003800" y="2228850"/>
          <p14:tracePt t="62993" x="5003800" y="2266950"/>
          <p14:tracePt t="63010" x="5010150" y="2298700"/>
          <p14:tracePt t="63472" x="5003800" y="2298700"/>
          <p14:tracePt t="63478" x="4997450" y="2305050"/>
          <p14:tracePt t="63492" x="4991100" y="2311400"/>
          <p14:tracePt t="63508" x="4978400" y="2330450"/>
          <p14:tracePt t="63525" x="4972050" y="2336800"/>
          <p14:tracePt t="63541" x="4965700" y="2343150"/>
          <p14:tracePt t="63558" x="4959350" y="2349500"/>
          <p14:tracePt t="63625" x="4965700" y="2349500"/>
          <p14:tracePt t="63640" x="4972050" y="2349500"/>
          <p14:tracePt t="63647" x="4978400" y="2349500"/>
          <p14:tracePt t="63661" x="4984750" y="2349500"/>
          <p14:tracePt t="63676" x="5010150" y="2349500"/>
          <p14:tracePt t="63690" x="5022850" y="2349500"/>
          <p14:tracePt t="63707" x="5048250" y="2349500"/>
          <p14:tracePt t="63724" x="5124450" y="2349500"/>
          <p14:tracePt t="63740" x="5175250" y="2349500"/>
          <p14:tracePt t="63757" x="5219700" y="2349500"/>
          <p14:tracePt t="63774" x="5270500" y="2349500"/>
          <p14:tracePt t="63790" x="5295900" y="2349500"/>
          <p14:tracePt t="63807" x="5321300" y="2362200"/>
          <p14:tracePt t="63823" x="5327650" y="2362200"/>
          <p14:tracePt t="64103" x="5321300" y="2362200"/>
          <p14:tracePt t="64110" x="5302250" y="2362200"/>
          <p14:tracePt t="64125" x="5289550" y="2362200"/>
          <p14:tracePt t="64139" x="5270500" y="2362200"/>
          <p14:tracePt t="64156" x="5207000" y="2336800"/>
          <p14:tracePt t="64173" x="5073650" y="2298700"/>
          <p14:tracePt t="64189" x="4889500" y="2247900"/>
          <p14:tracePt t="64205" x="4787900" y="2216150"/>
          <p14:tracePt t="64223" x="4540250" y="2133600"/>
          <p14:tracePt t="64239" x="4406900" y="2095500"/>
          <p14:tracePt t="64255" x="4165600" y="2025650"/>
          <p14:tracePt t="64272" x="3917950" y="1968500"/>
          <p14:tracePt t="64288" x="3790950" y="1949450"/>
          <p14:tracePt t="64305" x="3587750" y="1917700"/>
          <p14:tracePt t="64322" x="3429000" y="1911350"/>
          <p14:tracePt t="64338" x="3378200" y="1917700"/>
          <p14:tracePt t="64355" x="3295650" y="1943100"/>
          <p14:tracePt t="64371" x="3238500" y="1987550"/>
          <p14:tracePt t="64388" x="3225800" y="2006600"/>
          <p14:tracePt t="64405" x="3206750" y="2032000"/>
          <p14:tracePt t="64421" x="3194050" y="2057400"/>
          <p14:tracePt t="64438" x="3194050" y="2070100"/>
          <p14:tracePt t="64455" x="3187700" y="2076450"/>
          <p14:tracePt t="64471" x="3187700" y="2082800"/>
          <p14:tracePt t="64531" x="3187700" y="2089150"/>
          <p14:tracePt t="64552" x="3194050" y="2089150"/>
          <p14:tracePt t="64559" x="3194050" y="2095500"/>
          <p14:tracePt t="64574" x="3206750" y="2101850"/>
          <p14:tracePt t="64588" x="3232150" y="2114550"/>
          <p14:tracePt t="64604" x="3314700" y="2146300"/>
          <p14:tracePt t="64621" x="3384550" y="2165350"/>
          <p14:tracePt t="64637" x="3562350" y="2216150"/>
          <p14:tracePt t="64654" x="3670300" y="2247900"/>
          <p14:tracePt t="64670" x="3797300" y="2266950"/>
          <p14:tracePt t="64687" x="4171950" y="2343150"/>
          <p14:tracePt t="64704" x="4273550" y="2355850"/>
          <p14:tracePt t="64721" x="4457700" y="2381250"/>
          <p14:tracePt t="64737" x="4483100" y="2381250"/>
          <p14:tracePt t="64754" x="4502150" y="2387600"/>
          <p14:tracePt t="64770" x="4508500" y="2387600"/>
          <p14:tracePt t="64803" x="4508500" y="2393950"/>
          <p14:tracePt t="64820" x="4464050" y="2425700"/>
          <p14:tracePt t="64836" x="4432300" y="2444750"/>
          <p14:tracePt t="64854" x="4318000" y="2489200"/>
          <p14:tracePt t="64870" x="4241800" y="2527300"/>
          <p14:tracePt t="64886" x="4057650" y="2603500"/>
          <p14:tracePt t="64904" x="3841750" y="2698750"/>
          <p14:tracePt t="64919" x="3740150" y="2736850"/>
          <p14:tracePt t="64936" x="3549650" y="2832100"/>
          <p14:tracePt t="64953" x="3429000" y="2908300"/>
          <p14:tracePt t="64970" x="3384550" y="2933700"/>
          <p14:tracePt t="64986" x="3327400" y="2990850"/>
          <p14:tracePt t="65003" x="3295650" y="3022600"/>
          <p14:tracePt t="65019" x="3282950" y="3035300"/>
          <p14:tracePt t="65036" x="3276600" y="3041650"/>
          <p14:tracePt t="65052" x="3270250" y="3041650"/>
          <p14:tracePt t="65135" x="3276600" y="3041650"/>
          <p14:tracePt t="66002" x="3263900" y="3028950"/>
          <p14:tracePt t="66017" x="3232150" y="3003550"/>
          <p14:tracePt t="66023" x="3206750" y="2978150"/>
          <p14:tracePt t="66037" x="3175000" y="2952750"/>
          <p14:tracePt t="66049" x="3136900" y="2921000"/>
          <p14:tracePt t="66066" x="3060700" y="2857500"/>
          <p14:tracePt t="66082" x="3035300" y="2825750"/>
          <p14:tracePt t="66099" x="2959100" y="2724150"/>
          <p14:tracePt t="66115" x="2870200" y="2559050"/>
          <p14:tracePt t="66132" x="2806700" y="2457450"/>
          <p14:tracePt t="66149" x="2667000" y="2241550"/>
          <p14:tracePt t="66165" x="2520950" y="1993900"/>
          <p14:tracePt t="66182" x="2457450" y="1885950"/>
          <p14:tracePt t="66199" x="2343150" y="1708150"/>
          <p14:tracePt t="66215" x="2254250" y="1568450"/>
          <p14:tracePt t="66232" x="2209800" y="1498600"/>
          <p14:tracePt t="66248" x="2152650" y="1377950"/>
          <p14:tracePt t="66265" x="2127250" y="1320800"/>
          <p14:tracePt t="66283" x="2044700" y="1174750"/>
          <p14:tracePt t="66298" x="2025650" y="1130300"/>
          <p14:tracePt t="66315" x="2012950" y="1111250"/>
          <p14:tracePt t="66331" x="2000250" y="1079500"/>
          <p14:tracePt t="66348" x="1987550" y="1047750"/>
          <p14:tracePt t="66365" x="1974850" y="1035050"/>
          <p14:tracePt t="66381" x="1974850" y="1028700"/>
          <p14:tracePt t="66408" x="1968500" y="1028700"/>
          <p14:tracePt t="66816" x="1987550" y="1066800"/>
          <p14:tracePt t="66830" x="2032000" y="1162050"/>
          <p14:tracePt t="66837" x="2095500" y="1282700"/>
          <p14:tracePt t="66846" x="2171700" y="1428750"/>
          <p14:tracePt t="66863" x="2273300" y="1651000"/>
          <p14:tracePt t="66880" x="2470150" y="2044700"/>
          <p14:tracePt t="66896" x="2546350" y="2216150"/>
          <p14:tracePt t="66913" x="2673350" y="2463800"/>
          <p14:tracePt t="66929" x="2749550" y="2603500"/>
          <p14:tracePt t="66946" x="2774950" y="2635250"/>
          <p14:tracePt t="66963" x="2800350" y="2673350"/>
          <p14:tracePt t="66979" x="2800350" y="2686050"/>
          <p14:tracePt t="67054" x="2806700" y="2692400"/>
          <p14:tracePt t="67265" x="2851150" y="2692400"/>
          <p14:tracePt t="67279" x="2908300" y="2686050"/>
          <p14:tracePt t="67286" x="2984500" y="2667000"/>
          <p14:tracePt t="67299" x="3073400" y="2641600"/>
          <p14:tracePt t="67311" x="3175000" y="2635250"/>
          <p14:tracePt t="67328" x="3384550" y="2603500"/>
          <p14:tracePt t="67345" x="3498850" y="2603500"/>
          <p14:tracePt t="67362" x="3740150" y="2559050"/>
          <p14:tracePt t="67378" x="3981450" y="2520950"/>
          <p14:tracePt t="67395" x="4108450" y="2495550"/>
          <p14:tracePt t="67411" x="4318000" y="2457450"/>
          <p14:tracePt t="67427" x="4483100" y="2425700"/>
          <p14:tracePt t="67444" x="4540250" y="2406650"/>
          <p14:tracePt t="67462" x="4603750" y="2400300"/>
          <p14:tracePt t="67477" x="4629150" y="2393950"/>
          <p14:tracePt t="67494" x="4635500" y="2393950"/>
          <p14:tracePt t="67497" x="4648200" y="2393950"/>
          <p14:tracePt t="67513" x="4648200" y="2387600"/>
          <p14:tracePt t="67528" x="4654550" y="2387600"/>
          <p14:tracePt t="67545" x="4673600" y="2381250"/>
          <p14:tracePt t="67561" x="4699000" y="2381250"/>
          <p14:tracePt t="67577" x="4711700" y="2381250"/>
          <p14:tracePt t="67594" x="4730750" y="2374900"/>
          <p14:tracePt t="67610" x="4756150" y="2374900"/>
          <p14:tracePt t="67627" x="4768850" y="2374900"/>
          <p14:tracePt t="67644" x="4800600" y="2381250"/>
          <p14:tracePt t="67660" x="4845050" y="2381250"/>
          <p14:tracePt t="67677" x="4864100" y="2381250"/>
          <p14:tracePt t="67693" x="4921250" y="2374900"/>
          <p14:tracePt t="67710" x="4972050" y="2368550"/>
          <p14:tracePt t="67727" x="5003800" y="2362200"/>
          <p14:tracePt t="67743" x="5035550" y="2355850"/>
          <p14:tracePt t="67760" x="5060950" y="2349500"/>
          <p14:tracePt t="67777" x="5080000" y="2349500"/>
          <p14:tracePt t="67809" x="5086350" y="2349500"/>
          <p14:tracePt t="67827" x="5092700" y="2343150"/>
          <p14:tracePt t="67889" x="5086350" y="2343150"/>
          <p14:tracePt t="67896" x="5086350" y="2355850"/>
          <p14:tracePt t="67912" x="5067300" y="2362200"/>
          <p14:tracePt t="67926" x="5048250" y="2374900"/>
          <p14:tracePt t="67942" x="4972050" y="2413000"/>
          <p14:tracePt t="67960" x="4914900" y="2444750"/>
          <p14:tracePt t="67976" x="4768850" y="2520950"/>
          <p14:tracePt t="67992" x="4610100" y="2597150"/>
          <p14:tracePt t="68009" x="4483100" y="2660650"/>
          <p14:tracePt t="68025" x="4438650" y="2679700"/>
          <p14:tracePt t="68042" x="4387850" y="2711450"/>
          <p14:tracePt t="68059" x="4362450" y="2717800"/>
          <p14:tracePt t="68075" x="4356100" y="2724150"/>
          <p14:tracePt t="68149" x="4368800" y="2724150"/>
          <p14:tracePt t="68163" x="4381500" y="2724150"/>
          <p14:tracePt t="68170" x="4400550" y="2724150"/>
          <p14:tracePt t="68178" x="4419600" y="2724150"/>
          <p14:tracePt t="68192" x="4457700" y="2711450"/>
          <p14:tracePt t="68208" x="4502150" y="2698750"/>
          <p14:tracePt t="68225" x="4622800" y="2667000"/>
          <p14:tracePt t="68241" x="4756150" y="2641600"/>
          <p14:tracePt t="68258" x="4819650" y="2622550"/>
          <p14:tracePt t="68275" x="4914900" y="2603500"/>
          <p14:tracePt t="68291" x="4972050" y="2590800"/>
          <p14:tracePt t="68308" x="4991100" y="2584450"/>
          <p14:tracePt t="68325" x="4997450" y="2578100"/>
          <p14:tracePt t="68341" x="5003800" y="2578100"/>
          <p14:tracePt t="68478" x="4997450" y="2578100"/>
          <p14:tracePt t="68591" x="4991100" y="2578100"/>
          <p14:tracePt t="68661" x="4984750" y="2578100"/>
          <p14:tracePt t="68696" x="4978400" y="2584450"/>
          <p14:tracePt t="69033" x="4965700" y="2584450"/>
          <p14:tracePt t="69040" x="4946650" y="2584450"/>
          <p14:tracePt t="69053" x="4927600" y="2584450"/>
          <p14:tracePt t="69060" x="4895850" y="2584450"/>
          <p14:tracePt t="69075" x="4870450" y="2584450"/>
          <p14:tracePt t="69089" x="4813300" y="2584450"/>
          <p14:tracePt t="69105" x="4775200" y="2584450"/>
          <p14:tracePt t="69122" x="4737100" y="2584450"/>
          <p14:tracePt t="69138" x="4641850" y="2584450"/>
          <p14:tracePt t="69155" x="4552950" y="2590800"/>
          <p14:tracePt t="69172" x="4508500" y="2590800"/>
          <p14:tracePt t="69188" x="4445000" y="2590800"/>
          <p14:tracePt t="69205" x="4400550" y="2590800"/>
          <p14:tracePt t="69223" x="4375150" y="2603500"/>
          <p14:tracePt t="69238" x="4368800" y="2603500"/>
          <p14:tracePt t="69255" x="4362450" y="2603500"/>
          <p14:tracePt t="69320" x="4362450" y="2597150"/>
          <p14:tracePt t="69341" x="4368800" y="2597150"/>
          <p14:tracePt t="69356" x="4375150" y="2597150"/>
          <p14:tracePt t="69362" x="4381500" y="2597150"/>
          <p14:tracePt t="69371" x="4387850" y="2590800"/>
          <p14:tracePt t="69388" x="4400550" y="2590800"/>
          <p14:tracePt t="69405" x="4413250" y="2584450"/>
          <p14:tracePt t="69421" x="4438650" y="2578100"/>
          <p14:tracePt t="69437" x="4495800" y="2552700"/>
          <p14:tracePt t="69454" x="4584700" y="2520950"/>
          <p14:tracePt t="69471" x="4629150" y="2495550"/>
          <p14:tracePt t="69488" x="4724400" y="2451100"/>
          <p14:tracePt t="69503" x="4813300" y="2393950"/>
          <p14:tracePt t="69521" x="4838700" y="2381250"/>
          <p14:tracePt t="69523" x="4857750" y="2368550"/>
          <p14:tracePt t="69537" x="4876800" y="2355850"/>
          <p14:tracePt t="69554" x="4889500" y="2343150"/>
          <p14:tracePt t="69571" x="4895850" y="2343150"/>
          <p14:tracePt t="69587" x="4895850" y="2336800"/>
          <p14:tracePt t="69603" x="4883150" y="2324100"/>
          <p14:tracePt t="69620" x="4857750" y="2317750"/>
          <p14:tracePt t="69637" x="4787900" y="2292350"/>
          <p14:tracePt t="69653" x="4635500" y="2222500"/>
          <p14:tracePt t="69670" x="4546600" y="2197100"/>
          <p14:tracePt t="69686" x="4267200" y="2076450"/>
          <p14:tracePt t="69703" x="4095750" y="2000250"/>
          <p14:tracePt t="69720" x="3498850" y="1670050"/>
          <p14:tracePt t="69736" x="3321050" y="1562100"/>
          <p14:tracePt t="69753" x="3130550" y="1416050"/>
          <p14:tracePt t="69769" x="2813050" y="1193800"/>
          <p14:tracePt t="69786" x="2609850" y="1041400"/>
          <p14:tracePt t="69803" x="2533650" y="977900"/>
          <p14:tracePt t="69819" x="2406650" y="889000"/>
          <p14:tracePt t="69836" x="2330450" y="831850"/>
          <p14:tracePt t="69854" x="2286000" y="800100"/>
          <p14:tracePt t="69869" x="2273300" y="800100"/>
          <p14:tracePt t="69886" x="2254250" y="793750"/>
          <p14:tracePt t="69951" x="2247900" y="787400"/>
          <p14:tracePt t="70043" x="2247900" y="793750"/>
          <p14:tracePt t="70057" x="2247900" y="800100"/>
          <p14:tracePt t="70064" x="2266950" y="819150"/>
          <p14:tracePt t="70072" x="2286000" y="838200"/>
          <p14:tracePt t="70087" x="2317750" y="876300"/>
          <p14:tracePt t="70102" x="2381250" y="914400"/>
          <p14:tracePt t="70118" x="2552700" y="1035050"/>
          <p14:tracePt t="70135" x="2870200" y="1219200"/>
          <p14:tracePt t="70152" x="3086100" y="1301750"/>
          <p14:tracePt t="70169" x="3587750" y="1466850"/>
          <p14:tracePt t="70185" x="4102100" y="1587500"/>
          <p14:tracePt t="70202" x="4337050" y="1600200"/>
          <p14:tracePt t="70218" x="4800600" y="1644650"/>
          <p14:tracePt t="70235" x="5060950" y="1657350"/>
          <p14:tracePt t="70251" x="5168900" y="1663700"/>
          <p14:tracePt t="70268" x="5283200" y="1663700"/>
          <p14:tracePt t="70285" x="5314950" y="1663700"/>
          <p14:tracePt t="70302" x="5321300" y="1663700"/>
          <p14:tracePt t="70334" x="5321300" y="1670050"/>
          <p14:tracePt t="70352" x="5321300" y="1682750"/>
          <p14:tracePt t="70384" x="5321300" y="1701800"/>
          <p14:tracePt t="70401" x="5340350" y="1746250"/>
          <p14:tracePt t="70417" x="5365750" y="1816100"/>
          <p14:tracePt t="70434" x="5372100" y="1841500"/>
          <p14:tracePt t="70451" x="5384800" y="1905000"/>
          <p14:tracePt t="70467" x="5403850" y="1974850"/>
          <p14:tracePt t="70485" x="5397500" y="2051050"/>
          <p14:tracePt t="70500" x="5397500" y="2108200"/>
          <p14:tracePt t="70517" x="5372100" y="2190750"/>
          <p14:tracePt t="70534" x="5365750" y="2228850"/>
          <p14:tracePt t="70550" x="5334000" y="2305050"/>
          <p14:tracePt t="70567" x="5314950" y="2336800"/>
          <p14:tracePt t="70584" x="5302250" y="2368550"/>
          <p14:tracePt t="70600" x="5295900" y="2374900"/>
          <p14:tracePt t="70617" x="5289550" y="2387600"/>
          <p14:tracePt t="70633" x="5283200" y="2387600"/>
          <p14:tracePt t="70716" x="5283200" y="2381250"/>
          <p14:tracePt t="70723" x="5289550" y="2381250"/>
          <p14:tracePt t="70758" x="5295900" y="2374900"/>
          <p14:tracePt t="70836" x="5289550" y="2374900"/>
          <p14:tracePt t="70850" x="5276850" y="2374900"/>
          <p14:tracePt t="70870" x="5257800" y="2381250"/>
          <p14:tracePt t="70877" x="5232400" y="2387600"/>
          <p14:tracePt t="70885" x="5194300" y="2400300"/>
          <p14:tracePt t="70901" x="5143500" y="2413000"/>
          <p14:tracePt t="70916" x="4978400" y="2463800"/>
          <p14:tracePt t="70932" x="4902200" y="2495550"/>
          <p14:tracePt t="70949" x="4718050" y="2559050"/>
          <p14:tracePt t="70966" x="4635500" y="2584450"/>
          <p14:tracePt t="70983" x="4483100" y="2660650"/>
          <p14:tracePt t="70998" x="4457700" y="2673350"/>
          <p14:tracePt t="71015" x="4438650" y="2679700"/>
          <p14:tracePt t="71032" x="4419600" y="2686050"/>
          <p14:tracePt t="71130" x="4419600" y="2679700"/>
          <p14:tracePt t="72660" x="4349750" y="2698750"/>
          <p14:tracePt t="72667" x="4222750" y="2717800"/>
          <p14:tracePt t="72681" x="4095750" y="2755900"/>
          <p14:tracePt t="72692" x="3943350" y="2787650"/>
          <p14:tracePt t="72709" x="3727450" y="2851150"/>
          <p14:tracePt t="72726" x="3556000" y="2901950"/>
          <p14:tracePt t="72742" x="3473450" y="2927350"/>
          <p14:tracePt t="72759" x="3276600" y="2990850"/>
          <p14:tracePt t="72776" x="3092450" y="3067050"/>
          <p14:tracePt t="72793" x="3016250" y="3092450"/>
          <p14:tracePt t="72809" x="2876550" y="3149600"/>
          <p14:tracePt t="72826" x="2806700" y="3181350"/>
          <p14:tracePt t="72843" x="2647950" y="3225800"/>
          <p14:tracePt t="72859" x="2603500" y="3238500"/>
          <p14:tracePt t="72875" x="2584450" y="3238500"/>
          <p14:tracePt t="72892" x="2533650" y="3251200"/>
          <p14:tracePt t="72909" x="2495550" y="3263900"/>
          <p14:tracePt t="72926" x="2470150" y="3270250"/>
          <p14:tracePt t="72942" x="2438400" y="3282950"/>
          <p14:tracePt t="72958" x="2387600" y="3314700"/>
          <p14:tracePt t="72976" x="2324100" y="3346450"/>
          <p14:tracePt t="72992" x="2292350" y="3359150"/>
          <p14:tracePt t="73008" x="2190750" y="3422650"/>
          <p14:tracePt t="73025" x="2139950" y="3460750"/>
          <p14:tracePt t="73041" x="2114550" y="3486150"/>
          <p14:tracePt t="73058" x="2082800" y="3511550"/>
          <p14:tracePt t="73075" x="2051050" y="3536950"/>
          <p14:tracePt t="73457" x="2012950" y="3549650"/>
          <p14:tracePt t="73464" x="1974850" y="3556000"/>
          <p14:tracePt t="73478" x="1917700" y="3575050"/>
          <p14:tracePt t="73490" x="1866900" y="3575050"/>
          <p14:tracePt t="73507" x="1771650" y="3594100"/>
          <p14:tracePt t="73523" x="1727200" y="3600450"/>
          <p14:tracePt t="73540" x="1670050" y="3606800"/>
          <p14:tracePt t="73557" x="1625600" y="3613150"/>
          <p14:tracePt t="73573" x="1612900" y="3613150"/>
          <p14:tracePt t="73590" x="1587500" y="3613150"/>
          <p14:tracePt t="73593" x="1574800" y="3619500"/>
          <p14:tracePt t="73606" x="1568450" y="3619500"/>
          <p14:tracePt t="73623" x="1562100" y="3619500"/>
          <p14:tracePt t="73640" x="1555750" y="3619500"/>
          <p14:tracePt t="73668" x="1549400" y="3619500"/>
          <p14:tracePt t="73738" x="1543050" y="3619500"/>
          <p14:tracePt t="73772" x="1536700" y="3619500"/>
          <p14:tracePt t="74167" x="1524000" y="3619500"/>
          <p14:tracePt t="74181" x="1511300" y="3625850"/>
          <p14:tracePt t="74190" x="1485900" y="3632200"/>
          <p14:tracePt t="74204" x="1466850" y="3651250"/>
          <p14:tracePt t="74221" x="1422400" y="3657600"/>
          <p14:tracePt t="74238" x="1384300" y="3663950"/>
          <p14:tracePt t="74255" x="1365250" y="3670300"/>
          <p14:tracePt t="74271" x="1314450" y="3676650"/>
          <p14:tracePt t="74287" x="1270000" y="3683000"/>
          <p14:tracePt t="74304" x="1257300" y="3689350"/>
          <p14:tracePt t="74321" x="1231900" y="3689350"/>
          <p14:tracePt t="74337" x="1225550" y="3689350"/>
          <p14:tracePt t="74353" x="1219200" y="3689350"/>
          <p14:tracePt t="74371" x="1212850" y="3689350"/>
          <p14:tracePt t="74386" x="1206500" y="3689350"/>
          <p14:tracePt t="74679" x="1212850" y="3689350"/>
          <p14:tracePt t="74897" x="1219200" y="3689350"/>
          <p14:tracePt t="74911" x="1225550" y="3689350"/>
          <p14:tracePt t="74917" x="1225550" y="3695700"/>
          <p14:tracePt t="74932" x="1238250" y="3695700"/>
          <p14:tracePt t="74939" x="1250950" y="3702050"/>
          <p14:tracePt t="74954" x="1263650" y="3702050"/>
          <p14:tracePt t="74968" x="1320800" y="3714750"/>
          <p14:tracePt t="74985" x="1377950" y="3727450"/>
          <p14:tracePt t="75002" x="1511300" y="3746500"/>
          <p14:tracePt t="75018" x="1587500" y="3752850"/>
          <p14:tracePt t="75035" x="1790700" y="3765550"/>
          <p14:tracePt t="75052" x="1993900" y="3765550"/>
          <p14:tracePt t="75068" x="2082800" y="3765550"/>
          <p14:tracePt t="75085" x="2247900" y="3765550"/>
          <p14:tracePt t="75101" x="2374900" y="3759200"/>
          <p14:tracePt t="75118" x="2432050" y="3752850"/>
          <p14:tracePt t="75135" x="2470150" y="3740150"/>
          <p14:tracePt t="75151" x="2514600" y="3733800"/>
          <p14:tracePt t="75167" x="2520950" y="3733800"/>
          <p14:tracePt t="75185" x="2533650" y="3733800"/>
          <p14:tracePt t="75201" x="2540000" y="3733800"/>
          <p14:tracePt t="75234" x="2546350" y="3733800"/>
          <p14:tracePt t="75311" x="2552700" y="3733800"/>
          <p14:tracePt t="76104" x="2578100" y="3733800"/>
          <p14:tracePt t="76110" x="2616200" y="3733800"/>
          <p14:tracePt t="76125" x="2667000" y="3721100"/>
          <p14:tracePt t="76133" x="2736850" y="3714750"/>
          <p14:tracePt t="76148" x="2787650" y="3702050"/>
          <p14:tracePt t="76164" x="2914650" y="3695700"/>
          <p14:tracePt t="76181" x="3048000" y="3683000"/>
          <p14:tracePt t="76197" x="3124200" y="3676650"/>
          <p14:tracePt t="76214" x="3200400" y="3676650"/>
          <p14:tracePt t="76231" x="3409950" y="3670300"/>
          <p14:tracePt t="76247" x="3486150" y="3676650"/>
          <p14:tracePt t="76264" x="3543300" y="3695700"/>
          <p14:tracePt t="76280" x="3644900" y="3708400"/>
          <p14:tracePt t="76297" x="3727450" y="3721100"/>
          <p14:tracePt t="76315" x="3765550" y="3733800"/>
          <p14:tracePt t="76330" x="3771900" y="3733800"/>
          <p14:tracePt t="76347" x="3784600" y="3740150"/>
          <p14:tracePt t="76384" x="3784600" y="3746500"/>
          <p14:tracePt t="76440" x="3784600" y="3752850"/>
          <p14:tracePt t="76455" x="3778250" y="3759200"/>
          <p14:tracePt t="76461" x="3771900" y="3765550"/>
          <p14:tracePt t="76475" x="3765550" y="3771900"/>
          <p14:tracePt t="76483" x="3752850" y="3784600"/>
          <p14:tracePt t="76499" x="3740150" y="3797300"/>
          <p14:tracePt t="76513" x="3689350" y="3848100"/>
          <p14:tracePt t="76529" x="3676650" y="3873500"/>
          <p14:tracePt t="76546" x="3625850" y="3937000"/>
          <p14:tracePt t="76563" x="3613150" y="3981450"/>
          <p14:tracePt t="76579" x="3581400" y="4032250"/>
          <p14:tracePt t="76595" x="3549650" y="4095750"/>
          <p14:tracePt t="76612" x="3536950" y="4114800"/>
          <p14:tracePt t="76629" x="3517900" y="4146550"/>
          <p14:tracePt t="76646" x="3492500" y="4184650"/>
          <p14:tracePt t="76662" x="3479800" y="4197350"/>
          <p14:tracePt t="76679" x="3454400" y="4210050"/>
          <p14:tracePt t="76695" x="3429000" y="4222750"/>
          <p14:tracePt t="76712" x="3416300" y="4229100"/>
          <p14:tracePt t="76729" x="3403600" y="4229100"/>
          <p14:tracePt t="76745" x="3384550" y="4229100"/>
          <p14:tracePt t="76763" x="3371850" y="4222750"/>
          <p14:tracePt t="76779" x="3359150" y="4203700"/>
          <p14:tracePt t="76795" x="3346450" y="4165600"/>
          <p14:tracePt t="76812" x="3333750" y="4108450"/>
          <p14:tracePt t="76828" x="3333750" y="4064000"/>
          <p14:tracePt t="76845" x="3333750" y="4038600"/>
          <p14:tracePt t="76862" x="3327400" y="3949700"/>
          <p14:tracePt t="76879" x="3327400" y="3930650"/>
          <p14:tracePt t="76896" x="3327400" y="3917950"/>
          <p14:tracePt t="76912" x="3340100" y="3892550"/>
          <p14:tracePt t="76928" x="3340100" y="3879850"/>
          <p14:tracePt t="76961" x="3346450" y="3873500"/>
          <p14:tracePt t="76995" x="3352800" y="3873500"/>
          <p14:tracePt t="77002" x="3352800" y="3879850"/>
          <p14:tracePt t="77015" x="3352800" y="3892550"/>
          <p14:tracePt t="77028" x="3359150" y="3905250"/>
          <p14:tracePt t="77044" x="3378200" y="3930650"/>
          <p14:tracePt t="77061" x="3384550" y="3949700"/>
          <p14:tracePt t="77078" x="3403600" y="4000500"/>
          <p14:tracePt t="77094" x="3416300" y="4044950"/>
          <p14:tracePt t="77111" x="3429000" y="4064000"/>
          <p14:tracePt t="77128" x="3435350" y="4102100"/>
          <p14:tracePt t="77144" x="3441700" y="4121150"/>
          <p14:tracePt t="77161" x="3441700" y="4127500"/>
          <p14:tracePt t="77177" x="3448050" y="4133850"/>
          <p14:tracePt t="77226" x="3448050" y="4140200"/>
          <p14:tracePt t="77465" x="3454400" y="4133850"/>
          <p14:tracePt t="77486" x="3454400" y="4127500"/>
          <p14:tracePt t="77493" x="3460750" y="4127500"/>
          <p14:tracePt t="77507" x="3460750" y="4121150"/>
          <p14:tracePt t="77513" x="3460750" y="4114800"/>
          <p14:tracePt t="77529" x="3467100" y="4108450"/>
          <p14:tracePt t="77543" x="3473450" y="4095750"/>
          <p14:tracePt t="77559" x="3486150" y="4044950"/>
          <p14:tracePt t="77576" x="3492500" y="4025900"/>
          <p14:tracePt t="77592" x="3524250" y="3949700"/>
          <p14:tracePt t="77609" x="3556000" y="3886200"/>
          <p14:tracePt t="77626" x="3606800" y="3835400"/>
          <p14:tracePt t="77642" x="3625850" y="3810000"/>
          <p14:tracePt t="77659" x="3689350" y="3771900"/>
          <p14:tracePt t="77676" x="3765550" y="3727450"/>
          <p14:tracePt t="77692" x="3810000" y="3721100"/>
          <p14:tracePt t="77709" x="3917950" y="3702050"/>
          <p14:tracePt t="77725" x="4006850" y="3695700"/>
          <p14:tracePt t="77742" x="4057650" y="3695700"/>
          <p14:tracePt t="77760" x="4165600" y="3695700"/>
          <p14:tracePt t="77775" x="4254500" y="3683000"/>
          <p14:tracePt t="77792" x="4298950" y="3676650"/>
          <p14:tracePt t="77809" x="4394200" y="3651250"/>
          <p14:tracePt t="77825" x="4445000" y="3644900"/>
          <p14:tracePt t="77842" x="4489450" y="3625850"/>
          <p14:tracePt t="77858" x="4559300" y="3606800"/>
          <p14:tracePt t="77875" x="4591050" y="3594100"/>
          <p14:tracePt t="77892" x="4616450" y="3587750"/>
          <p14:tracePt t="77908" x="4654550" y="3587750"/>
          <p14:tracePt t="77925" x="4673600" y="3581400"/>
          <p14:tracePt t="77942" x="4699000" y="3581400"/>
          <p14:tracePt t="77958" x="4711700" y="3581400"/>
          <p14:tracePt t="77974" x="4730750" y="3575050"/>
          <p14:tracePt t="77991" x="4743450" y="3575050"/>
          <p14:tracePt t="78007" x="4749800" y="3562350"/>
          <p14:tracePt t="78024" x="4749800" y="3556000"/>
          <p14:tracePt t="78371" x="4787900" y="3562350"/>
          <p14:tracePt t="78378" x="4838700" y="3575050"/>
          <p14:tracePt t="78390" x="4908550" y="3600450"/>
          <p14:tracePt t="78407" x="5067300" y="3644900"/>
          <p14:tracePt t="78423" x="5168900" y="3651250"/>
          <p14:tracePt t="78440" x="5283200" y="3663950"/>
          <p14:tracePt t="78457" x="5613400" y="3683000"/>
          <p14:tracePt t="78474" x="5715000" y="3683000"/>
          <p14:tracePt t="78490" x="5803900" y="3683000"/>
          <p14:tracePt t="78506" x="5956300" y="3683000"/>
          <p14:tracePt t="78523" x="6038850" y="3683000"/>
          <p14:tracePt t="78539" x="6089650" y="3683000"/>
          <p14:tracePt t="78555" x="6102350" y="3683000"/>
          <p14:tracePt t="78572" x="6121400" y="3683000"/>
          <p14:tracePt t="78630" x="6127750" y="3676650"/>
          <p14:tracePt t="78708" x="6140450" y="3670300"/>
          <p14:tracePt t="78723" x="6146800" y="3670300"/>
          <p14:tracePt t="78729" x="6165850" y="3670300"/>
          <p14:tracePt t="78738" x="6184900" y="3670300"/>
          <p14:tracePt t="78755" x="6216650" y="3670300"/>
          <p14:tracePt t="78772" x="6292850" y="3663950"/>
          <p14:tracePt t="78788" x="6362700" y="3651250"/>
          <p14:tracePt t="78806" x="6565900" y="3632200"/>
          <p14:tracePt t="78821" x="6642100" y="3625850"/>
          <p14:tracePt t="78838" x="6711950" y="3625850"/>
          <p14:tracePt t="78855" x="6851650" y="3606800"/>
          <p14:tracePt t="78872" x="6915150" y="3594100"/>
          <p14:tracePt t="78888" x="7023100" y="3575050"/>
          <p14:tracePt t="78905" x="7067550" y="3568700"/>
          <p14:tracePt t="78921" x="7105650" y="3568700"/>
          <p14:tracePt t="78938" x="7175500" y="3568700"/>
          <p14:tracePt t="78954" x="7213600" y="3568700"/>
          <p14:tracePt t="78971" x="7283450" y="3562350"/>
          <p14:tracePt t="78988" x="7308850" y="3556000"/>
          <p14:tracePt t="79005" x="7346950" y="3556000"/>
          <p14:tracePt t="79021" x="7416800" y="3543300"/>
          <p14:tracePt t="79038" x="7448550" y="3543300"/>
          <p14:tracePt t="79054" x="7473950" y="3536950"/>
          <p14:tracePt t="79071" x="7543800" y="3536950"/>
          <p14:tracePt t="79087" x="7575550" y="3530600"/>
          <p14:tracePt t="79104" x="7620000" y="3530600"/>
          <p14:tracePt t="79121" x="7632700" y="3524250"/>
          <p14:tracePt t="79137" x="7645400" y="3524250"/>
          <p14:tracePt t="79154" x="7658100" y="3517900"/>
          <p14:tracePt t="79171" x="7664450" y="3517900"/>
          <p14:tracePt t="79204" x="7664450" y="3524250"/>
          <p14:tracePt t="79222" x="7651750" y="3530600"/>
          <p14:tracePt t="79237" x="7632700" y="3536950"/>
          <p14:tracePt t="79253" x="7550150" y="3562350"/>
          <p14:tracePt t="79270" x="7359650" y="3581400"/>
          <p14:tracePt t="79286" x="7232650" y="3594100"/>
          <p14:tracePt t="79304" x="6851650" y="3644900"/>
          <p14:tracePt t="79320" x="6305550" y="3702050"/>
          <p14:tracePt t="79336" x="6013450" y="3733800"/>
          <p14:tracePt t="79354" x="5391150" y="3829050"/>
          <p14:tracePt t="79369" x="4845050" y="3905250"/>
          <p14:tracePt t="79386" x="4616450" y="3949700"/>
          <p14:tracePt t="79403" x="4318000" y="4006850"/>
          <p14:tracePt t="79420" x="4191000" y="4038600"/>
          <p14:tracePt t="79437" x="3892550" y="4102100"/>
          <p14:tracePt t="79453" x="3816350" y="4108450"/>
          <p14:tracePt t="79469" x="3746500" y="4127500"/>
          <p14:tracePt t="79486" x="3638550" y="4146550"/>
          <p14:tracePt t="79502" x="3568700" y="4152900"/>
          <p14:tracePt t="79519" x="3543300" y="4159250"/>
          <p14:tracePt t="79536" x="3498850" y="4159250"/>
          <p14:tracePt t="79553" x="3454400" y="4171950"/>
          <p14:tracePt t="79569" x="3429000" y="4171950"/>
          <p14:tracePt t="79586" x="3390900" y="4171950"/>
          <p14:tracePt t="79602" x="3352800" y="4171950"/>
          <p14:tracePt t="79620" x="3302000" y="4171950"/>
          <p14:tracePt t="79635" x="3270250" y="4171950"/>
          <p14:tracePt t="79652" x="3213100" y="4165600"/>
          <p14:tracePt t="79669" x="3149600" y="4159250"/>
          <p14:tracePt t="79685" x="3092450" y="4140200"/>
          <p14:tracePt t="79702" x="3035300" y="4121150"/>
          <p14:tracePt t="79705" x="2984500" y="4108450"/>
          <p14:tracePt t="79719" x="2870200" y="4057650"/>
          <p14:tracePt t="79735" x="2825750" y="4032250"/>
          <p14:tracePt t="79752" x="2781300" y="4006850"/>
          <p14:tracePt t="79768" x="2768600" y="3994150"/>
          <p14:tracePt t="80161" x="2705100" y="3975100"/>
          <p14:tracePt t="80175" x="2628900" y="3975100"/>
          <p14:tracePt t="80182" x="2552700" y="3956050"/>
          <p14:tracePt t="80189" x="2489200" y="3956050"/>
          <p14:tracePt t="80203" x="2413000" y="3956050"/>
          <p14:tracePt t="80217" x="2324100" y="3962400"/>
          <p14:tracePt t="80233" x="2152650" y="3981450"/>
          <p14:tracePt t="80250" x="2076450" y="3987800"/>
          <p14:tracePt t="80267" x="1930400" y="4006850"/>
          <p14:tracePt t="80283" x="1873250" y="4006850"/>
          <p14:tracePt t="80300" x="1835150" y="4006850"/>
          <p14:tracePt t="80316" x="1778000" y="4013200"/>
          <p14:tracePt t="80333" x="1733550" y="4013200"/>
          <p14:tracePt t="80350" x="1701800" y="4013200"/>
          <p14:tracePt t="80366" x="1695450" y="4013200"/>
          <p14:tracePt t="80383" x="1689100" y="4013200"/>
          <p14:tracePt t="80400" x="1676400" y="4006850"/>
          <p14:tracePt t="80484" x="1682750" y="4000500"/>
          <p14:tracePt t="80490" x="1689100" y="3994150"/>
          <p14:tracePt t="80504" x="1708150" y="3994150"/>
          <p14:tracePt t="80516" x="1727200" y="3981450"/>
          <p14:tracePt t="80533" x="1746250" y="3975100"/>
          <p14:tracePt t="80549" x="1841500" y="3943350"/>
          <p14:tracePt t="80565" x="1962150" y="3917950"/>
          <p14:tracePt t="80583" x="2032000" y="3911600"/>
          <p14:tracePt t="80599" x="2146300" y="3911600"/>
          <p14:tracePt t="80616" x="2222500" y="3911600"/>
          <p14:tracePt t="80632" x="2254250" y="3911600"/>
          <p14:tracePt t="80674" x="2260600" y="3911600"/>
          <p14:tracePt t="80793" x="2260600" y="3917950"/>
          <p14:tracePt t="80814" x="2254250" y="3917950"/>
          <p14:tracePt t="80821" x="2247900" y="3917950"/>
          <p14:tracePt t="80835" x="2241550" y="3924300"/>
          <p14:tracePt t="80848" x="2235200" y="3924300"/>
          <p14:tracePt t="80864" x="2228850" y="3937000"/>
          <p14:tracePt t="80898" x="2222500" y="3949700"/>
          <p14:tracePt t="80914" x="2216150" y="3962400"/>
          <p14:tracePt t="80955" x="2216150" y="3968750"/>
          <p14:tracePt t="80975" x="2216150" y="3975100"/>
          <p14:tracePt t="80984" x="2228850" y="3981450"/>
          <p14:tracePt t="80998" x="2235200" y="3987800"/>
          <p14:tracePt t="81014" x="2254250" y="4000500"/>
          <p14:tracePt t="81031" x="2286000" y="4019550"/>
          <p14:tracePt t="81047" x="2324100" y="4038600"/>
          <p14:tracePt t="81064" x="2343150" y="4051300"/>
          <p14:tracePt t="81081" x="2374900" y="4064000"/>
          <p14:tracePt t="81097" x="2406650" y="4064000"/>
          <p14:tracePt t="81114" x="2413000" y="4064000"/>
          <p14:tracePt t="81130" x="2432050" y="4064000"/>
          <p14:tracePt t="81147" x="2444750" y="4064000"/>
          <p14:tracePt t="81163" x="2451100" y="4064000"/>
          <p14:tracePt t="81180" x="2457450" y="4064000"/>
          <p14:tracePt t="81214" x="2457450" y="4057650"/>
          <p14:tracePt t="81263" x="2470150" y="4057650"/>
          <p14:tracePt t="81277" x="2476500" y="4057650"/>
          <p14:tracePt t="81298" x="2482850" y="4051300"/>
          <p14:tracePt t="81305" x="2495550" y="4051300"/>
          <p14:tracePt t="81315" x="2501900" y="4051300"/>
          <p14:tracePt t="81329" x="2514600" y="4051300"/>
          <p14:tracePt t="81346" x="2540000" y="4051300"/>
          <p14:tracePt t="81363" x="2584450" y="4051300"/>
          <p14:tracePt t="81379" x="2641600" y="4051300"/>
          <p14:tracePt t="81397" x="2724150" y="4051300"/>
          <p14:tracePt t="81412" x="2762250" y="4051300"/>
          <p14:tracePt t="81429" x="2838450" y="4051300"/>
          <p14:tracePt t="81446" x="2908300" y="4051300"/>
          <p14:tracePt t="81462" x="2927350" y="4051300"/>
          <p14:tracePt t="81479" x="2952750" y="4051300"/>
          <p14:tracePt t="81495" x="2965450" y="4051300"/>
          <p14:tracePt t="81512" x="2971800" y="4051300"/>
          <p14:tracePt t="82071" x="2965450" y="4064000"/>
          <p14:tracePt t="82078" x="2946400" y="4076700"/>
          <p14:tracePt t="82085" x="2933700" y="4108450"/>
          <p14:tracePt t="82099" x="2914650" y="4127500"/>
          <p14:tracePt t="82110" x="2889250" y="4165600"/>
          <p14:tracePt t="82127" x="2870200" y="4184650"/>
          <p14:tracePt t="82143" x="2838450" y="4222750"/>
          <p14:tracePt t="82160" x="2813050" y="4248150"/>
          <p14:tracePt t="82177" x="2800350" y="4260850"/>
          <p14:tracePt t="82194" x="2800350" y="4267200"/>
          <p14:tracePt t="82211" x="2800350" y="4273550"/>
          <p14:tracePt t="82226" x="2800350" y="4279900"/>
          <p14:tracePt t="82262" x="2806700" y="4279900"/>
          <p14:tracePt t="82276" x="2819400" y="4279900"/>
          <p14:tracePt t="82293" x="2863850" y="4279900"/>
          <p14:tracePt t="82310" x="2952750" y="4273550"/>
          <p14:tracePt t="82326" x="3016250" y="4273550"/>
          <p14:tracePt t="82343" x="3187700" y="4254500"/>
          <p14:tracePt t="82359" x="3378200" y="4222750"/>
          <p14:tracePt t="82376" x="3467100" y="4203700"/>
          <p14:tracePt t="82393" x="3638550" y="4171950"/>
          <p14:tracePt t="82409" x="3771900" y="4146550"/>
          <p14:tracePt t="82426" x="3810000" y="4140200"/>
          <p14:tracePt t="82443" x="3860800" y="4127500"/>
          <p14:tracePt t="82459" x="3886200" y="4121150"/>
          <p14:tracePt t="82475" x="3892550" y="4121150"/>
          <p14:tracePt t="82509" x="3898900" y="4121150"/>
          <p14:tracePt t="82597" x="3892550" y="4121150"/>
          <p14:tracePt t="82619" x="3886200" y="4121150"/>
          <p14:tracePt t="83021" x="3892550" y="4114800"/>
          <p14:tracePt t="83028" x="3917950" y="4102100"/>
          <p14:tracePt t="83043" x="3943350" y="4095750"/>
          <p14:tracePt t="83057" x="3968750" y="4083050"/>
          <p14:tracePt t="83073" x="4006850" y="4051300"/>
          <p14:tracePt t="83091" x="4044950" y="4025900"/>
          <p14:tracePt t="83107" x="4064000" y="4019550"/>
          <p14:tracePt t="83123" x="4083050" y="4006850"/>
          <p14:tracePt t="83140" x="4102100" y="4000500"/>
          <p14:tracePt t="83157" x="4108450" y="3994150"/>
          <p14:tracePt t="83173" x="4114800" y="3994150"/>
          <p14:tracePt t="83190" x="4121150" y="3987800"/>
          <p14:tracePt t="83280" x="4114800" y="3987800"/>
          <p14:tracePt t="83294" x="4108450" y="3987800"/>
          <p14:tracePt t="83308" x="4095750" y="3987800"/>
          <p14:tracePt t="83323" x="4083050" y="3987800"/>
          <p14:tracePt t="83330" x="4051300" y="3987800"/>
          <p14:tracePt t="83344" x="4032250" y="3987800"/>
          <p14:tracePt t="83356" x="3994150" y="3987800"/>
          <p14:tracePt t="83373" x="3917950" y="3987800"/>
          <p14:tracePt t="83389" x="3879850" y="3987800"/>
          <p14:tracePt t="83406" x="3829050" y="3994150"/>
          <p14:tracePt t="83422" x="3784600" y="3994150"/>
          <p14:tracePt t="83439" x="3778250" y="3994150"/>
          <p14:tracePt t="83456" x="3765550" y="4000500"/>
          <p14:tracePt t="83472" x="3778250" y="4006850"/>
          <p14:tracePt t="83489" x="3784600" y="4006850"/>
          <p14:tracePt t="83506" x="3829050" y="4013200"/>
          <p14:tracePt t="83522" x="3905250" y="4025900"/>
          <p14:tracePt t="83539" x="3975100" y="4032250"/>
          <p14:tracePt t="83556" x="4127500" y="4044950"/>
          <p14:tracePt t="83571" x="4203700" y="4044950"/>
          <p14:tracePt t="83590" x="4413250" y="4070350"/>
          <p14:tracePt t="83604" x="4470400" y="4089400"/>
          <p14:tracePt t="83622" x="4521200" y="4095750"/>
          <p14:tracePt t="83638" x="4591050" y="4114800"/>
          <p14:tracePt t="83655" x="4641850" y="4127500"/>
          <p14:tracePt t="83671" x="4660900" y="4133850"/>
          <p14:tracePt t="83688" x="4699000" y="4133850"/>
          <p14:tracePt t="83705" x="4711700" y="4140200"/>
          <p14:tracePt t="83722" x="4724400" y="4146550"/>
          <p14:tracePt t="83738" x="4749800" y="4146550"/>
          <p14:tracePt t="83755" x="4775200" y="4152900"/>
          <p14:tracePt t="83771" x="4806950" y="4152900"/>
          <p14:tracePt t="83788" x="4819650" y="4152900"/>
          <p14:tracePt t="83804" x="4870450" y="4159250"/>
          <p14:tracePt t="83821" x="4921250" y="4159250"/>
          <p14:tracePt t="83837" x="4946650" y="4159250"/>
          <p14:tracePt t="83854" x="4965700" y="4159250"/>
          <p14:tracePt t="83871" x="5035550" y="4159250"/>
          <p14:tracePt t="83888" x="5054600" y="4159250"/>
          <p14:tracePt t="83905" x="5105400" y="4159250"/>
          <p14:tracePt t="83921" x="5137150" y="4159250"/>
          <p14:tracePt t="83937" x="5194300" y="4152900"/>
          <p14:tracePt t="83954" x="5232400" y="4152900"/>
          <p14:tracePt t="83970" x="5308600" y="4146550"/>
          <p14:tracePt t="83987" x="5378450" y="4127500"/>
          <p14:tracePt t="84004" x="5461000" y="4114800"/>
          <p14:tracePt t="84021" x="5492750" y="4102100"/>
          <p14:tracePt t="84037" x="5543550" y="4089400"/>
          <p14:tracePt t="84054" x="5581650" y="4076700"/>
          <p14:tracePt t="84070" x="5607050" y="4076700"/>
          <p14:tracePt t="84087" x="5638800" y="4057650"/>
          <p14:tracePt t="84103" x="5657850" y="4051300"/>
          <p14:tracePt t="84120" x="5670550" y="4044950"/>
          <p14:tracePt t="84137" x="5683250" y="4038600"/>
          <p14:tracePt t="84153" x="5695950" y="4032250"/>
          <p14:tracePt t="84170" x="5702300" y="4025900"/>
          <p14:tracePt t="84187" x="5715000" y="4025900"/>
          <p14:tracePt t="84203" x="5721350" y="4019550"/>
          <p14:tracePt t="84348" x="5727700" y="4019550"/>
          <p14:tracePt t="84376" x="5727700" y="4025900"/>
          <p14:tracePt t="84397" x="5715000" y="4032250"/>
          <p14:tracePt t="84404" x="5702300" y="4032250"/>
          <p14:tracePt t="84418" x="5689600" y="4032250"/>
          <p14:tracePt t="84425" x="5670550" y="4032250"/>
          <p14:tracePt t="84435" x="5638800" y="4032250"/>
          <p14:tracePt t="84453" x="5549900" y="4032250"/>
          <p14:tracePt t="84469" x="5486400" y="4032250"/>
          <p14:tracePt t="84485" x="5410200" y="4025900"/>
          <p14:tracePt t="84502" x="5226050" y="4006850"/>
          <p14:tracePt t="84518" x="5022850" y="3987800"/>
          <p14:tracePt t="84535" x="4921250" y="3975100"/>
          <p14:tracePt t="84552" x="4730750" y="3968750"/>
          <p14:tracePt t="84568" x="4565650" y="3968750"/>
          <p14:tracePt t="84585" x="4502150" y="3968750"/>
          <p14:tracePt t="84601" x="4406900" y="3962400"/>
          <p14:tracePt t="84618" x="4349750" y="3962400"/>
          <p14:tracePt t="84636" x="4324350" y="3962400"/>
          <p14:tracePt t="84651" x="4311650" y="3962400"/>
          <p14:tracePt t="84748" x="4318000" y="3962400"/>
          <p14:tracePt t="84754" x="4330700" y="3962400"/>
          <p14:tracePt t="84770" x="4349750" y="3962400"/>
          <p14:tracePt t="84784" x="4400550" y="3949700"/>
          <p14:tracePt t="84801" x="4438650" y="3943350"/>
          <p14:tracePt t="84818" x="4572000" y="3937000"/>
          <p14:tracePt t="84834" x="4635500" y="3924300"/>
          <p14:tracePt t="84851" x="4768850" y="3905250"/>
          <p14:tracePt t="84868" x="4857750" y="3905250"/>
          <p14:tracePt t="84884" x="4883150" y="3898900"/>
          <p14:tracePt t="84901" x="4921250" y="3898900"/>
          <p14:tracePt t="84917" x="4933950" y="3892550"/>
          <p14:tracePt t="84951" x="4940300" y="3892550"/>
          <p14:tracePt t="84979" x="4946650" y="3892550"/>
          <p14:tracePt t="85063" x="4940300" y="3892550"/>
          <p14:tracePt t="85078" x="4933950" y="3892550"/>
          <p14:tracePt t="85099" x="4921250" y="3892550"/>
          <p14:tracePt t="85106" x="4908550" y="3892550"/>
          <p14:tracePt t="85119" x="4889500" y="3898900"/>
          <p14:tracePt t="85134" x="4806950" y="3911600"/>
          <p14:tracePt t="85149" x="4756150" y="3917950"/>
          <p14:tracePt t="85166" x="4673600" y="3930650"/>
          <p14:tracePt t="85183" x="4533900" y="3937000"/>
          <p14:tracePt t="85200" x="4400550" y="3956050"/>
          <p14:tracePt t="85216" x="4349750" y="3962400"/>
          <p14:tracePt t="85233" x="4279900" y="3975100"/>
          <p14:tracePt t="85249" x="4248150" y="3981450"/>
          <p14:tracePt t="85266" x="4235450" y="3981450"/>
          <p14:tracePt t="85269" x="4229100" y="3981450"/>
          <p14:tracePt t="85283" x="4229100" y="3987800"/>
          <p14:tracePt t="85309" x="4235450" y="3987800"/>
          <p14:tracePt t="85318" x="4248150" y="3987800"/>
          <p14:tracePt t="85332" x="4267200" y="3987800"/>
          <p14:tracePt t="85349" x="4337050" y="3994150"/>
          <p14:tracePt t="85366" x="4464050" y="3994150"/>
          <p14:tracePt t="85382" x="4552950" y="3994150"/>
          <p14:tracePt t="85399" x="4654550" y="3994150"/>
          <p14:tracePt t="85415" x="4959350" y="3994150"/>
          <p14:tracePt t="85432" x="5048250" y="3994150"/>
          <p14:tracePt t="85449" x="5111750" y="3987800"/>
          <p14:tracePt t="85465" x="5207000" y="3987800"/>
          <p14:tracePt t="85482" x="5238750" y="3987800"/>
          <p14:tracePt t="85499" x="5245100" y="3987800"/>
          <p14:tracePt t="85646" x="5238750" y="3987800"/>
          <p14:tracePt t="85660" x="5232400" y="3987800"/>
          <p14:tracePt t="85667" x="5219700" y="3987800"/>
          <p14:tracePt t="85683" x="5200650" y="3987800"/>
          <p14:tracePt t="85698" x="5130800" y="3987800"/>
          <p14:tracePt t="85714" x="5067300" y="3981450"/>
          <p14:tracePt t="85731" x="4902200" y="3981450"/>
          <p14:tracePt t="85748" x="4813300" y="3968750"/>
          <p14:tracePt t="85764" x="4584700" y="3968750"/>
          <p14:tracePt t="85781" x="4368800" y="3962400"/>
          <p14:tracePt t="85798" x="4254500" y="3962400"/>
          <p14:tracePt t="85815" x="4089400" y="3962400"/>
          <p14:tracePt t="85831" x="3962400" y="3962400"/>
          <p14:tracePt t="85847" x="3898900" y="3962400"/>
          <p14:tracePt t="85864" x="3816350" y="3949700"/>
          <p14:tracePt t="85880" x="3765550" y="3943350"/>
          <p14:tracePt t="85897" x="3746500" y="3937000"/>
          <p14:tracePt t="85914" x="3727450" y="3937000"/>
          <p14:tracePt t="85930" x="3721100" y="3937000"/>
          <p14:tracePt t="85948" x="3714750" y="3937000"/>
          <p14:tracePt t="85980" x="3708400" y="3937000"/>
          <p14:tracePt t="86032" x="3702050" y="3943350"/>
          <p14:tracePt t="86131" x="3695700" y="3943350"/>
          <p14:tracePt t="86138" x="3689350" y="3943350"/>
          <p14:tracePt t="86152" x="3676650" y="3943350"/>
          <p14:tracePt t="86162" x="3663950" y="3943350"/>
          <p14:tracePt t="86180" x="3613150" y="3949700"/>
          <p14:tracePt t="86196" x="3575050" y="3949700"/>
          <p14:tracePt t="86213" x="3454400" y="3956050"/>
          <p14:tracePt t="86230" x="3289300" y="3987800"/>
          <p14:tracePt t="86246" x="3194050" y="4006850"/>
          <p14:tracePt t="86263" x="3028950" y="4038600"/>
          <p14:tracePt t="86279" x="2870200" y="4070350"/>
          <p14:tracePt t="86295" x="2806700" y="4076700"/>
          <p14:tracePt t="86313" x="2743200" y="4083050"/>
          <p14:tracePt t="86329" x="2603500" y="4121150"/>
          <p14:tracePt t="86345" x="2571750" y="4121150"/>
          <p14:tracePt t="86363" x="2540000" y="4127500"/>
          <p14:tracePt t="86379" x="2533650" y="4127500"/>
          <p14:tracePt t="86396" x="2527300" y="4133850"/>
          <p14:tracePt t="86428" x="2520950" y="4133850"/>
          <p14:tracePt t="86454" x="2514600" y="4133850"/>
          <p14:tracePt t="87332" x="2552700" y="4146550"/>
          <p14:tracePt t="87339" x="2603500" y="4165600"/>
          <p14:tracePt t="87353" x="2647950" y="4184650"/>
          <p14:tracePt t="87361" x="2705100" y="4210050"/>
          <p14:tracePt t="87376" x="2787650" y="4241800"/>
          <p14:tracePt t="87392" x="2863850" y="4273550"/>
          <p14:tracePt t="87409" x="3073400" y="4324350"/>
          <p14:tracePt t="87425" x="3289300" y="4375150"/>
          <p14:tracePt t="87442" x="3397250" y="4394200"/>
          <p14:tracePt t="87459" x="3568700" y="4457700"/>
          <p14:tracePt t="87475" x="3727450" y="4514850"/>
          <p14:tracePt t="87492" x="3797300" y="4552950"/>
          <p14:tracePt t="87509" x="3911600" y="4622800"/>
          <p14:tracePt t="87525" x="4000500" y="4686300"/>
          <p14:tracePt t="87543" x="4076700" y="4730750"/>
          <p14:tracePt t="87557" x="4108450" y="4743450"/>
          <p14:tracePt t="87575" x="4152900" y="4775200"/>
          <p14:tracePt t="87592" x="4184650" y="4794250"/>
          <p14:tracePt t="87608" x="4191000" y="4800600"/>
          <p14:tracePt t="87625" x="4203700" y="4800600"/>
          <p14:tracePt t="87641" x="4210050" y="4806950"/>
          <p14:tracePt t="87683" x="4210050" y="4813300"/>
          <p14:tracePt t="87705" x="4222750" y="4819650"/>
          <p14:tracePt t="87711" x="4254500" y="4813300"/>
          <p14:tracePt t="89820" x="4222750" y="4813300"/>
          <p14:tracePt t="89827" x="4152900" y="4794250"/>
          <p14:tracePt t="89841" x="4089400" y="4781550"/>
          <p14:tracePt t="89850" x="4013200" y="4762500"/>
          <p14:tracePt t="89866" x="3917950" y="4756150"/>
          <p14:tracePt t="89884" x="3740150" y="4711700"/>
          <p14:tracePt t="89900" x="3568700" y="4673600"/>
          <p14:tracePt t="89917" x="3479800" y="4654550"/>
          <p14:tracePt t="89934" x="3257550" y="4610100"/>
          <p14:tracePt t="89950" x="3155950" y="4610100"/>
          <p14:tracePt t="89967" x="2965450" y="4597400"/>
          <p14:tracePt t="89983" x="2787650" y="4591050"/>
          <p14:tracePt t="89999" x="2698750" y="4591050"/>
          <p14:tracePt t="90017" x="2508250" y="4591050"/>
          <p14:tracePt t="90033" x="2368550" y="4591050"/>
          <p14:tracePt t="90050" x="2305050" y="4578350"/>
          <p14:tracePt t="90066" x="2184400" y="4565650"/>
          <p14:tracePt t="90083" x="2076450" y="4533900"/>
          <p14:tracePt t="90099" x="2032000" y="4527550"/>
          <p14:tracePt t="90116" x="1924050" y="4502150"/>
          <p14:tracePt t="90133" x="1854200" y="4483100"/>
          <p14:tracePt t="90150" x="1822450" y="4464050"/>
          <p14:tracePt t="90166" x="1809750" y="4457700"/>
          <p14:tracePt t="90183" x="1809750" y="4464050"/>
          <p14:tracePt t="90560" x="1778000" y="4476750"/>
          <p14:tracePt t="90574" x="1739900" y="4521200"/>
          <p14:tracePt t="90583" x="1708150" y="4559300"/>
          <p14:tracePt t="90597" x="1682750" y="4578350"/>
          <p14:tracePt t="90615" x="1638300" y="4635500"/>
          <p14:tracePt t="90631" x="1606550" y="4660900"/>
          <p14:tracePt t="90647" x="1593850" y="4679950"/>
          <p14:tracePt t="90664" x="1587500" y="4679950"/>
          <p14:tracePt t="90681" x="1581150" y="4692650"/>
          <p14:tracePt t="91030" x="1587500" y="4692650"/>
          <p14:tracePt t="91046" x="1593850" y="4692650"/>
          <p14:tracePt t="91051" x="1600200" y="4686300"/>
          <p14:tracePt t="91073" x="1606550" y="4686300"/>
          <p14:tracePt t="91087" x="1612900" y="4686300"/>
          <p14:tracePt t="91101" x="1625600" y="4686300"/>
          <p14:tracePt t="91115" x="1644650" y="4686300"/>
          <p14:tracePt t="91129" x="1670050" y="4686300"/>
          <p14:tracePt t="91145" x="1758950" y="4679950"/>
          <p14:tracePt t="91162" x="1822450" y="4679950"/>
          <p14:tracePt t="91179" x="2000250" y="4660900"/>
          <p14:tracePt t="91196" x="2222500" y="4641850"/>
          <p14:tracePt t="91213" x="2324100" y="4629150"/>
          <p14:tracePt t="91228" x="2540000" y="4610100"/>
          <p14:tracePt t="91246" x="2730500" y="4597400"/>
          <p14:tracePt t="91262" x="2895600" y="4597400"/>
          <p14:tracePt t="91279" x="2959100" y="4597400"/>
          <p14:tracePt t="91295" x="3022600" y="4597400"/>
          <p14:tracePt t="91312" x="3155950" y="4597400"/>
          <p14:tracePt t="91328" x="3187700" y="4597400"/>
          <p14:tracePt t="91331" x="3206750" y="4597400"/>
          <p14:tracePt t="91361" x="3251200" y="4597400"/>
          <p14:tracePt t="91378" x="3289300" y="4597400"/>
          <p14:tracePt t="91395" x="3321050" y="4597400"/>
          <p14:tracePt t="91411" x="3333750" y="4597400"/>
          <p14:tracePt t="91428" x="3371850" y="4591050"/>
          <p14:tracePt t="91445" x="3403600" y="4584700"/>
          <p14:tracePt t="91461" x="3429000" y="4578350"/>
          <p14:tracePt t="91478" x="3454400" y="4572000"/>
          <p14:tracePt t="91495" x="3479800" y="4572000"/>
          <p14:tracePt t="91528" x="3492500" y="4572000"/>
          <p14:tracePt t="91545" x="3498850" y="4572000"/>
          <p14:tracePt t="91564" x="3505200" y="4572000"/>
          <p14:tracePt t="92097" x="3448050" y="4597400"/>
          <p14:tracePt t="92104" x="3346450" y="4635500"/>
          <p14:tracePt t="92118" x="3225800" y="4679950"/>
          <p14:tracePt t="92126" x="3079750" y="4711700"/>
          <p14:tracePt t="92142" x="2927350" y="4749800"/>
          <p14:tracePt t="92159" x="2755900" y="4775200"/>
          <p14:tracePt t="92175" x="2260600" y="4819650"/>
          <p14:tracePt t="92192" x="2120900" y="4832350"/>
          <p14:tracePt t="92209" x="1841500" y="4832350"/>
          <p14:tracePt t="92225" x="1714500" y="4838700"/>
          <p14:tracePt t="92242" x="1511300" y="4838700"/>
          <p14:tracePt t="92259" x="1371600" y="4838700"/>
          <p14:tracePt t="92275" x="1327150" y="4826000"/>
          <p14:tracePt t="92292" x="1282700" y="4819650"/>
          <p14:tracePt t="92308" x="1276350" y="4819650"/>
          <p14:tracePt t="92325" x="1270000" y="4819650"/>
          <p14:tracePt t="92588" x="1276350" y="4819650"/>
          <p14:tracePt t="92595" x="1289050" y="4819650"/>
          <p14:tracePt t="92610" x="1301750" y="4819650"/>
          <p14:tracePt t="92624" x="1320800" y="4819650"/>
          <p14:tracePt t="92640" x="1377950" y="4819650"/>
          <p14:tracePt t="92657" x="1435100" y="4832350"/>
          <p14:tracePt t="92674" x="1574800" y="4838700"/>
          <p14:tracePt t="92690" x="1778000" y="4851400"/>
          <p14:tracePt t="92708" x="1993900" y="4864100"/>
          <p14:tracePt t="92724" x="2095500" y="4870450"/>
          <p14:tracePt t="92740" x="2286000" y="4870450"/>
          <p14:tracePt t="92757" x="2413000" y="4870450"/>
          <p14:tracePt t="92773" x="2470150" y="4870450"/>
          <p14:tracePt t="92790" x="2489200" y="4870450"/>
          <p14:tracePt t="92806" x="2520950" y="4864100"/>
          <p14:tracePt t="92823" x="2527300" y="4857750"/>
          <p14:tracePt t="92939" x="2520950" y="4857750"/>
          <p14:tracePt t="93037" x="2514600" y="4857750"/>
          <p14:tracePt t="93057" x="2501900" y="4864100"/>
          <p14:tracePt t="93073" x="2501900" y="4870450"/>
          <p14:tracePt t="93079" x="2489200" y="4876800"/>
          <p14:tracePt t="93089" x="2457450" y="4883150"/>
          <p14:tracePt t="93105" x="2438400" y="4889500"/>
          <p14:tracePt t="93122" x="2330450" y="4940300"/>
          <p14:tracePt t="93139" x="2247900" y="4959350"/>
          <p14:tracePt t="93156" x="2063750" y="5041900"/>
          <p14:tracePt t="93171" x="1866900" y="5111750"/>
          <p14:tracePt t="93188" x="1771650" y="5143500"/>
          <p14:tracePt t="93206" x="1612900" y="5200650"/>
          <p14:tracePt t="93222" x="1504950" y="5238750"/>
          <p14:tracePt t="93238" x="1473200" y="5257800"/>
          <p14:tracePt t="93255" x="1447800" y="5270500"/>
          <p14:tracePt t="93271" x="1435100" y="5276850"/>
          <p14:tracePt t="93388" x="1441450" y="5276850"/>
          <p14:tracePt t="93402" x="1454150" y="5283200"/>
          <p14:tracePt t="93409" x="1460500" y="5283200"/>
          <p14:tracePt t="93424" x="1479550" y="5283200"/>
          <p14:tracePt t="93438" x="1517650" y="5289550"/>
          <p14:tracePt t="93454" x="1555750" y="5302250"/>
          <p14:tracePt t="93471" x="1600200" y="5308600"/>
          <p14:tracePt t="93487" x="1727200" y="5314950"/>
          <p14:tracePt t="93504" x="1873250" y="5334000"/>
          <p14:tracePt t="93522" x="2025650" y="5346700"/>
          <p14:tracePt t="93537" x="2101850" y="5346700"/>
          <p14:tracePt t="93554" x="2228850" y="5353050"/>
          <p14:tracePt t="93571" x="2324100" y="5365750"/>
          <p14:tracePt t="93587" x="2343150" y="5365750"/>
          <p14:tracePt t="93604" x="2374900" y="5372100"/>
          <p14:tracePt t="93620" x="2381250" y="5372100"/>
          <p14:tracePt t="93654" x="2387600" y="5372100"/>
          <p14:tracePt t="93671" x="2393950" y="5372100"/>
          <p14:tracePt t="94020" x="2393950" y="5378450"/>
          <p14:tracePt t="94666" x="2425700" y="5384800"/>
          <p14:tracePt t="94673" x="2476500" y="5391150"/>
          <p14:tracePt t="94683" x="2540000" y="5403850"/>
          <p14:tracePt t="94700" x="2609850" y="5410200"/>
          <p14:tracePt t="94717" x="2787650" y="5422900"/>
          <p14:tracePt t="94733" x="2914650" y="5416550"/>
          <p14:tracePt t="94750" x="3181350" y="5397500"/>
          <p14:tracePt t="94766" x="3435350" y="5372100"/>
          <p14:tracePt t="94783" x="3536950" y="5365750"/>
          <p14:tracePt t="94800" x="3702050" y="5346700"/>
          <p14:tracePt t="94816" x="3784600" y="5327650"/>
          <p14:tracePt t="94833" x="3816350" y="5327650"/>
          <p14:tracePt t="94849" x="3829050" y="5327650"/>
          <p14:tracePt t="94866" x="3835400" y="5321300"/>
          <p14:tracePt t="94968" x="3841750" y="5321300"/>
          <p14:tracePt t="94975" x="3854450" y="5321300"/>
          <p14:tracePt t="94983" x="3867150" y="5308600"/>
          <p14:tracePt t="94998" x="3860800" y="5308600"/>
          <p14:tracePt t="98005" x="3854450" y="5308600"/>
          <p14:tracePt t="98012" x="3848100" y="5308600"/>
          <p14:tracePt t="98026" x="3829050" y="5314950"/>
          <p14:tracePt t="98041" x="3816350" y="5321300"/>
          <p14:tracePt t="98057" x="3790950" y="5327650"/>
          <p14:tracePt t="98072" x="3784600" y="5327650"/>
          <p14:tracePt t="98089" x="3740150" y="5334000"/>
          <p14:tracePt t="98106" x="3670300" y="5340350"/>
          <p14:tracePt t="98122" x="3632200" y="5346700"/>
          <p14:tracePt t="98139" x="3524250" y="5365750"/>
          <p14:tracePt t="98155" x="3397250" y="5378450"/>
          <p14:tracePt t="98172" x="3314700" y="5384800"/>
          <p14:tracePt t="98188" x="3175000" y="5416550"/>
          <p14:tracePt t="98204" x="3016250" y="5435600"/>
          <p14:tracePt t="98221" x="2952750" y="5454650"/>
          <p14:tracePt t="98238" x="2819400" y="5473700"/>
          <p14:tracePt t="98254" x="2711450" y="5492750"/>
          <p14:tracePt t="98271" x="2673350" y="5499100"/>
          <p14:tracePt t="98288" x="2622550" y="5499100"/>
          <p14:tracePt t="98305" x="2609850" y="5499100"/>
          <p14:tracePt t="98321" x="2584450" y="5499100"/>
          <p14:tracePt t="98337" x="2565400" y="5499100"/>
          <p14:tracePt t="98354" x="2559050" y="5492750"/>
          <p14:tracePt t="98371" x="2552700" y="5480050"/>
          <p14:tracePt t="99005" x="2546350" y="5486400"/>
          <p14:tracePt t="99019" x="2520950" y="5492750"/>
          <p14:tracePt t="99025" x="2501900" y="5499100"/>
          <p14:tracePt t="99039" x="2489200" y="5505450"/>
          <p14:tracePt t="99051" x="2470150" y="5518150"/>
          <p14:tracePt t="99068" x="2419350" y="5537200"/>
          <p14:tracePt t="99085" x="2393950" y="5543550"/>
          <p14:tracePt t="99102" x="2374900" y="5556250"/>
          <p14:tracePt t="99118" x="2311400" y="5575300"/>
          <p14:tracePt t="99135" x="2292350" y="5581650"/>
          <p14:tracePt t="99152" x="2254250" y="5594350"/>
          <p14:tracePt t="99168" x="2241550" y="5594350"/>
          <p14:tracePt t="99185" x="2228850" y="5600700"/>
          <p14:tracePt t="99201" x="2222500" y="5607050"/>
          <p14:tracePt t="99217" x="2216150" y="5607050"/>
          <p14:tracePt t="99257" x="2209800" y="5607050"/>
          <p14:tracePt t="99369" x="2203450" y="5607050"/>
          <p14:tracePt t="99398" x="2197100" y="5607050"/>
          <p14:tracePt t="99418" x="2190750" y="5607050"/>
          <p14:tracePt t="99425" x="2184400" y="5607050"/>
          <p14:tracePt t="99440" x="2178050" y="5607050"/>
          <p14:tracePt t="99450" x="2171700" y="5607050"/>
          <p14:tracePt t="99468" x="2165350" y="5613400"/>
          <p14:tracePt t="99500" x="2159000" y="5613400"/>
          <p14:tracePt t="99517" x="2146300" y="5613400"/>
          <p14:tracePt t="99549" x="2133600" y="5613400"/>
          <p14:tracePt t="99566" x="2127250" y="5613400"/>
          <p14:tracePt t="99615" x="2120900" y="5613400"/>
          <p14:tracePt t="100508" x="2114550" y="5613400"/>
          <p14:tracePt t="100522" x="2101850" y="5619750"/>
          <p14:tracePt t="100530" x="2089150" y="5626100"/>
          <p14:tracePt t="100546" x="2076450" y="5632450"/>
          <p14:tracePt t="100564" x="2032000" y="5657850"/>
          <p14:tracePt t="100579" x="1993900" y="5664200"/>
          <p14:tracePt t="100596" x="1968500" y="5670550"/>
          <p14:tracePt t="100614" x="1924050" y="5676900"/>
          <p14:tracePt t="100629" x="1892300" y="5683250"/>
          <p14:tracePt t="100646" x="1854200" y="5683250"/>
          <p14:tracePt t="100663" x="1809750" y="5683250"/>
          <p14:tracePt t="100679" x="1790700" y="5683250"/>
          <p14:tracePt t="100696" x="1765300" y="5683250"/>
          <p14:tracePt t="100712" x="1746250" y="5676900"/>
          <p14:tracePt t="100746" x="1739900" y="5670550"/>
          <p14:tracePt t="100763" x="1733550" y="5670550"/>
          <p14:tracePt t="101034" x="1727200" y="5670550"/>
          <p14:tracePt t="101041" x="1720850" y="5670550"/>
          <p14:tracePt t="101055" x="1714500" y="5670550"/>
          <p14:tracePt t="101064" x="1708150" y="5670550"/>
          <p14:tracePt t="101078" x="1701800" y="5670550"/>
          <p14:tracePt t="101105" x="1695450" y="5670550"/>
          <p14:tracePt t="101132" x="1689100" y="5670550"/>
          <p14:tracePt t="101140" x="1682750" y="5670550"/>
          <p14:tracePt t="101162" x="1676400" y="5670550"/>
          <p14:tracePt t="101181" x="1670050" y="5670550"/>
          <p14:tracePt t="101210" x="1663700" y="5670550"/>
          <p14:tracePt t="101266" x="1657350" y="5670550"/>
          <p14:tracePt t="101455" x="1651000" y="5670550"/>
          <p14:tracePt t="101462" x="1644650" y="5670550"/>
          <p14:tracePt t="101478" x="1638300" y="5670550"/>
          <p14:tracePt t="101484" x="1631950" y="5670550"/>
          <p14:tracePt t="101504" x="1625600" y="5670550"/>
          <p14:tracePt t="101513" x="1612900" y="5670550"/>
          <p14:tracePt t="101529" x="1606550" y="5670550"/>
          <p14:tracePt t="101543" x="1593850" y="5670550"/>
          <p14:tracePt t="101559" x="1555750" y="5670550"/>
          <p14:tracePt t="101576" x="1511300" y="5670550"/>
          <p14:tracePt t="101593" x="1485900" y="5670550"/>
          <p14:tracePt t="101610" x="1441450" y="5670550"/>
          <p14:tracePt t="101626" x="1422400" y="5670550"/>
          <p14:tracePt t="101643" x="1409700" y="5670550"/>
          <p14:tracePt t="101660" x="1397000" y="5670550"/>
          <p14:tracePt t="101676" x="1384300" y="5670550"/>
          <p14:tracePt t="101709" x="1377950" y="5670550"/>
          <p14:tracePt t="102003" x="1371600" y="5670550"/>
          <p14:tracePt t="102017" x="1371600" y="5676900"/>
          <p14:tracePt t="102026" x="1365250" y="5676900"/>
          <p14:tracePt t="102039" x="1358900" y="5676900"/>
          <p14:tracePt t="102045" x="1352550" y="5676900"/>
          <p14:tracePt t="102057" x="1346200" y="5676900"/>
          <p14:tracePt t="102075" x="1339850" y="5676900"/>
          <p14:tracePt t="102095" x="1333500" y="5676900"/>
          <p14:tracePt t="102158" x="1327150" y="5676900"/>
          <p14:tracePt t="102186" x="1320800" y="5676900"/>
          <p14:tracePt t="102193" x="1314450" y="5676900"/>
          <p14:tracePt t="102235" x="1308100" y="5676900"/>
          <p14:tracePt t="102375" x="1314450" y="5676900"/>
          <p14:tracePt t="102424" x="1320800" y="5676900"/>
          <p14:tracePt t="102460" x="1327150" y="5670550"/>
          <p14:tracePt t="102494" x="1327150" y="5664200"/>
          <p14:tracePt t="102515" x="1333500" y="5664200"/>
          <p14:tracePt t="102537" x="1339850" y="5657850"/>
          <p14:tracePt t="102565" x="1346200" y="5651500"/>
          <p14:tracePt t="102586" x="1352550" y="5651500"/>
          <p14:tracePt t="102607" x="1358900" y="5651500"/>
          <p14:tracePt t="102614" x="1358900" y="5645150"/>
          <p14:tracePt t="102635" x="1371600" y="5645150"/>
          <p14:tracePt t="102670" x="1377950" y="5645150"/>
          <p14:tracePt t="102677" x="1377950" y="5638800"/>
          <p14:tracePt t="102689" x="1384300" y="5638800"/>
          <p14:tracePt t="102706" x="1397000" y="5632450"/>
          <p14:tracePt t="102722" x="1403350" y="5632450"/>
          <p14:tracePt t="102739" x="1403350" y="5626100"/>
          <p14:tracePt t="102755" x="1409700" y="5626100"/>
          <p14:tracePt t="102776" x="1416050" y="5626100"/>
          <p14:tracePt t="102791" x="1422400" y="5626100"/>
          <p14:tracePt t="102805" x="1422400" y="5619750"/>
          <p14:tracePt t="102822" x="1428750" y="5619750"/>
          <p14:tracePt t="102839" x="1428750" y="5613400"/>
          <p14:tracePt t="102855" x="1435100" y="5613400"/>
          <p14:tracePt t="102872" x="1441450" y="5607050"/>
          <p14:tracePt t="102895" x="1447800" y="5607050"/>
          <p14:tracePt t="102937" x="1454150" y="5607050"/>
          <p14:tracePt t="102965" x="1460500" y="5607050"/>
          <p14:tracePt t="102979" x="1473200" y="5607050"/>
          <p14:tracePt t="102986" x="1479550" y="5607050"/>
          <p14:tracePt t="103001" x="1492250" y="5607050"/>
          <p14:tracePt t="103008" x="1504950" y="5600700"/>
          <p14:tracePt t="103024" x="1530350" y="5600700"/>
          <p14:tracePt t="103038" x="1612900" y="5588000"/>
          <p14:tracePt t="103054" x="1663700" y="5588000"/>
          <p14:tracePt t="103071" x="1778000" y="5588000"/>
          <p14:tracePt t="103088" x="1841500" y="5588000"/>
          <p14:tracePt t="103105" x="1949450" y="5594350"/>
          <p14:tracePt t="103122" x="2025650" y="5600700"/>
          <p14:tracePt t="103137" x="2057400" y="5607050"/>
          <p14:tracePt t="103154" x="2095500" y="5613400"/>
          <p14:tracePt t="103171" x="2139950" y="5626100"/>
          <p14:tracePt t="103187" x="2152650" y="5626100"/>
          <p14:tracePt t="103204" x="2178050" y="5638800"/>
          <p14:tracePt t="103221" x="2190750" y="5638800"/>
          <p14:tracePt t="103237" x="2197100" y="5645150"/>
          <p14:tracePt t="103288" x="2203450" y="5645150"/>
          <p14:tracePt t="103450" x="2209800" y="5645150"/>
          <p14:tracePt t="104292" x="2216150" y="5645150"/>
          <p14:tracePt t="104815" x="2241550" y="5594350"/>
          <p14:tracePt t="104822" x="2292350" y="5511800"/>
          <p14:tracePt t="104836" x="2343150" y="5429250"/>
          <p14:tracePt t="104848" x="2374900" y="5340350"/>
          <p14:tracePt t="104865" x="2444750" y="5130800"/>
          <p14:tracePt t="104881" x="2489200" y="5022850"/>
          <p14:tracePt t="104899" x="2533650" y="4781550"/>
          <p14:tracePt t="104915" x="2571750" y="4527550"/>
          <p14:tracePt t="104931" x="2597150" y="4400550"/>
          <p14:tracePt t="104948" x="2603500" y="4159250"/>
          <p14:tracePt t="104965" x="2603500" y="4057650"/>
          <p14:tracePt t="104982" x="2603500" y="3924300"/>
          <p14:tracePt t="104998" x="2603500" y="3860800"/>
          <p14:tracePt t="105015" x="2603500" y="3848100"/>
          <p14:tracePt t="105031" x="2603500" y="3841750"/>
          <p14:tracePt t="105075" x="2603500" y="3848100"/>
          <p14:tracePt t="105084" x="2603500" y="3854450"/>
          <p14:tracePt t="105103" x="2603500" y="3860800"/>
          <p14:tracePt t="105215" x="2603500" y="3854450"/>
          <p14:tracePt t="105236" x="2603500" y="3848100"/>
          <p14:tracePt t="105243" x="2603500" y="3841750"/>
          <p14:tracePt t="105265" x="2603500" y="3835400"/>
          <p14:tracePt t="105285" x="2597150" y="3835400"/>
          <p14:tracePt t="105292" x="2584450" y="3829050"/>
          <p14:tracePt t="105306" x="2571750" y="3822700"/>
          <p14:tracePt t="105321" x="2552700" y="3822700"/>
          <p14:tracePt t="105329" x="2540000" y="3822700"/>
          <p14:tracePt t="105346" x="2501900" y="3835400"/>
          <p14:tracePt t="105363" x="2406650" y="3911600"/>
          <p14:tracePt t="105380" x="2279650" y="4038600"/>
          <p14:tracePt t="105396" x="2228850" y="4121150"/>
          <p14:tracePt t="105413" x="2114550" y="4286250"/>
          <p14:tracePt t="105430" x="2032000" y="4483100"/>
          <p14:tracePt t="105447" x="1943100" y="4692650"/>
          <p14:tracePt t="105462" x="1924050" y="4800600"/>
          <p14:tracePt t="105479" x="1873250" y="5029200"/>
          <p14:tracePt t="105496" x="1828800" y="5251450"/>
          <p14:tracePt t="105513" x="1822450" y="5327650"/>
          <p14:tracePt t="105529" x="1809750" y="5454650"/>
          <p14:tracePt t="105546" x="1803400" y="5524500"/>
          <p14:tracePt t="105562" x="1803400" y="5556250"/>
          <p14:tracePt t="105580" x="1803400" y="5581650"/>
          <p14:tracePt t="105596" x="1803400" y="5600700"/>
          <p14:tracePt t="105612" x="1803400" y="5607050"/>
          <p14:tracePt t="105630" x="1803400" y="5651500"/>
          <p14:tracePt t="105646" x="1809750" y="5683250"/>
          <p14:tracePt t="105662" x="1816100" y="5695950"/>
          <p14:tracePt t="105679" x="1828800" y="5721350"/>
          <p14:tracePt t="105695" x="1828800" y="5734050"/>
          <p14:tracePt t="105712" x="1841500" y="5746750"/>
          <p14:tracePt t="105729" x="1860550" y="5753100"/>
          <p14:tracePt t="105745" x="1866900" y="5765800"/>
          <p14:tracePt t="105762" x="1892300" y="5797550"/>
          <p14:tracePt t="105778" x="1943100" y="5835650"/>
          <p14:tracePt t="105795" x="1974850" y="5848350"/>
          <p14:tracePt t="105812" x="2089150" y="5892800"/>
          <p14:tracePt t="105828" x="2228850" y="5911850"/>
          <p14:tracePt t="105845" x="2305050" y="5924550"/>
          <p14:tracePt t="105861" x="2463800" y="5924550"/>
          <p14:tracePt t="105878" x="2578100" y="5924550"/>
          <p14:tracePt t="105895" x="2616200" y="5924550"/>
          <p14:tracePt t="105911" x="2660650" y="5924550"/>
          <p14:tracePt t="105928" x="2673350" y="5924550"/>
          <p14:tracePt t="105946" x="2679700" y="5918200"/>
          <p14:tracePt t="105977" x="2686050" y="5918200"/>
          <p14:tracePt t="105995" x="2711450" y="5861050"/>
          <p14:tracePt t="106011" x="2717800" y="5842000"/>
          <p14:tracePt t="106028" x="2724150" y="5822950"/>
          <p14:tracePt t="106044" x="2736850" y="5753100"/>
          <p14:tracePt t="106061" x="2724150" y="5676900"/>
          <p14:tracePt t="106078" x="2698750" y="5638800"/>
          <p14:tracePt t="106081" x="2673350" y="5607050"/>
          <p14:tracePt t="106095" x="2647950" y="5600700"/>
          <p14:tracePt t="106110" x="2597150" y="5568950"/>
          <p14:tracePt t="106128" x="2527300" y="5575300"/>
          <p14:tracePt t="106144" x="2495550" y="5581650"/>
          <p14:tracePt t="106160" x="2419350" y="5619750"/>
          <p14:tracePt t="106177" x="2355850" y="5734050"/>
          <p14:tracePt t="106194" x="2324100" y="5803900"/>
          <p14:tracePt t="106210" x="2305050" y="5956300"/>
          <p14:tracePt t="106227" x="2305050" y="6134100"/>
          <p14:tracePt t="106243" x="2330450" y="6229350"/>
          <p14:tracePt t="106261" x="2362200" y="6318250"/>
          <p14:tracePt t="106276" x="2463800" y="6483350"/>
          <p14:tracePt t="106293" x="2616200" y="6610350"/>
          <p14:tracePt t="106311" x="2787650" y="6667500"/>
          <p14:tracePt t="106326" x="2876550" y="6667500"/>
          <p14:tracePt t="106343" x="2965450" y="6667500"/>
          <p14:tracePt t="106360" x="3244850" y="6553200"/>
          <p14:tracePt t="106376" x="3340100" y="6477000"/>
          <p14:tracePt t="106393" x="3448050" y="6356350"/>
          <p14:tracePt t="106409" x="3492500" y="6292850"/>
          <p14:tracePt t="106426" x="3505200" y="6273800"/>
          <p14:tracePt t="106442" x="3505200" y="6248400"/>
          <p14:tracePt t="106459" x="3505200" y="6203950"/>
          <p14:tracePt t="106476" x="3498850" y="6178550"/>
          <p14:tracePt t="106493" x="3473450" y="6115050"/>
          <p14:tracePt t="106509" x="3429000" y="6051550"/>
          <p14:tracePt t="106526" x="3403600" y="6013450"/>
          <p14:tracePt t="106542" x="3333750" y="5969000"/>
          <p14:tracePt t="106560" x="3263900" y="5930900"/>
          <p14:tracePt t="106576" x="3219450" y="5930900"/>
          <p14:tracePt t="106592" x="3143250" y="5924550"/>
          <p14:tracePt t="106609" x="3117850" y="5924550"/>
          <p14:tracePt t="106626" x="3067050" y="5924550"/>
          <p14:tracePt t="106643" x="3041650" y="5924550"/>
          <p14:tracePt t="106659" x="3035300" y="5924550"/>
          <p14:tracePt t="106676" x="3028950" y="5924550"/>
          <p14:tracePt t="106746" x="3022600" y="5924550"/>
          <p14:tracePt t="106767" x="3022600" y="5918200"/>
          <p14:tracePt t="106775" x="3028950" y="5918200"/>
          <p14:tracePt t="107083" x="3028950" y="5899150"/>
          <p14:tracePt t="107091" x="3028950" y="5880100"/>
          <p14:tracePt t="107105" x="3028950" y="5854700"/>
          <p14:tracePt t="107111" x="3028950" y="5822950"/>
          <p14:tracePt t="107125" x="3035300" y="5803900"/>
          <p14:tracePt t="107140" x="3041650" y="5746750"/>
          <p14:tracePt t="107157" x="3041650" y="5727700"/>
          <p14:tracePt t="107174" x="3041650" y="5670550"/>
          <p14:tracePt t="107190" x="3035300" y="5619750"/>
          <p14:tracePt t="107207" x="3035300" y="5588000"/>
          <p14:tracePt t="107224" x="3009900" y="5518150"/>
          <p14:tracePt t="107240" x="2997200" y="5486400"/>
          <p14:tracePt t="107257" x="2965450" y="5435600"/>
          <p14:tracePt t="107273" x="2908300" y="5378450"/>
          <p14:tracePt t="107290" x="2889250" y="5353050"/>
          <p14:tracePt t="107307" x="2832100" y="5321300"/>
          <p14:tracePt t="107323" x="2787650" y="5283200"/>
          <p14:tracePt t="107339" x="2768600" y="5270500"/>
          <p14:tracePt t="107357" x="2717800" y="5238750"/>
          <p14:tracePt t="107373" x="2667000" y="5213350"/>
          <p14:tracePt t="107389" x="2641600" y="5200650"/>
          <p14:tracePt t="107406" x="2603500" y="5175250"/>
          <p14:tracePt t="107422" x="2552700" y="5143500"/>
          <p14:tracePt t="107439" x="2527300" y="5130800"/>
          <p14:tracePt t="107456" x="2501900" y="5111750"/>
          <p14:tracePt t="107473" x="2489200" y="5099050"/>
          <p14:tracePt t="107490" x="2482850" y="5092700"/>
          <p14:tracePt t="107506" x="2482850" y="5086350"/>
          <p14:tracePt t="107522" x="2482850" y="5073650"/>
          <p14:tracePt t="107540" x="2482850" y="5003800"/>
          <p14:tracePt t="107555" x="2482850" y="4978400"/>
          <p14:tracePt t="107572" x="2482850" y="4940300"/>
          <p14:tracePt t="107589" x="2482850" y="4838700"/>
          <p14:tracePt t="107605" x="2457450" y="4718050"/>
          <p14:tracePt t="107623" x="2438400" y="4660900"/>
          <p14:tracePt t="107625" x="2419350" y="4597400"/>
          <p14:tracePt t="107639" x="2400300" y="4514850"/>
          <p14:tracePt t="107656" x="2362200" y="4368800"/>
          <p14:tracePt t="107674" x="2336800" y="4235450"/>
          <p14:tracePt t="107688" x="2336800" y="4159250"/>
          <p14:tracePt t="107705" x="2336800" y="4044950"/>
          <p14:tracePt t="107723" x="2336800" y="3943350"/>
          <p14:tracePt t="107739" x="2336800" y="3898900"/>
          <p14:tracePt t="107755" x="2349500" y="3841750"/>
          <p14:tracePt t="107771" x="2349500" y="3816350"/>
          <p14:tracePt t="107788" x="2355850" y="3803650"/>
          <p14:tracePt t="107805" x="2362200" y="3797300"/>
          <p14:tracePt t="107821" x="2374900" y="3790950"/>
          <p14:tracePt t="107838" x="2381250" y="3784600"/>
          <p14:tracePt t="107871" x="2387600" y="3778250"/>
          <p14:tracePt t="108094" x="2374900" y="3790950"/>
          <p14:tracePt t="108101" x="2349500" y="3810000"/>
          <p14:tracePt t="108115" x="2317750" y="3848100"/>
          <p14:tracePt t="108123" x="2279650" y="3892550"/>
          <p14:tracePt t="108137" x="2235200" y="3937000"/>
          <p14:tracePt t="108154" x="2203450" y="3994150"/>
          <p14:tracePt t="108171" x="2095500" y="4203700"/>
          <p14:tracePt t="108187" x="2076450" y="4267200"/>
          <p14:tracePt t="108203" x="2057400" y="4349750"/>
          <p14:tracePt t="108221" x="2019300" y="4495800"/>
          <p14:tracePt t="108236" x="1981200" y="4616450"/>
          <p14:tracePt t="108253" x="1962150" y="4660900"/>
          <p14:tracePt t="108270" x="1943100" y="4711700"/>
          <p14:tracePt t="108286" x="1917700" y="4743450"/>
          <p14:tracePt t="108303" x="1917700" y="4749800"/>
          <p14:tracePt t="108320" x="1911350" y="4762500"/>
          <p14:tracePt t="108336" x="1892300" y="4768850"/>
          <p14:tracePt t="108353" x="1892300" y="4775200"/>
          <p14:tracePt t="108369" x="1879600" y="4775200"/>
          <p14:tracePt t="108386" x="1873250" y="4775200"/>
          <p14:tracePt t="108403" x="1866900" y="4775200"/>
          <p14:tracePt t="108419" x="1860550" y="4775200"/>
          <p14:tracePt t="108436" x="1847850" y="4768850"/>
          <p14:tracePt t="108453" x="1809750" y="4749800"/>
          <p14:tracePt t="108469" x="1790700" y="4737100"/>
          <p14:tracePt t="108486" x="1765300" y="4718050"/>
          <p14:tracePt t="108502" x="1714500" y="4692650"/>
          <p14:tracePt t="108519" x="1663700" y="4654550"/>
          <p14:tracePt t="108536" x="1606550" y="4629150"/>
          <p14:tracePt t="108552" x="1581150" y="4616450"/>
          <p14:tracePt t="108568" x="1536700" y="4603750"/>
          <p14:tracePt t="108586" x="1504950" y="4597400"/>
          <p14:tracePt t="108602" x="1492250" y="4597400"/>
          <p14:tracePt t="108619" x="1460500" y="4597400"/>
          <p14:tracePt t="108635" x="1435100" y="4597400"/>
          <p14:tracePt t="108652" x="1422400" y="4603750"/>
          <p14:tracePt t="108655" x="1416050" y="4603750"/>
          <p14:tracePt t="108669" x="1409700" y="4603750"/>
          <p14:tracePt t="108685" x="1397000" y="4603750"/>
          <p14:tracePt t="108702" x="1390650" y="4603750"/>
          <p14:tracePt t="108735" x="1384300" y="4603750"/>
          <p14:tracePt t="108789" x="1390650" y="4603750"/>
          <p14:tracePt t="108795" x="1397000" y="4603750"/>
          <p14:tracePt t="108804" x="1403350" y="4603750"/>
          <p14:tracePt t="108818" x="1416050" y="4603750"/>
          <p14:tracePt t="108835" x="1428750" y="4603750"/>
          <p14:tracePt t="108851" x="1466850" y="4610100"/>
          <p14:tracePt t="108867" x="1543050" y="4610100"/>
          <p14:tracePt t="108884" x="1581150" y="4610100"/>
          <p14:tracePt t="108901" x="1689100" y="4610100"/>
          <p14:tracePt t="108917" x="1778000" y="4610100"/>
          <p14:tracePt t="108934" x="1809750" y="4610100"/>
          <p14:tracePt t="108951" x="1847850" y="4610100"/>
          <p14:tracePt t="108967" x="1873250" y="4603750"/>
          <p14:tracePt t="108984" x="1879600" y="4603750"/>
          <p14:tracePt t="109017" x="1854200" y="4603750"/>
          <p14:tracePt t="109034" x="1835150" y="4603750"/>
          <p14:tracePt t="109050" x="1771650" y="4610100"/>
          <p14:tracePt t="109067" x="1733550" y="4610100"/>
          <p14:tracePt t="109084" x="1549400" y="4616450"/>
          <p14:tracePt t="109100" x="1498600" y="4603750"/>
          <p14:tracePt t="109117" x="1435100" y="4597400"/>
          <p14:tracePt t="109134" x="1301750" y="4559300"/>
          <p14:tracePt t="109150" x="1282700" y="4559300"/>
          <p14:tracePt t="109167" x="1276350" y="4559300"/>
          <p14:tracePt t="109170" x="1270000" y="4559300"/>
          <p14:tracePt t="109196" x="1282700" y="4559300"/>
          <p14:tracePt t="109211" x="1295400" y="4559300"/>
          <p14:tracePt t="109219" x="1308100" y="4565650"/>
          <p14:tracePt t="109233" x="1327150" y="4565650"/>
          <p14:tracePt t="109249" x="1384300" y="4572000"/>
          <p14:tracePt t="109267" x="1466850" y="4578350"/>
          <p14:tracePt t="109283" x="1517650" y="4578350"/>
          <p14:tracePt t="109300" x="1619250" y="4578350"/>
          <p14:tracePt t="109316" x="1689100" y="4578350"/>
          <p14:tracePt t="109333" x="1727200" y="4578350"/>
          <p14:tracePt t="109349" x="1746250" y="4578350"/>
          <p14:tracePt t="109366" x="1778000" y="4578350"/>
          <p14:tracePt t="109382" x="1784350" y="4578350"/>
          <p14:tracePt t="109428" x="1778000" y="4578350"/>
          <p14:tracePt t="109436" x="1765300" y="4578350"/>
          <p14:tracePt t="109451" x="1752600" y="4578350"/>
          <p14:tracePt t="109466" x="1733550" y="4578350"/>
          <p14:tracePt t="109482" x="1682750" y="4578350"/>
          <p14:tracePt t="109499" x="1612900" y="4584700"/>
          <p14:tracePt t="109515" x="1574800" y="4584700"/>
          <p14:tracePt t="109532" x="1517650" y="4584700"/>
          <p14:tracePt t="109548" x="1473200" y="4584700"/>
          <p14:tracePt t="109565" x="1447800" y="4584700"/>
          <p14:tracePt t="109582" x="1441450" y="4584700"/>
          <p14:tracePt t="109598" x="1435100" y="4584700"/>
          <p14:tracePt t="109634" x="1441450" y="4591050"/>
          <p14:tracePt t="109648" x="1466850" y="4591050"/>
          <p14:tracePt t="109665" x="1479550" y="4591050"/>
          <p14:tracePt t="109668" x="1504950" y="4591050"/>
          <p14:tracePt t="109683" x="1524000" y="4591050"/>
          <p14:tracePt t="109698" x="1536700" y="4584700"/>
          <p14:tracePt t="109715" x="1574800" y="4578350"/>
          <p14:tracePt t="109732" x="1612900" y="4572000"/>
          <p14:tracePt t="109749" x="1631950" y="4565650"/>
          <p14:tracePt t="109765" x="1644650" y="4565650"/>
          <p14:tracePt t="109781" x="1657350" y="4559300"/>
          <p14:tracePt t="109815" x="1663700" y="4559300"/>
          <p14:tracePt t="109842" x="1670050" y="4559300"/>
          <p14:tracePt t="109913" x="1670050" y="4552950"/>
          <p14:tracePt t="110341" x="1670050" y="4591050"/>
          <p14:tracePt t="110348" x="1670050" y="4654550"/>
          <p14:tracePt t="110363" x="1670050" y="4718050"/>
          <p14:tracePt t="110369" x="1663700" y="4781550"/>
          <p14:tracePt t="110383" x="1670050" y="4857750"/>
          <p14:tracePt t="110397" x="1670050" y="4946650"/>
          <p14:tracePt t="110412" x="1708150" y="5118100"/>
          <p14:tracePt t="110429" x="1739900" y="5213350"/>
          <p14:tracePt t="110446" x="1803400" y="5397500"/>
          <p14:tracePt t="110462" x="1879600" y="5530850"/>
          <p14:tracePt t="110479" x="1911350" y="5588000"/>
          <p14:tracePt t="110496" x="1955800" y="5689600"/>
          <p14:tracePt t="110512" x="1974850" y="5734050"/>
          <p14:tracePt t="110529" x="1981200" y="5746750"/>
          <p14:tracePt t="110546" x="1987550" y="5753100"/>
          <p14:tracePt t="110826" x="1968500" y="5753100"/>
          <p14:tracePt t="110833" x="1943100" y="5753100"/>
          <p14:tracePt t="110845" x="1905000" y="5753100"/>
          <p14:tracePt t="110861" x="1835150" y="5740400"/>
          <p14:tracePt t="110878" x="1803400" y="5734050"/>
          <p14:tracePt t="110895" x="1790700" y="5727700"/>
          <p14:tracePt t="110911" x="1752600" y="5715000"/>
          <p14:tracePt t="110927" x="1752600" y="5708650"/>
          <p14:tracePt t="110960" x="1778000" y="5689600"/>
          <p14:tracePt t="110977" x="1828800" y="5657850"/>
          <p14:tracePt t="110994" x="1943100" y="5600700"/>
          <p14:tracePt t="111010" x="2006600" y="5581650"/>
          <p14:tracePt t="111027" x="2133600" y="5524500"/>
          <p14:tracePt t="111044" x="2228850" y="5499100"/>
          <p14:tracePt t="111060" x="2254250" y="5499100"/>
          <p14:tracePt t="111077" x="2286000" y="5492750"/>
          <p14:tracePt t="111093" x="2286000" y="5486400"/>
          <p14:tracePt t="111127" x="2279650" y="5486400"/>
          <p14:tracePt t="111143" x="2241550" y="5486400"/>
          <p14:tracePt t="111159" x="2216150" y="5492750"/>
          <p14:tracePt t="111177" x="2120900" y="5505450"/>
          <p14:tracePt t="111193" x="1974850" y="5530850"/>
          <p14:tracePt t="111210" x="1885950" y="5543550"/>
          <p14:tracePt t="111226" x="1746250" y="5568950"/>
          <p14:tracePt t="111243" x="1663700" y="5581650"/>
          <p14:tracePt t="111259" x="1549400" y="5581650"/>
          <p14:tracePt t="111276" x="1479550" y="5588000"/>
          <p14:tracePt t="111293" x="1466850" y="5588000"/>
          <p14:tracePt t="111310" x="1454150" y="5588000"/>
          <p14:tracePt t="111373" x="1460500" y="5588000"/>
          <p14:tracePt t="111387" x="1473200" y="5588000"/>
          <p14:tracePt t="111395" x="1504950" y="5588000"/>
          <p14:tracePt t="111409" x="1524000" y="5588000"/>
          <p14:tracePt t="111425" x="1612900" y="5588000"/>
          <p14:tracePt t="111442" x="1689100" y="5588000"/>
          <p14:tracePt t="111459" x="1841500" y="5575300"/>
          <p14:tracePt t="111475" x="2025650" y="5568950"/>
          <p14:tracePt t="111493" x="2139950" y="5568950"/>
          <p14:tracePt t="111508" x="2178050" y="5568950"/>
          <p14:tracePt t="111525" x="2190750" y="5568950"/>
          <p14:tracePt t="111542" x="2216150" y="5568950"/>
          <p14:tracePt t="111558" x="2222500" y="5568950"/>
          <p14:tracePt t="111578" x="2209800" y="5568950"/>
          <p14:tracePt t="111592" x="2197100" y="5568950"/>
          <p14:tracePt t="111608" x="2139950" y="5575300"/>
          <p14:tracePt t="111625" x="2114550" y="5581650"/>
          <p14:tracePt t="111641" x="1993900" y="5607050"/>
          <p14:tracePt t="111658" x="1873250" y="5626100"/>
          <p14:tracePt t="111676" x="1778000" y="5651500"/>
          <p14:tracePt t="111691" x="1708150" y="5664200"/>
          <p14:tracePt t="111708" x="1600200" y="5702300"/>
          <p14:tracePt t="111725" x="1530350" y="5715000"/>
          <p14:tracePt t="111741" x="1511300" y="5715000"/>
          <p14:tracePt t="111758" x="1492250" y="5715000"/>
          <p14:tracePt t="111774" x="1485900" y="5715000"/>
          <p14:tracePt t="111816" x="1485900" y="5727700"/>
          <p14:tracePt t="111824" x="1492250" y="5727700"/>
          <p14:tracePt t="112290" x="1492250" y="5695950"/>
          <p14:tracePt t="112297" x="1498600" y="5632450"/>
          <p14:tracePt t="112305" x="1524000" y="5537200"/>
          <p14:tracePt t="112322" x="1530350" y="5422900"/>
          <p14:tracePt t="112339" x="1555750" y="5295900"/>
          <p14:tracePt t="112356" x="1593850" y="5035550"/>
          <p14:tracePt t="112372" x="1625600" y="4832350"/>
          <p14:tracePt t="112389" x="1625600" y="4667250"/>
          <p14:tracePt t="112406" x="1625600" y="4603750"/>
          <p14:tracePt t="112422" x="1625600" y="4552950"/>
          <p14:tracePt t="112440" x="1619250" y="4533900"/>
          <p14:tracePt t="113638" x="1625600" y="4521200"/>
          <p14:tracePt t="113652" x="1631950" y="4514850"/>
          <p14:tracePt t="113659" x="1638300" y="4502150"/>
          <p14:tracePt t="113673" x="1663700" y="4483100"/>
          <p14:tracePt t="113684" x="1682750" y="4464050"/>
          <p14:tracePt t="113702" x="1765300" y="4400550"/>
          <p14:tracePt t="113718" x="1822450" y="4362450"/>
          <p14:tracePt t="113734" x="1962150" y="4248150"/>
          <p14:tracePt t="113751" x="2165350" y="4114800"/>
          <p14:tracePt t="113767" x="2273300" y="4025900"/>
          <p14:tracePt t="113784" x="2457450" y="3898900"/>
          <p14:tracePt t="113801" x="3079750" y="3486150"/>
          <p14:tracePt t="113817" x="3340100" y="3302000"/>
          <p14:tracePt t="113834" x="3619500" y="3143250"/>
          <p14:tracePt t="113850" x="4330700" y="2724150"/>
          <p14:tracePt t="113867" x="4552950" y="2622550"/>
          <p14:tracePt t="113885" x="4851400" y="2457450"/>
          <p14:tracePt t="113900" x="4953000" y="2406650"/>
          <p14:tracePt t="113917" x="5143500" y="2311400"/>
          <p14:tracePt t="113934" x="5302250" y="2260600"/>
          <p14:tracePt t="113950" x="5353050" y="2235200"/>
          <p14:tracePt t="113967" x="5454650" y="2197100"/>
          <p14:tracePt t="113984" x="5511800" y="2184400"/>
          <p14:tracePt t="114001" x="5524500" y="2178050"/>
          <p14:tracePt t="114018" x="5543550" y="2171700"/>
          <p14:tracePt t="114033" x="5543550" y="2165350"/>
          <p14:tracePt t="114073" x="5549900" y="2165350"/>
          <p14:tracePt t="114083" x="5556250" y="2165350"/>
          <p14:tracePt t="114099" x="5568950" y="2165350"/>
          <p14:tracePt t="114117" x="5594350" y="2159000"/>
          <p14:tracePt t="114133" x="5613400" y="2159000"/>
          <p14:tracePt t="114150" x="5626100" y="2159000"/>
          <p14:tracePt t="114166" x="5645150" y="2159000"/>
          <p14:tracePt t="114183" x="5651500" y="2159000"/>
          <p14:tracePt t="114200" x="5664200" y="2159000"/>
          <p14:tracePt t="114263" x="5664200" y="2171700"/>
          <p14:tracePt t="114284" x="5664200" y="2178050"/>
          <p14:tracePt t="114291" x="5664200" y="2190750"/>
          <p14:tracePt t="114305" x="5657850" y="2203450"/>
          <p14:tracePt t="114316" x="5651500" y="2216150"/>
          <p14:tracePt t="114331" x="5651500" y="2228850"/>
          <p14:tracePt t="114349" x="5632450" y="2254250"/>
          <p14:tracePt t="114365" x="5619750" y="2286000"/>
          <p14:tracePt t="114383" x="5607050" y="2298700"/>
          <p14:tracePt t="114398" x="5600700" y="2305050"/>
          <p14:tracePt t="114415" x="5594350" y="2311400"/>
          <p14:tracePt t="114432" x="5588000" y="2317750"/>
          <p14:tracePt t="114474" x="5581650" y="2324100"/>
          <p14:tracePt t="115025" x="5511800" y="2311400"/>
          <p14:tracePt t="115038" x="5384800" y="2279650"/>
          <p14:tracePt t="115045" x="5251450" y="2235200"/>
          <p14:tracePt t="115053" x="5092700" y="2190750"/>
          <p14:tracePt t="115066" x="4908550" y="2120900"/>
          <p14:tracePt t="115080" x="4718050" y="2057400"/>
          <p14:tracePt t="115096" x="4324350" y="1930400"/>
          <p14:tracePt t="115113" x="4108450" y="1847850"/>
          <p14:tracePt t="115130" x="3695700" y="1663700"/>
          <p14:tracePt t="115146" x="3346450" y="1543050"/>
          <p14:tracePt t="115162" x="3213100" y="1498600"/>
          <p14:tracePt t="115179" x="2978150" y="1435100"/>
          <p14:tracePt t="115196" x="2800350" y="1397000"/>
          <p14:tracePt t="115213" x="2717800" y="1377950"/>
          <p14:tracePt t="115229" x="2603500" y="1358900"/>
          <p14:tracePt t="115245" x="2559050" y="1352550"/>
          <p14:tracePt t="115248" x="2520950" y="1339850"/>
          <p14:tracePt t="115263" x="2470150" y="1333500"/>
          <p14:tracePt t="115279" x="2451100" y="1333500"/>
          <p14:tracePt t="115295" x="2425700" y="1333500"/>
          <p14:tracePt t="115312" x="2419350" y="1339850"/>
          <p14:tracePt t="115328" x="2406650" y="1346200"/>
          <p14:tracePt t="115362" x="2400300" y="1346200"/>
          <p14:tracePt t="115390" x="2400300" y="1339850"/>
          <p14:tracePt t="115439" x="2393950" y="1339850"/>
          <p14:tracePt t="115656" x="2425700" y="1339850"/>
          <p14:tracePt t="115670" x="2489200" y="1358900"/>
          <p14:tracePt t="115678" x="2590800" y="1377950"/>
          <p14:tracePt t="115685" x="2698750" y="1409700"/>
          <p14:tracePt t="115698" x="2844800" y="1441450"/>
          <p14:tracePt t="115713" x="3048000" y="1498600"/>
          <p14:tracePt t="115728" x="3505200" y="1593850"/>
          <p14:tracePt t="115744" x="3784600" y="1657350"/>
          <p14:tracePt t="115761" x="4286250" y="1746250"/>
          <p14:tracePt t="115777" x="4730750" y="1816100"/>
          <p14:tracePt t="115794" x="4883150" y="1854200"/>
          <p14:tracePt t="115811" x="5105400" y="1911350"/>
          <p14:tracePt t="115827" x="5245100" y="1974850"/>
          <p14:tracePt t="115843" x="5289550" y="2000250"/>
          <p14:tracePt t="115860" x="5334000" y="2019300"/>
          <p14:tracePt t="115877" x="5346700" y="2025650"/>
          <p14:tracePt t="115893" x="5353050" y="2032000"/>
          <p14:tracePt t="115910" x="5353050" y="2038350"/>
          <p14:tracePt t="116029" x="5353050" y="2051050"/>
          <p14:tracePt t="116035" x="5346700" y="2057400"/>
          <p14:tracePt t="116050" x="5340350" y="2070100"/>
          <p14:tracePt t="116059" x="5334000" y="2082800"/>
          <p14:tracePt t="116075" x="5321300" y="2101850"/>
          <p14:tracePt t="116093" x="5270500" y="2165350"/>
          <p14:tracePt t="116110" x="5143500" y="2279650"/>
          <p14:tracePt t="116127" x="5060950" y="2349500"/>
          <p14:tracePt t="116142" x="4864100" y="2508250"/>
          <p14:tracePt t="116159" x="4737100" y="2603500"/>
          <p14:tracePt t="116177" x="4311650" y="2978150"/>
          <p14:tracePt t="116192" x="4210050" y="3092450"/>
          <p14:tracePt t="116208" x="4114800" y="3225800"/>
          <p14:tracePt t="116226" x="3930650" y="3492500"/>
          <p14:tracePt t="116242" x="3797300" y="3740150"/>
          <p14:tracePt t="116259" x="3727450" y="3886200"/>
          <p14:tracePt t="116275" x="3594100" y="4171950"/>
          <p14:tracePt t="116292" x="3486150" y="4394200"/>
          <p14:tracePt t="116309" x="3441700" y="4502150"/>
          <p14:tracePt t="116325" x="3365500" y="4648200"/>
          <p14:tracePt t="116342" x="3321050" y="4737100"/>
          <p14:tracePt t="116359" x="3289300" y="4781550"/>
          <p14:tracePt t="116375" x="3276600" y="4787900"/>
          <p14:tracePt t="116392" x="3282950" y="4787900"/>
          <p14:tracePt t="117092" x="3282950" y="4718050"/>
          <p14:tracePt t="117099" x="3270250" y="4603750"/>
          <p14:tracePt t="117113" x="3251200" y="4457700"/>
          <p14:tracePt t="117122" x="3225800" y="4330700"/>
          <p14:tracePt t="117139" x="3194050" y="4184650"/>
          <p14:tracePt t="117156" x="3130550" y="3810000"/>
          <p14:tracePt t="117173" x="3092450" y="3613150"/>
          <p14:tracePt t="117189" x="3016250" y="3117850"/>
          <p14:tracePt t="117205" x="2971800" y="2552700"/>
          <p14:tracePt t="117223" x="2940050" y="2286000"/>
          <p14:tracePt t="117239" x="2889250" y="1892300"/>
          <p14:tracePt t="117255" x="2838450" y="1619250"/>
          <p14:tracePt t="117272" x="2806700" y="1517650"/>
          <p14:tracePt t="117275" x="2787650" y="1422400"/>
          <p14:tracePt t="117289" x="2755900" y="1333500"/>
          <p14:tracePt t="117305" x="2705100" y="1206500"/>
          <p14:tracePt t="117322" x="2679700" y="1162050"/>
          <p14:tracePt t="117338" x="2641600" y="1098550"/>
          <p14:tracePt t="117355" x="2609850" y="1073150"/>
          <p14:tracePt t="117372" x="2597150" y="1066800"/>
          <p14:tracePt t="117388" x="2590800" y="1054100"/>
          <p14:tracePt t="117405" x="2571750" y="1047750"/>
          <p14:tracePt t="117422" x="2552700" y="1047750"/>
          <p14:tracePt t="117438" x="2546350" y="1041400"/>
          <p14:tracePt t="117455" x="2540000" y="1035050"/>
          <p14:tracePt t="117471" x="2520950" y="1035050"/>
          <p14:tracePt t="117488" x="2514600" y="1035050"/>
          <p14:tracePt t="117505" x="2501900" y="1028700"/>
          <p14:tracePt t="117521" x="2489200" y="1016000"/>
          <p14:tracePt t="117538" x="2482850" y="1016000"/>
          <p14:tracePt t="117555" x="2476500" y="1016000"/>
          <p14:tracePt t="117571" x="2457450" y="1016000"/>
          <p14:tracePt t="117588" x="2451100" y="1009650"/>
          <p14:tracePt t="117605" x="2425700" y="1009650"/>
          <p14:tracePt t="117621" x="2413000" y="1009650"/>
          <p14:tracePt t="117637" x="2387600" y="1009650"/>
          <p14:tracePt t="117654" x="2355850" y="1009650"/>
          <p14:tracePt t="117670" x="2336800" y="1016000"/>
          <p14:tracePt t="117687" x="2286000" y="1041400"/>
          <p14:tracePt t="117704" x="2184400" y="1073150"/>
          <p14:tracePt t="117721" x="2139950" y="1098550"/>
          <p14:tracePt t="117738" x="2032000" y="1155700"/>
          <p14:tracePt t="117754" x="1892300" y="1238250"/>
          <p14:tracePt t="117770" x="1809750" y="1289050"/>
          <p14:tracePt t="117788" x="1682750" y="1377950"/>
          <p14:tracePt t="117804" x="1562100" y="1473200"/>
          <p14:tracePt t="117820" x="1524000" y="1530350"/>
          <p14:tracePt t="117837" x="1460500" y="1644650"/>
          <p14:tracePt t="117853" x="1428750" y="1720850"/>
          <p14:tracePt t="117870" x="1409700" y="1892300"/>
          <p14:tracePt t="117886" x="1403350" y="2082800"/>
          <p14:tracePt t="117903" x="1403350" y="2171700"/>
          <p14:tracePt t="117920" x="1416050" y="2349500"/>
          <p14:tracePt t="117936" x="1479550" y="2559050"/>
          <p14:tracePt t="117953" x="1504950" y="2667000"/>
          <p14:tracePt t="117970" x="1619250" y="2838450"/>
          <p14:tracePt t="117986" x="1739900" y="2940050"/>
          <p14:tracePt t="118003" x="1803400" y="2965450"/>
          <p14:tracePt t="118019" x="1930400" y="3003550"/>
          <p14:tracePt t="118036" x="2057400" y="3009900"/>
          <p14:tracePt t="118053" x="2133600" y="3003550"/>
          <p14:tracePt t="118069" x="2317750" y="2940050"/>
          <p14:tracePt t="118086" x="2508250" y="2825750"/>
          <p14:tracePt t="118103" x="2717800" y="2635250"/>
          <p14:tracePt t="118119" x="2857500" y="2470150"/>
          <p14:tracePt t="118136" x="2952750" y="2336800"/>
          <p14:tracePt t="118153" x="3181350" y="1981200"/>
          <p14:tracePt t="118169" x="3213100" y="1905000"/>
          <p14:tracePt t="118185" x="3244850" y="1822450"/>
          <p14:tracePt t="118202" x="3244850" y="1708150"/>
          <p14:tracePt t="118219" x="3194050" y="1593850"/>
          <p14:tracePt t="118236" x="3155950" y="1562100"/>
          <p14:tracePt t="118252" x="3041650" y="1473200"/>
          <p14:tracePt t="118269" x="2882900" y="1422400"/>
          <p14:tracePt t="118286" x="2679700" y="1403350"/>
          <p14:tracePt t="118302" x="2578100" y="1403350"/>
          <p14:tracePt t="118319" x="2362200" y="1422400"/>
          <p14:tracePt t="118335" x="2152650" y="1473200"/>
          <p14:tracePt t="118351" x="2051050" y="1504950"/>
          <p14:tracePt t="118368" x="1860550" y="1587500"/>
          <p14:tracePt t="118385" x="1701800" y="1689100"/>
          <p14:tracePt t="118401" x="1651000" y="1746250"/>
          <p14:tracePt t="118419" x="1593850" y="1879600"/>
          <p14:tracePt t="118434" x="1574800" y="2012950"/>
          <p14:tracePt t="118451" x="1574800" y="2063750"/>
          <p14:tracePt t="118468" x="1593850" y="2159000"/>
          <p14:tracePt t="118485" x="1619250" y="2216150"/>
          <p14:tracePt t="118501" x="1701800" y="2355850"/>
          <p14:tracePt t="118518" x="1847850" y="2520950"/>
          <p14:tracePt t="118534" x="1930400" y="2616200"/>
          <p14:tracePt t="118551" x="2139950" y="2781300"/>
          <p14:tracePt t="118567" x="2317750" y="2908300"/>
          <p14:tracePt t="118584" x="2406650" y="2946400"/>
          <p14:tracePt t="118601" x="2603500" y="2978150"/>
          <p14:tracePt t="118617" x="2806700" y="2965450"/>
          <p14:tracePt t="118634" x="2895600" y="2933700"/>
          <p14:tracePt t="118651" x="3086100" y="2819400"/>
          <p14:tracePt t="118667" x="3308350" y="2597150"/>
          <p14:tracePt t="118684" x="3429000" y="2438400"/>
          <p14:tracePt t="118700" x="3587750" y="2139950"/>
          <p14:tracePt t="118717" x="3663950" y="1917700"/>
          <p14:tracePt t="118734" x="3670300" y="1803400"/>
          <p14:tracePt t="118750" x="3657600" y="1625600"/>
          <p14:tracePt t="118767" x="3625850" y="1530350"/>
          <p14:tracePt t="118785" x="3435350" y="1308100"/>
          <p14:tracePt t="118801" x="3352800" y="1244600"/>
          <p14:tracePt t="118804" x="3257550" y="1193800"/>
          <p14:tracePt t="118833" x="3060700" y="1111250"/>
          <p14:tracePt t="118850" x="2857500" y="1098550"/>
          <p14:tracePt t="118866" x="2743200" y="1098550"/>
          <p14:tracePt t="118883" x="2546350" y="1123950"/>
          <p14:tracePt t="118899" x="2374900" y="1181100"/>
          <p14:tracePt t="118916" x="2292350" y="1225550"/>
          <p14:tracePt t="118933" x="2152650" y="1327150"/>
          <p14:tracePt t="118950" x="2063750" y="1397000"/>
          <p14:tracePt t="118966" x="2032000" y="1435100"/>
          <p14:tracePt t="118983" x="1968500" y="1511300"/>
          <p14:tracePt t="118999" x="1936750" y="1574800"/>
          <p14:tracePt t="119016" x="1930400" y="1606550"/>
          <p14:tracePt t="119032" x="1930400" y="1612900"/>
          <p14:tracePt t="119049" x="1930400" y="1619250"/>
          <p14:tracePt t="119082" x="1930400" y="1612900"/>
          <p14:tracePt t="119099" x="1930400" y="1606550"/>
          <p14:tracePt t="119115" x="1943100" y="1568450"/>
          <p14:tracePt t="119132" x="1949450" y="1543050"/>
          <p14:tracePt t="119149" x="1962150" y="1524000"/>
          <p14:tracePt t="119165" x="1981200" y="1524000"/>
          <p14:tracePt t="119568" x="1962150" y="1511300"/>
          <p14:tracePt t="119582" x="1924050" y="1492250"/>
          <p14:tracePt t="119589" x="1892300" y="1485900"/>
          <p14:tracePt t="119598" x="1854200" y="1485900"/>
          <p14:tracePt t="119614" x="1809750" y="1479550"/>
          <p14:tracePt t="119630" x="1771650" y="1479550"/>
          <p14:tracePt t="119646" x="1676400" y="1504950"/>
          <p14:tracePt t="119664" x="1587500" y="1562100"/>
          <p14:tracePt t="119681" x="1492250" y="1657350"/>
          <p14:tracePt t="119697" x="1466850" y="1714500"/>
          <p14:tracePt t="119714" x="1422400" y="1797050"/>
          <p14:tracePt t="119730" x="1403350" y="1892300"/>
          <p14:tracePt t="119747" x="1403350" y="1924050"/>
          <p14:tracePt t="119763" x="1422400" y="1974850"/>
          <p14:tracePt t="119780" x="1460500" y="2025650"/>
          <p14:tracePt t="119796" x="1492250" y="2051050"/>
          <p14:tracePt t="119814" x="1593850" y="2114550"/>
          <p14:tracePt t="119830" x="1733550" y="2165350"/>
          <p14:tracePt t="119847" x="1822450" y="2171700"/>
          <p14:tracePt t="119863" x="2012950" y="2171700"/>
          <p14:tracePt t="119879" x="2197100" y="2127250"/>
          <p14:tracePt t="119896" x="2279650" y="2076450"/>
          <p14:tracePt t="119913" x="2457450" y="1943100"/>
          <p14:tracePt t="119929" x="2508250" y="1860550"/>
          <p14:tracePt t="119947" x="2552700" y="1752600"/>
          <p14:tracePt t="119963" x="2559050" y="1644650"/>
          <p14:tracePt t="119979" x="2540000" y="1574800"/>
          <p14:tracePt t="119996" x="2489200" y="1428750"/>
          <p14:tracePt t="120012" x="2381250" y="1289050"/>
          <p14:tracePt t="120029" x="2317750" y="1231900"/>
          <p14:tracePt t="120046" x="2203450" y="1155700"/>
          <p14:tracePt t="120062" x="2070100" y="1123950"/>
          <p14:tracePt t="120079" x="2019300" y="1123950"/>
          <p14:tracePt t="120096" x="1885950" y="1155700"/>
          <p14:tracePt t="120112" x="1758950" y="1257300"/>
          <p14:tracePt t="120129" x="1701800" y="1314450"/>
          <p14:tracePt t="120146" x="1574800" y="1479550"/>
          <p14:tracePt t="120162" x="1473200" y="1644650"/>
          <p14:tracePt t="120180" x="1416050" y="1803400"/>
          <p14:tracePt t="120195" x="1403350" y="1866900"/>
          <p14:tracePt t="120212" x="1403350" y="1955800"/>
          <p14:tracePt t="120229" x="1447800" y="2203450"/>
          <p14:tracePt t="120245" x="1485900" y="2286000"/>
          <p14:tracePt t="120262" x="1536700" y="2368550"/>
          <p14:tracePt t="120279" x="1701800" y="2489200"/>
          <p14:tracePt t="120296" x="1879600" y="2565400"/>
          <p14:tracePt t="120312" x="1968500" y="2590800"/>
          <p14:tracePt t="120328" x="2120900" y="2590800"/>
          <p14:tracePt t="120345" x="2216150" y="2571750"/>
          <p14:tracePt t="120362" x="2413000" y="2463800"/>
          <p14:tracePt t="120378" x="2584450" y="2305050"/>
          <p14:tracePt t="120395" x="2705100" y="2120900"/>
          <p14:tracePt t="120411" x="2787650" y="1968500"/>
          <p14:tracePt t="120428" x="2813050" y="1911350"/>
          <p14:tracePt t="120445" x="2851150" y="1790700"/>
          <p14:tracePt t="120461" x="2857500" y="1733550"/>
          <p14:tracePt t="120477" x="2857500" y="1701800"/>
          <p14:tracePt t="120494" x="2857500" y="1682750"/>
          <p14:tracePt t="120511" x="2844800" y="1619250"/>
          <p14:tracePt t="120527" x="2844800" y="1606550"/>
          <p14:tracePt t="120545" x="2832100" y="1587500"/>
          <p14:tracePt t="120560" x="2825750" y="1581150"/>
          <p14:tracePt t="120577" x="2819400" y="1574800"/>
          <p14:tracePt t="120594" x="2813050" y="1568450"/>
          <p14:tracePt t="121092" x="2832100" y="1574800"/>
          <p14:tracePt t="121106" x="2863850" y="1600200"/>
          <p14:tracePt t="121113" x="2921000" y="1619250"/>
          <p14:tracePt t="121128" x="2959100" y="1631950"/>
          <p14:tracePt t="121142" x="3067050" y="1663700"/>
          <p14:tracePt t="121158" x="3124200" y="1670050"/>
          <p14:tracePt t="121177" x="3225800" y="1682750"/>
          <p14:tracePt t="121192" x="3270250" y="1682750"/>
          <p14:tracePt t="121208" x="3314700" y="1682750"/>
          <p14:tracePt t="121226" x="3340100" y="1682750"/>
          <p14:tracePt t="121241" x="3346450" y="1682750"/>
          <p14:tracePt t="121258" x="3352800" y="1682750"/>
          <p14:tracePt t="121344" x="3346450" y="1682750"/>
          <p14:tracePt t="121351" x="3333750" y="1682750"/>
          <p14:tracePt t="121366" x="3308350" y="1689100"/>
          <p14:tracePt t="121385" x="3282950" y="1695450"/>
          <p14:tracePt t="121394" x="3238500" y="1701800"/>
          <p14:tracePt t="121408" x="3200400" y="1708150"/>
          <p14:tracePt t="121424" x="3079750" y="1727200"/>
          <p14:tracePt t="121442" x="2959100" y="1739900"/>
          <p14:tracePt t="121457" x="2908300" y="1746250"/>
          <p14:tracePt t="121474" x="2813050" y="1765300"/>
          <p14:tracePt t="121492" x="2781300" y="1771650"/>
          <p14:tracePt t="121507" x="2768600" y="1771650"/>
          <p14:tracePt t="121524" x="2755900" y="1778000"/>
          <p14:tracePt t="121561" x="2768600" y="1778000"/>
          <p14:tracePt t="121574" x="2781300" y="1778000"/>
          <p14:tracePt t="121590" x="2813050" y="1765300"/>
          <p14:tracePt t="121607" x="2832100" y="1758950"/>
          <p14:tracePt t="121624" x="2908300" y="1739900"/>
          <p14:tracePt t="121640" x="2990850" y="1708150"/>
          <p14:tracePt t="121657" x="3035300" y="1689100"/>
          <p14:tracePt t="121674" x="3117850" y="1670050"/>
          <p14:tracePt t="121690" x="3149600" y="1663700"/>
          <p14:tracePt t="121707" x="3194050" y="1651000"/>
          <p14:tracePt t="121724" x="3219450" y="1644650"/>
          <p14:tracePt t="121740" x="3225800" y="1638300"/>
          <p14:tracePt t="121757" x="3232150" y="1638300"/>
          <p14:tracePt t="121792" x="3225800" y="1638300"/>
          <p14:tracePt t="121807" x="3213100" y="1638300"/>
          <p14:tracePt t="121823" x="3187700" y="1651000"/>
          <p14:tracePt t="121839" x="3168650" y="1663700"/>
          <p14:tracePt t="121843" x="3136900" y="1682750"/>
          <p14:tracePt t="121856" x="3092450" y="1708150"/>
          <p14:tracePt t="121873" x="3003550" y="1771650"/>
          <p14:tracePt t="121890" x="2959100" y="1809750"/>
          <p14:tracePt t="121906" x="2876550" y="1885950"/>
          <p14:tracePt t="121923" x="2819400" y="1943100"/>
          <p14:tracePt t="121940" x="2794000" y="1981200"/>
          <p14:tracePt t="121956" x="2787650" y="1987550"/>
          <p14:tracePt t="121973" x="2781300" y="1987550"/>
          <p14:tracePt t="121990" x="2781300" y="1993900"/>
          <p14:tracePt t="122024" x="2787650" y="1993900"/>
          <p14:tracePt t="122031" x="2800350" y="1987550"/>
          <p14:tracePt t="122045" x="2813050" y="1974850"/>
          <p14:tracePt t="122056" x="2832100" y="1968500"/>
          <p14:tracePt t="122074" x="2863850" y="1943100"/>
          <p14:tracePt t="122089" x="2952750" y="1879600"/>
          <p14:tracePt t="122105" x="3092450" y="1790700"/>
          <p14:tracePt t="122123" x="3232150" y="1701800"/>
          <p14:tracePt t="122139" x="3289300" y="1657350"/>
          <p14:tracePt t="122155" x="3371850" y="1606550"/>
          <p14:tracePt t="122172" x="3416300" y="1574800"/>
          <p14:tracePt t="122188" x="3422650" y="1568450"/>
          <p14:tracePt t="122205" x="3429000" y="1568450"/>
          <p14:tracePt t="122221" x="3429000" y="1562100"/>
          <p14:tracePt t="122480" x="3429000" y="1555750"/>
          <p14:tracePt t="122503" x="3429000" y="1562100"/>
          <p14:tracePt t="122815" x="3429000" y="1581150"/>
          <p14:tracePt t="122822" x="3429000" y="1606550"/>
          <p14:tracePt t="122838" x="3435350" y="1631950"/>
          <p14:tracePt t="122853" x="3441700" y="1657350"/>
          <p14:tracePt t="122870" x="3467100" y="1714500"/>
          <p14:tracePt t="122887" x="3505200" y="1778000"/>
          <p14:tracePt t="122903" x="3524250" y="1803400"/>
          <p14:tracePt t="122919" x="3562350" y="1854200"/>
          <p14:tracePt t="122936" x="3606800" y="1892300"/>
          <p14:tracePt t="122952" x="3625850" y="1905000"/>
          <p14:tracePt t="122969" x="3689350" y="1924050"/>
          <p14:tracePt t="122985" x="3740150" y="1955800"/>
          <p14:tracePt t="123002" x="3771900" y="1974850"/>
          <p14:tracePt t="123019" x="3841750" y="1993900"/>
          <p14:tracePt t="123036" x="3930650" y="2019300"/>
          <p14:tracePt t="123052" x="3968750" y="2038350"/>
          <p14:tracePt t="123069" x="4089400" y="2057400"/>
          <p14:tracePt t="123085" x="4210050" y="2076450"/>
          <p14:tracePt t="123103" x="4273550" y="2082800"/>
          <p14:tracePt t="123118" x="4381500" y="2095500"/>
          <p14:tracePt t="123135" x="4432300" y="2095500"/>
          <p14:tracePt t="123152" x="4514850" y="2101850"/>
          <p14:tracePt t="123168" x="4584700" y="2120900"/>
          <p14:tracePt t="123185" x="4622800" y="2127250"/>
          <p14:tracePt t="123202" x="4705350" y="2139950"/>
          <p14:tracePt t="123218" x="4813300" y="2159000"/>
          <p14:tracePt t="123234" x="4889500" y="2171700"/>
          <p14:tracePt t="123251" x="5060950" y="2178050"/>
          <p14:tracePt t="123268" x="5238750" y="2209800"/>
          <p14:tracePt t="123284" x="5314950" y="2209800"/>
          <p14:tracePt t="123302" x="5429250" y="2209800"/>
          <p14:tracePt t="123318" x="5511800" y="2197100"/>
          <p14:tracePt t="123335" x="5556250" y="2184400"/>
          <p14:tracePt t="123351" x="5562600" y="2184400"/>
          <p14:tracePt t="123367" x="5568950" y="2178050"/>
          <p14:tracePt t="123385" x="5575300" y="2178050"/>
          <p14:tracePt t="123476" x="5581650" y="2178050"/>
          <p14:tracePt t="123503" x="5581650" y="2184400"/>
          <p14:tracePt t="123595" x="5581650" y="2190750"/>
          <p14:tracePt t="123637" x="5581650" y="2197100"/>
          <p14:tracePt t="123644" x="5575300" y="2203450"/>
          <p14:tracePt t="123665" x="5568950" y="2209800"/>
          <p14:tracePt t="123679" x="5562600" y="2209800"/>
          <p14:tracePt t="123707" x="5556250" y="2216150"/>
          <p14:tracePt t="123749" x="5549900" y="2222500"/>
          <p14:tracePt t="123777" x="5549900" y="2228850"/>
          <p14:tracePt t="123784" x="5549900" y="2235200"/>
          <p14:tracePt t="123798" x="5543550" y="2235200"/>
          <p14:tracePt t="123805" x="5537200" y="2241550"/>
          <p14:tracePt t="123827" x="5530850" y="2241550"/>
          <p14:tracePt t="123848" x="5524500" y="2254250"/>
          <p14:tracePt t="123869" x="5518150" y="2260600"/>
          <p14:tracePt t="123890" x="5518150" y="2266950"/>
          <p14:tracePt t="123897" x="5511800" y="2273300"/>
          <p14:tracePt t="123925" x="5511800" y="2279650"/>
          <p14:tracePt t="123946" x="5505450" y="2286000"/>
          <p14:tracePt t="123988" x="5499100" y="2292350"/>
          <p14:tracePt t="124030" x="5492750" y="2298700"/>
          <p14:tracePt t="124058" x="5486400" y="2305050"/>
          <p14:tracePt t="124086" x="5473700" y="2311400"/>
          <p14:tracePt t="124107" x="5467350" y="2317750"/>
          <p14:tracePt t="124121" x="5467350" y="2324100"/>
          <p14:tracePt t="124128" x="5461000" y="2324100"/>
          <p14:tracePt t="124135" x="5448300" y="2330450"/>
          <p14:tracePt t="124151" x="5422900" y="2343150"/>
          <p14:tracePt t="124165" x="5384800" y="2355850"/>
          <p14:tracePt t="124181" x="5257800" y="2413000"/>
          <p14:tracePt t="124199" x="5099050" y="2482850"/>
          <p14:tracePt t="124215" x="5003800" y="2527300"/>
          <p14:tracePt t="124231" x="4800600" y="2597150"/>
          <p14:tracePt t="124248" x="4622800" y="2660650"/>
          <p14:tracePt t="124265" x="4559300" y="2692400"/>
          <p14:tracePt t="124281" x="4502150" y="2711450"/>
          <p14:tracePt t="124298" x="4432300" y="2730500"/>
          <p14:tracePt t="124314" x="4413250" y="2743200"/>
          <p14:tracePt t="124332" x="4394200" y="2749550"/>
          <p14:tracePt t="124347" x="4387850" y="2749550"/>
          <p14:tracePt t="124409" x="4387850" y="2743200"/>
          <p14:tracePt t="124416" x="4400550" y="2743200"/>
          <p14:tracePt t="124433" x="4413250" y="2736850"/>
          <p14:tracePt t="124447" x="4425950" y="2730500"/>
          <p14:tracePt t="124464" x="4470400" y="2717800"/>
          <p14:tracePt t="124481" x="4540250" y="2692400"/>
          <p14:tracePt t="124497" x="4610100" y="2660650"/>
          <p14:tracePt t="124514" x="4743450" y="2616200"/>
          <p14:tracePt t="124530" x="4895850" y="2552700"/>
          <p14:tracePt t="124547" x="4946650" y="2533650"/>
          <p14:tracePt t="124564" x="5060950" y="2482850"/>
          <p14:tracePt t="124580" x="5149850" y="2444750"/>
          <p14:tracePt t="124597" x="5168900" y="2432050"/>
          <p14:tracePt t="124614" x="5194300" y="2419350"/>
          <p14:tracePt t="124630" x="5207000" y="2413000"/>
          <p14:tracePt t="124711" x="5213350" y="2413000"/>
          <p14:tracePt t="125192" x="5194300" y="2413000"/>
          <p14:tracePt t="125199" x="5156200" y="2413000"/>
          <p14:tracePt t="125213" x="5111750" y="2419350"/>
          <p14:tracePt t="125228" x="5048250" y="2419350"/>
          <p14:tracePt t="125244" x="4921250" y="2425700"/>
          <p14:tracePt t="125262" x="4775200" y="2425700"/>
          <p14:tracePt t="125277" x="4679950" y="2425700"/>
          <p14:tracePt t="125294" x="4470400" y="2413000"/>
          <p14:tracePt t="125311" x="4254500" y="2393950"/>
          <p14:tracePt t="125327" x="4152900" y="2362200"/>
          <p14:tracePt t="125344" x="3924300" y="2330450"/>
          <p14:tracePt t="125361" x="3702050" y="2279650"/>
          <p14:tracePt t="125377" x="3600450" y="2254250"/>
          <p14:tracePt t="125394" x="3505200" y="2235200"/>
          <p14:tracePt t="125397" x="3416300" y="2216150"/>
          <p14:tracePt t="125411" x="3257550" y="2178050"/>
          <p14:tracePt t="125427" x="3194050" y="2146300"/>
          <p14:tracePt t="125445" x="3054350" y="2108200"/>
          <p14:tracePt t="125460" x="2990850" y="2089150"/>
          <p14:tracePt t="125477" x="2901950" y="2057400"/>
          <p14:tracePt t="125494" x="2819400" y="2038350"/>
          <p14:tracePt t="125510" x="2794000" y="2032000"/>
          <p14:tracePt t="125527" x="2730500" y="2019300"/>
          <p14:tracePt t="125544" x="2673350" y="2000250"/>
          <p14:tracePt t="125560" x="2641600" y="1987550"/>
          <p14:tracePt t="125577" x="2571750" y="1962150"/>
          <p14:tracePt t="125593" x="2508250" y="1936750"/>
          <p14:tracePt t="125610" x="2470150" y="1930400"/>
          <p14:tracePt t="125627" x="2413000" y="1930400"/>
          <p14:tracePt t="125643" x="2362200" y="1930400"/>
          <p14:tracePt t="125660" x="2330450" y="1924050"/>
          <p14:tracePt t="125676" x="2298700" y="1924050"/>
          <p14:tracePt t="125693" x="2273300" y="1924050"/>
          <p14:tracePt t="125709" x="2266950" y="1924050"/>
          <p14:tracePt t="125726" x="2260600" y="1924050"/>
          <p14:tracePt t="125845" x="2266950" y="1924050"/>
          <p14:tracePt t="125851" x="2273300" y="1917700"/>
          <p14:tracePt t="125865" x="2279650" y="1917700"/>
          <p14:tracePt t="125875" x="2292350" y="1911350"/>
          <p14:tracePt t="125891" x="2298700" y="1911350"/>
          <p14:tracePt t="125909" x="2330450" y="1892300"/>
          <p14:tracePt t="125926" x="2381250" y="1873250"/>
          <p14:tracePt t="125943" x="2400300" y="1860550"/>
          <p14:tracePt t="125958" x="2444750" y="1835150"/>
          <p14:tracePt t="125975" x="2476500" y="1822450"/>
          <p14:tracePt t="125992" x="2495550" y="1809750"/>
          <p14:tracePt t="126008" x="2501900" y="1809750"/>
          <p14:tracePt t="126025" x="2501900" y="1803400"/>
          <p14:tracePt t="126042" x="2508250" y="1803400"/>
          <p14:tracePt t="126111" x="2508250" y="1809750"/>
          <p14:tracePt t="126126" x="2508250" y="1822450"/>
          <p14:tracePt t="126132" x="2508250" y="1828800"/>
          <p14:tracePt t="126147" x="2501900" y="1847850"/>
          <p14:tracePt t="126158" x="2482850" y="1879600"/>
          <p14:tracePt t="126175" x="2451100" y="1949450"/>
          <p14:tracePt t="126191" x="2444750" y="2006600"/>
          <p14:tracePt t="126208" x="2406650" y="2127250"/>
          <p14:tracePt t="126225" x="2387600" y="2235200"/>
          <p14:tracePt t="126240" x="2387600" y="2273300"/>
          <p14:tracePt t="126258" x="2387600" y="2343150"/>
          <p14:tracePt t="126274" x="2393950" y="2374900"/>
          <p14:tracePt t="126291" x="2393950" y="2387600"/>
          <p14:tracePt t="126308" x="2393950" y="2393950"/>
          <p14:tracePt t="126324" x="2393950" y="2406650"/>
          <p14:tracePt t="126392" x="2387600" y="2406650"/>
          <p14:tracePt t="126413" x="2381250" y="2413000"/>
          <p14:tracePt t="126434" x="2374900" y="2413000"/>
          <p14:tracePt t="126463" x="2368550" y="2413000"/>
          <p14:tracePt t="126484" x="2362200" y="2413000"/>
          <p14:tracePt t="126505" x="2349500" y="2406650"/>
          <p14:tracePt t="126532" x="2336800" y="2406650"/>
          <p14:tracePt t="126547" x="2324100" y="2406650"/>
          <p14:tracePt t="126554" x="2311400" y="2393950"/>
          <p14:tracePt t="126561" x="2286000" y="2393950"/>
          <p14:tracePt t="126576" x="2266950" y="2387600"/>
          <p14:tracePt t="126590" x="2247900" y="2387600"/>
          <p14:tracePt t="126606" x="2190750" y="2387600"/>
          <p14:tracePt t="126623" x="2171700" y="2387600"/>
          <p14:tracePt t="126639" x="2114550" y="2387600"/>
          <p14:tracePt t="126656" x="2082800" y="2387600"/>
          <p14:tracePt t="126673" x="2044700" y="2381250"/>
          <p14:tracePt t="126689" x="2044700" y="2374900"/>
          <p14:tracePt t="126706" x="2032000" y="2374900"/>
          <p14:tracePt t="126723" x="2012950" y="2368550"/>
          <p14:tracePt t="126739" x="2006600" y="2368550"/>
          <p14:tracePt t="126773" x="2006600" y="2362200"/>
          <p14:tracePt t="126834" x="2006600" y="2368550"/>
          <p14:tracePt t="126856" x="2012950" y="2368550"/>
          <p14:tracePt t="126863" x="2025650" y="2374900"/>
          <p14:tracePt t="126877" x="2038350" y="2381250"/>
          <p14:tracePt t="126889" x="2057400" y="2400300"/>
          <p14:tracePt t="126905" x="2146300" y="2438400"/>
          <p14:tracePt t="126922" x="2190750" y="2457450"/>
          <p14:tracePt t="126925" x="2241550" y="2489200"/>
          <p14:tracePt t="126940" x="2286000" y="2501900"/>
          <p14:tracePt t="126955" x="2362200" y="2527300"/>
          <p14:tracePt t="126972" x="2381250" y="2533650"/>
          <p14:tracePt t="126989" x="2413000" y="2546350"/>
          <p14:tracePt t="127021" x="2406650" y="2540000"/>
          <p14:tracePt t="127039" x="2368550" y="2540000"/>
          <p14:tracePt t="127055" x="2336800" y="2540000"/>
          <p14:tracePt t="127071" x="2260600" y="2540000"/>
          <p14:tracePt t="127088" x="2178050" y="2552700"/>
          <p14:tracePt t="127105" x="2127250" y="2559050"/>
          <p14:tracePt t="127122" x="2070100" y="2571750"/>
          <p14:tracePt t="127138" x="2044700" y="2571750"/>
          <p14:tracePt t="127154" x="2032000" y="2571750"/>
          <p14:tracePt t="127200" x="2038350" y="2571750"/>
          <p14:tracePt t="127207" x="2044700" y="2571750"/>
          <p14:tracePt t="127221" x="2057400" y="2565400"/>
          <p14:tracePt t="127238" x="2076450" y="2565400"/>
          <p14:tracePt t="127255" x="2101850" y="2565400"/>
          <p14:tracePt t="127270" x="2133600" y="2552700"/>
          <p14:tracePt t="127287" x="2178050" y="2527300"/>
          <p14:tracePt t="127304" x="2203450" y="2520950"/>
          <p14:tracePt t="127320" x="2254250" y="2508250"/>
          <p14:tracePt t="127337" x="2273300" y="2508250"/>
          <p14:tracePt t="127355" x="2311400" y="2495550"/>
          <p14:tracePt t="127371" x="2324100" y="2489200"/>
          <p14:tracePt t="127432" x="2330450" y="2489200"/>
          <p14:tracePt t="127460" x="2336800" y="2489200"/>
          <p14:tracePt t="127467" x="2349500" y="2489200"/>
          <p14:tracePt t="127481" x="2355850" y="2489200"/>
          <p14:tracePt t="127489" x="2368550" y="2495550"/>
          <p14:tracePt t="127504" x="2387600" y="2501900"/>
          <p14:tracePt t="127520" x="2444750" y="2514600"/>
          <p14:tracePt t="127537" x="2571750" y="2552700"/>
          <p14:tracePt t="127553" x="2647950" y="2571750"/>
          <p14:tracePt t="127570" x="2749550" y="2584450"/>
          <p14:tracePt t="127587" x="3130550" y="2603500"/>
          <p14:tracePt t="127603" x="3282950" y="2603500"/>
          <p14:tracePt t="127619" x="3422650" y="2603500"/>
          <p14:tracePt t="127636" x="3702050" y="2578100"/>
          <p14:tracePt t="127653" x="3962400" y="2533650"/>
          <p14:tracePt t="127670" x="4146550" y="2501900"/>
          <p14:tracePt t="127686" x="4210050" y="2495550"/>
          <p14:tracePt t="127703" x="4305300" y="2476500"/>
          <p14:tracePt t="127720" x="4368800" y="2470150"/>
          <p14:tracePt t="127736" x="4387850" y="2463800"/>
          <p14:tracePt t="127752" x="4413250" y="2457450"/>
          <p14:tracePt t="127769" x="4445000" y="2451100"/>
          <p14:tracePt t="127786" x="4457700" y="2444750"/>
          <p14:tracePt t="127803" x="4489450" y="2444750"/>
          <p14:tracePt t="127819" x="4521200" y="2444750"/>
          <p14:tracePt t="127836" x="4546600" y="2444750"/>
          <p14:tracePt t="127852" x="4565650" y="2444750"/>
          <p14:tracePt t="127869" x="4616450" y="2444750"/>
          <p14:tracePt t="127885" x="4679950" y="2451100"/>
          <p14:tracePt t="127902" x="4762500" y="2457450"/>
          <p14:tracePt t="127918" x="4800600" y="2457450"/>
          <p14:tracePt t="127935" x="4895850" y="2451100"/>
          <p14:tracePt t="127938" x="4959350" y="2438400"/>
          <p14:tracePt t="127954" x="5016500" y="2432050"/>
          <p14:tracePt t="127968" x="5067300" y="2419350"/>
          <p14:tracePt t="127985" x="5175250" y="2413000"/>
          <p14:tracePt t="128002" x="5257800" y="2406650"/>
          <p14:tracePt t="128018" x="5276850" y="2406650"/>
          <p14:tracePt t="128035" x="5314950" y="2400300"/>
          <p14:tracePt t="128051" x="5340350" y="2400300"/>
          <p14:tracePt t="128068" x="5346700" y="2400300"/>
          <p14:tracePt t="128085" x="5359400" y="2400300"/>
          <p14:tracePt t="128101" x="5359400" y="2393950"/>
          <p14:tracePt t="128169" x="5365750" y="2393950"/>
          <p14:tracePt t="128190" x="5372100" y="2393950"/>
          <p14:tracePt t="128204" x="5378450" y="2393950"/>
          <p14:tracePt t="128211" x="5384800" y="2393950"/>
          <p14:tracePt t="128220" x="5397500" y="2393950"/>
          <p14:tracePt t="128234" x="5403850" y="2393950"/>
          <p14:tracePt t="128250" x="5416550" y="2400300"/>
          <p14:tracePt t="128267" x="5467350" y="2406650"/>
          <p14:tracePt t="128284" x="5549900" y="2419350"/>
          <p14:tracePt t="128301" x="5581650" y="2425700"/>
          <p14:tracePt t="128318" x="5638800" y="2438400"/>
          <p14:tracePt t="128334" x="5670550" y="2444750"/>
          <p14:tracePt t="128351" x="5683250" y="2444750"/>
          <p14:tracePt t="128367" x="5702300" y="2444750"/>
          <p14:tracePt t="128384" x="5708650" y="2444750"/>
          <p14:tracePt t="128416" x="5715000" y="2444750"/>
          <p14:tracePt t="128801" x="5676900" y="2438400"/>
          <p14:tracePt t="128816" x="5613400" y="2432050"/>
          <p14:tracePt t="128822" x="5518150" y="2419350"/>
          <p14:tracePt t="128836" x="5403850" y="2400300"/>
          <p14:tracePt t="128848" x="5264150" y="2387600"/>
          <p14:tracePt t="128866" x="4940300" y="2355850"/>
          <p14:tracePt t="128882" x="4718050" y="2330450"/>
          <p14:tracePt t="128899" x="4260850" y="2298700"/>
          <p14:tracePt t="128915" x="3810000" y="2273300"/>
          <p14:tracePt t="128931" x="3594100" y="2260600"/>
          <p14:tracePt t="128948" x="3238500" y="2222500"/>
          <p14:tracePt t="128965" x="2959100" y="2197100"/>
          <p14:tracePt t="128981" x="2825750" y="2165350"/>
          <p14:tracePt t="128998" x="2609850" y="2133600"/>
          <p14:tracePt t="129015" x="2432050" y="2108200"/>
          <p14:tracePt t="129032" x="2336800" y="2089150"/>
          <p14:tracePt t="129048" x="2159000" y="2044700"/>
          <p14:tracePt t="129064" x="2025650" y="2038350"/>
          <p14:tracePt t="129081" x="1917700" y="2019300"/>
          <p14:tracePt t="129098" x="1917700" y="2012950"/>
          <p14:tracePt t="129485" x="1917700" y="2000250"/>
          <p14:tracePt t="129492" x="1898650" y="1981200"/>
          <p14:tracePt t="129506" x="1885950" y="1949450"/>
          <p14:tracePt t="129516" x="1879600" y="1905000"/>
          <p14:tracePt t="129529" x="1860550" y="1854200"/>
          <p14:tracePt t="129546" x="1847850" y="1797050"/>
          <p14:tracePt t="129563" x="1847850" y="1543050"/>
          <p14:tracePt t="129579" x="1847850" y="1435100"/>
          <p14:tracePt t="129596" x="1841500" y="1320800"/>
          <p14:tracePt t="129612" x="1828800" y="1092200"/>
          <p14:tracePt t="129629" x="1828800" y="914400"/>
          <p14:tracePt t="129646" x="1828800" y="857250"/>
          <p14:tracePt t="129662" x="1828800" y="800100"/>
          <p14:tracePt t="129679" x="1828800" y="787400"/>
          <p14:tracePt t="129696" x="1835150" y="781050"/>
          <p14:tracePt t="129773" x="1835150" y="787400"/>
          <p14:tracePt t="129899" x="1835150" y="793750"/>
          <p14:tracePt t="129934" x="1835150" y="806450"/>
          <p14:tracePt t="129948" x="1828800" y="819150"/>
          <p14:tracePt t="129955" x="1828800" y="838200"/>
          <p14:tracePt t="129969" x="1822450" y="857250"/>
          <p14:tracePt t="129978" x="1816100" y="901700"/>
          <p14:tracePt t="129995" x="1803400" y="952500"/>
          <p14:tracePt t="130012" x="1784350" y="1085850"/>
          <p14:tracePt t="130028" x="1778000" y="1250950"/>
          <p14:tracePt t="130044" x="1778000" y="1327150"/>
          <p14:tracePt t="130061" x="1778000" y="1504950"/>
          <p14:tracePt t="130078" x="1778000" y="1593850"/>
          <p14:tracePt t="130094" x="1803400" y="1758950"/>
          <p14:tracePt t="130111" x="1841500" y="1905000"/>
          <p14:tracePt t="130127" x="1873250" y="1981200"/>
          <p14:tracePt t="130145" x="1892300" y="2019300"/>
          <p14:tracePt t="130177" x="1892300" y="2025650"/>
          <p14:tracePt t="130215" x="1898650" y="2025650"/>
          <p14:tracePt t="130855" x="1905000" y="2019300"/>
          <p14:tracePt t="130862" x="1911350" y="2000250"/>
          <p14:tracePt t="130878" x="1917700" y="1981200"/>
          <p14:tracePt t="130892" x="1930400" y="1924050"/>
          <p14:tracePt t="130908" x="1936750" y="1892300"/>
          <p14:tracePt t="130925" x="1955800" y="1809750"/>
          <p14:tracePt t="130941" x="1968500" y="1727200"/>
          <p14:tracePt t="130958" x="1968500" y="1689100"/>
          <p14:tracePt t="130976" x="1981200" y="1631950"/>
          <p14:tracePt t="130992" x="1987550" y="1581150"/>
          <p14:tracePt t="131008" x="1987550" y="1562100"/>
          <p14:tracePt t="131024" x="1993900" y="1524000"/>
          <p14:tracePt t="131041" x="2000250" y="1492250"/>
          <p14:tracePt t="131057" x="2006600" y="1479550"/>
          <p14:tracePt t="131074" x="2019300" y="1460500"/>
          <p14:tracePt t="131091" x="2038350" y="1435100"/>
          <p14:tracePt t="131108" x="2051050" y="1409700"/>
          <p14:tracePt t="131124" x="2051050" y="1403350"/>
          <p14:tracePt t="131141" x="2057400" y="1397000"/>
          <p14:tracePt t="131158" x="2063750" y="1397000"/>
          <p14:tracePt t="131200" x="2063750" y="1390650"/>
          <p14:tracePt t="131242" x="2063750" y="1384300"/>
          <p14:tracePt t="131248" x="2063750" y="1377950"/>
          <p14:tracePt t="131263" x="2070100" y="1377950"/>
          <p14:tracePt t="131273" x="2070100" y="1371600"/>
          <p14:tracePt t="131291" x="2076450" y="1358900"/>
          <p14:tracePt t="131323" x="2082800" y="1346200"/>
          <p14:tracePt t="131341" x="2089150" y="1333500"/>
          <p14:tracePt t="131356" x="2089150" y="1327150"/>
          <p14:tracePt t="131374" x="2095500" y="1314450"/>
          <p14:tracePt t="131390" x="2108200" y="1289050"/>
          <p14:tracePt t="131407" x="2114550" y="1276350"/>
          <p14:tracePt t="131423" x="2133600" y="1238250"/>
          <p14:tracePt t="131439" x="2152650" y="1206500"/>
          <p14:tracePt t="131456" x="2159000" y="1187450"/>
          <p14:tracePt t="131473" x="2178050" y="1155700"/>
          <p14:tracePt t="131490" x="2184400" y="1136650"/>
          <p14:tracePt t="131506" x="2190750" y="1136650"/>
          <p14:tracePt t="131529" x="2190750" y="1130300"/>
          <p14:tracePt t="131571" x="2197100" y="1123950"/>
          <p14:tracePt t="132083" x="2222500" y="1123950"/>
          <p14:tracePt t="132091" x="2260600" y="1123950"/>
          <p14:tracePt t="132106" x="2311400" y="1111250"/>
          <p14:tracePt t="132120" x="2451100" y="1111250"/>
          <p14:tracePt t="132137" x="2514600" y="1111250"/>
          <p14:tracePt t="132154" x="2660650" y="1104900"/>
          <p14:tracePt t="132170" x="2711450" y="1104900"/>
          <p14:tracePt t="132187" x="2787650" y="1104900"/>
          <p14:tracePt t="132204" x="2832100" y="1098550"/>
          <p14:tracePt t="132220" x="2838450" y="1098550"/>
          <p14:tracePt t="132237" x="2844800" y="1092200"/>
          <p14:tracePt t="132371" x="2832100" y="1098550"/>
          <p14:tracePt t="132385" x="2819400" y="1098550"/>
          <p14:tracePt t="132392" x="2800350" y="1098550"/>
          <p14:tracePt t="132402" x="2768600" y="1104900"/>
          <p14:tracePt t="132420" x="2724150" y="1111250"/>
          <p14:tracePt t="132436" x="2597150" y="1130300"/>
          <p14:tracePt t="132453" x="2508250" y="1143000"/>
          <p14:tracePt t="132470" x="2241550" y="1155700"/>
          <p14:tracePt t="132486" x="2146300" y="1162050"/>
          <p14:tracePt t="132502" x="2070100" y="1162050"/>
          <p14:tracePt t="132519" x="1968500" y="1168400"/>
          <p14:tracePt t="132536" x="1905000" y="1168400"/>
          <p14:tracePt t="132553" x="1885950" y="1168400"/>
          <p14:tracePt t="132569" x="1866900" y="1168400"/>
          <p14:tracePt t="132586" x="1866900" y="1174750"/>
          <p14:tracePt t="133131" x="1847850" y="1238250"/>
          <p14:tracePt t="133145" x="1816100" y="1314450"/>
          <p14:tracePt t="133153" x="1790700" y="1422400"/>
          <p14:tracePt t="133167" x="1758950" y="1524000"/>
          <p14:tracePt t="133183" x="1733550" y="1638300"/>
          <p14:tracePt t="133202" x="1676400" y="1911350"/>
          <p14:tracePt t="133217" x="1657350" y="1981200"/>
          <p14:tracePt t="133233" x="1657350" y="2044700"/>
          <p14:tracePt t="133250" x="1638300" y="2178050"/>
          <p14:tracePt t="133266" x="1638300" y="2279650"/>
          <p14:tracePt t="133283" x="1644650" y="2324100"/>
          <p14:tracePt t="133300" x="1663700" y="2374900"/>
          <p14:tracePt t="133316" x="1663700" y="2413000"/>
          <p14:tracePt t="133334" x="1670050" y="2432050"/>
          <p14:tracePt t="133349" x="1676400" y="2457450"/>
          <p14:tracePt t="133367" x="1682750" y="2470150"/>
          <p14:tracePt t="133615" x="1682750" y="2463800"/>
          <p14:tracePt t="133678" x="1689100" y="2463800"/>
          <p14:tracePt t="133713" x="1689100" y="2457450"/>
          <p14:tracePt t="133755" x="1689100" y="2451100"/>
          <p14:tracePt t="133777" x="1689100" y="2444750"/>
          <p14:tracePt t="133784" x="1689100" y="2438400"/>
          <p14:tracePt t="133798" x="1689100" y="2432050"/>
          <p14:tracePt t="133804" x="1689100" y="2425700"/>
          <p14:tracePt t="133825" x="1689100" y="2419350"/>
          <p14:tracePt t="133847" x="1689100" y="2413000"/>
          <p14:tracePt t="133853" x="1689100" y="2406650"/>
          <p14:tracePt t="133875" x="1689100" y="2400300"/>
          <p14:tracePt t="133895" x="1689100" y="2393950"/>
          <p14:tracePt t="133902" x="1689100" y="2387600"/>
          <p14:tracePt t="133923" x="1682750" y="2387600"/>
          <p14:tracePt t="133966" x="1676400" y="2387600"/>
          <p14:tracePt t="133987" x="1670050" y="2387600"/>
          <p14:tracePt t="134000" x="1670050" y="2393950"/>
          <p14:tracePt t="134008" x="1670050" y="2400300"/>
          <p14:tracePt t="134017" x="1670050" y="2406650"/>
          <p14:tracePt t="134031" x="1670050" y="2419350"/>
          <p14:tracePt t="134048" x="1670050" y="2451100"/>
          <p14:tracePt t="134064" x="1670050" y="2470150"/>
          <p14:tracePt t="134080" x="1670050" y="2508250"/>
          <p14:tracePt t="134097" x="1676400" y="2533650"/>
          <p14:tracePt t="134114" x="1682750" y="2584450"/>
          <p14:tracePt t="134131" x="1689100" y="2597150"/>
          <p14:tracePt t="134148" x="1689100" y="2609850"/>
          <p14:tracePt t="134164" x="1695450" y="2622550"/>
          <p14:tracePt t="134180" x="1695450" y="2628900"/>
          <p14:tracePt t="134226" x="1695450" y="2635250"/>
          <p14:tracePt t="134415" x="1701800" y="2641600"/>
          <p14:tracePt t="134464" x="1701800" y="2635250"/>
          <p14:tracePt t="134485" x="1701800" y="2628900"/>
          <p14:tracePt t="134499" x="1708150" y="2616200"/>
          <p14:tracePt t="134520" x="1714500" y="2603500"/>
          <p14:tracePt t="134527" x="1714500" y="2597150"/>
          <p14:tracePt t="134535" x="1720850" y="2584450"/>
          <p14:tracePt t="134549" x="1720850" y="2565400"/>
          <p14:tracePt t="134563" x="1727200" y="2546350"/>
          <p14:tracePt t="134579" x="1733550" y="2489200"/>
          <p14:tracePt t="134595" x="1746250" y="2444750"/>
          <p14:tracePt t="134612" x="1758950" y="2362200"/>
          <p14:tracePt t="134628" x="1778000" y="2292350"/>
          <p14:tracePt t="134646" x="1784350" y="2273300"/>
          <p14:tracePt t="134662" x="1797050" y="2235200"/>
          <p14:tracePt t="134679" x="1797050" y="2222500"/>
          <p14:tracePt t="134695" x="1797050" y="2216150"/>
          <p14:tracePt t="134857" x="1797050" y="2222500"/>
          <p14:tracePt t="134879" x="1797050" y="2235200"/>
          <p14:tracePt t="134900" x="1797050" y="2247900"/>
          <p14:tracePt t="134906" x="1797050" y="2266950"/>
          <p14:tracePt t="134921" x="1797050" y="2286000"/>
          <p14:tracePt t="134930" x="1797050" y="2324100"/>
          <p14:tracePt t="134944" x="1797050" y="2368550"/>
          <p14:tracePt t="134961" x="1816100" y="2482850"/>
          <p14:tracePt t="134977" x="1841500" y="2590800"/>
          <p14:tracePt t="134994" x="1847850" y="2635250"/>
          <p14:tracePt t="135011" x="1860550" y="2673350"/>
          <p14:tracePt t="135027" x="1873250" y="2755900"/>
          <p14:tracePt t="135044" x="1873250" y="2762250"/>
          <p14:tracePt t="135061" x="1879600" y="2774950"/>
          <p14:tracePt t="135077" x="1879600" y="2781300"/>
          <p14:tracePt t="135110" x="1879600" y="2794000"/>
          <p14:tracePt t="135127" x="1879600" y="2800350"/>
          <p14:tracePt t="135772" x="1905000" y="2762250"/>
          <p14:tracePt t="135786" x="1949450" y="2692400"/>
          <p14:tracePt t="135794" x="2006600" y="2628900"/>
          <p14:tracePt t="135808" x="2057400" y="2559050"/>
          <p14:tracePt t="135825" x="2152650" y="2444750"/>
          <p14:tracePt t="135842" x="2203450" y="2374900"/>
          <p14:tracePt t="135857" x="2324100" y="2254250"/>
          <p14:tracePt t="135874" x="2425700" y="2152650"/>
          <p14:tracePt t="135892" x="2508250" y="2101850"/>
          <p14:tracePt t="135907" x="2527300" y="2076450"/>
          <p14:tracePt t="135924" x="2559050" y="2051050"/>
          <p14:tracePt t="135941" x="2622550" y="2006600"/>
          <p14:tracePt t="135957" x="2641600" y="1993900"/>
          <p14:tracePt t="135974" x="2654300" y="1981200"/>
          <p14:tracePt t="135991" x="2673350" y="1955800"/>
          <p14:tracePt t="136007" x="2679700" y="1936750"/>
          <p14:tracePt t="136024" x="2686050" y="1924050"/>
          <p14:tracePt t="136041" x="2698750" y="1911350"/>
          <p14:tracePt t="136057" x="2705100" y="1873250"/>
          <p14:tracePt t="136074" x="2705100" y="1828800"/>
          <p14:tracePt t="136090" x="2711450" y="1797050"/>
          <p14:tracePt t="136107" x="2717800" y="1739900"/>
          <p14:tracePt t="136124" x="2743200" y="1657350"/>
          <p14:tracePt t="136140" x="2749550" y="1600200"/>
          <p14:tracePt t="136158" x="2787650" y="1517650"/>
          <p14:tracePt t="136173" x="2813050" y="1409700"/>
          <p14:tracePt t="136190" x="2832100" y="1365250"/>
          <p14:tracePt t="136207" x="2857500" y="1282700"/>
          <p14:tracePt t="136223" x="2882900" y="1225550"/>
          <p14:tracePt t="136240" x="2889250" y="1206500"/>
          <p14:tracePt t="136257" x="2901950" y="1181100"/>
          <p14:tracePt t="136273" x="2908300" y="1168400"/>
          <p14:tracePt t="136289" x="2914650" y="1155700"/>
          <p14:tracePt t="136306" x="2921000" y="1149350"/>
          <p14:tracePt t="136339" x="2927350" y="1149350"/>
          <p14:tracePt t="136356" x="2940050" y="1143000"/>
          <p14:tracePt t="136372" x="2946400" y="1143000"/>
          <p14:tracePt t="136390" x="2959100" y="1136650"/>
          <p14:tracePt t="136406" x="2978150" y="1136650"/>
          <p14:tracePt t="136422" x="2984500" y="1136650"/>
          <p14:tracePt t="136439" x="2997200" y="1136650"/>
          <p14:tracePt t="136754" x="3003550" y="1136650"/>
          <p14:tracePt t="136769" x="3028950" y="1117600"/>
          <p14:tracePt t="136775" x="3060700" y="1104900"/>
          <p14:tracePt t="136788" x="3079750" y="1092200"/>
          <p14:tracePt t="136805" x="3136900" y="1066800"/>
          <p14:tracePt t="136821" x="3168650" y="1060450"/>
          <p14:tracePt t="136838" x="3213100" y="1054100"/>
          <p14:tracePt t="136854" x="3308350" y="1041400"/>
          <p14:tracePt t="136871" x="3327400" y="1041400"/>
          <p14:tracePt t="136889" x="3371850" y="1047750"/>
          <p14:tracePt t="136904" x="3384550" y="1073150"/>
          <p14:tracePt t="136921" x="3416300" y="1123950"/>
          <p14:tracePt t="136938" x="3422650" y="1193800"/>
          <p14:tracePt t="136954" x="3422650" y="1231900"/>
          <p14:tracePt t="136970" x="3397250" y="1308100"/>
          <p14:tracePt t="136987" x="3346450" y="1384300"/>
          <p14:tracePt t="137004" x="3308350" y="1409700"/>
          <p14:tracePt t="137020" x="3213100" y="1454150"/>
          <p14:tracePt t="137037" x="3155950" y="1466850"/>
          <p14:tracePt t="137054" x="3130550" y="1466850"/>
          <p14:tracePt t="137071" x="3105150" y="1466850"/>
          <p14:tracePt t="137087" x="3098800" y="1466850"/>
          <p14:tracePt t="137239" x="3098800" y="1460500"/>
          <p14:tracePt t="137728" x="3105150" y="1466850"/>
          <p14:tracePt t="137735" x="3111500" y="1466850"/>
          <p14:tracePt t="137749" x="3130550" y="1479550"/>
          <p14:tracePt t="137756" x="3143250" y="1485900"/>
          <p14:tracePt t="137771" x="3168650" y="1511300"/>
          <p14:tracePt t="137785" x="3187700" y="1524000"/>
          <p14:tracePt t="137801" x="3238500" y="1555750"/>
          <p14:tracePt t="137818" x="3263900" y="1568450"/>
          <p14:tracePt t="137835" x="3308350" y="1612900"/>
          <p14:tracePt t="137852" x="3352800" y="1670050"/>
          <p14:tracePt t="137868" x="3365500" y="1701800"/>
          <p14:tracePt t="137884" x="3384550" y="1771650"/>
          <p14:tracePt t="137900" x="3384550" y="1860550"/>
          <p14:tracePt t="137918" x="3352800" y="1981200"/>
          <p14:tracePt t="137934" x="3327400" y="2038350"/>
          <p14:tracePt t="137950" x="3276600" y="2108200"/>
          <p14:tracePt t="137967" x="3155950" y="2228850"/>
          <p14:tracePt t="137984" x="3086100" y="2279650"/>
          <p14:tracePt t="138000" x="2933700" y="2368550"/>
          <p14:tracePt t="138017" x="2749550" y="2451100"/>
          <p14:tracePt t="138033" x="2616200" y="2508250"/>
          <p14:tracePt t="138051" x="2476500" y="2559050"/>
          <p14:tracePt t="138067" x="2413000" y="2578100"/>
          <p14:tracePt t="138084" x="2254250" y="2603500"/>
          <p14:tracePt t="138100" x="2108200" y="2635250"/>
          <p14:tracePt t="138117" x="2057400" y="2641600"/>
          <p14:tracePt t="138133" x="1943100" y="2641600"/>
          <p14:tracePt t="138150" x="1835150" y="2654300"/>
          <p14:tracePt t="138166" x="1797050" y="2647950"/>
          <p14:tracePt t="138183" x="1752600" y="2641600"/>
          <p14:tracePt t="138199" x="1727200" y="2641600"/>
          <p14:tracePt t="138216" x="1720850" y="2641600"/>
          <p14:tracePt t="138233" x="1714500" y="2641600"/>
          <p14:tracePt t="138269" x="1708150" y="2635250"/>
          <p14:tracePt t="138289" x="1708150" y="2628900"/>
          <p14:tracePt t="138299" x="1708150" y="2616200"/>
          <p14:tracePt t="138316" x="1708150" y="2584450"/>
          <p14:tracePt t="138332" x="1708150" y="2520950"/>
          <p14:tracePt t="138349" x="1708150" y="2470150"/>
          <p14:tracePt t="138368" x="1778000" y="2266950"/>
          <p14:tracePt t="138382" x="1816100" y="2178050"/>
          <p14:tracePt t="138399" x="1860550" y="2082800"/>
          <p14:tracePt t="138416" x="1936750" y="1911350"/>
          <p14:tracePt t="138432" x="2000250" y="1784350"/>
          <p14:tracePt t="138449" x="2006600" y="1746250"/>
          <p14:tracePt t="138465" x="2006600" y="1689100"/>
          <p14:tracePt t="138482" x="2006600" y="1651000"/>
          <p14:tracePt t="138498" x="1987550" y="1631950"/>
          <p14:tracePt t="138515" x="1955800" y="1587500"/>
          <p14:tracePt t="138532" x="1924050" y="1562100"/>
          <p14:tracePt t="138549" x="1892300" y="1530350"/>
          <p14:tracePt t="138565" x="1873250" y="1517650"/>
          <p14:tracePt t="138582" x="1835150" y="1504950"/>
          <p14:tracePt t="138599" x="1816100" y="1498600"/>
          <p14:tracePt t="138615" x="1778000" y="1473200"/>
          <p14:tracePt t="138631" x="1771650" y="1447800"/>
          <p14:tracePt t="138648" x="1746250" y="1409700"/>
          <p14:tracePt t="138664" x="1746250" y="1397000"/>
          <p14:tracePt t="138682" x="1746250" y="1384300"/>
          <p14:tracePt t="138698" x="1746250" y="1358900"/>
          <p14:tracePt t="138715" x="1752600" y="1346200"/>
          <p14:tracePt t="138732" x="1778000" y="1327150"/>
          <p14:tracePt t="138748" x="1790700" y="1320800"/>
          <p14:tracePt t="138764" x="1847850" y="1308100"/>
          <p14:tracePt t="138781" x="1955800" y="1289050"/>
          <p14:tracePt t="138797" x="2012950" y="1282700"/>
          <p14:tracePt t="138814" x="2133600" y="1257300"/>
          <p14:tracePt t="138831" x="2228850" y="1238250"/>
          <p14:tracePt t="138847" x="2266950" y="1231900"/>
          <p14:tracePt t="138864" x="2324100" y="1212850"/>
          <p14:tracePt t="138880" x="2368550" y="1206500"/>
          <p14:tracePt t="138897" x="2381250" y="1206500"/>
          <p14:tracePt t="138914" x="2393950" y="1206500"/>
          <p14:tracePt t="139012" x="2393950" y="1212850"/>
          <p14:tracePt t="139019" x="2387600" y="1219200"/>
          <p14:tracePt t="139033" x="2374900" y="1238250"/>
          <p14:tracePt t="139047" x="2362200" y="1250950"/>
          <p14:tracePt t="139063" x="2317750" y="1314450"/>
          <p14:tracePt t="139080" x="2286000" y="1358900"/>
          <p14:tracePt t="139097" x="2216150" y="1473200"/>
          <p14:tracePt t="139113" x="2139950" y="1574800"/>
          <p14:tracePt t="139130" x="2114550" y="1631950"/>
          <p14:tracePt t="139147" x="2070100" y="1720850"/>
          <p14:tracePt t="139163" x="2044700" y="1765300"/>
          <p14:tracePt t="139180" x="2038350" y="1778000"/>
          <p14:tracePt t="139196" x="2038350" y="1784350"/>
          <p14:tracePt t="139213" x="2032000" y="1790700"/>
          <p14:tracePt t="139230" x="2038350" y="1790700"/>
          <p14:tracePt t="139246" x="2044700" y="1784350"/>
          <p14:tracePt t="139263" x="2063750" y="1771650"/>
          <p14:tracePt t="139279" x="2152650" y="1708150"/>
          <p14:tracePt t="139296" x="2209800" y="1682750"/>
          <p14:tracePt t="139313" x="2273300" y="1644650"/>
          <p14:tracePt t="139329" x="2451100" y="1549400"/>
          <p14:tracePt t="139345" x="2609850" y="1466850"/>
          <p14:tracePt t="139363" x="2717800" y="1397000"/>
          <p14:tracePt t="139379" x="2749550" y="1358900"/>
          <p14:tracePt t="139395" x="2774950" y="1339850"/>
          <p14:tracePt t="139413" x="2781300" y="1327150"/>
          <p14:tracePt t="139524" x="2781300" y="1320800"/>
          <p14:tracePt t="139546" x="2768600" y="1320800"/>
          <p14:tracePt t="139559" x="2755900" y="1320800"/>
          <p14:tracePt t="139574" x="2736850" y="1320800"/>
          <p14:tracePt t="139581" x="2724150" y="1320800"/>
          <p14:tracePt t="139597" x="2692400" y="1314450"/>
          <p14:tracePt t="139611" x="2667000" y="1314450"/>
          <p14:tracePt t="139628" x="2578100" y="1314450"/>
          <p14:tracePt t="139645" x="2470150" y="1320800"/>
          <p14:tracePt t="139661" x="2419350" y="1320800"/>
          <p14:tracePt t="139678" x="2298700" y="1358900"/>
          <p14:tracePt t="139694" x="2184400" y="1409700"/>
          <p14:tracePt t="139711" x="2114550" y="1454150"/>
          <p14:tracePt t="139728" x="1974850" y="1562100"/>
          <p14:tracePt t="139744" x="1822450" y="1695450"/>
          <p14:tracePt t="139761" x="1752600" y="1771650"/>
          <p14:tracePt t="139777" x="1651000" y="1917700"/>
          <p14:tracePt t="139794" x="1568450" y="2070100"/>
          <p14:tracePt t="139811" x="1549400" y="2139950"/>
          <p14:tracePt t="139827" x="1536700" y="2279650"/>
          <p14:tracePt t="139844" x="1587500" y="2476500"/>
          <p14:tracePt t="139862" x="1701800" y="2667000"/>
          <p14:tracePt t="139877" x="1784350" y="2762250"/>
          <p14:tracePt t="139894" x="1892300" y="2838450"/>
          <p14:tracePt t="139911" x="2197100" y="3016250"/>
          <p14:tracePt t="139927" x="2292350" y="3048000"/>
          <p14:tracePt t="139944" x="2393950" y="3048000"/>
          <p14:tracePt t="139960" x="2590800" y="3003550"/>
          <p14:tracePt t="139977" x="2787650" y="2876550"/>
          <p14:tracePt t="139994" x="2870200" y="2787650"/>
          <p14:tracePt t="140010" x="3048000" y="2597150"/>
          <p14:tracePt t="140027" x="3162300" y="2393950"/>
          <p14:tracePt t="140044" x="3213100" y="2235200"/>
          <p14:tracePt t="140060" x="3219450" y="2146300"/>
          <p14:tracePt t="140077" x="3200400" y="2025650"/>
          <p14:tracePt t="140093" x="3181350" y="1968500"/>
          <p14:tracePt t="140110" x="3098800" y="1879600"/>
          <p14:tracePt t="140126" x="2971800" y="1797050"/>
          <p14:tracePt t="140143" x="2774950" y="1746250"/>
          <p14:tracePt t="140160" x="2673350" y="1746250"/>
          <p14:tracePt t="140177" x="2457450" y="1771650"/>
          <p14:tracePt t="140193" x="2260600" y="1879600"/>
          <p14:tracePt t="140209" x="2139950" y="1930400"/>
          <p14:tracePt t="140227" x="1962150" y="2070100"/>
          <p14:tracePt t="140242" x="1879600" y="2152650"/>
          <p14:tracePt t="140259" x="1765300" y="2305050"/>
          <p14:tracePt t="140276" x="1746250" y="2438400"/>
          <p14:tracePt t="140292" x="1771650" y="2533650"/>
          <p14:tracePt t="140309" x="1803400" y="2565400"/>
          <p14:tracePt t="140325" x="1917700" y="2635250"/>
          <p14:tracePt t="140342" x="1993900" y="2654300"/>
          <p14:tracePt t="140360" x="2254250" y="2679700"/>
          <p14:tracePt t="140375" x="2317750" y="2667000"/>
          <p14:tracePt t="140392" x="2374900" y="2647950"/>
          <p14:tracePt t="140409" x="2514600" y="2501900"/>
          <p14:tracePt t="140425" x="2565400" y="2438400"/>
          <p14:tracePt t="141206" x="2552700" y="2432050"/>
          <p14:tracePt t="141213" x="2520950" y="2419350"/>
          <p14:tracePt t="141227" x="2489200" y="2413000"/>
          <p14:tracePt t="141239" x="2451100" y="2393950"/>
          <p14:tracePt t="141256" x="2343150" y="2387600"/>
          <p14:tracePt t="141273" x="2279650" y="2387600"/>
          <p14:tracePt t="141289" x="2120900" y="2400300"/>
          <p14:tracePt t="141306" x="1974850" y="2438400"/>
          <p14:tracePt t="141322" x="1924050" y="2444750"/>
          <p14:tracePt t="141339" x="1860550" y="2463800"/>
          <p14:tracePt t="141355" x="1841500" y="2470150"/>
          <p14:tracePt t="141372" x="1841500" y="2476500"/>
          <p14:tracePt t="141389" x="1866900" y="2495550"/>
          <p14:tracePt t="141405" x="1898650" y="2514600"/>
          <p14:tracePt t="141422" x="2000250" y="2565400"/>
          <p14:tracePt t="141438" x="2133600" y="2635250"/>
          <p14:tracePt t="141455" x="2228850" y="2667000"/>
          <p14:tracePt t="141472" x="2413000" y="2717800"/>
          <p14:tracePt t="141488" x="2616200" y="2736850"/>
          <p14:tracePt t="141505" x="2692400" y="2724150"/>
          <p14:tracePt t="141522" x="2863850" y="2679700"/>
          <p14:tracePt t="141538" x="3016250" y="2559050"/>
          <p14:tracePt t="141555" x="3098800" y="2495550"/>
          <p14:tracePt t="141571" x="3232150" y="2355850"/>
          <p14:tracePt t="141588" x="3321050" y="2190750"/>
          <p14:tracePt t="141605" x="3352800" y="2114550"/>
          <p14:tracePt t="141621" x="3371850" y="1968500"/>
          <p14:tracePt t="141638" x="3340100" y="1860550"/>
          <p14:tracePt t="141655" x="3289300" y="1771650"/>
          <p14:tracePt t="141671" x="3244850" y="1733550"/>
          <p14:tracePt t="141688" x="3213100" y="1708150"/>
          <p14:tracePt t="141705" x="3041650" y="1644650"/>
          <p14:tracePt t="141721" x="2990850" y="1638300"/>
          <p14:tracePt t="141737" x="2940050" y="1638300"/>
          <p14:tracePt t="141754" x="2806700" y="1657350"/>
          <p14:tracePt t="141770" x="2660650" y="1714500"/>
          <p14:tracePt t="141788" x="2590800" y="1746250"/>
          <p14:tracePt t="141804" x="2451100" y="1822450"/>
          <p14:tracePt t="141820" x="2349500" y="1911350"/>
          <p14:tracePt t="141838" x="2279650" y="2044700"/>
          <p14:tracePt t="141854" x="2260600" y="2127250"/>
          <p14:tracePt t="141870" x="2241550" y="2279650"/>
          <p14:tracePt t="141887" x="2241550" y="2400300"/>
          <p14:tracePt t="141903" x="2260600" y="2432050"/>
          <p14:tracePt t="141920" x="2324100" y="2520950"/>
          <p14:tracePt t="141937" x="2425700" y="2597150"/>
          <p14:tracePt t="141953" x="2482850" y="2635250"/>
          <p14:tracePt t="141970" x="2552700" y="2660650"/>
          <p14:tracePt t="141986" x="2813050" y="2743200"/>
          <p14:tracePt t="142003" x="2901950" y="2743200"/>
          <p14:tracePt t="142020" x="3073400" y="2717800"/>
          <p14:tracePt t="142036" x="3162300" y="2679700"/>
          <p14:tracePt t="142053" x="3365500" y="2552700"/>
          <p14:tracePt t="142070" x="3556000" y="2413000"/>
          <p14:tracePt t="142086" x="3638550" y="2355850"/>
          <p14:tracePt t="142103" x="3759200" y="2209800"/>
          <p14:tracePt t="142120" x="3835400" y="2108200"/>
          <p14:tracePt t="142136" x="3848100" y="2076450"/>
          <p14:tracePt t="142153" x="3848100" y="2019300"/>
          <p14:tracePt t="142169" x="3797300" y="1949450"/>
          <p14:tracePt t="142186" x="3752850" y="1905000"/>
          <p14:tracePt t="142203" x="3632200" y="1860550"/>
          <p14:tracePt t="142219" x="3448050" y="1828800"/>
          <p14:tracePt t="142236" x="3346450" y="1816100"/>
          <p14:tracePt t="142252" x="3105150" y="1822450"/>
          <p14:tracePt t="142269" x="2857500" y="1898650"/>
          <p14:tracePt t="142286" x="2755900" y="1962150"/>
          <p14:tracePt t="142302" x="2565400" y="2095500"/>
          <p14:tracePt t="142319" x="2489200" y="2178050"/>
          <p14:tracePt t="142336" x="2368550" y="2425700"/>
          <p14:tracePt t="142352" x="2362200" y="2476500"/>
          <p14:tracePt t="142369" x="2362200" y="2527300"/>
          <p14:tracePt t="142385" x="2381250" y="2635250"/>
          <p14:tracePt t="142402" x="2432050" y="2705100"/>
          <p14:tracePt t="142418" x="2444750" y="2724150"/>
          <p14:tracePt t="142435" x="2514600" y="2736850"/>
          <p14:tracePt t="142451" x="2520950" y="2730500"/>
          <p14:tracePt t="142952" x="2463800" y="2800350"/>
          <p14:tracePt t="142960" x="2381250" y="2870200"/>
          <p14:tracePt t="142969" x="2292350" y="2965450"/>
          <p14:tracePt t="142983" x="2209800" y="3060700"/>
          <p14:tracePt t="143000" x="2139950" y="3143250"/>
          <p14:tracePt t="143016" x="2000250" y="3314700"/>
          <p14:tracePt t="143033" x="1898650" y="3473450"/>
          <p14:tracePt t="143049" x="1860550" y="3556000"/>
          <p14:tracePt t="143066" x="1803400" y="3695700"/>
          <p14:tracePt t="143083" x="1752600" y="3841750"/>
          <p14:tracePt t="143100" x="1720850" y="3930650"/>
          <p14:tracePt t="143115" x="1695450" y="4089400"/>
          <p14:tracePt t="143133" x="1682750" y="4216400"/>
          <p14:tracePt t="143151" x="1682750" y="4311650"/>
          <p14:tracePt t="143166" x="1701800" y="4330700"/>
          <p14:tracePt t="143182" x="1720850" y="4381500"/>
          <p14:tracePt t="143199" x="1758950" y="4432300"/>
          <p14:tracePt t="143215" x="1771650" y="4445000"/>
          <p14:tracePt t="143233" x="1797050" y="4457700"/>
          <p14:tracePt t="143249" x="1835150" y="4476750"/>
          <p14:tracePt t="143265" x="1841500" y="4476750"/>
          <p14:tracePt t="143283" x="1854200" y="4464050"/>
          <p14:tracePt t="143299" x="1873250" y="4451350"/>
          <p14:tracePt t="143315" x="1885950" y="4413250"/>
          <p14:tracePt t="143332" x="1885950" y="4362450"/>
          <p14:tracePt t="143348" x="1885950" y="4324350"/>
          <p14:tracePt t="143366" x="1866900" y="4260850"/>
          <p14:tracePt t="143382" x="1847850" y="4203700"/>
          <p14:tracePt t="143398" x="1841500" y="4171950"/>
          <p14:tracePt t="143415" x="1803400" y="4051300"/>
          <p14:tracePt t="143431" x="1752600" y="3867150"/>
          <p14:tracePt t="143448" x="1727200" y="3752850"/>
          <p14:tracePt t="143465" x="1676400" y="3460750"/>
          <p14:tracePt t="143481" x="1625600" y="3098800"/>
          <p14:tracePt t="143498" x="1612900" y="2908300"/>
          <p14:tracePt t="143515" x="1574800" y="2597150"/>
          <p14:tracePt t="143531" x="1555750" y="2368550"/>
          <p14:tracePt t="143548" x="1543050" y="2279650"/>
          <p14:tracePt t="143564" x="1536700" y="2159000"/>
          <p14:tracePt t="143581" x="1536700" y="2127250"/>
          <p14:tracePt t="143598" x="1562100" y="2057400"/>
          <p14:tracePt t="143614" x="1581150" y="2012950"/>
          <p14:tracePt t="143631" x="1600200" y="1987550"/>
          <p14:tracePt t="143648" x="1612900" y="1949450"/>
          <p14:tracePt t="143664" x="1625600" y="1943100"/>
          <p14:tracePt t="143690" x="1625600" y="1949450"/>
          <p14:tracePt t="143940" x="1625600" y="1879600"/>
          <p14:tracePt t="143954" x="1625600" y="1790700"/>
          <p14:tracePt t="143961" x="1625600" y="1689100"/>
          <p14:tracePt t="143975" x="1606550" y="1600200"/>
          <p14:tracePt t="143983" x="1606550" y="1511300"/>
          <p14:tracePt t="143996" x="1606550" y="1422400"/>
          <p14:tracePt t="144012" x="1606550" y="1231900"/>
          <p14:tracePt t="144029" x="1619250" y="1123950"/>
          <p14:tracePt t="144046" x="1701800" y="927100"/>
          <p14:tracePt t="144063" x="1803400" y="742950"/>
          <p14:tracePt t="144080" x="1924050" y="635000"/>
          <p14:tracePt t="144096" x="1993900" y="584200"/>
          <p14:tracePt t="144113" x="2063750" y="552450"/>
          <p14:tracePt t="144129" x="2197100" y="533400"/>
          <p14:tracePt t="144145" x="2241550" y="558800"/>
          <p14:tracePt t="144162" x="2273300" y="577850"/>
          <p14:tracePt t="144180" x="2355850" y="698500"/>
          <p14:tracePt t="144196" x="2432050" y="869950"/>
          <p14:tracePt t="144212" x="2451100" y="996950"/>
          <p14:tracePt t="144229" x="2482850" y="1276350"/>
          <p14:tracePt t="144245" x="2457450" y="1543050"/>
          <p14:tracePt t="144262" x="2425700" y="1708150"/>
          <p14:tracePt t="144279" x="2311400" y="1968500"/>
          <p14:tracePt t="144295" x="2235200" y="2063750"/>
          <p14:tracePt t="144312" x="2076450" y="2235200"/>
          <p14:tracePt t="144329" x="1905000" y="2336800"/>
          <p14:tracePt t="144345" x="1758950" y="2387600"/>
          <p14:tracePt t="144362" x="1625600" y="2387600"/>
          <p14:tracePt t="144378" x="1574800" y="2381250"/>
          <p14:tracePt t="144395" x="1479550" y="2349500"/>
          <p14:tracePt t="144412" x="1397000" y="2292350"/>
          <p14:tracePt t="144428" x="1365250" y="2260600"/>
          <p14:tracePt t="144446" x="1339850" y="2197100"/>
          <p14:tracePt t="144461" x="1333500" y="2159000"/>
          <p14:tracePt t="144478" x="1339850" y="2038350"/>
          <p14:tracePt t="144495" x="1377950" y="1905000"/>
          <p14:tracePt t="144511" x="1428750" y="1835150"/>
          <p14:tracePt t="144528" x="1568450" y="1701800"/>
          <p14:tracePt t="144544" x="1758950" y="1600200"/>
          <p14:tracePt t="144561" x="1873250" y="1549400"/>
          <p14:tracePt t="144578" x="2108200" y="1460500"/>
          <p14:tracePt t="144594" x="2311400" y="1428750"/>
          <p14:tracePt t="144610" x="2413000" y="1428750"/>
          <p14:tracePt t="144628" x="2584450" y="1466850"/>
          <p14:tracePt t="144644" x="2667000" y="1492250"/>
          <p14:tracePt t="144661" x="2794000" y="1574800"/>
          <p14:tracePt t="144677" x="2876550" y="1663700"/>
          <p14:tracePt t="144694" x="2921000" y="1765300"/>
          <p14:tracePt t="144710" x="2927350" y="1816100"/>
          <p14:tracePt t="144727" x="2927350" y="1924050"/>
          <p14:tracePt t="144744" x="2927350" y="1962150"/>
          <p14:tracePt t="144761" x="2895600" y="2025650"/>
          <p14:tracePt t="144776" x="2863850" y="2044700"/>
          <p14:tracePt t="144793" x="2838450" y="2051050"/>
          <p14:tracePt t="144810" x="2800350" y="2057400"/>
          <p14:tracePt t="144827" x="2730500" y="2051050"/>
          <p14:tracePt t="144843" x="2698750" y="2038350"/>
          <p14:tracePt t="144860" x="2628900" y="1987550"/>
          <p14:tracePt t="144876" x="2559050" y="1917700"/>
          <p14:tracePt t="144894" x="2540000" y="1892300"/>
          <p14:tracePt t="144909" x="2501900" y="1860550"/>
          <p14:tracePt t="144926" x="2495550" y="1847850"/>
          <p14:tracePt t="144944" x="2495550" y="1835150"/>
          <p14:tracePt t="144959" x="2495550" y="1828800"/>
          <p14:tracePt t="144976" x="2514600" y="1803400"/>
          <p14:tracePt t="144993" x="2533650" y="1790700"/>
          <p14:tracePt t="145009" x="2616200" y="1765300"/>
          <p14:tracePt t="145026" x="2686050" y="1746250"/>
          <p14:tracePt t="145043" x="2971800" y="1695450"/>
          <p14:tracePt t="145059" x="3086100" y="1689100"/>
          <p14:tracePt t="145076" x="3187700" y="1689100"/>
          <p14:tracePt t="145092" x="3409950" y="1689100"/>
          <p14:tracePt t="145109" x="3606800" y="1701800"/>
          <p14:tracePt t="145126" x="3740150" y="1727200"/>
          <p14:tracePt t="145142" x="3790950" y="1739900"/>
          <p14:tracePt t="145159" x="3841750" y="1758950"/>
          <p14:tracePt t="145176" x="3860800" y="1765300"/>
          <p14:tracePt t="145192" x="3867150" y="1771650"/>
          <p14:tracePt t="145308" x="3867150" y="1765300"/>
          <p14:tracePt t="145694" x="3810000" y="1771650"/>
          <p14:tracePt t="145708" x="3721100" y="1778000"/>
          <p14:tracePt t="145715" x="3619500" y="1797050"/>
          <p14:tracePt t="145730" x="3505200" y="1822450"/>
          <p14:tracePt t="145740" x="3371850" y="1854200"/>
          <p14:tracePt t="145757" x="3155950" y="1917700"/>
          <p14:tracePt t="145773" x="3073400" y="1943100"/>
          <p14:tracePt t="145790" x="2946400" y="2025650"/>
          <p14:tracePt t="145807" x="2895600" y="2089150"/>
          <p14:tracePt t="145823" x="2889250" y="2108200"/>
          <p14:tracePt t="145840" x="2889250" y="2139950"/>
          <p14:tracePt t="145856" x="2908300" y="2190750"/>
          <p14:tracePt t="145873" x="2927350" y="2209800"/>
          <p14:tracePt t="145890" x="3028950" y="2266950"/>
          <p14:tracePt t="145906" x="3200400" y="2317750"/>
          <p14:tracePt t="145923" x="3390900" y="2349500"/>
          <p14:tracePt t="145940" x="3619500" y="2368550"/>
          <p14:tracePt t="145956" x="3733800" y="2368550"/>
          <p14:tracePt t="145973" x="3848100" y="2368550"/>
          <p14:tracePt t="145990" x="4051300" y="2362200"/>
          <p14:tracePt t="146006" x="4152900" y="2362200"/>
          <p14:tracePt t="146023" x="4229100" y="2362200"/>
          <p14:tracePt t="146039" x="4324350" y="2355850"/>
          <p14:tracePt t="146056" x="4337050" y="2349500"/>
          <p14:tracePt t="146073" x="4343400" y="2343150"/>
          <p14:tracePt t="146105" x="4343400" y="2336800"/>
          <p14:tracePt t="146123" x="4311650" y="2298700"/>
          <p14:tracePt t="146139" x="4311650" y="2292350"/>
          <p14:tracePt t="146485" x="4305300" y="2292350"/>
          <p14:tracePt t="146498" x="4292600" y="2305050"/>
          <p14:tracePt t="146507" x="4279900" y="2317750"/>
          <p14:tracePt t="146522" x="4248150" y="2349500"/>
          <p14:tracePt t="146538" x="4203700" y="2374900"/>
          <p14:tracePt t="146554" x="4089400" y="2444750"/>
          <p14:tracePt t="146571" x="3962400" y="2489200"/>
          <p14:tracePt t="146587" x="3886200" y="2520950"/>
          <p14:tracePt t="146604" x="3714750" y="2559050"/>
          <p14:tracePt t="146620" x="3536950" y="2571750"/>
          <p14:tracePt t="146637" x="3460750" y="2571750"/>
          <p14:tracePt t="146654" x="3378200" y="2578100"/>
          <p14:tracePt t="146670" x="3359150" y="2578100"/>
          <p14:tracePt t="146687" x="3352800" y="2578100"/>
          <p14:tracePt t="146720" x="3384550" y="2578100"/>
          <p14:tracePt t="146737" x="3422650" y="2578100"/>
          <p14:tracePt t="146753" x="3556000" y="2571750"/>
          <p14:tracePt t="146770" x="3759200" y="2559050"/>
          <p14:tracePt t="146788" x="4019550" y="2546350"/>
          <p14:tracePt t="146803" x="4178300" y="2540000"/>
          <p14:tracePt t="146820" x="4368800" y="2527300"/>
          <p14:tracePt t="146837" x="4883150" y="2451100"/>
          <p14:tracePt t="146853" x="5029200" y="2432050"/>
          <p14:tracePt t="146870" x="5156200" y="2400300"/>
          <p14:tracePt t="146886" x="5359400" y="2368550"/>
          <p14:tracePt t="146903" x="5454650" y="2343150"/>
          <p14:tracePt t="146920" x="5524500" y="2343150"/>
          <p14:tracePt t="146936" x="5537200" y="2343150"/>
          <p14:tracePt t="146952" x="5543550" y="2343150"/>
          <p14:tracePt t="146969" x="5549900" y="2343150"/>
          <p14:tracePt t="147002" x="5543550" y="2343150"/>
          <p14:tracePt t="147026" x="5537200" y="2343150"/>
          <p14:tracePt t="147035" x="5524500" y="2349500"/>
          <p14:tracePt t="147052" x="5492750" y="2368550"/>
          <p14:tracePt t="147069" x="5353050" y="2425700"/>
          <p14:tracePt t="147085" x="5295900" y="2457450"/>
          <p14:tracePt t="147103" x="5149850" y="2501900"/>
          <p14:tracePt t="147119" x="4965700" y="2565400"/>
          <p14:tracePt t="147135" x="4883150" y="2597150"/>
          <p14:tracePt t="147152" x="4711700" y="2647950"/>
          <p14:tracePt t="147169" x="4648200" y="2667000"/>
          <p14:tracePt t="147185" x="4578350" y="2679700"/>
          <p14:tracePt t="147202" x="4552950" y="2686050"/>
          <p14:tracePt t="147271" x="4559300" y="2686050"/>
          <p14:tracePt t="147278" x="4559300" y="2679700"/>
          <p14:tracePt t="147292" x="4565650" y="2667000"/>
          <p14:tracePt t="147302" x="4578350" y="2667000"/>
          <p14:tracePt t="147319" x="4584700" y="2647950"/>
          <p14:tracePt t="147335" x="4610100" y="2590800"/>
          <p14:tracePt t="147351" x="4616450" y="2578100"/>
          <p14:tracePt t="147720" x="4559300" y="2578100"/>
          <p14:tracePt t="147727" x="4470400" y="2578100"/>
          <p14:tracePt t="147735" x="4368800" y="2578100"/>
          <p14:tracePt t="147750" x="4260850" y="2578100"/>
          <p14:tracePt t="147767" x="4064000" y="2578100"/>
          <p14:tracePt t="147784" x="3924300" y="2578100"/>
          <p14:tracePt t="147800" x="3860800" y="2578100"/>
          <p14:tracePt t="147816" x="3778250" y="2559050"/>
          <p14:tracePt t="147833" x="3683000" y="2527300"/>
          <p14:tracePt t="147849" x="3638550" y="2495550"/>
          <p14:tracePt t="147866" x="3556000" y="2438400"/>
          <p14:tracePt t="147883" x="3498850" y="2355850"/>
          <p14:tracePt t="147899" x="3460750" y="2311400"/>
          <p14:tracePt t="147917" x="3403600" y="2222500"/>
          <p14:tracePt t="147933" x="3352800" y="2108200"/>
          <p14:tracePt t="147949" x="3321050" y="2051050"/>
          <p14:tracePt t="147966" x="3251200" y="1930400"/>
          <p14:tracePt t="147982" x="3194050" y="1803400"/>
          <p14:tracePt t="147999" x="3181350" y="1758950"/>
          <p14:tracePt t="148016" x="3124200" y="1670050"/>
          <p14:tracePt t="148032" x="3092450" y="1612900"/>
          <p14:tracePt t="148049" x="3086100" y="1587500"/>
          <p14:tracePt t="148066" x="3073400" y="1549400"/>
          <p14:tracePt t="148082" x="3073400" y="1524000"/>
          <p14:tracePt t="148099" x="3067050" y="1492250"/>
          <p14:tracePt t="148132" x="3067050" y="1485900"/>
          <p14:tracePt t="148162" x="3060700" y="1485900"/>
          <p14:tracePt t="148254" x="3060700" y="1479550"/>
          <p14:tracePt t="148261" x="3067050" y="1466850"/>
          <p14:tracePt t="148275" x="3079750" y="1454150"/>
          <p14:tracePt t="148283" x="3086100" y="1441450"/>
          <p14:tracePt t="148297" x="3105150" y="1416050"/>
          <p14:tracePt t="148315" x="3143250" y="1352550"/>
          <p14:tracePt t="148332" x="3181350" y="1289050"/>
          <p14:tracePt t="148348" x="3200400" y="1257300"/>
          <p14:tracePt t="148365" x="3213100" y="1238250"/>
          <p14:tracePt t="148381" x="3244850" y="1187450"/>
          <p14:tracePt t="148398" x="3251200" y="1174750"/>
          <p14:tracePt t="148415" x="3257550" y="1168400"/>
          <p14:tracePt t="148431" x="3263900" y="1168400"/>
          <p14:tracePt t="148448" x="3263900" y="1162050"/>
          <p14:tracePt t="148464" x="3263900" y="1155700"/>
          <p14:tracePt t="148519" x="3270250" y="1155700"/>
          <p14:tracePt t="148626" x="3270250" y="1162050"/>
          <p14:tracePt t="148647" x="3270250" y="1168400"/>
          <p14:tracePt t="148654" x="3270250" y="1181100"/>
          <p14:tracePt t="148663" x="3270250" y="1193800"/>
          <p14:tracePt t="148679" x="3270250" y="1212850"/>
          <p14:tracePt t="148697" x="3263900" y="1295400"/>
          <p14:tracePt t="148713" x="3263900" y="1358900"/>
          <p14:tracePt t="148730" x="3244850" y="1498600"/>
          <p14:tracePt t="148746" x="3244850" y="1638300"/>
          <p14:tracePt t="148763" x="3244850" y="1701800"/>
          <p14:tracePt t="148780" x="3232150" y="1797050"/>
          <p14:tracePt t="148796" x="3225800" y="1847850"/>
          <p14:tracePt t="148813" x="3225800" y="1866900"/>
          <p14:tracePt t="148830" x="3225800" y="1879600"/>
          <p14:tracePt t="148846" x="3225800" y="1885950"/>
          <p14:tracePt t="148906" x="3225800" y="1892300"/>
          <p14:tracePt t="148914" x="3225800" y="1898650"/>
          <p14:tracePt t="148941" x="3225800" y="1911350"/>
          <p14:tracePt t="148955" x="3232150" y="1924050"/>
          <p14:tracePt t="148965" x="3238500" y="1936750"/>
          <p14:tracePt t="148979" x="3251200" y="1955800"/>
          <p14:tracePt t="148996" x="3270250" y="1987550"/>
          <p14:tracePt t="149014" x="3397250" y="2127250"/>
          <p14:tracePt t="149029" x="3460750" y="2190750"/>
          <p14:tracePt t="149046" x="3530600" y="2247900"/>
          <p14:tracePt t="149062" x="3689350" y="2349500"/>
          <p14:tracePt t="149079" x="3892550" y="2425700"/>
          <p14:tracePt t="149096" x="4095750" y="2451100"/>
          <p14:tracePt t="149113" x="4210050" y="2451100"/>
          <p14:tracePt t="149129" x="4425950" y="2432050"/>
          <p14:tracePt t="149145" x="4616450" y="2406650"/>
          <p14:tracePt t="149162" x="4686300" y="2400300"/>
          <p14:tracePt t="149178" x="4787900" y="2393950"/>
          <p14:tracePt t="149195" x="4883150" y="2400300"/>
          <p14:tracePt t="149211" x="4921250" y="2400300"/>
          <p14:tracePt t="149228" x="5029200" y="2432050"/>
          <p14:tracePt t="149244" x="5111750" y="2432050"/>
          <p14:tracePt t="149261" x="5149850" y="2432050"/>
          <p14:tracePt t="149265" x="5200650" y="2432050"/>
          <p14:tracePt t="149280" x="5238750" y="2432050"/>
          <p14:tracePt t="149295" x="5308600" y="2425700"/>
          <p14:tracePt t="149311" x="5340350" y="2425700"/>
          <p14:tracePt t="149328" x="5391150" y="2413000"/>
          <p14:tracePt t="149344" x="5410200" y="2406650"/>
          <p14:tracePt t="149361" x="5441950" y="2400300"/>
          <p14:tracePt t="149378" x="5461000" y="2393950"/>
          <p14:tracePt t="149411" x="5467350" y="2393950"/>
          <p14:tracePt t="149446" x="5454650" y="2400300"/>
          <p14:tracePt t="149462" x="5441950" y="2406650"/>
          <p14:tracePt t="149468" x="5429250" y="2419350"/>
          <p14:tracePt t="149481" x="5403850" y="2432050"/>
          <p14:tracePt t="149497" x="5365750" y="2457450"/>
          <p14:tracePt t="149511" x="5308600" y="2489200"/>
          <p14:tracePt t="149527" x="5143500" y="2578100"/>
          <p14:tracePt t="149545" x="4959350" y="2647950"/>
          <p14:tracePt t="149560" x="4870450" y="2679700"/>
          <p14:tracePt t="149577" x="4737100" y="2730500"/>
          <p14:tracePt t="149594" x="4648200" y="2755900"/>
          <p14:tracePt t="149610" x="4635500" y="2762250"/>
          <p14:tracePt t="149627" x="4622800" y="2768600"/>
          <p14:tracePt t="149644" x="4610100" y="2768600"/>
          <p14:tracePt t="149663" x="4616450" y="2768600"/>
          <p14:tracePt t="149679" x="4622800" y="2768600"/>
          <p14:tracePt t="149693" x="4641850" y="2768600"/>
          <p14:tracePt t="149710" x="4711700" y="2755900"/>
          <p14:tracePt t="149727" x="4768850" y="2743200"/>
          <p14:tracePt t="149743" x="4927600" y="2692400"/>
          <p14:tracePt t="149760" x="5029200" y="2660650"/>
          <p14:tracePt t="149777" x="5238750" y="2609850"/>
          <p14:tracePt t="149793" x="5327650" y="2565400"/>
          <p14:tracePt t="149809" x="5461000" y="2527300"/>
          <p14:tracePt t="149826" x="5505450" y="2508250"/>
          <p14:tracePt t="149859" x="5511800" y="2508250"/>
          <p14:tracePt t="149917" x="5492750" y="2508250"/>
          <p14:tracePt t="149924" x="5473700" y="2514600"/>
          <p14:tracePt t="149938" x="5435600" y="2520950"/>
          <p14:tracePt t="149952" x="5378450" y="2540000"/>
          <p14:tracePt t="149961" x="5295900" y="2571750"/>
          <p14:tracePt t="149975" x="5181600" y="2590800"/>
          <p14:tracePt t="149992" x="4927600" y="2635250"/>
          <p14:tracePt t="150009" x="4660900" y="2667000"/>
          <p14:tracePt t="150026" x="4559300" y="2673350"/>
          <p14:tracePt t="150043" x="4394200" y="2686050"/>
          <p14:tracePt t="150058" x="4267200" y="2686050"/>
          <p14:tracePt t="150075" x="4235450" y="2686050"/>
          <p14:tracePt t="150092" x="4203700" y="2686050"/>
          <p14:tracePt t="150108" x="4191000" y="2679700"/>
          <p14:tracePt t="150125" x="4184650" y="2679700"/>
          <p14:tracePt t="150219" x="4184650" y="2673350"/>
          <p14:tracePt t="150247" x="4178300" y="2673350"/>
          <p14:tracePt t="150268" x="4171950" y="2667000"/>
          <p14:tracePt t="150276" x="4171950" y="2660650"/>
          <p14:tracePt t="150289" x="4159250" y="2660650"/>
          <p14:tracePt t="150296" x="4146550" y="2654300"/>
          <p14:tracePt t="150310" x="4133850" y="2647950"/>
          <p14:tracePt t="150325" x="4121150" y="2635250"/>
          <p14:tracePt t="150340" x="4083050" y="2603500"/>
          <p14:tracePt t="150358" x="4057650" y="2565400"/>
          <p14:tracePt t="150374" x="3987800" y="2489200"/>
          <p14:tracePt t="150392" x="3911600" y="2374900"/>
          <p14:tracePt t="150408" x="3822700" y="2247900"/>
          <p14:tracePt t="150424" x="3778250" y="2197100"/>
          <p14:tracePt t="150441" x="3638550" y="2095500"/>
          <p14:tracePt t="150458" x="3486150" y="2032000"/>
          <p14:tracePt t="150474" x="3416300" y="1987550"/>
          <p14:tracePt t="150491" x="3282950" y="1943100"/>
          <p14:tracePt t="150507" x="3162300" y="1905000"/>
          <p14:tracePt t="150524" x="3105150" y="1885950"/>
          <p14:tracePt t="150541" x="3009900" y="1847850"/>
          <p14:tracePt t="150557" x="2940050" y="1835150"/>
          <p14:tracePt t="150573" x="2914650" y="1835150"/>
          <p14:tracePt t="150591" x="2876550" y="1828800"/>
          <p14:tracePt t="150607" x="2863850" y="1828800"/>
          <p14:tracePt t="150623" x="2844800" y="1828800"/>
          <p14:tracePt t="150640" x="2838450" y="18288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wrapper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('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</a:t>
            </a:r>
            <a:r>
              <a:rPr lang="en-US" altLang="en-US" sz="2400" spc="-1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ething before function cal</a:t>
            </a:r>
            <a:r>
              <a:rPr lang="en-US" altLang="en-US" sz="2400" spc="-1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  <a:endParaRPr lang="en-US" altLang="en-US" sz="2400" spc="-1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</a:t>
            </a:r>
            <a:r>
              <a:rPr lang="en-US" altLang="en-US" sz="2400" spc="-10" dirty="0" smtClean="0">
                <a:latin typeface="Lucida Console" panose="020B0609040504020204" pitchFamily="49" charset="0"/>
              </a:rPr>
              <a:t>t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('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after </a:t>
            </a:r>
            <a:r>
              <a:rPr lang="en-US" altLang="en-US" sz="2400" spc="-10" dirty="0">
                <a:solidFill>
                  <a:srgbClr val="7030A0"/>
                </a:solidFill>
                <a:latin typeface="Lucida Console" panose="020B0609040504020204" pitchFamily="49" charset="0"/>
              </a:rPr>
              <a:t>function 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</a:t>
            </a:r>
            <a:r>
              <a:rPr lang="en-US" altLang="en-US" sz="2400" spc="-1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>
                <a:latin typeface="Lucida Console" panose="020B0609040504020204" pitchFamily="49" charset="0"/>
              </a:rPr>
              <a:t>wrapper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endParaRPr lang="en-US" altLang="en-US" sz="2400" spc="-60" dirty="0">
              <a:solidFill>
                <a:schemeClr val="bg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6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dirty="0" err="1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say_whee</a:t>
            </a:r>
            <a:r>
              <a:rPr lang="en-US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0x6ffffd92ea0&gt;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) 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# What</a:t>
            </a:r>
            <a:r>
              <a:rPr lang="en-US" altLang="en-US" sz="2400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?!?!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spc="-30" dirty="0" err="1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my_decorator</a:t>
            </a:r>
            <a:r>
              <a:rPr lang="en-US" altLang="en-US" sz="2400" spc="-30" dirty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.&lt;locals&gt;.</a:t>
            </a:r>
            <a:r>
              <a:rPr lang="en-US" altLang="en-US" sz="2400" b="1" spc="-30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wrapper</a:t>
            </a: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0x6ffffd92e18&gt;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before function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after function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Putting it all together</a:t>
            </a:r>
            <a:endParaRPr lang="en-US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3922776"/>
            <a:ext cx="838200" cy="2133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8936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6934"/>
    </mc:Choice>
    <mc:Fallback>
      <p:transition spd="slow" advTm="22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6" x="4044950" y="895350"/>
          <p14:tracePt t="674" x="4032250" y="908050"/>
          <p14:tracePt t="682" x="4019550" y="914400"/>
          <p14:tracePt t="696" x="3981450" y="927100"/>
          <p14:tracePt t="714" x="3962400" y="946150"/>
          <p14:tracePt t="717" x="3949700" y="958850"/>
          <p14:tracePt t="730" x="3937000" y="965200"/>
          <p14:tracePt t="747" x="3924300" y="990600"/>
          <p14:tracePt t="763" x="3924300" y="996950"/>
          <p14:tracePt t="800" x="3943350" y="996950"/>
          <p14:tracePt t="813" x="3956050" y="996950"/>
          <p14:tracePt t="829" x="4006850" y="996950"/>
          <p14:tracePt t="846" x="4057650" y="984250"/>
          <p14:tracePt t="863" x="4140200" y="977900"/>
          <p14:tracePt t="879" x="4311650" y="958850"/>
          <p14:tracePt t="895" x="4451350" y="939800"/>
          <p14:tracePt t="913" x="4648200" y="914400"/>
          <p14:tracePt t="929" x="4699000" y="914400"/>
          <p14:tracePt t="946" x="4851400" y="914400"/>
          <p14:tracePt t="962" x="4927600" y="914400"/>
          <p14:tracePt t="979" x="5086350" y="914400"/>
          <p14:tracePt t="995" x="5137150" y="914400"/>
          <p14:tracePt t="1012" x="5219700" y="927100"/>
          <p14:tracePt t="1029" x="5270500" y="933450"/>
          <p14:tracePt t="1045" x="5295900" y="939800"/>
          <p14:tracePt t="1061" x="5321300" y="946150"/>
          <p14:tracePt t="1078" x="5327650" y="946150"/>
          <p14:tracePt t="1095" x="5353050" y="952500"/>
          <p14:tracePt t="1112" x="5391150" y="958850"/>
          <p14:tracePt t="1128" x="5403850" y="958850"/>
          <p14:tracePt t="1145" x="5435600" y="965200"/>
          <p14:tracePt t="1161" x="5461000" y="965200"/>
          <p14:tracePt t="1178" x="5473700" y="971550"/>
          <p14:tracePt t="1195" x="5486400" y="977900"/>
          <p14:tracePt t="1211" x="5499100" y="977900"/>
          <p14:tracePt t="1229" x="5511800" y="977900"/>
          <p14:tracePt t="1245" x="5518150" y="977900"/>
          <p14:tracePt t="1261" x="5524500" y="977900"/>
          <p14:tracePt t="1279" x="5537200" y="958850"/>
          <p14:tracePt t="2492" x="5372100" y="958850"/>
          <p14:tracePt t="2506" x="5092700" y="958850"/>
          <p14:tracePt t="2524" x="4927600" y="958850"/>
          <p14:tracePt t="2540" x="4540250" y="1003300"/>
          <p14:tracePt t="2556" x="4127500" y="1054100"/>
          <p14:tracePt t="2574" x="3740150" y="1092200"/>
          <p14:tracePt t="2590" x="3562350" y="1130300"/>
          <p14:tracePt t="2606" x="3244850" y="1193800"/>
          <p14:tracePt t="2623" x="3009900" y="1244600"/>
          <p14:tracePt t="2640" x="2933700" y="1263650"/>
          <p14:tracePt t="2656" x="2806700" y="1339850"/>
          <p14:tracePt t="2673" x="2692400" y="1390650"/>
          <p14:tracePt t="2689" x="2660650" y="1403350"/>
          <p14:tracePt t="2707" x="2628900" y="1447800"/>
          <p14:tracePt t="2723" x="2622550" y="1447800"/>
          <p14:tracePt t="3166" x="2571750" y="1447800"/>
          <p14:tracePt t="3173" x="2482850" y="1447800"/>
          <p14:tracePt t="3188" x="2368550" y="1447800"/>
          <p14:tracePt t="3194" x="2254250" y="1447800"/>
          <p14:tracePt t="3208" x="2152650" y="1447800"/>
          <p14:tracePt t="3221" x="2038350" y="1428750"/>
          <p14:tracePt t="3237" x="1841500" y="1403350"/>
          <p14:tracePt t="3254" x="1739900" y="1371600"/>
          <p14:tracePt t="3271" x="1536700" y="1346200"/>
          <p14:tracePt t="3288" x="1390650" y="1320800"/>
          <p14:tracePt t="3304" x="1352550" y="1314450"/>
          <p14:tracePt t="3321" x="1289050" y="1295400"/>
          <p14:tracePt t="3337" x="1270000" y="1295400"/>
          <p14:tracePt t="3354" x="1270000" y="1289050"/>
          <p14:tracePt t="3371" x="1257300" y="1289050"/>
          <p14:tracePt t="3404" x="1257300" y="1282700"/>
          <p14:tracePt t="3426" x="1257300" y="1276350"/>
          <p14:tracePt t="3447" x="1263650" y="1270000"/>
          <p14:tracePt t="3456" x="1263650" y="1263650"/>
          <p14:tracePt t="3496" x="1270000" y="1263650"/>
          <p14:tracePt t="3574" x="1276350" y="1263650"/>
          <p14:tracePt t="3595" x="1282700" y="1263650"/>
          <p14:tracePt t="3609" x="1295400" y="1263650"/>
          <p14:tracePt t="3616" x="1301750" y="1263650"/>
          <p14:tracePt t="3630" x="1308100" y="1263650"/>
          <p14:tracePt t="3639" x="1320800" y="1263650"/>
          <p14:tracePt t="3652" x="1346200" y="1263650"/>
          <p14:tracePt t="3669" x="1384300" y="1263650"/>
          <p14:tracePt t="3686" x="1460500" y="1263650"/>
          <p14:tracePt t="3703" x="1517650" y="1263650"/>
          <p14:tracePt t="3719" x="1568450" y="1276350"/>
          <p14:tracePt t="3736" x="1714500" y="1301750"/>
          <p14:tracePt t="3752" x="1771650" y="1308100"/>
          <p14:tracePt t="3770" x="1841500" y="1327150"/>
          <p14:tracePt t="3786" x="1879600" y="1327150"/>
          <p14:tracePt t="3803" x="1930400" y="1333500"/>
          <p14:tracePt t="3820" x="1962150" y="1333500"/>
          <p14:tracePt t="3837" x="1981200" y="1333500"/>
          <p14:tracePt t="3852" x="1993900" y="1333500"/>
          <p14:tracePt t="3869" x="2000250" y="1333500"/>
          <p14:tracePt t="3885" x="2006600" y="1333500"/>
          <p14:tracePt t="3988" x="2006600" y="1327150"/>
          <p14:tracePt t="4463" x="2019300" y="1327150"/>
          <p14:tracePt t="4470" x="2038350" y="1327150"/>
          <p14:tracePt t="4484" x="2063750" y="1327150"/>
          <p14:tracePt t="4500" x="2095500" y="1333500"/>
          <p14:tracePt t="4516" x="2114550" y="1346200"/>
          <p14:tracePt t="4535" x="2159000" y="1358900"/>
          <p14:tracePt t="4550" x="2216150" y="1365250"/>
          <p14:tracePt t="4566" x="2235200" y="1371600"/>
          <p14:tracePt t="4583" x="2286000" y="1377950"/>
          <p14:tracePt t="4599" x="2317750" y="1377950"/>
          <p14:tracePt t="4617" x="2400300" y="1377950"/>
          <p14:tracePt t="4633" x="2432050" y="1377950"/>
          <p14:tracePt t="4650" x="2457450" y="1377950"/>
          <p14:tracePt t="4667" x="2501900" y="1377950"/>
          <p14:tracePt t="4683" x="2527300" y="1371600"/>
          <p14:tracePt t="4699" x="2533650" y="1371600"/>
          <p14:tracePt t="4744" x="2540000" y="1365250"/>
          <p14:tracePt t="5011" x="2552700" y="1358900"/>
          <p14:tracePt t="5025" x="2565400" y="1358900"/>
          <p14:tracePt t="5034" x="2578100" y="1352550"/>
          <p14:tracePt t="5048" x="2597150" y="1346200"/>
          <p14:tracePt t="5065" x="2622550" y="1333500"/>
          <p14:tracePt t="5082" x="2660650" y="1320800"/>
          <p14:tracePt t="5098" x="2679700" y="1308100"/>
          <p14:tracePt t="5115" x="2717800" y="1289050"/>
          <p14:tracePt t="5131" x="2743200" y="1276350"/>
          <p14:tracePt t="5148" x="2749550" y="1276350"/>
          <p14:tracePt t="5165" x="2755900" y="1270000"/>
          <p14:tracePt t="5180" x="2787650" y="1257300"/>
          <p14:tracePt t="5197" x="2794000" y="1257300"/>
          <p14:tracePt t="5216" x="2813050" y="1250950"/>
          <p14:tracePt t="5247" x="2825750" y="1244600"/>
          <p14:tracePt t="5264" x="2832100" y="1238250"/>
          <p14:tracePt t="5281" x="2838450" y="1238250"/>
          <p14:tracePt t="5297" x="2844800" y="1238250"/>
          <p14:tracePt t="5330" x="2851150" y="1238250"/>
          <p14:tracePt t="5383" x="2857500" y="1238250"/>
          <p14:tracePt t="5411" x="2870200" y="1238250"/>
          <p14:tracePt t="5432" x="2876550" y="1231900"/>
          <p14:tracePt t="5447" x="2889250" y="1231900"/>
          <p14:tracePt t="5453" x="2901950" y="1231900"/>
          <p14:tracePt t="5463" x="2921000" y="1231900"/>
          <p14:tracePt t="5481" x="2940050" y="1231900"/>
          <p14:tracePt t="5496" x="3009900" y="1231900"/>
          <p14:tracePt t="5513" x="3048000" y="1225550"/>
          <p14:tracePt t="5530" x="3162300" y="1225550"/>
          <p14:tracePt t="5546" x="3194050" y="1225550"/>
          <p14:tracePt t="5563" x="3219450" y="1225550"/>
          <p14:tracePt t="5579" x="3270250" y="1219200"/>
          <p14:tracePt t="5596" x="3289300" y="1219200"/>
          <p14:tracePt t="5613" x="3302000" y="1219200"/>
          <p14:tracePt t="5629" x="3308350" y="1219200"/>
          <p14:tracePt t="5741" x="3314700" y="1219200"/>
          <p14:tracePt t="5812" x="3321050" y="1219200"/>
          <p14:tracePt t="5825" x="3327400" y="1219200"/>
          <p14:tracePt t="5832" x="3333750" y="1212850"/>
          <p14:tracePt t="5853" x="3346450" y="1206500"/>
          <p14:tracePt t="5875" x="3352800" y="1200150"/>
          <p14:tracePt t="5881" x="3365500" y="1200150"/>
          <p14:tracePt t="5898" x="3371850" y="1200150"/>
          <p14:tracePt t="5912" x="3384550" y="1193800"/>
          <p14:tracePt t="5928" x="3416300" y="1181100"/>
          <p14:tracePt t="5946" x="3454400" y="1168400"/>
          <p14:tracePt t="5961" x="3467100" y="1168400"/>
          <p14:tracePt t="5978" x="3498850" y="1155700"/>
          <p14:tracePt t="5995" x="3524250" y="1143000"/>
          <p14:tracePt t="6012" x="3536950" y="1143000"/>
          <p14:tracePt t="6029" x="3556000" y="1136650"/>
          <p14:tracePt t="6044" x="3562350" y="1130300"/>
          <p14:tracePt t="6113" x="3568700" y="1130300"/>
          <p14:tracePt t="6219" x="3575050" y="1130300"/>
          <p14:tracePt t="6240" x="3581400" y="1130300"/>
          <p14:tracePt t="6254" x="3587750" y="1130300"/>
          <p14:tracePt t="6268" x="3594100" y="1130300"/>
          <p14:tracePt t="6282" x="3606800" y="1136650"/>
          <p14:tracePt t="6303" x="3613150" y="1136650"/>
          <p14:tracePt t="6317" x="3619500" y="1136650"/>
          <p14:tracePt t="6327" x="3632200" y="1143000"/>
          <p14:tracePt t="6344" x="3644900" y="1143000"/>
          <p14:tracePt t="6360" x="3663950" y="1143000"/>
          <p14:tracePt t="6377" x="3670300" y="1143000"/>
          <p14:tracePt t="6394" x="3683000" y="1149350"/>
          <p14:tracePt t="6426" x="3689350" y="1149350"/>
          <p14:tracePt t="6444" x="3695700" y="1149350"/>
          <p14:tracePt t="6486" x="3695700" y="1155700"/>
          <p14:tracePt t="6790" x="3683000" y="1149350"/>
          <p14:tracePt t="6796" x="3657600" y="1123950"/>
          <p14:tracePt t="6812" x="3625850" y="1092200"/>
          <p14:tracePt t="6825" x="3556000" y="1028700"/>
          <p14:tracePt t="6842" x="3511550" y="984250"/>
          <p14:tracePt t="6858" x="3479800" y="958850"/>
          <p14:tracePt t="6875" x="3378200" y="882650"/>
          <p14:tracePt t="6892" x="3263900" y="831850"/>
          <p14:tracePt t="6909" x="3143250" y="800100"/>
          <p14:tracePt t="6925" x="3086100" y="793750"/>
          <p14:tracePt t="6942" x="2971800" y="793750"/>
          <p14:tracePt t="6959" x="2870200" y="793750"/>
          <p14:tracePt t="6974" x="2813050" y="812800"/>
          <p14:tracePt t="6991" x="2730500" y="831850"/>
          <p14:tracePt t="7008" x="2673350" y="844550"/>
          <p14:tracePt t="7025" x="2647950" y="857250"/>
          <p14:tracePt t="7041" x="2622550" y="869950"/>
          <p14:tracePt t="7058" x="2603500" y="876300"/>
          <p14:tracePt t="7075" x="2603500" y="882650"/>
          <p14:tracePt t="7092" x="2597150" y="889000"/>
          <p14:tracePt t="7124" x="2597150" y="895350"/>
          <p14:tracePt t="7141" x="2603500" y="908050"/>
          <p14:tracePt t="7157" x="2609850" y="914400"/>
          <p14:tracePt t="7174" x="2635250" y="927100"/>
          <p14:tracePt t="7191" x="2679700" y="946150"/>
          <p14:tracePt t="7207" x="2698750" y="958850"/>
          <p14:tracePt t="7224" x="2774950" y="990600"/>
          <p14:tracePt t="7240" x="2857500" y="1028700"/>
          <p14:tracePt t="7257" x="2914650" y="1047750"/>
          <p14:tracePt t="7274" x="3035300" y="1079500"/>
          <p14:tracePt t="7290" x="3168650" y="1098550"/>
          <p14:tracePt t="7307" x="3244850" y="1111250"/>
          <p14:tracePt t="7324" x="3378200" y="1098550"/>
          <p14:tracePt t="7340" x="3486150" y="1079500"/>
          <p14:tracePt t="7357" x="3536950" y="1060450"/>
          <p14:tracePt t="7360" x="3581400" y="1047750"/>
          <p14:tracePt t="7374" x="3613150" y="1028700"/>
          <p14:tracePt t="7390" x="3638550" y="1009650"/>
          <p14:tracePt t="7407" x="3644900" y="996950"/>
          <p14:tracePt t="7423" x="3651250" y="971550"/>
          <p14:tracePt t="7440" x="3644900" y="946150"/>
          <p14:tracePt t="7457" x="3606800" y="901700"/>
          <p14:tracePt t="7473" x="3581400" y="889000"/>
          <p14:tracePt t="7490" x="3562350" y="876300"/>
          <p14:tracePt t="7506" x="3492500" y="857250"/>
          <p14:tracePt t="7523" x="3409950" y="844550"/>
          <p14:tracePt t="7539" x="3371850" y="844550"/>
          <p14:tracePt t="7556" x="3276600" y="857250"/>
          <p14:tracePt t="7572" x="3181350" y="876300"/>
          <p14:tracePt t="7590" x="3092450" y="920750"/>
          <p14:tracePt t="7606" x="3060700" y="933450"/>
          <p14:tracePt t="7623" x="3028950" y="965200"/>
          <p14:tracePt t="7639" x="3022600" y="977900"/>
          <p14:tracePt t="7656" x="3003550" y="996950"/>
          <p14:tracePt t="7672" x="2997200" y="1003300"/>
          <p14:tracePt t="7689" x="2997200" y="1009650"/>
          <p14:tracePt t="7722" x="2997200" y="1016000"/>
          <p14:tracePt t="7739" x="3009900" y="1035050"/>
          <p14:tracePt t="7756" x="3022600" y="1041400"/>
          <p14:tracePt t="7773" x="3073400" y="1060450"/>
          <p14:tracePt t="7789" x="3105150" y="1066800"/>
          <p14:tracePt t="7805" x="3175000" y="1079500"/>
          <p14:tracePt t="7822" x="3232150" y="1079500"/>
          <p14:tracePt t="7838" x="3251200" y="1073150"/>
          <p14:tracePt t="7855" x="3270250" y="1066800"/>
          <p14:tracePt t="7872" x="3289300" y="1060450"/>
          <p14:tracePt t="7888" x="3295650" y="1060450"/>
          <p14:tracePt t="7905" x="3295650" y="1054100"/>
          <p14:tracePt t="7921" x="3302000" y="1047750"/>
          <p14:tracePt t="7938" x="3302000" y="1041400"/>
          <p14:tracePt t="7955" x="3302000" y="1028700"/>
          <p14:tracePt t="7988" x="3302000" y="1022350"/>
          <p14:tracePt t="8372" x="3314700" y="1028700"/>
          <p14:tracePt t="8387" x="3346450" y="1041400"/>
          <p14:tracePt t="8392" x="3371850" y="1054100"/>
          <p14:tracePt t="8403" x="3397250" y="1073150"/>
          <p14:tracePt t="8419" x="3429000" y="1085850"/>
          <p14:tracePt t="8436" x="3543300" y="1123950"/>
          <p14:tracePt t="8453" x="3606800" y="1130300"/>
          <p14:tracePt t="8471" x="3835400" y="1149350"/>
          <p14:tracePt t="8486" x="3917950" y="1162050"/>
          <p14:tracePt t="8503" x="4006850" y="1174750"/>
          <p14:tracePt t="8520" x="4140200" y="1187450"/>
          <p14:tracePt t="8536" x="4229100" y="1200150"/>
          <p14:tracePt t="8551" x="4248150" y="1206500"/>
          <p14:tracePt t="8569" x="4267200" y="1206500"/>
          <p14:tracePt t="8586" x="4267200" y="1212850"/>
          <p14:tracePt t="8695" x="4273550" y="1212850"/>
          <p14:tracePt t="8723" x="4279900" y="1212850"/>
          <p14:tracePt t="8737" x="4279900" y="1206500"/>
          <p14:tracePt t="8744" x="4292600" y="1206500"/>
          <p14:tracePt t="8752" x="4292600" y="1200150"/>
          <p14:tracePt t="8768" x="4298950" y="1200150"/>
          <p14:tracePt t="8785" x="4311650" y="1200150"/>
          <p14:tracePt t="8801" x="4324350" y="1193800"/>
          <p14:tracePt t="8818" x="4337050" y="1193800"/>
          <p14:tracePt t="8851" x="4343400" y="1193800"/>
          <p14:tracePt t="8892" x="4349750" y="1193800"/>
          <p14:tracePt t="8926" x="4356100" y="1193800"/>
          <p14:tracePt t="8983" x="4349750" y="1193800"/>
          <p14:tracePt t="8997" x="4337050" y="1193800"/>
          <p14:tracePt t="9019" x="4330700" y="1187450"/>
          <p14:tracePt t="9024" x="4318000" y="1187450"/>
          <p14:tracePt t="9035" x="4298950" y="1187450"/>
          <p14:tracePt t="9051" x="4286250" y="1181100"/>
          <p14:tracePt t="9068" x="4260850" y="1174750"/>
          <p14:tracePt t="9084" x="4248150" y="1174750"/>
          <p14:tracePt t="9101" x="4222750" y="1168400"/>
          <p14:tracePt t="9117" x="4210050" y="1168400"/>
          <p14:tracePt t="9134" x="4203700" y="1168400"/>
          <p14:tracePt t="9151" x="4197350" y="1168400"/>
          <p14:tracePt t="9194" x="4210050" y="1168400"/>
          <p14:tracePt t="9215" x="4216400" y="1168400"/>
          <p14:tracePt t="9228" x="4222750" y="1168400"/>
          <p14:tracePt t="9236" x="4235450" y="1168400"/>
          <p14:tracePt t="9250" x="4241800" y="1168400"/>
          <p14:tracePt t="9267" x="4286250" y="1168400"/>
          <p14:tracePt t="9283" x="4305300" y="1168400"/>
          <p14:tracePt t="9300" x="4362450" y="1168400"/>
          <p14:tracePt t="9316" x="4413250" y="1168400"/>
          <p14:tracePt t="9334" x="4445000" y="1168400"/>
          <p14:tracePt t="9350" x="4464050" y="1168400"/>
          <p14:tracePt t="9366" x="4476750" y="1168400"/>
          <p14:tracePt t="9384" x="4495800" y="1168400"/>
          <p14:tracePt t="9453" x="4495800" y="1174750"/>
          <p14:tracePt t="9475" x="4489450" y="1174750"/>
          <p14:tracePt t="9496" x="4483100" y="1174750"/>
          <p14:tracePt t="9510" x="4476750" y="1174750"/>
          <p14:tracePt t="9519" x="4470400" y="1174750"/>
          <p14:tracePt t="9532" x="4464050" y="1174750"/>
          <p14:tracePt t="9549" x="4457700" y="1174750"/>
          <p14:tracePt t="9570" x="4438650" y="1174750"/>
          <p14:tracePt t="9583" x="4425950" y="1174750"/>
          <p14:tracePt t="9599" x="4406900" y="1174750"/>
          <p14:tracePt t="9615" x="4394200" y="1174750"/>
          <p14:tracePt t="9649" x="4387850" y="1174750"/>
          <p14:tracePt t="9678" x="4394200" y="1174750"/>
          <p14:tracePt t="9700" x="4400550" y="1174750"/>
          <p14:tracePt t="9706" x="4406900" y="1174750"/>
          <p14:tracePt t="9720" x="4419600" y="1174750"/>
          <p14:tracePt t="9731" x="4438650" y="1174750"/>
          <p14:tracePt t="9749" x="4489450" y="1168400"/>
          <p14:tracePt t="9765" x="4508500" y="1162050"/>
          <p14:tracePt t="9782" x="4559300" y="1162050"/>
          <p14:tracePt t="9798" x="4591050" y="1155700"/>
          <p14:tracePt t="9815" x="4610100" y="1155700"/>
          <p14:tracePt t="9831" x="4622800" y="1149350"/>
          <p14:tracePt t="9848" x="4635500" y="1149350"/>
          <p14:tracePt t="9882" x="4622800" y="1149350"/>
          <p14:tracePt t="9898" x="4591050" y="1155700"/>
          <p14:tracePt t="9915" x="4578350" y="1155700"/>
          <p14:tracePt t="9932" x="4521200" y="1162050"/>
          <p14:tracePt t="9948" x="4451350" y="1168400"/>
          <p14:tracePt t="9964" x="4413250" y="1168400"/>
          <p14:tracePt t="9981" x="4349750" y="1187450"/>
          <p14:tracePt t="9998" x="4330700" y="1187450"/>
          <p14:tracePt t="10014" x="4305300" y="1187450"/>
          <p14:tracePt t="10031" x="4286250" y="1187450"/>
          <p14:tracePt t="10128" x="4298950" y="1187450"/>
          <p14:tracePt t="10142" x="4305300" y="1187450"/>
          <p14:tracePt t="10150" x="4318000" y="1187450"/>
          <p14:tracePt t="10170" x="4337050" y="1187450"/>
          <p14:tracePt t="10180" x="4349750" y="1187450"/>
          <p14:tracePt t="10197" x="4362450" y="1181100"/>
          <p14:tracePt t="10214" x="4394200" y="1181100"/>
          <p14:tracePt t="10231" x="4425950" y="1181100"/>
          <p14:tracePt t="10248" x="4445000" y="1174750"/>
          <p14:tracePt t="10263" x="4451350" y="1174750"/>
          <p14:tracePt t="10280" x="4457700" y="1174750"/>
          <p14:tracePt t="10297" x="4464050" y="1174750"/>
          <p14:tracePt t="10338" x="4470400" y="1174750"/>
          <p14:tracePt t="10423" x="4476750" y="1168400"/>
          <p14:tracePt t="10437" x="4470400" y="1168400"/>
          <p14:tracePt t="10451" x="4464050" y="1168400"/>
          <p14:tracePt t="10472" x="4451350" y="1168400"/>
          <p14:tracePt t="10480" x="4445000" y="1168400"/>
          <p14:tracePt t="10493" x="4438650" y="1168400"/>
          <p14:tracePt t="10500" x="4432300" y="1168400"/>
          <p14:tracePt t="10521" x="4425950" y="1168400"/>
          <p14:tracePt t="10530" x="4419600" y="1168400"/>
          <p14:tracePt t="10546" x="4413250" y="1162050"/>
          <p14:tracePt t="10563" x="4400550" y="1162050"/>
          <p14:tracePt t="10599" x="4394200" y="1155700"/>
          <p14:tracePt t="10619" x="4387850" y="1155700"/>
          <p14:tracePt t="10704" x="4394200" y="1155700"/>
          <p14:tracePt t="11099" x="4432300" y="1155700"/>
          <p14:tracePt t="11113" x="4457700" y="1155700"/>
          <p14:tracePt t="11120" x="4476750" y="1155700"/>
          <p14:tracePt t="11134" x="4502150" y="1168400"/>
          <p14:tracePt t="11144" x="4521200" y="1168400"/>
          <p14:tracePt t="11160" x="4533900" y="1168400"/>
          <p14:tracePt t="11177" x="4559300" y="1168400"/>
          <p14:tracePt t="11193" x="4572000" y="1168400"/>
          <p14:tracePt t="11210" x="4578350" y="1168400"/>
          <p14:tracePt t="11227" x="4584700" y="1168400"/>
          <p14:tracePt t="11276" x="4591050" y="1168400"/>
          <p14:tracePt t="11395" x="4584700" y="1168400"/>
          <p14:tracePt t="11402" x="4578350" y="1168400"/>
          <p14:tracePt t="11423" x="4572000" y="1168400"/>
          <p14:tracePt t="11430" x="4559300" y="1168400"/>
          <p14:tracePt t="11446" x="4552950" y="1168400"/>
          <p14:tracePt t="11459" x="4533900" y="1168400"/>
          <p14:tracePt t="11476" x="4495800" y="1162050"/>
          <p14:tracePt t="11493" x="4445000" y="1162050"/>
          <p14:tracePt t="11509" x="4413250" y="1162050"/>
          <p14:tracePt t="11526" x="4381500" y="1162050"/>
          <p14:tracePt t="11543" x="4349750" y="1162050"/>
          <p14:tracePt t="11559" x="4337050" y="1162050"/>
          <p14:tracePt t="11575" x="4318000" y="1168400"/>
          <p14:tracePt t="11725" x="4324350" y="1168400"/>
          <p14:tracePt t="11732" x="4330700" y="1168400"/>
          <p14:tracePt t="11746" x="4343400" y="1168400"/>
          <p14:tracePt t="11758" x="4349750" y="1168400"/>
          <p14:tracePt t="11775" x="4375150" y="1162050"/>
          <p14:tracePt t="11792" x="4394200" y="1162050"/>
          <p14:tracePt t="11809" x="4425950" y="1162050"/>
          <p14:tracePt t="11825" x="4476750" y="1149350"/>
          <p14:tracePt t="11842" x="4489450" y="1143000"/>
          <p14:tracePt t="11858" x="4521200" y="1136650"/>
          <p14:tracePt t="11875" x="4540250" y="1136650"/>
          <p14:tracePt t="11891" x="4540250" y="1130300"/>
          <p14:tracePt t="11894" x="4546600" y="1130300"/>
          <p14:tracePt t="11922" x="4552950" y="1130300"/>
          <p14:tracePt t="12006" x="4546600" y="1130300"/>
          <p14:tracePt t="12027" x="4533900" y="1130300"/>
          <p14:tracePt t="12033" x="4527550" y="1130300"/>
          <p14:tracePt t="12048" x="4521200" y="1136650"/>
          <p14:tracePt t="12057" x="4508500" y="1136650"/>
          <p14:tracePt t="12074" x="4495800" y="1143000"/>
          <p14:tracePt t="12090" x="4457700" y="1149350"/>
          <p14:tracePt t="12107" x="4425950" y="1149350"/>
          <p14:tracePt t="12124" x="4406900" y="1149350"/>
          <p14:tracePt t="12140" x="4387850" y="1155700"/>
          <p14:tracePt t="12157" x="4368800" y="1155700"/>
          <p14:tracePt t="12174" x="4356100" y="1162050"/>
          <p14:tracePt t="12244" x="4349750" y="1162050"/>
          <p14:tracePt t="12293" x="4343400" y="1162050"/>
          <p14:tracePt t="12314" x="4337050" y="1162050"/>
          <p14:tracePt t="12328" x="4330700" y="1162050"/>
          <p14:tracePt t="12335" x="4324350" y="1162050"/>
          <p14:tracePt t="12342" x="4305300" y="1162050"/>
          <p14:tracePt t="12359" x="4286250" y="1162050"/>
          <p14:tracePt t="12373" x="4248150" y="1162050"/>
          <p14:tracePt t="12390" x="4108450" y="1162050"/>
          <p14:tracePt t="12407" x="3905250" y="1168400"/>
          <p14:tracePt t="12423" x="3790950" y="1174750"/>
          <p14:tracePt t="12440" x="3536950" y="1200150"/>
          <p14:tracePt t="12456" x="3295650" y="1225550"/>
          <p14:tracePt t="12473" x="3181350" y="1225550"/>
          <p14:tracePt t="12490" x="2990850" y="1238250"/>
          <p14:tracePt t="12506" x="2857500" y="1238250"/>
          <p14:tracePt t="12523" x="2806700" y="1219200"/>
          <p14:tracePt t="12540" x="2711450" y="1193800"/>
          <p14:tracePt t="12556" x="2635250" y="1168400"/>
          <p14:tracePt t="12573" x="2609850" y="1168400"/>
          <p14:tracePt t="12590" x="2540000" y="1162050"/>
          <p14:tracePt t="12605" x="2520950" y="1155700"/>
          <p14:tracePt t="12623" x="2476500" y="1155700"/>
          <p14:tracePt t="12638" x="2444750" y="1143000"/>
          <p14:tracePt t="12655" x="2432050" y="1143000"/>
          <p14:tracePt t="12672" x="2406650" y="1143000"/>
          <p14:tracePt t="12688" x="2393950" y="1143000"/>
          <p14:tracePt t="12705" x="2381250" y="1143000"/>
          <p14:tracePt t="12722" x="2368550" y="1143000"/>
          <p14:tracePt t="12738" x="2368550" y="1149350"/>
          <p14:tracePt t="12755" x="2368550" y="1155700"/>
          <p14:tracePt t="13078" x="2355850" y="1155700"/>
          <p14:tracePt t="13085" x="2343150" y="1155700"/>
          <p14:tracePt t="13100" x="2324100" y="1155700"/>
          <p14:tracePt t="13106" x="2311400" y="1149350"/>
          <p14:tracePt t="13123" x="2298700" y="1149350"/>
          <p14:tracePt t="13136" x="2279650" y="1143000"/>
          <p14:tracePt t="13153" x="2228850" y="1130300"/>
          <p14:tracePt t="13170" x="2184400" y="1123950"/>
          <p14:tracePt t="13187" x="2165350" y="1123950"/>
          <p14:tracePt t="13203" x="2127250" y="1123950"/>
          <p14:tracePt t="13220" x="2095500" y="1123950"/>
          <p14:tracePt t="13237" x="2082800" y="1123950"/>
          <p14:tracePt t="13254" x="2063750" y="1123950"/>
          <p14:tracePt t="13269" x="2057400" y="1123950"/>
          <p14:tracePt t="13303" x="2051050" y="1123950"/>
          <p14:tracePt t="13380" x="2057400" y="1123950"/>
          <p14:tracePt t="13388" x="2070100" y="1123950"/>
          <p14:tracePt t="13402" x="2076450" y="1123950"/>
          <p14:tracePt t="13409" x="2082800" y="1123950"/>
          <p14:tracePt t="13423" x="2108200" y="1130300"/>
          <p14:tracePt t="13436" x="2133600" y="1130300"/>
          <p14:tracePt t="13452" x="2235200" y="1143000"/>
          <p14:tracePt t="13469" x="2324100" y="1143000"/>
          <p14:tracePt t="13486" x="2546350" y="1162050"/>
          <p14:tracePt t="13502" x="2806700" y="1162050"/>
          <p14:tracePt t="13519" x="2946400" y="1162050"/>
          <p14:tracePt t="13536" x="3200400" y="1162050"/>
          <p14:tracePt t="13552" x="3409950" y="1162050"/>
          <p14:tracePt t="13568" x="3486150" y="1162050"/>
          <p14:tracePt t="13585" x="3606800" y="1162050"/>
          <p14:tracePt t="13601" x="3663950" y="1162050"/>
          <p14:tracePt t="13619" x="3702050" y="1162050"/>
          <p14:tracePt t="13635" x="3714750" y="1162050"/>
          <p14:tracePt t="13652" x="3727450" y="1162050"/>
          <p14:tracePt t="13668" x="3733800" y="1162050"/>
          <p14:tracePt t="13759" x="3740150" y="1162050"/>
          <p14:tracePt t="14413" x="3702050" y="1162050"/>
          <p14:tracePt t="14420" x="3651250" y="1174750"/>
          <p14:tracePt t="14435" x="3575050" y="1181100"/>
          <p14:tracePt t="14449" x="3498850" y="1181100"/>
          <p14:tracePt t="14465" x="3327400" y="1212850"/>
          <p14:tracePt t="14484" x="3149600" y="1231900"/>
          <p14:tracePt t="14499" x="3067050" y="1250950"/>
          <p14:tracePt t="14516" x="2921000" y="1282700"/>
          <p14:tracePt t="14532" x="2800350" y="1320800"/>
          <p14:tracePt t="14548" x="2755900" y="1339850"/>
          <p14:tracePt t="14565" x="2698750" y="1358900"/>
          <p14:tracePt t="14582" x="2660650" y="1371600"/>
          <p14:tracePt t="14598" x="2647950" y="1377950"/>
          <p14:tracePt t="14632" x="2635250" y="1384300"/>
          <p14:tracePt t="14700" x="2628900" y="1384300"/>
          <p14:tracePt t="14715" x="2622550" y="1384300"/>
          <p14:tracePt t="14736" x="2616200" y="1384300"/>
          <p14:tracePt t="14743" x="2609850" y="1384300"/>
          <p14:tracePt t="14757" x="2603500" y="1377950"/>
          <p14:tracePt t="14767" x="2590800" y="1377950"/>
          <p14:tracePt t="14781" x="2584450" y="1371600"/>
          <p14:tracePt t="14798" x="2559050" y="1371600"/>
          <p14:tracePt t="14814" x="2520950" y="1352550"/>
          <p14:tracePt t="14831" x="2489200" y="1352550"/>
          <p14:tracePt t="14848" x="2419350" y="1327150"/>
          <p14:tracePt t="14864" x="2324100" y="1301750"/>
          <p14:tracePt t="14881" x="2254250" y="1295400"/>
          <p14:tracePt t="14898" x="2114550" y="1276350"/>
          <p14:tracePt t="14914" x="1968500" y="1257300"/>
          <p14:tracePt t="14931" x="1917700" y="1257300"/>
          <p14:tracePt t="14947" x="1835150" y="1244600"/>
          <p14:tracePt t="14964" x="1797050" y="1238250"/>
          <p14:tracePt t="14980" x="1778000" y="1238250"/>
          <p14:tracePt t="14997" x="1758950" y="1238250"/>
          <p14:tracePt t="15014" x="1746250" y="1238250"/>
          <p14:tracePt t="15031" x="1733550" y="1238250"/>
          <p14:tracePt t="15064" x="1727200" y="1238250"/>
          <p14:tracePt t="15080" x="1720850" y="1238250"/>
          <p14:tracePt t="15122" x="1714500" y="1244600"/>
          <p14:tracePt t="15332" x="1714500" y="1250950"/>
          <p14:tracePt t="15368" x="1714500" y="1257300"/>
          <p14:tracePt t="15403" x="1720850" y="1270000"/>
          <p14:tracePt t="15424" x="1720850" y="1276350"/>
          <p14:tracePt t="15438" x="1720850" y="1282700"/>
          <p14:tracePt t="15447" x="1720850" y="1289050"/>
          <p14:tracePt t="15462" x="1720850" y="1295400"/>
          <p14:tracePt t="15479" x="1720850" y="1320800"/>
          <p14:tracePt t="15496" x="1727200" y="1358900"/>
          <p14:tracePt t="15512" x="1727200" y="1390650"/>
          <p14:tracePt t="15529" x="1752600" y="1460500"/>
          <p14:tracePt t="15545" x="1771650" y="1524000"/>
          <p14:tracePt t="15562" x="1784350" y="1549400"/>
          <p14:tracePt t="15579" x="1803400" y="1593850"/>
          <p14:tracePt t="15595" x="1809750" y="1612900"/>
          <p14:tracePt t="15628" x="1816100" y="1612900"/>
          <p14:tracePt t="15645" x="1816100" y="1619250"/>
          <p14:tracePt t="15965" x="1816100" y="1612900"/>
          <p14:tracePt t="15986" x="1816100" y="1606550"/>
          <p14:tracePt t="16014" x="1809750" y="1606550"/>
          <p14:tracePt t="16120" x="1809750" y="1600200"/>
          <p14:tracePt t="16647" x="1809750" y="1593850"/>
          <p14:tracePt t="16671" x="1809750" y="1587500"/>
          <p14:tracePt t="16689" x="1816100" y="1587500"/>
          <p14:tracePt t="16710" x="1816100" y="1581150"/>
          <p14:tracePt t="16738" x="1816100" y="1574800"/>
          <p14:tracePt t="16759" x="1822450" y="1568450"/>
          <p14:tracePt t="16779" x="1828800" y="1562100"/>
          <p14:tracePt t="16801" x="1835150" y="1555750"/>
          <p14:tracePt t="16808" x="1841500" y="1555750"/>
          <p14:tracePt t="16822" x="1847850" y="1555750"/>
          <p14:tracePt t="16829" x="1847850" y="1549400"/>
          <p14:tracePt t="16844" x="1854200" y="1549400"/>
          <p14:tracePt t="16864" x="1860550" y="1549400"/>
          <p14:tracePt t="16874" x="1866900" y="1543050"/>
          <p14:tracePt t="16890" x="1879600" y="1543050"/>
          <p14:tracePt t="16907" x="1898650" y="1530350"/>
          <p14:tracePt t="16923" x="1930400" y="1524000"/>
          <p14:tracePt t="16941" x="1943100" y="1517650"/>
          <p14:tracePt t="16957" x="1974850" y="1511300"/>
          <p14:tracePt t="16974" x="2025650" y="1511300"/>
          <p14:tracePt t="16991" x="2063750" y="1504950"/>
          <p14:tracePt t="17007" x="2095500" y="1504950"/>
          <p14:tracePt t="17023" x="2165350" y="1504950"/>
          <p14:tracePt t="17040" x="2222500" y="1504950"/>
          <p14:tracePt t="17056" x="2241550" y="1504950"/>
          <p14:tracePt t="17073" x="2254250" y="1504950"/>
          <p14:tracePt t="17090" x="2298700" y="1511300"/>
          <p14:tracePt t="17106" x="2311400" y="1517650"/>
          <p14:tracePt t="17123" x="2330450" y="1517650"/>
          <p14:tracePt t="17139" x="2349500" y="1517650"/>
          <p14:tracePt t="17157" x="2368550" y="1524000"/>
          <p14:tracePt t="17173" x="2393950" y="1530350"/>
          <p14:tracePt t="17189" x="2413000" y="1530350"/>
          <p14:tracePt t="17206" x="2451100" y="1536700"/>
          <p14:tracePt t="17223" x="2520950" y="1536700"/>
          <p14:tracePt t="17239" x="2540000" y="1536700"/>
          <p14:tracePt t="17256" x="2609850" y="1555750"/>
          <p14:tracePt t="17272" x="2660650" y="1562100"/>
          <p14:tracePt t="17289" x="2679700" y="1568450"/>
          <p14:tracePt t="17306" x="2730500" y="1574800"/>
          <p14:tracePt t="17322" x="2762250" y="1587500"/>
          <p14:tracePt t="17339" x="2774950" y="1587500"/>
          <p14:tracePt t="17356" x="2800350" y="1600200"/>
          <p14:tracePt t="17372" x="2844800" y="1612900"/>
          <p14:tracePt t="17388" x="2863850" y="1612900"/>
          <p14:tracePt t="17406" x="2933700" y="1619250"/>
          <p14:tracePt t="17422" x="2971800" y="1619250"/>
          <p14:tracePt t="17439" x="3048000" y="1619250"/>
          <p14:tracePt t="17455" x="3098800" y="1619250"/>
          <p14:tracePt t="17472" x="3117850" y="1619250"/>
          <p14:tracePt t="17488" x="3143250" y="1619250"/>
          <p14:tracePt t="17505" x="3162300" y="1612900"/>
          <p14:tracePt t="17545" x="3168650" y="1606550"/>
          <p14:tracePt t="17616" x="3162300" y="1606550"/>
          <p14:tracePt t="17623" x="3149600" y="1606550"/>
          <p14:tracePt t="17637" x="3136900" y="1606550"/>
          <p14:tracePt t="17644" x="3117850" y="1606550"/>
          <p14:tracePt t="17655" x="3098800" y="1606550"/>
          <p14:tracePt t="17672" x="3060700" y="1606550"/>
          <p14:tracePt t="17687" x="2940050" y="1600200"/>
          <p14:tracePt t="17704" x="2863850" y="1600200"/>
          <p14:tracePt t="17722" x="2641600" y="1574800"/>
          <p14:tracePt t="17737" x="2578100" y="1574800"/>
          <p14:tracePt t="17754" x="2540000" y="1562100"/>
          <p14:tracePt t="17771" x="2463800" y="1555750"/>
          <p14:tracePt t="17787" x="2432050" y="1549400"/>
          <p14:tracePt t="17804" x="2419350" y="1549400"/>
          <p14:tracePt t="17820" x="2413000" y="1549400"/>
          <p14:tracePt t="17837" x="2406650" y="1549400"/>
          <p14:tracePt t="17883" x="2406650" y="1543050"/>
          <p14:tracePt t="17918" x="2406650" y="1536700"/>
          <p14:tracePt t="17925" x="2400300" y="1530350"/>
          <p14:tracePt t="17946" x="2393950" y="1524000"/>
          <p14:tracePt t="17954" x="2387600" y="1517650"/>
          <p14:tracePt t="17970" x="2374900" y="1511300"/>
          <p14:tracePt t="17987" x="2355850" y="1498600"/>
          <p14:tracePt t="18003" x="2228850" y="1409700"/>
          <p14:tracePt t="18020" x="2165350" y="1371600"/>
          <p14:tracePt t="18037" x="2095500" y="1320800"/>
          <p14:tracePt t="18054" x="1949450" y="1219200"/>
          <p14:tracePt t="18069" x="1809750" y="1117600"/>
          <p14:tracePt t="18087" x="1689100" y="1041400"/>
          <p14:tracePt t="18103" x="1625600" y="1003300"/>
          <p14:tracePt t="18120" x="1536700" y="952500"/>
          <p14:tracePt t="18136" x="1498600" y="908050"/>
          <p14:tracePt t="18153" x="1473200" y="895350"/>
          <p14:tracePt t="18169" x="1454150" y="876300"/>
          <p14:tracePt t="18186" x="1441450" y="863600"/>
          <p14:tracePt t="18203" x="1441450" y="857250"/>
          <p14:tracePt t="18236" x="1441450" y="850900"/>
          <p14:tracePt t="18276" x="1441450" y="857250"/>
          <p14:tracePt t="18283" x="1441450" y="863600"/>
          <p14:tracePt t="18297" x="1441450" y="869950"/>
          <p14:tracePt t="18305" x="1454150" y="882650"/>
          <p14:tracePt t="18320" x="1466850" y="895350"/>
          <p14:tracePt t="18335" x="1498600" y="914400"/>
          <p14:tracePt t="18352" x="1593850" y="1003300"/>
          <p14:tracePt t="18369" x="1733550" y="1098550"/>
          <p14:tracePt t="18385" x="1816100" y="1143000"/>
          <p14:tracePt t="18402" x="1968500" y="1250950"/>
          <p14:tracePt t="18418" x="2095500" y="1327150"/>
          <p14:tracePt t="18435" x="2152650" y="1371600"/>
          <p14:tracePt t="18452" x="2216150" y="1390650"/>
          <p14:tracePt t="18468" x="2241550" y="1403350"/>
          <p14:tracePt t="18485" x="2247900" y="1403350"/>
          <p14:tracePt t="18502" x="2254250" y="1409700"/>
          <p14:tracePt t="18578" x="2254250" y="1416050"/>
          <p14:tracePt t="18859" x="2279650" y="1416050"/>
          <p14:tracePt t="18866" x="2324100" y="1422400"/>
          <p14:tracePt t="18880" x="2374900" y="1422400"/>
          <p14:tracePt t="18887" x="2432050" y="1435100"/>
          <p14:tracePt t="18903" x="2495550" y="1435100"/>
          <p14:tracePt t="18917" x="2609850" y="1435100"/>
          <p14:tracePt t="18933" x="2660650" y="1435100"/>
          <p14:tracePt t="18950" x="2698750" y="1435100"/>
          <p14:tracePt t="18966" x="2794000" y="1435100"/>
          <p14:tracePt t="18983" x="2851150" y="1435100"/>
          <p14:tracePt t="19000" x="2882900" y="1435100"/>
          <p14:tracePt t="19016" x="2895600" y="1435100"/>
          <p14:tracePt t="19033" x="2908300" y="1441450"/>
          <p14:tracePt t="19126" x="2914650" y="1441450"/>
          <p14:tracePt t="19161" x="2921000" y="1441450"/>
          <p14:tracePt t="19182" x="2933700" y="1441450"/>
          <p14:tracePt t="19189" x="2940050" y="1441450"/>
          <p14:tracePt t="19199" x="2952750" y="1447800"/>
          <p14:tracePt t="19215" x="2959100" y="1447800"/>
          <p14:tracePt t="19232" x="2997200" y="1454150"/>
          <p14:tracePt t="19249" x="3016250" y="1454150"/>
          <p14:tracePt t="19267" x="3092450" y="1466850"/>
          <p14:tracePt t="19282" x="3117850" y="1473200"/>
          <p14:tracePt t="19299" x="3136900" y="1473200"/>
          <p14:tracePt t="19316" x="3168650" y="1473200"/>
          <p14:tracePt t="19332" x="3187700" y="1473200"/>
          <p14:tracePt t="19365" x="3194050" y="1473200"/>
          <p14:tracePt t="19393" x="3200400" y="1473200"/>
          <p14:tracePt t="19632" x="3206750" y="1479550"/>
          <p14:tracePt t="19639" x="3213100" y="1479550"/>
          <p14:tracePt t="19653" x="3225800" y="1485900"/>
          <p14:tracePt t="19667" x="3238500" y="1485900"/>
          <p14:tracePt t="19681" x="3251200" y="1492250"/>
          <p14:tracePt t="19697" x="3263900" y="1492250"/>
          <p14:tracePt t="19714" x="3302000" y="1504950"/>
          <p14:tracePt t="19731" x="3321050" y="1504950"/>
          <p14:tracePt t="19747" x="3359150" y="1517650"/>
          <p14:tracePt t="19765" x="3371850" y="1517650"/>
          <p14:tracePt t="19781" x="3384550" y="1517650"/>
          <p14:tracePt t="19797" x="3403600" y="1524000"/>
          <p14:tracePt t="19830" x="3409950" y="1524000"/>
          <p14:tracePt t="19856" x="3416300" y="1524000"/>
          <p14:tracePt t="19961" x="3422650" y="1524000"/>
          <p14:tracePt t="20854" x="3416300" y="1524000"/>
          <p14:tracePt t="20861" x="3403600" y="1530350"/>
          <p14:tracePt t="20876" x="3390900" y="1543050"/>
          <p14:tracePt t="20882" x="3378200" y="1555750"/>
          <p14:tracePt t="20896" x="3359150" y="1562100"/>
          <p14:tracePt t="20910" x="3340100" y="1568450"/>
          <p14:tracePt t="20926" x="3314700" y="1581150"/>
          <p14:tracePt t="20943" x="3308350" y="1593850"/>
          <p14:tracePt t="20960" x="3282950" y="1612900"/>
          <p14:tracePt t="20976" x="3257550" y="1638300"/>
          <p14:tracePt t="20993" x="3251200" y="1651000"/>
          <p14:tracePt t="21009" x="3232150" y="1670050"/>
          <p14:tracePt t="21026" x="3213100" y="1689100"/>
          <p14:tracePt t="21043" x="3200400" y="1701800"/>
          <p14:tracePt t="21046" x="3194050" y="1708150"/>
          <p14:tracePt t="21060" x="3181350" y="1714500"/>
          <p14:tracePt t="21076" x="3175000" y="1733550"/>
          <p14:tracePt t="21093" x="3149600" y="1746250"/>
          <p14:tracePt t="21109" x="3143250" y="1746250"/>
          <p14:tracePt t="21126" x="3136900" y="1746250"/>
          <p14:tracePt t="21143" x="3111500" y="1752600"/>
          <p14:tracePt t="21184" x="3105150" y="1752600"/>
          <p14:tracePt t="21227" x="3105150" y="1758950"/>
          <p14:tracePt t="21297" x="3098800" y="1758950"/>
          <p14:tracePt t="21346" x="3092450" y="1758950"/>
          <p14:tracePt t="21374" x="3092450" y="1752600"/>
          <p14:tracePt t="21395" x="3092450" y="1746250"/>
          <p14:tracePt t="21416" x="3092450" y="1739900"/>
          <p14:tracePt t="21493" x="3098800" y="1739900"/>
          <p14:tracePt t="21508" x="3098800" y="1752600"/>
          <p14:tracePt t="21528" x="3098800" y="1765300"/>
          <p14:tracePt t="21536" x="3098800" y="1778000"/>
          <p14:tracePt t="21549" x="3098800" y="1797050"/>
          <p14:tracePt t="21558" x="3092450" y="1841500"/>
          <p14:tracePt t="21574" x="3092450" y="1866900"/>
          <p14:tracePt t="21591" x="3098800" y="1968500"/>
          <p14:tracePt t="21608" x="3098800" y="2082800"/>
          <p14:tracePt t="21624" x="3098800" y="2133600"/>
          <p14:tracePt t="21641" x="3105150" y="2241550"/>
          <p14:tracePt t="21657" x="3111500" y="2298700"/>
          <p14:tracePt t="21674" x="3117850" y="2317750"/>
          <p14:tracePt t="21691" x="3117850" y="2343150"/>
          <p14:tracePt t="21707" x="3117850" y="2355850"/>
          <p14:tracePt t="21740" x="3117850" y="2362200"/>
          <p14:tracePt t="21978" x="3117850" y="2349500"/>
          <p14:tracePt t="21985" x="3117850" y="2336800"/>
          <p14:tracePt t="21999" x="3117850" y="2324100"/>
          <p14:tracePt t="22008" x="3117850" y="2298700"/>
          <p14:tracePt t="22022" x="3117850" y="2279650"/>
          <p14:tracePt t="22039" x="3117850" y="2254250"/>
          <p14:tracePt t="22056" x="3117850" y="2178050"/>
          <p14:tracePt t="22073" x="3111500" y="2152650"/>
          <p14:tracePt t="22089" x="3111500" y="2120900"/>
          <p14:tracePt t="22106" x="3111500" y="2070100"/>
          <p14:tracePt t="22122" x="3098800" y="2012950"/>
          <p14:tracePt t="22140" x="3086100" y="1974850"/>
          <p14:tracePt t="22155" x="3079750" y="1949450"/>
          <p14:tracePt t="22172" x="3060700" y="1917700"/>
          <p14:tracePt t="22189" x="3041650" y="1898650"/>
          <p14:tracePt t="22205" x="3035300" y="1885950"/>
          <p14:tracePt t="22222" x="3003550" y="1873250"/>
          <p14:tracePt t="22239" x="2978150" y="1866900"/>
          <p14:tracePt t="22255" x="2965450" y="1860550"/>
          <p14:tracePt t="22272" x="2921000" y="1841500"/>
          <p14:tracePt t="22288" x="2876550" y="1841500"/>
          <p14:tracePt t="22305" x="2844800" y="1841500"/>
          <p14:tracePt t="22322" x="2787650" y="1841500"/>
          <p14:tracePt t="22338" x="2736850" y="1841500"/>
          <p14:tracePt t="22355" x="2711450" y="1841500"/>
          <p14:tracePt t="22372" x="2647950" y="1860550"/>
          <p14:tracePt t="22388" x="2622550" y="1866900"/>
          <p14:tracePt t="22405" x="2546350" y="1898650"/>
          <p14:tracePt t="22421" x="2489200" y="1936750"/>
          <p14:tracePt t="22438" x="2470150" y="1962150"/>
          <p14:tracePt t="22455" x="2432050" y="2012950"/>
          <p14:tracePt t="22471" x="2413000" y="2063750"/>
          <p14:tracePt t="22488" x="2406650" y="2089150"/>
          <p14:tracePt t="22505" x="2393950" y="2133600"/>
          <p14:tracePt t="22521" x="2387600" y="2171700"/>
          <p14:tracePt t="22538" x="2387600" y="2178050"/>
          <p14:tracePt t="22554" x="2387600" y="2197100"/>
          <p14:tracePt t="22571" x="2387600" y="2203450"/>
          <p14:tracePt t="22744" x="2381250" y="2203450"/>
          <p14:tracePt t="22778" x="2368550" y="2203450"/>
          <p14:tracePt t="22793" x="2362200" y="2203450"/>
          <p14:tracePt t="22814" x="2355850" y="2197100"/>
          <p14:tracePt t="22828" x="2349500" y="2197100"/>
          <p14:tracePt t="22863" x="2349500" y="2184400"/>
          <p14:tracePt t="22871" x="2355850" y="2184400"/>
          <p14:tracePt t="22891" x="2368550" y="2178050"/>
          <p14:tracePt t="22898" x="2387600" y="2159000"/>
          <p14:tracePt t="22912" x="2419350" y="2146300"/>
          <p14:tracePt t="22922" x="2463800" y="2120900"/>
          <p14:tracePt t="22936" x="2546350" y="2070100"/>
          <p14:tracePt t="22953" x="2628900" y="2019300"/>
          <p14:tracePt t="22970" x="2921000" y="1873250"/>
          <p14:tracePt t="22986" x="3016250" y="1816100"/>
          <p14:tracePt t="23004" x="3162300" y="1739900"/>
          <p14:tracePt t="23020" x="3206750" y="1714500"/>
          <p14:tracePt t="23036" x="3282950" y="1676400"/>
          <p14:tracePt t="23053" x="3314700" y="1663700"/>
          <p14:tracePt t="23069" x="3327400" y="1657350"/>
          <p14:tracePt t="23086" x="3333750" y="1651000"/>
          <p14:tracePt t="23109" x="3333750" y="1657350"/>
          <p14:tracePt t="23122" x="3321050" y="1663700"/>
          <p14:tracePt t="23136" x="3308350" y="1676400"/>
          <p14:tracePt t="23152" x="3276600" y="1695450"/>
          <p14:tracePt t="23169" x="3270250" y="1701800"/>
          <p14:tracePt t="23186" x="3257550" y="1714500"/>
          <p14:tracePt t="23202" x="3244850" y="1720850"/>
          <p14:tracePt t="23284" x="3238500" y="1720850"/>
          <p14:tracePt t="23354" x="3232150" y="1727200"/>
          <p14:tracePt t="23375" x="3225800" y="1733550"/>
          <p14:tracePt t="23390" x="3219450" y="1739900"/>
          <p14:tracePt t="23404" x="3206750" y="1746250"/>
          <p14:tracePt t="23410" x="3200400" y="1758950"/>
          <p14:tracePt t="23424" x="3181350" y="1771650"/>
          <p14:tracePt t="23434" x="3155950" y="1797050"/>
          <p14:tracePt t="23451" x="3124200" y="1822450"/>
          <p14:tracePt t="23468" x="3041650" y="1879600"/>
          <p14:tracePt t="23484" x="2965450" y="1936750"/>
          <p14:tracePt t="23502" x="2901950" y="1974850"/>
          <p14:tracePt t="23517" x="2870200" y="1987550"/>
          <p14:tracePt t="23534" x="2825750" y="2012950"/>
          <p14:tracePt t="23551" x="2800350" y="2025650"/>
          <p14:tracePt t="23568" x="2794000" y="2032000"/>
          <p14:tracePt t="23584" x="2794000" y="2038350"/>
          <p14:tracePt t="23601" x="2781300" y="2038350"/>
          <p14:tracePt t="23634" x="2774950" y="2038350"/>
          <p14:tracePt t="23650" x="2768600" y="2038350"/>
          <p14:tracePt t="23667" x="2762250" y="2044700"/>
          <p14:tracePt t="23685" x="2736850" y="2044700"/>
          <p14:tracePt t="23700" x="2724150" y="2051050"/>
          <p14:tracePt t="23717" x="2673350" y="2051050"/>
          <p14:tracePt t="23734" x="2616200" y="2051050"/>
          <p14:tracePt t="23750" x="2578100" y="2051050"/>
          <p14:tracePt t="23766" x="2520950" y="2063750"/>
          <p14:tracePt t="23783" x="2470150" y="2063750"/>
          <p14:tracePt t="23800" x="2457450" y="2063750"/>
          <p14:tracePt t="23817" x="2438400" y="2070100"/>
          <p14:tracePt t="23833" x="2432050" y="2070100"/>
          <p14:tracePt t="23867" x="2425700" y="2070100"/>
          <p14:tracePt t="23883" x="2438400" y="2082800"/>
          <p14:tracePt t="23899" x="2457450" y="2089150"/>
          <p14:tracePt t="23917" x="2514600" y="2095500"/>
          <p14:tracePt t="23932" x="2565400" y="2095500"/>
          <p14:tracePt t="23949" x="2730500" y="2108200"/>
          <p14:tracePt t="23966" x="2908300" y="2108200"/>
          <p14:tracePt t="23982" x="2997200" y="2108200"/>
          <p14:tracePt t="24000" x="3130550" y="2101850"/>
          <p14:tracePt t="24016" x="3187700" y="2101850"/>
          <p14:tracePt t="24033" x="3200400" y="2101850"/>
          <p14:tracePt t="24050" x="3213100" y="2101850"/>
          <p14:tracePt t="24066" x="3219450" y="2101850"/>
          <p14:tracePt t="24099" x="3187700" y="2101850"/>
          <p14:tracePt t="24116" x="3136900" y="2101850"/>
          <p14:tracePt t="24134" x="3035300" y="2101850"/>
          <p14:tracePt t="24149" x="2971800" y="2101850"/>
          <p14:tracePt t="24165" x="2819400" y="2101850"/>
          <p14:tracePt t="24182" x="2730500" y="2101850"/>
          <p14:tracePt t="24198" x="2584450" y="2095500"/>
          <p14:tracePt t="24215" x="2495550" y="2089150"/>
          <p14:tracePt t="24232" x="2463800" y="2082800"/>
          <p14:tracePt t="24248" x="2444750" y="2076450"/>
          <p14:tracePt t="24316" x="2451100" y="2076450"/>
          <p14:tracePt t="24322" x="2463800" y="2076450"/>
          <p14:tracePt t="24337" x="2482850" y="2076450"/>
          <p14:tracePt t="24348" x="2508250" y="2076450"/>
          <p14:tracePt t="24365" x="2597150" y="2057400"/>
          <p14:tracePt t="24381" x="2673350" y="2044700"/>
          <p14:tracePt t="24398" x="2844800" y="2025650"/>
          <p14:tracePt t="24415" x="3054350" y="1962150"/>
          <p14:tracePt t="24431" x="3155950" y="1924050"/>
          <p14:tracePt t="24448" x="3378200" y="1816100"/>
          <p14:tracePt t="24464" x="3581400" y="1714500"/>
          <p14:tracePt t="24481" x="3676650" y="1651000"/>
          <p14:tracePt t="24498" x="3759200" y="1587500"/>
          <p14:tracePt t="24514" x="3994150" y="1403350"/>
          <p14:tracePt t="24530" x="4064000" y="1352550"/>
          <p14:tracePt t="24548" x="4108450" y="1308100"/>
          <p14:tracePt t="24564" x="4191000" y="1231900"/>
          <p14:tracePt t="24581" x="4210050" y="1200150"/>
          <p14:tracePt t="24598" x="4229100" y="1187450"/>
          <p14:tracePt t="24614" x="4229100" y="1181100"/>
          <p14:tracePt t="24639" x="4235450" y="1181100"/>
          <p14:tracePt t="24667" x="4235450" y="1174750"/>
          <p14:tracePt t="24674" x="4235450" y="1168400"/>
          <p14:tracePt t="24722" x="4241800" y="1155700"/>
          <p14:tracePt t="24736" x="4248150" y="1143000"/>
          <p14:tracePt t="24743" x="4248150" y="1136650"/>
          <p14:tracePt t="24758" x="4260850" y="1111250"/>
          <p14:tracePt t="24766" x="4260850" y="1092200"/>
          <p14:tracePt t="24782" x="4273550" y="1073150"/>
          <p14:tracePt t="24797" x="4292600" y="1022350"/>
          <p14:tracePt t="24814" x="4311650" y="984250"/>
          <p14:tracePt t="24830" x="4311650" y="977900"/>
          <p14:tracePt t="24846" x="4318000" y="971550"/>
          <p14:tracePt t="24879" x="4324350" y="971550"/>
          <p14:tracePt t="25397" x="4318000" y="971550"/>
          <p14:tracePt t="25628" x="4273550" y="1028700"/>
          <p14:tracePt t="25635" x="4184650" y="1098550"/>
          <p14:tracePt t="25650" x="4089400" y="1174750"/>
          <p14:tracePt t="25660" x="3994150" y="1257300"/>
          <p14:tracePt t="25677" x="3892550" y="1333500"/>
          <p14:tracePt t="25693" x="3702050" y="1479550"/>
          <p14:tracePt t="25710" x="3524250" y="1587500"/>
          <p14:tracePt t="25728" x="3378200" y="1644650"/>
          <p14:tracePt t="25743" x="3321050" y="1676400"/>
          <p14:tracePt t="25760" x="3276600" y="1701800"/>
          <p14:tracePt t="25777" x="3194050" y="1739900"/>
          <p14:tracePt t="25793" x="3168650" y="1746250"/>
          <p14:tracePt t="25810" x="3155950" y="1758950"/>
          <p14:tracePt t="25826" x="3124200" y="1765300"/>
          <p14:tracePt t="25843" x="3092450" y="1778000"/>
          <p14:tracePt t="25860" x="3086100" y="1784350"/>
          <p14:tracePt t="25876" x="3067050" y="1790700"/>
          <p14:tracePt t="25892" x="3054350" y="1790700"/>
          <p14:tracePt t="25980" x="3048000" y="1797050"/>
          <p14:tracePt t="26008" x="3035300" y="1797050"/>
          <p14:tracePt t="26022" x="3028950" y="1797050"/>
          <p14:tracePt t="26028" x="3022600" y="1803400"/>
          <p14:tracePt t="26042" x="3009900" y="1803400"/>
          <p14:tracePt t="26058" x="2978150" y="1809750"/>
          <p14:tracePt t="26075" x="2959100" y="1809750"/>
          <p14:tracePt t="26092" x="2901950" y="1809750"/>
          <p14:tracePt t="26108" x="2863850" y="1809750"/>
          <p14:tracePt t="26125" x="2800350" y="1784350"/>
          <p14:tracePt t="26142" x="2724150" y="1739900"/>
          <p14:tracePt t="26159" x="2705100" y="1720850"/>
          <p14:tracePt t="26176" x="2635250" y="1670050"/>
          <p14:tracePt t="26192" x="2597150" y="1612900"/>
          <p14:tracePt t="26208" x="2578100" y="1593850"/>
          <p14:tracePt t="26225" x="2546350" y="1568450"/>
          <p14:tracePt t="26241" x="2533650" y="1543050"/>
          <p14:tracePt t="26258" x="2533650" y="1536700"/>
          <p14:tracePt t="26275" x="2533650" y="1530350"/>
          <p14:tracePt t="26291" x="2533650" y="1524000"/>
          <p14:tracePt t="26307" x="2533650" y="1517650"/>
          <p14:tracePt t="26325" x="2533650" y="1504950"/>
          <p14:tracePt t="26341" x="2552700" y="1492250"/>
          <p14:tracePt t="26358" x="2559050" y="1485900"/>
          <p14:tracePt t="26374" x="2578100" y="1479550"/>
          <p14:tracePt t="26391" x="2584450" y="1473200"/>
          <p14:tracePt t="26408" x="2597150" y="1466850"/>
          <p14:tracePt t="26424" x="2597150" y="1460500"/>
          <p14:tracePt t="26441" x="2603500" y="1460500"/>
          <p14:tracePt t="26457" x="2609850" y="1460500"/>
          <p14:tracePt t="26499" x="2609850" y="1454150"/>
          <p14:tracePt t="26590" x="2616200" y="1454150"/>
          <p14:tracePt t="26632" x="2609850" y="1460500"/>
          <p14:tracePt t="26640" x="2603500" y="1460500"/>
          <p14:tracePt t="26653" x="2597150" y="1466850"/>
          <p14:tracePt t="26661" x="2590800" y="1473200"/>
          <p14:tracePt t="26676" x="2584450" y="1485900"/>
          <p14:tracePt t="26690" x="2552700" y="1511300"/>
          <p14:tracePt t="26706" x="2533650" y="1536700"/>
          <p14:tracePt t="26724" x="2495550" y="1568450"/>
          <p14:tracePt t="26740" x="2451100" y="1625600"/>
          <p14:tracePt t="26756" x="2406650" y="1701800"/>
          <p14:tracePt t="26773" x="2393950" y="1733550"/>
          <p14:tracePt t="26789" x="2381250" y="1809750"/>
          <p14:tracePt t="26806" x="2387600" y="1892300"/>
          <p14:tracePt t="26823" x="2432050" y="2000250"/>
          <p14:tracePt t="26839" x="2457450" y="2044700"/>
          <p14:tracePt t="26856" x="2501900" y="2120900"/>
          <p14:tracePt t="26873" x="2527300" y="2178050"/>
          <p14:tracePt t="26889" x="2546350" y="2197100"/>
          <p14:tracePt t="26906" x="2590800" y="2254250"/>
          <p14:tracePt t="26922" x="2628900" y="2292350"/>
          <p14:tracePt t="26939" x="2641600" y="2305050"/>
          <p14:tracePt t="26956" x="2660650" y="2336800"/>
          <p14:tracePt t="26972" x="2673350" y="2343150"/>
          <p14:tracePt t="27019" x="2679700" y="2343150"/>
          <p14:tracePt t="27152" x="2679700" y="2330450"/>
          <p14:tracePt t="27159" x="2679700" y="2324100"/>
          <p14:tracePt t="27174" x="2673350" y="2317750"/>
          <p14:tracePt t="27188" x="2673350" y="2311400"/>
          <p14:tracePt t="27205" x="2660650" y="2273300"/>
          <p14:tracePt t="27222" x="2635250" y="2209800"/>
          <p14:tracePt t="27238" x="2628900" y="2184400"/>
          <p14:tracePt t="27255" x="2603500" y="2095500"/>
          <p14:tracePt t="27271" x="2584450" y="2025650"/>
          <p14:tracePt t="27288" x="2584450" y="1987550"/>
          <p14:tracePt t="27305" x="2616200" y="1911350"/>
          <p14:tracePt t="27321" x="2673350" y="1847850"/>
          <p14:tracePt t="27337" x="2717800" y="1809750"/>
          <p14:tracePt t="27355" x="2774950" y="1778000"/>
          <p14:tracePt t="27371" x="2876550" y="1727200"/>
          <p14:tracePt t="27388" x="2959100" y="1689100"/>
          <p14:tracePt t="27405" x="3003550" y="1676400"/>
          <p14:tracePt t="27421" x="3009900" y="1676400"/>
          <p14:tracePt t="27437" x="3016250" y="1676400"/>
          <p14:tracePt t="27587" x="3009900" y="1676400"/>
          <p14:tracePt t="27601" x="3003550" y="1676400"/>
          <p14:tracePt t="27615" x="2997200" y="1676400"/>
          <p14:tracePt t="27623" x="2990850" y="1676400"/>
          <p14:tracePt t="27643" x="2984500" y="1676400"/>
          <p14:tracePt t="27653" x="2978150" y="1676400"/>
          <p14:tracePt t="27669" x="2971800" y="1676400"/>
          <p14:tracePt t="27686" x="2959100" y="1676400"/>
          <p14:tracePt t="27703" x="2952750" y="1676400"/>
          <p14:tracePt t="27720" x="2946400" y="1676400"/>
          <p14:tracePt t="27736" x="2940050" y="1676400"/>
          <p14:tracePt t="27753" x="2933700" y="1682750"/>
          <p14:tracePt t="27770" x="2914650" y="1695450"/>
          <p14:tracePt t="27786" x="2882900" y="1714500"/>
          <p14:tracePt t="27804" x="2857500" y="1739900"/>
          <p14:tracePt t="27819" x="2794000" y="1784350"/>
          <p14:tracePt t="27836" x="2724150" y="1847850"/>
          <p14:tracePt t="27853" x="2692400" y="1873250"/>
          <p14:tracePt t="27869" x="2628900" y="1930400"/>
          <p14:tracePt t="27886" x="2584450" y="1993900"/>
          <p14:tracePt t="27904" x="2565400" y="2051050"/>
          <p14:tracePt t="27919" x="2565400" y="2082800"/>
          <p14:tracePt t="27936" x="2559050" y="2114550"/>
          <p14:tracePt t="27952" x="2565400" y="2184400"/>
          <p14:tracePt t="27969" x="2571750" y="2209800"/>
          <p14:tracePt t="27985" x="2578100" y="2228850"/>
          <p14:tracePt t="28002" x="2609850" y="2298700"/>
          <p14:tracePt t="28018" x="2622550" y="2317750"/>
          <p14:tracePt t="28036" x="2635250" y="2330450"/>
          <p14:tracePt t="28052" x="2673350" y="2374900"/>
          <p14:tracePt t="28069" x="2692400" y="2381250"/>
          <p14:tracePt t="28086" x="2724150" y="2381250"/>
          <p14:tracePt t="28103" x="2736850" y="2381250"/>
          <p14:tracePt t="28118" x="2774950" y="2374900"/>
          <p14:tracePt t="28135" x="2825750" y="2374900"/>
          <p14:tracePt t="28152" x="2851150" y="2368550"/>
          <p14:tracePt t="28169" x="2901950" y="2368550"/>
          <p14:tracePt t="28185" x="2952750" y="2362200"/>
          <p14:tracePt t="28201" x="2978150" y="2355850"/>
          <p14:tracePt t="28218" x="3028950" y="2343150"/>
          <p14:tracePt t="28234" x="3073400" y="2330450"/>
          <p14:tracePt t="28251" x="3092450" y="2324100"/>
          <p14:tracePt t="28268" x="3111500" y="2317750"/>
          <p14:tracePt t="28285" x="3124200" y="2311400"/>
          <p14:tracePt t="28301" x="3124200" y="2305050"/>
          <p14:tracePt t="28334" x="3124200" y="2298700"/>
          <p14:tracePt t="28351" x="3124200" y="2279650"/>
          <p14:tracePt t="28367" x="3124200" y="2241550"/>
          <p14:tracePt t="28385" x="3124200" y="2222500"/>
          <p14:tracePt t="28401" x="3111500" y="2152650"/>
          <p14:tracePt t="28417" x="3111500" y="2082800"/>
          <p14:tracePt t="28434" x="3111500" y="2044700"/>
          <p14:tracePt t="28451" x="3143250" y="1981200"/>
          <p14:tracePt t="28467" x="3213100" y="1924050"/>
          <p14:tracePt t="28484" x="3270250" y="1885950"/>
          <p14:tracePt t="28500" x="3441700" y="1803400"/>
          <p14:tracePt t="28517" x="3663950" y="1720850"/>
          <p14:tracePt t="28534" x="3797300" y="1676400"/>
          <p14:tracePt t="28549" x="4006850" y="1612900"/>
          <p14:tracePt t="28566" x="4083050" y="1593850"/>
          <p14:tracePt t="28584" x="4197350" y="1568450"/>
          <p14:tracePt t="28600" x="4210050" y="1562100"/>
          <p14:tracePt t="28616" x="4216400" y="1562100"/>
          <p14:tracePt t="28633" x="4222750" y="1562100"/>
          <p14:tracePt t="29166" x="4210050" y="1562100"/>
          <p14:tracePt t="29181" x="4203700" y="1562100"/>
          <p14:tracePt t="29187" x="4178300" y="1562100"/>
          <p14:tracePt t="29201" x="4152900" y="1562100"/>
          <p14:tracePt t="29215" x="4006850" y="1581150"/>
          <p14:tracePt t="29231" x="3905250" y="1593850"/>
          <p14:tracePt t="29248" x="3790950" y="1600200"/>
          <p14:tracePt t="29265" x="3302000" y="1689100"/>
          <p14:tracePt t="29281" x="3130550" y="1708150"/>
          <p14:tracePt t="29297" x="2984500" y="1733550"/>
          <p14:tracePt t="29314" x="2749550" y="1797050"/>
          <p14:tracePt t="29331" x="2590800" y="1854200"/>
          <p14:tracePt t="29348" x="2533650" y="1885950"/>
          <p14:tracePt t="29364" x="2470150" y="1936750"/>
          <p14:tracePt t="29381" x="2444750" y="1955800"/>
          <p14:tracePt t="29397" x="2444750" y="1968500"/>
          <p14:tracePt t="29414" x="2438400" y="1974850"/>
          <p14:tracePt t="29440" x="2432050" y="1974850"/>
          <p14:tracePt t="29461" x="2432050" y="1981200"/>
          <p14:tracePt t="29468" x="2432050" y="1993900"/>
          <p14:tracePt t="29480" x="2438400" y="2006600"/>
          <p14:tracePt t="29497" x="2451100" y="2051050"/>
          <p14:tracePt t="29514" x="2457450" y="2076450"/>
          <p14:tracePt t="29530" x="2482850" y="2127250"/>
          <p14:tracePt t="29547" x="2501900" y="2184400"/>
          <p14:tracePt t="29563" x="2514600" y="2197100"/>
          <p14:tracePt t="29581" x="2527300" y="2222500"/>
          <p14:tracePt t="29596" x="2533650" y="2235200"/>
          <p14:tracePt t="29613" x="2540000" y="2241550"/>
          <p14:tracePt t="29646" x="2546350" y="2241550"/>
          <p14:tracePt t="29721" x="2552700" y="2241550"/>
          <p14:tracePt t="29791" x="2552700" y="2247900"/>
          <p14:tracePt t="29875" x="2552700" y="2254250"/>
          <p14:tracePt t="29889" x="2559050" y="2260600"/>
          <p14:tracePt t="29898" x="2565400" y="2266950"/>
          <p14:tracePt t="29912" x="2565400" y="2273300"/>
          <p14:tracePt t="29929" x="2571750" y="2279650"/>
          <p14:tracePt t="29945" x="2590800" y="2286000"/>
          <p14:tracePt t="29962" x="2635250" y="2311400"/>
          <p14:tracePt t="29979" x="2660650" y="2317750"/>
          <p14:tracePt t="29995" x="2736850" y="2343150"/>
          <p14:tracePt t="30012" x="2819400" y="2368550"/>
          <p14:tracePt t="30028" x="2870200" y="2368550"/>
          <p14:tracePt t="30045" x="2978150" y="2381250"/>
          <p14:tracePt t="30061" x="3079750" y="2381250"/>
          <p14:tracePt t="30079" x="3187700" y="2381250"/>
          <p14:tracePt t="30095" x="3238500" y="2381250"/>
          <p14:tracePt t="30111" x="3263900" y="2381250"/>
          <p14:tracePt t="30128" x="3340100" y="2374900"/>
          <p14:tracePt t="30145" x="3346450" y="2374900"/>
          <p14:tracePt t="30161" x="3359150" y="2374900"/>
          <p14:tracePt t="30212" x="3359150" y="2368550"/>
          <p14:tracePt t="31533" x="3352800" y="2368550"/>
          <p14:tracePt t="31547" x="3346450" y="2368550"/>
          <p14:tracePt t="31554" x="3340100" y="2368550"/>
          <p14:tracePt t="31561" x="3333750" y="2368550"/>
          <p14:tracePt t="31576" x="3327400" y="2368550"/>
          <p14:tracePt t="31590" x="3321050" y="2368550"/>
          <p14:tracePt t="31606" x="3295650" y="2368550"/>
          <p14:tracePt t="31623" x="3282950" y="2368550"/>
          <p14:tracePt t="31639" x="3244850" y="2368550"/>
          <p14:tracePt t="31656" x="3200400" y="2368550"/>
          <p14:tracePt t="31673" x="3162300" y="2368550"/>
          <p14:tracePt t="31689" x="3067050" y="2355850"/>
          <p14:tracePt t="31706" x="2978150" y="2343150"/>
          <p14:tracePt t="31724" x="2914650" y="2330450"/>
          <p14:tracePt t="31739" x="2882900" y="2317750"/>
          <p14:tracePt t="31756" x="2863850" y="2305050"/>
          <p14:tracePt t="31773" x="2819400" y="2286000"/>
          <p14:tracePt t="31789" x="2794000" y="2286000"/>
          <p14:tracePt t="31805" x="2794000" y="2279650"/>
          <p14:tracePt t="31822" x="2781300" y="2273300"/>
          <p14:tracePt t="31839" x="2774950" y="2273300"/>
          <p14:tracePt t="31856" x="2768600" y="2273300"/>
          <p14:tracePt t="31905" x="2762250" y="2273300"/>
          <p14:tracePt t="31912" x="2762250" y="2266950"/>
          <p14:tracePt t="31933" x="2749550" y="2254250"/>
          <p14:tracePt t="31947" x="2749550" y="2247900"/>
          <p14:tracePt t="31957" x="2743200" y="2241550"/>
          <p14:tracePt t="31972" x="2743200" y="2235200"/>
          <p14:tracePt t="31989" x="2717800" y="2209800"/>
          <p14:tracePt t="32005" x="2692400" y="2171700"/>
          <p14:tracePt t="32022" x="2679700" y="2152650"/>
          <p14:tracePt t="32039" x="2647950" y="2114550"/>
          <p14:tracePt t="32055" x="2628900" y="2082800"/>
          <p14:tracePt t="32071" x="2622550" y="2070100"/>
          <p14:tracePt t="32527" x="2609850" y="2089150"/>
          <p14:tracePt t="32534" x="2578100" y="2120900"/>
          <p14:tracePt t="32548" x="2552700" y="2152650"/>
          <p14:tracePt t="32556" x="2514600" y="2209800"/>
          <p14:tracePt t="32572" x="2476500" y="2266950"/>
          <p14:tracePt t="32587" x="2425700" y="2336800"/>
          <p14:tracePt t="32603" x="2317750" y="2476500"/>
          <p14:tracePt t="32619" x="2203450" y="2609850"/>
          <p14:tracePt t="32636" x="2159000" y="2654300"/>
          <p14:tracePt t="32653" x="2076450" y="2736850"/>
          <p14:tracePt t="32669" x="2032000" y="2768600"/>
          <p14:tracePt t="32686" x="2019300" y="2787650"/>
          <p14:tracePt t="32703" x="2012950" y="2787650"/>
          <p14:tracePt t="32787" x="2025650" y="2781300"/>
          <p14:tracePt t="32801" x="2032000" y="2774950"/>
          <p14:tracePt t="32808" x="2038350" y="2768600"/>
          <p14:tracePt t="32819" x="2051050" y="2755900"/>
          <p14:tracePt t="32836" x="2063750" y="2736850"/>
          <p14:tracePt t="32852" x="2076450" y="2724150"/>
          <p14:tracePt t="32869" x="2089150" y="2711450"/>
          <p14:tracePt t="32886" x="2127250" y="2654300"/>
          <p14:tracePt t="32902" x="2146300" y="2616200"/>
          <p14:tracePt t="32919" x="2171700" y="2584450"/>
          <p14:tracePt t="32935" x="2247900" y="2393950"/>
          <p14:tracePt t="32952" x="2286000" y="2311400"/>
          <p14:tracePt t="32969" x="2349500" y="2152650"/>
          <p14:tracePt t="32985" x="2374900" y="2082800"/>
          <p14:tracePt t="33001" x="2425700" y="1911350"/>
          <p14:tracePt t="33019" x="2457450" y="1752600"/>
          <p14:tracePt t="33035" x="2476500" y="1689100"/>
          <p14:tracePt t="33052" x="2495550" y="1568450"/>
          <p14:tracePt t="33068" x="2501900" y="1485900"/>
          <p14:tracePt t="33085" x="2508250" y="1447800"/>
          <p14:tracePt t="33103" x="2514600" y="1403350"/>
          <p14:tracePt t="33118" x="2520950" y="1390650"/>
          <p14:tracePt t="33135" x="2520950" y="1384300"/>
          <p14:tracePt t="33152" x="2520950" y="1377950"/>
          <p14:tracePt t="33811" x="2520950" y="1384300"/>
          <p14:tracePt t="33818" x="2514600" y="1409700"/>
          <p14:tracePt t="33834" x="2508250" y="1441450"/>
          <p14:tracePt t="33848" x="2482850" y="1549400"/>
          <p14:tracePt t="33865" x="2463800" y="1619250"/>
          <p14:tracePt t="33882" x="2425700" y="1752600"/>
          <p14:tracePt t="33898" x="2393950" y="1828800"/>
          <p14:tracePt t="33915" x="2349500" y="1955800"/>
          <p14:tracePt t="33932" x="2292350" y="2057400"/>
          <p14:tracePt t="33948" x="2273300" y="2095500"/>
          <p14:tracePt t="33965" x="2235200" y="2165350"/>
          <p14:tracePt t="33981" x="2216150" y="2197100"/>
          <p14:tracePt t="33998" x="2209800" y="2209800"/>
          <p14:tracePt t="34015" x="2203450" y="2228850"/>
          <p14:tracePt t="34031" x="2197100" y="2247900"/>
          <p14:tracePt t="34047" x="2190750" y="2247900"/>
          <p14:tracePt t="34064" x="2190750" y="2254250"/>
          <p14:tracePt t="34081" x="2190750" y="2260600"/>
          <p14:tracePt t="34289" x="2197100" y="2247900"/>
          <p14:tracePt t="34303" x="2203450" y="2228850"/>
          <p14:tracePt t="34309" x="2216150" y="2209800"/>
          <p14:tracePt t="34324" x="2222500" y="2184400"/>
          <p14:tracePt t="34333" x="2241550" y="2152650"/>
          <p14:tracePt t="34346" x="2247900" y="2127250"/>
          <p14:tracePt t="34363" x="2260600" y="2063750"/>
          <p14:tracePt t="34381" x="2273300" y="2006600"/>
          <p14:tracePt t="34396" x="2286000" y="1974850"/>
          <p14:tracePt t="34413" x="2286000" y="1949450"/>
          <p14:tracePt t="34430" x="2311400" y="1866900"/>
          <p14:tracePt t="34446" x="2317750" y="1841500"/>
          <p14:tracePt t="34464" x="2343150" y="1797050"/>
          <p14:tracePt t="34480" x="2343150" y="1778000"/>
          <p14:tracePt t="34496" x="2355850" y="1752600"/>
          <p14:tracePt t="34513" x="2355850" y="1727200"/>
          <p14:tracePt t="34529" x="2362200" y="1720850"/>
          <p14:tracePt t="34546" x="2362200" y="1701800"/>
          <p14:tracePt t="34563" x="2362200" y="1689100"/>
          <p14:tracePt t="34596" x="2362200" y="1676400"/>
          <p14:tracePt t="34612" x="2368550" y="1670050"/>
          <p14:tracePt t="34646" x="2368550" y="1663700"/>
          <p14:tracePt t="34662" x="2374900" y="1657350"/>
          <p14:tracePt t="34682" x="2381250" y="1651000"/>
          <p14:tracePt t="34745" x="2387600" y="1644650"/>
          <p14:tracePt t="34773" x="2393950" y="1638300"/>
          <p14:tracePt t="34780" x="2393950" y="1631950"/>
          <p14:tracePt t="34801" x="2400300" y="1625600"/>
          <p14:tracePt t="34850" x="2400300" y="1619250"/>
          <p14:tracePt t="34892" x="2406650" y="1612900"/>
          <p14:tracePt t="34920" x="2406650" y="1606550"/>
          <p14:tracePt t="34934" x="2406650" y="1600200"/>
          <p14:tracePt t="34941" x="2406650" y="1593850"/>
          <p14:tracePt t="34955" x="2406650" y="1587500"/>
          <p14:tracePt t="34976" x="2406650" y="1581150"/>
          <p14:tracePt t="34983" x="2406650" y="1574800"/>
          <p14:tracePt t="34995" x="2406650" y="1568450"/>
          <p14:tracePt t="35012" x="2413000" y="1543050"/>
          <p14:tracePt t="35028" x="2413000" y="1530350"/>
          <p14:tracePt t="35044" x="2413000" y="1517650"/>
          <p14:tracePt t="35061" x="2419350" y="1485900"/>
          <p14:tracePt t="35077" x="2419350" y="1473200"/>
          <p14:tracePt t="35110" x="2419350" y="1466850"/>
          <p14:tracePt t="35130" x="2419350" y="1460500"/>
          <p14:tracePt t="36367" x="2419350" y="1473200"/>
          <p14:tracePt t="36388" x="2413000" y="1485900"/>
          <p14:tracePt t="36402" x="2413000" y="1498600"/>
          <p14:tracePt t="36409" x="2406650" y="1511300"/>
          <p14:tracePt t="36423" x="2393950" y="1543050"/>
          <p14:tracePt t="36439" x="2349500" y="1631950"/>
          <p14:tracePt t="36456" x="2324100" y="1689100"/>
          <p14:tracePt t="36473" x="2254250" y="1803400"/>
          <p14:tracePt t="36489" x="2178050" y="1917700"/>
          <p14:tracePt t="36506" x="2152650" y="1949450"/>
          <p14:tracePt t="36523" x="2114550" y="2012950"/>
          <p14:tracePt t="36539" x="2101850" y="2038350"/>
          <p14:tracePt t="36556" x="2076450" y="2063750"/>
          <p14:tracePt t="36572" x="2063750" y="2095500"/>
          <p14:tracePt t="36589" x="2063750" y="2108200"/>
          <p14:tracePt t="36606" x="2057400" y="2133600"/>
          <p14:tracePt t="36622" x="2057400" y="2152650"/>
          <p14:tracePt t="36639" x="2057400" y="2159000"/>
          <p14:tracePt t="36656" x="2057400" y="2165350"/>
          <p14:tracePt t="36672" x="2057400" y="2171700"/>
          <p14:tracePt t="36732" x="2057400" y="2178050"/>
          <p14:tracePt t="36971" x="2051050" y="2184400"/>
          <p14:tracePt t="37069" x="2051050" y="2190750"/>
          <p14:tracePt t="37111" x="2057400" y="2190750"/>
          <p14:tracePt t="37118" x="2063750" y="2190750"/>
          <p14:tracePt t="37132" x="2070100" y="2190750"/>
          <p14:tracePt t="37140" x="2076450" y="2190750"/>
          <p14:tracePt t="37160" x="2076450" y="2197100"/>
          <p14:tracePt t="37174" x="2082800" y="2197100"/>
          <p14:tracePt t="37189" x="2089150" y="2197100"/>
          <p14:tracePt t="37204" x="2095500" y="2197100"/>
          <p14:tracePt t="37223" x="2101850" y="2197100"/>
          <p14:tracePt t="37237" x="2108200" y="2197100"/>
          <p14:tracePt t="37253" x="2114550" y="2190750"/>
          <p14:tracePt t="37280" x="2120900" y="2190750"/>
          <p14:tracePt t="37294" x="2127250" y="2190750"/>
          <p14:tracePt t="37303" x="2127250" y="2184400"/>
          <p14:tracePt t="37323" x="2133600" y="2184400"/>
          <p14:tracePt t="37337" x="2139950" y="2184400"/>
          <p14:tracePt t="37352" x="2146300" y="2178050"/>
          <p14:tracePt t="37391" x="2152650" y="2178050"/>
          <p14:tracePt t="37399" x="2152650" y="2171700"/>
          <p14:tracePt t="37413" x="2159000" y="2171700"/>
          <p14:tracePt t="37434" x="2165350" y="2171700"/>
          <p14:tracePt t="37441" x="2171700" y="2165350"/>
          <p14:tracePt t="37456" x="2178050" y="2165350"/>
          <p14:tracePt t="37470" x="2190750" y="2159000"/>
          <p14:tracePt t="37486" x="2203450" y="2159000"/>
          <p14:tracePt t="37503" x="2228850" y="2152650"/>
          <p14:tracePt t="37519" x="2286000" y="2152650"/>
          <p14:tracePt t="37536" x="2343150" y="2146300"/>
          <p14:tracePt t="37552" x="2393950" y="2146300"/>
          <p14:tracePt t="37569" x="2482850" y="2146300"/>
          <p14:tracePt t="37585" x="2616200" y="2146300"/>
          <p14:tracePt t="37603" x="2743200" y="2165350"/>
          <p14:tracePt t="37618" x="2794000" y="2165350"/>
          <p14:tracePt t="37635" x="2901950" y="2171700"/>
          <p14:tracePt t="37652" x="2971800" y="2184400"/>
          <p14:tracePt t="37668" x="2990850" y="2184400"/>
          <p14:tracePt t="37685" x="3009900" y="2184400"/>
          <p14:tracePt t="37702" x="3016250" y="2184400"/>
          <p14:tracePt t="37806" x="3009900" y="2184400"/>
          <p14:tracePt t="37813" x="2997200" y="2184400"/>
          <p14:tracePt t="37821" x="2984500" y="2178050"/>
          <p14:tracePt t="37835" x="2971800" y="2178050"/>
          <p14:tracePt t="37851" x="2946400" y="2178050"/>
          <p14:tracePt t="37868" x="2876550" y="2171700"/>
          <p14:tracePt t="37885" x="2768600" y="2152650"/>
          <p14:tracePt t="37901" x="2705100" y="2152650"/>
          <p14:tracePt t="37918" x="2571750" y="2133600"/>
          <p14:tracePt t="37934" x="2444750" y="2133600"/>
          <p14:tracePt t="37951" x="2381250" y="2133600"/>
          <p14:tracePt t="37968" x="2286000" y="2146300"/>
          <p14:tracePt t="37984" x="2241550" y="2146300"/>
          <p14:tracePt t="38001" x="2216150" y="2146300"/>
          <p14:tracePt t="38017" x="2209800" y="2146300"/>
          <p14:tracePt t="38034" x="2203450" y="2146300"/>
          <p14:tracePt t="38067" x="2222500" y="2139950"/>
          <p14:tracePt t="38084" x="2235200" y="2133600"/>
          <p14:tracePt t="38102" x="2336800" y="2108200"/>
          <p14:tracePt t="38117" x="2400300" y="2101850"/>
          <p14:tracePt t="38134" x="2463800" y="2089150"/>
          <p14:tracePt t="38150" x="2616200" y="2089150"/>
          <p14:tracePt t="38167" x="2736850" y="2101850"/>
          <p14:tracePt t="38183" x="2774950" y="2101850"/>
          <p14:tracePt t="38200" x="2819400" y="2108200"/>
          <p14:tracePt t="38216" x="2825750" y="2108200"/>
          <p14:tracePt t="38234" x="2832100" y="2108200"/>
          <p14:tracePt t="38304" x="2825750" y="2108200"/>
          <p14:tracePt t="38311" x="2800350" y="2114550"/>
          <p14:tracePt t="38325" x="2781300" y="2114550"/>
          <p14:tracePt t="38334" x="2730500" y="2127250"/>
          <p14:tracePt t="38349" x="2667000" y="2133600"/>
          <p14:tracePt t="38367" x="2508250" y="2165350"/>
          <p14:tracePt t="38383" x="2330450" y="2171700"/>
          <p14:tracePt t="38400" x="2266950" y="2171700"/>
          <p14:tracePt t="38417" x="2165350" y="2171700"/>
          <p14:tracePt t="38432" x="2133600" y="2171700"/>
          <p14:tracePt t="38449" x="2114550" y="2165350"/>
          <p14:tracePt t="38466" x="2127250" y="2159000"/>
          <p14:tracePt t="38482" x="2146300" y="2152650"/>
          <p14:tracePt t="38499" x="2228850" y="2139950"/>
          <p14:tracePt t="38516" x="2355850" y="2139950"/>
          <p14:tracePt t="38532" x="2438400" y="2127250"/>
          <p14:tracePt t="38549" x="2603500" y="2127250"/>
          <p14:tracePt t="38565" x="2743200" y="2127250"/>
          <p14:tracePt t="38582" x="2794000" y="2127250"/>
          <p14:tracePt t="38599" x="2863850" y="2127250"/>
          <p14:tracePt t="38615" x="2889250" y="2120900"/>
          <p14:tracePt t="38632" x="2895600" y="2120900"/>
          <p14:tracePt t="38665" x="2901950" y="2120900"/>
          <p14:tracePt t="38823" x="2908300" y="2120900"/>
          <p14:tracePt t="38865" x="2914650" y="2120900"/>
          <p14:tracePt t="38901" x="2914650" y="2127250"/>
          <p14:tracePt t="39197" x="2908300" y="2120900"/>
          <p14:tracePt t="39204" x="2901950" y="2095500"/>
          <p14:tracePt t="39218" x="2882900" y="2070100"/>
          <p14:tracePt t="39230" x="2863850" y="2038350"/>
          <p14:tracePt t="39247" x="2800350" y="1962150"/>
          <p14:tracePt t="39263" x="2768600" y="1924050"/>
          <p14:tracePt t="39280" x="2698750" y="1860550"/>
          <p14:tracePt t="39296" x="2628900" y="1797050"/>
          <p14:tracePt t="39313" x="2597150" y="1765300"/>
          <p14:tracePt t="39330" x="2546350" y="1727200"/>
          <p14:tracePt t="39345" x="2514600" y="1714500"/>
          <p14:tracePt t="39363" x="2508250" y="1708150"/>
          <p14:tracePt t="39380" x="2501900" y="1701800"/>
          <p14:tracePt t="39396" x="2501900" y="1695450"/>
          <p14:tracePt t="39470" x="2495550" y="1695450"/>
          <p14:tracePt t="39541" x="2489200" y="1695450"/>
          <p14:tracePt t="39548" x="2482850" y="1695450"/>
          <p14:tracePt t="39562" x="2476500" y="1695450"/>
          <p14:tracePt t="39578" x="2463800" y="1695450"/>
          <p14:tracePt t="39612" x="2451100" y="1695450"/>
          <p14:tracePt t="39628" x="2425700" y="1695450"/>
          <p14:tracePt t="39645" x="2413000" y="1689100"/>
          <p14:tracePt t="39661" x="2393950" y="1689100"/>
          <p14:tracePt t="39678" x="2381250" y="1682750"/>
          <p14:tracePt t="39730" x="2393950" y="1682750"/>
          <p14:tracePt t="39737" x="2413000" y="1689100"/>
          <p14:tracePt t="39750" x="2438400" y="1689100"/>
          <p14:tracePt t="39761" x="2482850" y="1701800"/>
          <p14:tracePt t="39778" x="2540000" y="1701800"/>
          <p14:tracePt t="39795" x="2667000" y="1701800"/>
          <p14:tracePt t="39811" x="2819400" y="1695450"/>
          <p14:tracePt t="39829" x="2946400" y="1695450"/>
          <p14:tracePt t="39844" x="3009900" y="1689100"/>
          <p14:tracePt t="39861" x="3079750" y="1676400"/>
          <p14:tracePt t="39878" x="3124200" y="1670050"/>
          <p14:tracePt t="39894" x="3143250" y="1670050"/>
          <p14:tracePt t="39934" x="3149600" y="1670050"/>
          <p14:tracePt t="39976" x="3155950" y="1670050"/>
          <p14:tracePt t="40025" x="3162300" y="1670050"/>
          <p14:tracePt t="40115" x="3168650" y="1670050"/>
          <p14:tracePt t="40452" x="3162300" y="1670050"/>
          <p14:tracePt t="40467" x="3149600" y="1676400"/>
          <p14:tracePt t="40474" x="3143250" y="1682750"/>
          <p14:tracePt t="40488" x="3136900" y="1689100"/>
          <p14:tracePt t="40496" x="3111500" y="1701800"/>
          <p14:tracePt t="40512" x="3079750" y="1727200"/>
          <p14:tracePt t="40526" x="2978150" y="1803400"/>
          <p14:tracePt t="40541" x="2921000" y="1841500"/>
          <p14:tracePt t="40559" x="2768600" y="1943100"/>
          <p14:tracePt t="40575" x="2698750" y="2000250"/>
          <p14:tracePt t="40592" x="2571750" y="2108200"/>
          <p14:tracePt t="40608" x="2476500" y="2203450"/>
          <p14:tracePt t="40625" x="2438400" y="2241550"/>
          <p14:tracePt t="40641" x="2400300" y="2286000"/>
          <p14:tracePt t="40658" x="2381250" y="2311400"/>
          <p14:tracePt t="40675" x="2381250" y="2317750"/>
          <p14:tracePt t="40692" x="2374900" y="2324100"/>
          <p14:tracePt t="40708" x="2368550" y="2330450"/>
          <p14:tracePt t="40754" x="2374900" y="2330450"/>
          <p14:tracePt t="40769" x="2381250" y="2330450"/>
          <p14:tracePt t="40777" x="2387600" y="2336800"/>
          <p14:tracePt t="40792" x="2393950" y="2336800"/>
          <p14:tracePt t="40808" x="2400300" y="2336800"/>
          <p14:tracePt t="40825" x="2406650" y="2336800"/>
          <p14:tracePt t="40846" x="2413000" y="2336800"/>
          <p14:tracePt t="40875" x="2419350" y="2336800"/>
          <p14:tracePt t="40895" x="2425700" y="2336800"/>
          <p14:tracePt t="40909" x="2432050" y="2336800"/>
          <p14:tracePt t="40931" x="2444750" y="2336800"/>
          <p14:tracePt t="40937" x="2463800" y="2336800"/>
          <p14:tracePt t="40944" x="2489200" y="2336800"/>
          <p14:tracePt t="40960" x="2514600" y="2336800"/>
          <p14:tracePt t="40973" x="2565400" y="2336800"/>
          <p14:tracePt t="40990" x="2679700" y="2330450"/>
          <p14:tracePt t="41008" x="2832100" y="2330450"/>
          <p14:tracePt t="41024" x="2895600" y="2330450"/>
          <p14:tracePt t="41040" x="3016250" y="2336800"/>
          <p14:tracePt t="41057" x="3086100" y="2336800"/>
          <p14:tracePt t="41073" x="3105150" y="2336800"/>
          <p14:tracePt t="41090" x="3136900" y="2336800"/>
          <p14:tracePt t="41107" x="3149600" y="2336800"/>
          <p14:tracePt t="41148" x="3155950" y="2336800"/>
          <p14:tracePt t="41296" x="3162300" y="2330450"/>
          <p14:tracePt t="42962" x="3155950" y="2336800"/>
          <p14:tracePt t="42976" x="3136900" y="2349500"/>
          <p14:tracePt t="42983" x="3124200" y="2368550"/>
          <p14:tracePt t="42990" x="3105150" y="2381250"/>
          <p14:tracePt t="43004" x="3092450" y="2406650"/>
          <p14:tracePt t="43017" x="3067050" y="2419350"/>
          <p14:tracePt t="43033" x="3003550" y="2463800"/>
          <p14:tracePt t="43050" x="2971800" y="2489200"/>
          <p14:tracePt t="43067" x="2889250" y="2565400"/>
          <p14:tracePt t="43083" x="2806700" y="2641600"/>
          <p14:tracePt t="43100" x="2749550" y="2692400"/>
          <p14:tracePt t="43117" x="2647950" y="2774950"/>
          <p14:tracePt t="43133" x="2527300" y="2876550"/>
          <p14:tracePt t="43149" x="2470150" y="2921000"/>
          <p14:tracePt t="43166" x="2381250" y="2997200"/>
          <p14:tracePt t="43183" x="2324100" y="3035300"/>
          <p14:tracePt t="43199" x="2228850" y="3111500"/>
          <p14:tracePt t="43216" x="2165350" y="3168650"/>
          <p14:tracePt t="43232" x="2127250" y="3200400"/>
          <p14:tracePt t="43249" x="2101850" y="3219450"/>
          <p14:tracePt t="43266" x="2089150" y="3225800"/>
          <p14:tracePt t="43282" x="2082800" y="3232150"/>
          <p14:tracePt t="43299" x="2076450" y="3232150"/>
          <p14:tracePt t="43341" x="2070100" y="3232150"/>
          <p14:tracePt t="43355" x="2063750" y="3232150"/>
          <p14:tracePt t="43366" x="2057400" y="3225800"/>
          <p14:tracePt t="43383" x="2038350" y="3206750"/>
          <p14:tracePt t="43399" x="2025650" y="3194050"/>
          <p14:tracePt t="43415" x="2000250" y="3168650"/>
          <p14:tracePt t="43432" x="1962150" y="3130550"/>
          <p14:tracePt t="43448" x="1943100" y="3111500"/>
          <p14:tracePt t="43465" x="1917700" y="3086100"/>
          <p14:tracePt t="43482" x="1841500" y="3016250"/>
          <p14:tracePt t="43498" x="1822450" y="2997200"/>
          <p14:tracePt t="43515" x="1797050" y="2984500"/>
          <p14:tracePt t="43531" x="1771650" y="2952750"/>
          <p14:tracePt t="43548" x="1746250" y="2940050"/>
          <p14:tracePt t="43566" x="1733550" y="2933700"/>
          <p14:tracePt t="43581" x="1727200" y="2933700"/>
          <p14:tracePt t="43598" x="1720850" y="2927350"/>
          <p14:tracePt t="43748" x="1720850" y="2921000"/>
          <p14:tracePt t="43762" x="1714500" y="2921000"/>
          <p14:tracePt t="43783" x="1708150" y="2914650"/>
          <p14:tracePt t="43798" x="1701800" y="2908300"/>
          <p14:tracePt t="43804" x="1695450" y="2908300"/>
          <p14:tracePt t="43814" x="1689100" y="2901950"/>
          <p14:tracePt t="43833" x="1682750" y="2901950"/>
          <p14:tracePt t="43867" x="1676400" y="2895600"/>
          <p14:tracePt t="43882" x="1676400" y="2889250"/>
          <p14:tracePt t="43916" x="1670050" y="2889250"/>
          <p14:tracePt t="43923" x="1663700" y="2882900"/>
          <p14:tracePt t="43944" x="1663700" y="2876550"/>
          <p14:tracePt t="43951" x="1657350" y="2876550"/>
          <p14:tracePt t="43967" x="1657350" y="2870200"/>
          <p14:tracePt t="43981" x="1657350" y="2863850"/>
          <p14:tracePt t="43997" x="1651000" y="2851150"/>
          <p14:tracePt t="44014" x="1651000" y="2844800"/>
          <p14:tracePt t="44029" x="1644650" y="2806700"/>
          <p14:tracePt t="44046" x="1644650" y="2749550"/>
          <p14:tracePt t="44063" x="1644650" y="2698750"/>
          <p14:tracePt t="44080" x="1651000" y="2584450"/>
          <p14:tracePt t="44096" x="1670050" y="2501900"/>
          <p14:tracePt t="44113" x="1739900" y="2216150"/>
          <p14:tracePt t="44129" x="1758950" y="2114550"/>
          <p14:tracePt t="44146" x="1790700" y="2012950"/>
          <p14:tracePt t="44163" x="1835150" y="1828800"/>
          <p14:tracePt t="44179" x="1841500" y="1720850"/>
          <p14:tracePt t="44196" x="1841500" y="1695450"/>
          <p14:tracePt t="44212" x="1841500" y="1663700"/>
          <p14:tracePt t="44229" x="1841500" y="1644650"/>
          <p14:tracePt t="44246" x="1847850" y="1638300"/>
          <p14:tracePt t="44740" x="1847850" y="1619250"/>
          <p14:tracePt t="44747" x="1835150" y="1587500"/>
          <p14:tracePt t="44761" x="1816100" y="1555750"/>
          <p14:tracePt t="44777" x="1790700" y="1485900"/>
          <p14:tracePt t="44795" x="1778000" y="1454150"/>
          <p14:tracePt t="44811" x="1739900" y="1377950"/>
          <p14:tracePt t="44827" x="1720850" y="1339850"/>
          <p14:tracePt t="44844" x="1708150" y="1314450"/>
          <p14:tracePt t="44860" x="1689100" y="1289050"/>
          <p14:tracePt t="44877" x="1682750" y="1282700"/>
          <p14:tracePt t="44894" x="1670050" y="1270000"/>
          <p14:tracePt t="44927" x="1670050" y="1263650"/>
          <p14:tracePt t="45175" x="1663700" y="1263650"/>
          <p14:tracePt t="45196" x="1657350" y="1263650"/>
          <p14:tracePt t="45217" x="1651000" y="1263650"/>
          <p14:tracePt t="45238" x="1651000" y="1276350"/>
          <p14:tracePt t="45260" x="1651000" y="1282700"/>
          <p14:tracePt t="45266" x="1644650" y="1282700"/>
          <p14:tracePt t="45280" x="1644650" y="1289050"/>
          <p14:tracePt t="45292" x="1638300" y="1295400"/>
          <p14:tracePt t="45311" x="1631950" y="1301750"/>
          <p14:tracePt t="45325" x="1631950" y="1308100"/>
          <p14:tracePt t="45357" x="1625600" y="1314450"/>
          <p14:tracePt t="45379" x="1619250" y="1320800"/>
          <p14:tracePt t="45407" x="1619250" y="1327150"/>
          <p14:tracePt t="45441" x="1612900" y="1333500"/>
          <p14:tracePt t="45477" x="1606550" y="1333500"/>
          <p14:tracePt t="45492" x="1600200" y="1333500"/>
          <p14:tracePt t="45512" x="1593850" y="1333500"/>
          <p14:tracePt t="45526" x="1587500" y="1327150"/>
          <p14:tracePt t="45547" x="1581150" y="1320800"/>
          <p14:tracePt t="45561" x="1568450" y="1314450"/>
          <p14:tracePt t="45567" x="1562100" y="1301750"/>
          <p14:tracePt t="45582" x="1549400" y="1289050"/>
          <p14:tracePt t="45591" x="1536700" y="1276350"/>
          <p14:tracePt t="45608" x="1517650" y="1263650"/>
          <p14:tracePt t="45625" x="1460500" y="1219200"/>
          <p14:tracePt t="45641" x="1397000" y="1174750"/>
          <p14:tracePt t="45657" x="1365250" y="1162050"/>
          <p14:tracePt t="45674" x="1314450" y="1130300"/>
          <p14:tracePt t="45691" x="1263650" y="1111250"/>
          <p14:tracePt t="45708" x="1231900" y="1085850"/>
          <p14:tracePt t="45724" x="1206500" y="1079500"/>
          <p14:tracePt t="45741" x="1181100" y="1066800"/>
          <p14:tracePt t="45758" x="1162050" y="1060450"/>
          <p14:tracePt t="45775" x="1155700" y="1054100"/>
          <p14:tracePt t="45791" x="1155700" y="1047750"/>
          <p14:tracePt t="45807" x="1143000" y="1047750"/>
          <p14:tracePt t="45824" x="1143000" y="1041400"/>
          <p14:tracePt t="45841" x="1136650" y="1041400"/>
          <p14:tracePt t="45857" x="1130300" y="1035050"/>
          <p14:tracePt t="45874" x="1123950" y="1035050"/>
          <p14:tracePt t="45891" x="1117600" y="1028700"/>
          <p14:tracePt t="45923" x="1111250" y="1022350"/>
          <p14:tracePt t="45942" x="1104900" y="1022350"/>
          <p14:tracePt t="45968" x="1098550" y="1022350"/>
          <p14:tracePt t="45996" x="1098550" y="1016000"/>
          <p14:tracePt t="46017" x="1104900" y="1009650"/>
          <p14:tracePt t="46038" x="1111250" y="1009650"/>
          <p14:tracePt t="46052" x="1123950" y="1009650"/>
          <p14:tracePt t="46066" x="1130300" y="1009650"/>
          <p14:tracePt t="46080" x="1136650" y="1009650"/>
          <p14:tracePt t="46089" x="1149350" y="1009650"/>
          <p14:tracePt t="46106" x="1168400" y="1009650"/>
          <p14:tracePt t="46123" x="1200150" y="1009650"/>
          <p14:tracePt t="46139" x="1225550" y="1016000"/>
          <p14:tracePt t="46156" x="1263650" y="1022350"/>
          <p14:tracePt t="46173" x="1333500" y="1022350"/>
          <p14:tracePt t="46189" x="1365250" y="1022350"/>
          <p14:tracePt t="46206" x="1454150" y="1035050"/>
          <p14:tracePt t="46222" x="1568450" y="1054100"/>
          <p14:tracePt t="46239" x="1619250" y="1054100"/>
          <p14:tracePt t="46256" x="1727200" y="1073150"/>
          <p14:tracePt t="46272" x="1784350" y="1079500"/>
          <p14:tracePt t="46289" x="1816100" y="1085850"/>
          <p14:tracePt t="46306" x="1841500" y="1085850"/>
          <p14:tracePt t="46322" x="1860550" y="1085850"/>
          <p14:tracePt t="46339" x="1873250" y="1085850"/>
          <p14:tracePt t="46355" x="1879600" y="1085850"/>
          <p14:tracePt t="46372" x="1892300" y="1085850"/>
          <p14:tracePt t="46389" x="1905000" y="1085850"/>
          <p14:tracePt t="46405" x="1911350" y="1085850"/>
          <p14:tracePt t="46422" x="1917700" y="1085850"/>
          <p14:tracePt t="46438" x="1936750" y="1085850"/>
          <p14:tracePt t="46455" x="1943100" y="1085850"/>
          <p14:tracePt t="46471" x="1949450" y="1085850"/>
          <p14:tracePt t="46488" x="1968500" y="1085850"/>
          <p14:tracePt t="46505" x="2012950" y="1085850"/>
          <p14:tracePt t="46521" x="2038350" y="1085850"/>
          <p14:tracePt t="46538" x="2101850" y="1085850"/>
          <p14:tracePt t="46554" x="2178050" y="1085850"/>
          <p14:tracePt t="46571" x="2216150" y="1085850"/>
          <p14:tracePt t="46588" x="2298700" y="1098550"/>
          <p14:tracePt t="46604" x="2368550" y="1104900"/>
          <p14:tracePt t="46621" x="2406650" y="1117600"/>
          <p14:tracePt t="46637" x="2419350" y="1123950"/>
          <p14:tracePt t="46654" x="2457450" y="1130300"/>
          <p14:tracePt t="46671" x="2470150" y="1130300"/>
          <p14:tracePt t="46705" x="2476500" y="1136650"/>
          <p14:tracePt t="46720" x="2482850" y="1136650"/>
          <p14:tracePt t="46774" x="2489200" y="1136650"/>
          <p14:tracePt t="46874" x="2495550" y="1136650"/>
          <p14:tracePt t="47000" x="2495550" y="1130300"/>
          <p14:tracePt t="47084" x="2501900" y="1130300"/>
          <p14:tracePt t="47091" x="2501900" y="1123950"/>
          <p14:tracePt t="47106" x="2508250" y="1123950"/>
          <p14:tracePt t="47119" x="2514600" y="1123950"/>
          <p14:tracePt t="47136" x="2540000" y="1123950"/>
          <p14:tracePt t="47153" x="2552700" y="1111250"/>
          <p14:tracePt t="47169" x="2603500" y="1104900"/>
          <p14:tracePt t="47185" x="2679700" y="1098550"/>
          <p14:tracePt t="47203" x="2736850" y="1098550"/>
          <p14:tracePt t="47219" x="2838450" y="1092200"/>
          <p14:tracePt t="47235" x="2959100" y="1079500"/>
          <p14:tracePt t="47252" x="3009900" y="1079500"/>
          <p14:tracePt t="47268" x="3086100" y="1073150"/>
          <p14:tracePt t="47285" x="3130550" y="1073150"/>
          <p14:tracePt t="47302" x="3194050" y="1073150"/>
          <p14:tracePt t="47318" x="3225800" y="1073150"/>
          <p14:tracePt t="47336" x="3251200" y="1073150"/>
          <p14:tracePt t="47352" x="3308350" y="1066800"/>
          <p14:tracePt t="47368" x="3346450" y="1054100"/>
          <p14:tracePt t="47386" x="3429000" y="1047750"/>
          <p14:tracePt t="47401" x="3498850" y="1047750"/>
          <p14:tracePt t="47418" x="3524250" y="1047750"/>
          <p14:tracePt t="47422" x="3556000" y="1041400"/>
          <p14:tracePt t="47435" x="3594100" y="1041400"/>
          <p14:tracePt t="47451" x="3663950" y="1041400"/>
          <p14:tracePt t="47468" x="3702050" y="1035050"/>
          <p14:tracePt t="47485" x="3803650" y="1035050"/>
          <p14:tracePt t="47501" x="3924300" y="1035050"/>
          <p14:tracePt t="47518" x="3975100" y="1035050"/>
          <p14:tracePt t="47534" x="4064000" y="1035050"/>
          <p14:tracePt t="47551" x="4114800" y="1035050"/>
          <p14:tracePt t="47569" x="4140200" y="1035050"/>
          <p14:tracePt t="47601" x="4146550" y="1035050"/>
          <p14:tracePt t="47849" x="4108450" y="1041400"/>
          <p14:tracePt t="47856" x="4025900" y="1060450"/>
          <p14:tracePt t="47870" x="3924300" y="1092200"/>
          <p14:tracePt t="47886" x="3790950" y="1136650"/>
          <p14:tracePt t="47899" x="3365500" y="1295400"/>
          <p14:tracePt t="47916" x="3117850" y="1416050"/>
          <p14:tracePt t="47920" x="2863850" y="1543050"/>
          <p14:tracePt t="47934" x="2616200" y="1663700"/>
          <p14:tracePt t="47950" x="2387600" y="1803400"/>
          <p14:tracePt t="47966" x="1981200" y="2051050"/>
          <p14:tracePt t="47983" x="1752600" y="2222500"/>
          <p14:tracePt t="47999" x="1600200" y="2355850"/>
          <p14:tracePt t="48016" x="1549400" y="2413000"/>
          <p14:tracePt t="48033" x="1479550" y="2495550"/>
          <p14:tracePt t="48049" x="1447800" y="2533650"/>
          <p14:tracePt t="48066" x="1441450" y="2552700"/>
          <p14:tracePt t="48082" x="1435100" y="2559050"/>
          <p14:tracePt t="48099" x="1435100" y="2565400"/>
          <p14:tracePt t="48137" x="1435100" y="2571750"/>
          <p14:tracePt t="48149" x="1428750" y="2584450"/>
          <p14:tracePt t="48166" x="1422400" y="2616200"/>
          <p14:tracePt t="48182" x="1416050" y="2635250"/>
          <p14:tracePt t="48199" x="1397000" y="2673350"/>
          <p14:tracePt t="48215" x="1384300" y="2705100"/>
          <p14:tracePt t="48232" x="1371600" y="2724150"/>
          <p14:tracePt t="48249" x="1365250" y="2743200"/>
          <p14:tracePt t="48265" x="1358900" y="2749550"/>
          <p14:tracePt t="48301" x="1352550" y="2749550"/>
          <p14:tracePt t="48396" x="1358900" y="2749550"/>
          <p14:tracePt t="48417" x="1365250" y="2755900"/>
          <p14:tracePt t="48439" x="1377950" y="2755900"/>
          <p14:tracePt t="48446" x="1390650" y="2755900"/>
          <p14:tracePt t="48460" x="1403350" y="2762250"/>
          <p14:tracePt t="48467" x="1441450" y="2768600"/>
          <p14:tracePt t="48481" x="1473200" y="2768600"/>
          <p14:tracePt t="48497" x="1587500" y="2787650"/>
          <p14:tracePt t="48515" x="1651000" y="2787650"/>
          <p14:tracePt t="48531" x="1816100" y="2787650"/>
          <p14:tracePt t="48548" x="1955800" y="2787650"/>
          <p14:tracePt t="48565" x="2057400" y="2787650"/>
          <p14:tracePt t="48581" x="2089150" y="2787650"/>
          <p14:tracePt t="48597" x="2120900" y="2787650"/>
          <p14:tracePt t="48615" x="2159000" y="2787650"/>
          <p14:tracePt t="48647" x="2165350" y="2787650"/>
          <p14:tracePt t="48881" x="2178050" y="2787650"/>
          <p14:tracePt t="48895" x="2197100" y="2787650"/>
          <p14:tracePt t="48902" x="2228850" y="2787650"/>
          <p14:tracePt t="48916" x="2273300" y="2787650"/>
          <p14:tracePt t="48931" x="2393950" y="2787650"/>
          <p14:tracePt t="48946" x="2444750" y="2787650"/>
          <p14:tracePt t="48963" x="2559050" y="2787650"/>
          <p14:tracePt t="48980" x="2654300" y="2787650"/>
          <p14:tracePt t="48996" x="2705100" y="2787650"/>
          <p14:tracePt t="49013" x="2762250" y="2787650"/>
          <p14:tracePt t="49029" x="2819400" y="2787650"/>
          <p14:tracePt t="49046" x="2838450" y="2781300"/>
          <p14:tracePt t="49063" x="2882900" y="2781300"/>
          <p14:tracePt t="49079" x="2914650" y="2781300"/>
          <p14:tracePt t="49096" x="2933700" y="2781300"/>
          <p14:tracePt t="49113" x="2952750" y="2781300"/>
          <p14:tracePt t="49129" x="3016250" y="2787650"/>
          <p14:tracePt t="49145" x="3035300" y="2787650"/>
          <p14:tracePt t="49163" x="3067050" y="2787650"/>
          <p14:tracePt t="49179" x="3086100" y="2787650"/>
          <p14:tracePt t="49196" x="3098800" y="2794000"/>
          <p14:tracePt t="49212" x="3117850" y="2794000"/>
          <p14:tracePt t="49229" x="3124200" y="2794000"/>
          <p14:tracePt t="49246" x="3130550" y="2794000"/>
          <p14:tracePt t="49278" x="3136900" y="2794000"/>
          <p14:tracePt t="49309" x="3143250" y="2794000"/>
          <p14:tracePt t="49358" x="3143250" y="2787650"/>
          <p14:tracePt t="51295" x="3155950" y="2774950"/>
          <p14:tracePt t="51302" x="3187700" y="2743200"/>
          <p14:tracePt t="51317" x="3213100" y="2711450"/>
          <p14:tracePt t="51324" x="3244850" y="2679700"/>
          <p14:tracePt t="51340" x="3276600" y="2635250"/>
          <p14:tracePt t="51355" x="3314700" y="2578100"/>
          <p14:tracePt t="51371" x="3397250" y="2444750"/>
          <p14:tracePt t="51389" x="3524250" y="2273300"/>
          <p14:tracePt t="51404" x="3600450" y="2178050"/>
          <p14:tracePt t="51422" x="3727450" y="1974850"/>
          <p14:tracePt t="51438" x="3829050" y="1822450"/>
          <p14:tracePt t="51454" x="3867150" y="1752600"/>
          <p14:tracePt t="51471" x="3924300" y="1619250"/>
          <p14:tracePt t="51488" x="3956050" y="1549400"/>
          <p14:tracePt t="51504" x="3975100" y="1479550"/>
          <p14:tracePt t="51521" x="4025900" y="1371600"/>
          <p14:tracePt t="51537" x="4057650" y="1301750"/>
          <p14:tracePt t="51554" x="4083050" y="1270000"/>
          <p14:tracePt t="51570" x="4127500" y="1212850"/>
          <p14:tracePt t="51587" x="4133850" y="1200150"/>
          <p14:tracePt t="51604" x="4152900" y="1187450"/>
          <p14:tracePt t="51620" x="4165600" y="1174750"/>
          <p14:tracePt t="51637" x="4184650" y="1162050"/>
          <p14:tracePt t="51655" x="4222750" y="1111250"/>
          <p14:tracePt t="51670" x="4235450" y="1092200"/>
          <p14:tracePt t="51687" x="4260850" y="1073150"/>
          <p14:tracePt t="51703" x="4279900" y="1041400"/>
          <p14:tracePt t="51720" x="4298950" y="1022350"/>
          <p14:tracePt t="51736" x="4305300" y="1022350"/>
          <p14:tracePt t="51753" x="4305300" y="1016000"/>
          <p14:tracePt t="51769" x="4311650" y="1009650"/>
          <p14:tracePt t="52525" x="4305300" y="1016000"/>
          <p14:tracePt t="52539" x="4286250" y="1022350"/>
          <p14:tracePt t="52546" x="4260850" y="1041400"/>
          <p14:tracePt t="52553" x="4222750" y="1060450"/>
          <p14:tracePt t="52569" x="4165600" y="1092200"/>
          <p14:tracePt t="52584" x="4025900" y="1168400"/>
          <p14:tracePt t="52600" x="3943350" y="1212850"/>
          <p14:tracePt t="52617" x="3790950" y="1320800"/>
          <p14:tracePt t="52634" x="3708400" y="1371600"/>
          <p14:tracePt t="52651" x="3473450" y="1568450"/>
          <p14:tracePt t="52666" x="3403600" y="1631950"/>
          <p14:tracePt t="52683" x="3276600" y="1752600"/>
          <p14:tracePt t="52700" x="3175000" y="1854200"/>
          <p14:tracePt t="52716" x="3155950" y="1885950"/>
          <p14:tracePt t="52733" x="3117850" y="1930400"/>
          <p14:tracePt t="52750" x="3105150" y="1949450"/>
          <p14:tracePt t="52766" x="3105150" y="1955800"/>
          <p14:tracePt t="52882" x="3098800" y="1955800"/>
          <p14:tracePt t="52890" x="3092450" y="1955800"/>
          <p14:tracePt t="52911" x="3086100" y="1955800"/>
          <p14:tracePt t="52919" x="3079750" y="1955800"/>
          <p14:tracePt t="52933" x="3073400" y="1955800"/>
          <p14:tracePt t="52949" x="3060700" y="1955800"/>
          <p14:tracePt t="52966" x="3028950" y="1962150"/>
          <p14:tracePt t="52982" x="2978150" y="1962150"/>
          <p14:tracePt t="52998" x="2952750" y="1962150"/>
          <p14:tracePt t="53016" x="2889250" y="1943100"/>
          <p14:tracePt t="53032" x="2819400" y="1885950"/>
          <p14:tracePt t="53049" x="2787650" y="1841500"/>
          <p14:tracePt t="53066" x="2717800" y="1714500"/>
          <p14:tracePt t="53082" x="2647950" y="1562100"/>
          <p14:tracePt t="53098" x="2616200" y="1485900"/>
          <p14:tracePt t="53115" x="2552700" y="1346200"/>
          <p14:tracePt t="53132" x="2514600" y="1250950"/>
          <p14:tracePt t="53149" x="2501900" y="1225550"/>
          <p14:tracePt t="53165" x="2495550" y="1212850"/>
          <p14:tracePt t="53182" x="2495550" y="1206500"/>
          <p14:tracePt t="53199" x="2495550" y="1200150"/>
          <p14:tracePt t="53325" x="2495550" y="1206500"/>
          <p14:tracePt t="53381" x="2495550" y="1212850"/>
          <p14:tracePt t="53430" x="2489200" y="1219200"/>
          <p14:tracePt t="53444" x="2489200" y="1225550"/>
          <p14:tracePt t="53451" x="2482850" y="1231900"/>
          <p14:tracePt t="53464" x="2482850" y="1244600"/>
          <p14:tracePt t="53481" x="2476500" y="1295400"/>
          <p14:tracePt t="53497" x="2470150" y="1320800"/>
          <p14:tracePt t="53514" x="2463800" y="1403350"/>
          <p14:tracePt t="53530" x="2463800" y="1454150"/>
          <p14:tracePt t="53547" x="2451100" y="1568450"/>
          <p14:tracePt t="53564" x="2451100" y="1625600"/>
          <p14:tracePt t="53580" x="2457450" y="1739900"/>
          <p14:tracePt t="53597" x="2457450" y="1841500"/>
          <p14:tracePt t="53613" x="2463800" y="1898650"/>
          <p14:tracePt t="53630" x="2463800" y="1924050"/>
          <p14:tracePt t="53647" x="2470150" y="1955800"/>
          <p14:tracePt t="53663" x="2476500" y="1968500"/>
          <p14:tracePt t="53697" x="2482850" y="1968500"/>
          <p14:tracePt t="53713" x="2489200" y="1968500"/>
          <p14:tracePt t="53730" x="2501900" y="1968500"/>
          <p14:tracePt t="53747" x="2533650" y="1968500"/>
          <p14:tracePt t="53763" x="2578100" y="1968500"/>
          <p14:tracePt t="53779" x="2616200" y="1962150"/>
          <p14:tracePt t="53796" x="2692400" y="1917700"/>
          <p14:tracePt t="53813" x="2717800" y="1885950"/>
          <p14:tracePt t="53830" x="2768600" y="1822450"/>
          <p14:tracePt t="53846" x="2787650" y="1727200"/>
          <p14:tracePt t="53862" x="2787650" y="1676400"/>
          <p14:tracePt t="53880" x="2762250" y="1581150"/>
          <p14:tracePt t="53896" x="2698750" y="1492250"/>
          <p14:tracePt t="53912" x="2679700" y="1454150"/>
          <p14:tracePt t="53929" x="2609850" y="1403350"/>
          <p14:tracePt t="53945" x="2559050" y="1390650"/>
          <p14:tracePt t="53962" x="2533650" y="1390650"/>
          <p14:tracePt t="53966" x="2501900" y="1390650"/>
          <p14:tracePt t="53979" x="2470150" y="1409700"/>
          <p14:tracePt t="53995" x="2400300" y="1479550"/>
          <p14:tracePt t="54013" x="2374900" y="1524000"/>
          <p14:tracePt t="54028" x="2305050" y="1670050"/>
          <p14:tracePt t="54045" x="2266950" y="1866900"/>
          <p14:tracePt t="54062" x="2241550" y="2057400"/>
          <p14:tracePt t="54079" x="2247900" y="2152650"/>
          <p14:tracePt t="54095" x="2260600" y="2241550"/>
          <p14:tracePt t="54112" x="2368550" y="2508250"/>
          <p14:tracePt t="54128" x="2425700" y="2622550"/>
          <p14:tracePt t="54145" x="2489200" y="2730500"/>
          <p14:tracePt t="54162" x="2609850" y="2882900"/>
          <p14:tracePt t="54178" x="2749550" y="2990850"/>
          <p14:tracePt t="54196" x="2889250" y="3054350"/>
          <p14:tracePt t="54211" x="2978150" y="3073400"/>
          <p14:tracePt t="54228" x="3162300" y="3048000"/>
          <p14:tracePt t="54246" x="3333750" y="2959100"/>
          <p14:tracePt t="54261" x="3403600" y="2882900"/>
          <p14:tracePt t="54278" x="3556000" y="2692400"/>
          <p14:tracePt t="54295" x="3625850" y="2463800"/>
          <p14:tracePt t="54311" x="3638550" y="2355850"/>
          <p14:tracePt t="54328" x="3625850" y="2178050"/>
          <p14:tracePt t="54344" x="3556000" y="2019300"/>
          <p14:tracePt t="54361" x="3511550" y="1949450"/>
          <p14:tracePt t="54378" x="3409950" y="1841500"/>
          <p14:tracePt t="54394" x="3282950" y="1752600"/>
          <p14:tracePt t="54410" x="3200400" y="1714500"/>
          <p14:tracePt t="54428" x="3067050" y="1663700"/>
          <p14:tracePt t="54444" x="2984500" y="1657350"/>
          <p14:tracePt t="54460" x="2832100" y="1657350"/>
          <p14:tracePt t="54477" x="2711450" y="1676400"/>
          <p14:tracePt t="54494" x="2660650" y="1695450"/>
          <p14:tracePt t="54510" x="2584450" y="1739900"/>
          <p14:tracePt t="54527" x="2514600" y="1816100"/>
          <p14:tracePt t="54543" x="2470150" y="1873250"/>
          <p14:tracePt t="54561" x="2438400" y="1993900"/>
          <p14:tracePt t="54577" x="2432050" y="2114550"/>
          <p14:tracePt t="54593" x="2451100" y="2171700"/>
          <p14:tracePt t="54610" x="2482850" y="2266950"/>
          <p14:tracePt t="54626" x="2533650" y="2336800"/>
          <p14:tracePt t="54643" x="2565400" y="2349500"/>
          <p14:tracePt t="54660" x="2609850" y="2368550"/>
          <p14:tracePt t="54676" x="2635250" y="2374900"/>
          <p14:tracePt t="54694" x="2647950" y="2374900"/>
          <p14:tracePt t="54709" x="2667000" y="2355850"/>
          <p14:tracePt t="55415" x="2692400" y="2355850"/>
          <p14:tracePt t="55429" x="2743200" y="2355850"/>
          <p14:tracePt t="55444" x="2787650" y="2355850"/>
          <p14:tracePt t="55450" x="2838450" y="2355850"/>
          <p14:tracePt t="55465" x="2889250" y="2355850"/>
          <p14:tracePt t="55473" x="2959100" y="2349500"/>
          <p14:tracePt t="55490" x="3022600" y="2330450"/>
          <p14:tracePt t="55507" x="3232150" y="2209800"/>
          <p14:tracePt t="55524" x="3289300" y="2171700"/>
          <p14:tracePt t="55540" x="3333750" y="2120900"/>
          <p14:tracePt t="55557" x="3403600" y="2012950"/>
          <p14:tracePt t="55573" x="3403600" y="1987550"/>
          <p14:tracePt t="55590" x="3403600" y="1955800"/>
          <p14:tracePt t="55606" x="3346450" y="1866900"/>
          <p14:tracePt t="55623" x="3244850" y="1771650"/>
          <p14:tracePt t="55641" x="3079750" y="1689100"/>
          <p14:tracePt t="55656" x="2990850" y="1670050"/>
          <p14:tracePt t="55673" x="2800350" y="1663700"/>
          <p14:tracePt t="55690" x="2590800" y="1676400"/>
          <p14:tracePt t="55706" x="2489200" y="1708150"/>
          <p14:tracePt t="55723" x="2317750" y="1778000"/>
          <p14:tracePt t="55739" x="2190750" y="1866900"/>
          <p14:tracePt t="55756" x="2139950" y="1924050"/>
          <p14:tracePt t="55773" x="2057400" y="2089150"/>
          <p14:tracePt t="55789" x="2038350" y="2279650"/>
          <p14:tracePt t="55806" x="2044700" y="2368550"/>
          <p14:tracePt t="55823" x="2101850" y="2552700"/>
          <p14:tracePt t="55840" x="2216150" y="2730500"/>
          <p14:tracePt t="55856" x="2292350" y="2813050"/>
          <p14:tracePt t="55872" x="2444750" y="2914650"/>
          <p14:tracePt t="55889" x="2546350" y="2952750"/>
          <p14:tracePt t="55906" x="2749550" y="2978150"/>
          <p14:tracePt t="55922" x="2971800" y="2959100"/>
          <p14:tracePt t="55939" x="3073400" y="2927350"/>
          <p14:tracePt t="55956" x="3314700" y="2813050"/>
          <p14:tracePt t="55972" x="3498850" y="2673350"/>
          <p14:tracePt t="55989" x="3562350" y="2616200"/>
          <p14:tracePt t="55992" x="3606800" y="2559050"/>
          <p14:tracePt t="56007" x="3625850" y="2501900"/>
          <p14:tracePt t="56022" x="3638550" y="2444750"/>
          <p14:tracePt t="56038" x="3613150" y="2343150"/>
          <p14:tracePt t="56055" x="3556000" y="2178050"/>
          <p14:tracePt t="56071" x="3460750" y="2032000"/>
          <p14:tracePt t="56089" x="3409950" y="1949450"/>
          <p14:tracePt t="56105" x="3257550" y="1822450"/>
          <p14:tracePt t="56121" x="3073400" y="1733550"/>
          <p14:tracePt t="56139" x="2876550" y="1701800"/>
          <p14:tracePt t="56155" x="2800350" y="1689100"/>
          <p14:tracePt t="56171" x="2698750" y="1689100"/>
          <p14:tracePt t="56188" x="2413000" y="1727200"/>
          <p14:tracePt t="56204" x="2336800" y="1746250"/>
          <p14:tracePt t="56221" x="2273300" y="1765300"/>
          <p14:tracePt t="56238" x="2178050" y="1828800"/>
          <p14:tracePt t="56254" x="2108200" y="1905000"/>
          <p14:tracePt t="56272" x="2089150" y="1962150"/>
          <p14:tracePt t="56287" x="2070100" y="2082800"/>
          <p14:tracePt t="56304" x="2089150" y="2203450"/>
          <p14:tracePt t="56322" x="2171700" y="2324100"/>
          <p14:tracePt t="56337" x="2254250" y="2387600"/>
          <p14:tracePt t="56354" x="2470150" y="2533650"/>
          <p14:tracePt t="56371" x="2711450" y="2628900"/>
          <p14:tracePt t="56387" x="2838450" y="2660650"/>
          <p14:tracePt t="56404" x="3092450" y="2679700"/>
          <p14:tracePt t="56420" x="3321050" y="2667000"/>
          <p14:tracePt t="56437" x="3416300" y="2628900"/>
          <p14:tracePt t="56454" x="3517900" y="2597150"/>
          <p14:tracePt t="56470" x="3651250" y="2489200"/>
          <p14:tracePt t="56487" x="3721100" y="2336800"/>
          <p14:tracePt t="56504" x="3727450" y="2171700"/>
          <p14:tracePt t="56520" x="3727450" y="2082800"/>
          <p14:tracePt t="56537" x="3676650" y="1930400"/>
          <p14:tracePt t="56553" x="3594100" y="1797050"/>
          <p14:tracePt t="56570" x="3549650" y="1739900"/>
          <p14:tracePt t="56586" x="3422650" y="1651000"/>
          <p14:tracePt t="56603" x="3244850" y="1574800"/>
          <p14:tracePt t="56620" x="3168650" y="1549400"/>
          <p14:tracePt t="56637" x="2997200" y="1517650"/>
          <p14:tracePt t="56653" x="2806700" y="1543050"/>
          <p14:tracePt t="56670" x="2736850" y="1562100"/>
          <p14:tracePt t="56686" x="2565400" y="1651000"/>
          <p14:tracePt t="56703" x="2413000" y="1778000"/>
          <p14:tracePt t="56719" x="2349500" y="1835150"/>
          <p14:tracePt t="56736" x="2260600" y="1987550"/>
          <p14:tracePt t="56752" x="2209800" y="2184400"/>
          <p14:tracePt t="56769" x="2209800" y="2266950"/>
          <p14:tracePt t="56786" x="2222500" y="2438400"/>
          <p14:tracePt t="56802" x="2254250" y="2540000"/>
          <p14:tracePt t="56820" x="2419350" y="2800350"/>
          <p14:tracePt t="56836" x="2476500" y="2857500"/>
          <p14:tracePt t="56852" x="2546350" y="2921000"/>
          <p14:tracePt t="56869" x="2673350" y="2984500"/>
          <p14:tracePt t="56886" x="2806700" y="3003550"/>
          <p14:tracePt t="56902" x="2870200" y="3003550"/>
          <p14:tracePt t="56919" x="2978150" y="2978150"/>
          <p14:tracePt t="56935" x="3054350" y="2927350"/>
          <p14:tracePt t="56952" x="3086100" y="2882900"/>
          <p14:tracePt t="56969" x="3117850" y="2768600"/>
          <p14:tracePt t="56986" x="3117850" y="2692400"/>
          <p14:tracePt t="57002" x="3117850" y="2609850"/>
          <p14:tracePt t="57018" x="3117850" y="2571750"/>
          <p14:tracePt t="57035" x="3105150" y="2514600"/>
          <p14:tracePt t="57553" x="3092450" y="2501900"/>
          <p14:tracePt t="57567" x="3073400" y="2482850"/>
          <p14:tracePt t="57574" x="3035300" y="2457450"/>
          <p14:tracePt t="57588" x="2990850" y="2419350"/>
          <p14:tracePt t="57600" x="2959100" y="2393950"/>
          <p14:tracePt t="57617" x="2857500" y="2336800"/>
          <p14:tracePt t="57633" x="2813050" y="2311400"/>
          <p14:tracePt t="57650" x="2705100" y="2273300"/>
          <p14:tracePt t="57666" x="2584450" y="2241550"/>
          <p14:tracePt t="57683" x="2527300" y="2222500"/>
          <p14:tracePt t="57701" x="2419350" y="2203450"/>
          <p14:tracePt t="57716" x="2330450" y="2197100"/>
          <p14:tracePt t="57733" x="2286000" y="2197100"/>
          <p14:tracePt t="57750" x="2241550" y="2197100"/>
          <p14:tracePt t="57766" x="2216150" y="2203450"/>
          <p14:tracePt t="57783" x="2209800" y="2203450"/>
          <p14:tracePt t="57800" x="2197100" y="2203450"/>
          <p14:tracePt t="57904" x="2203450" y="2197100"/>
          <p14:tracePt t="57918" x="2209800" y="2190750"/>
          <p14:tracePt t="57925" x="2216150" y="2190750"/>
          <p14:tracePt t="57940" x="2241550" y="2184400"/>
          <p14:tracePt t="57948" x="2260600" y="2178050"/>
          <p14:tracePt t="57965" x="2311400" y="2159000"/>
          <p14:tracePt t="57982" x="2432050" y="2133600"/>
          <p14:tracePt t="57998" x="2628900" y="2070100"/>
          <p14:tracePt t="58015" x="2743200" y="2032000"/>
          <p14:tracePt t="58018" x="2863850" y="1974850"/>
          <p14:tracePt t="58032" x="2990850" y="1930400"/>
          <p14:tracePt t="58048" x="3238500" y="1797050"/>
          <p14:tracePt t="58065" x="3441700" y="1670050"/>
          <p14:tracePt t="58081" x="3536950" y="1606550"/>
          <p14:tracePt t="58098" x="3632200" y="1543050"/>
          <p14:tracePt t="58115" x="3771900" y="1441450"/>
          <p14:tracePt t="58131" x="3829050" y="1403350"/>
          <p14:tracePt t="58148" x="3930650" y="1352550"/>
          <p14:tracePt t="58165" x="3987800" y="1314450"/>
          <p14:tracePt t="58181" x="4032250" y="1289050"/>
          <p14:tracePt t="58198" x="4121150" y="1225550"/>
          <p14:tracePt t="58214" x="4178300" y="1181100"/>
          <p14:tracePt t="58231" x="4197350" y="1155700"/>
          <p14:tracePt t="58247" x="4210050" y="1149350"/>
          <p14:tracePt t="58264" x="4216400" y="1136650"/>
          <p14:tracePt t="58281" x="4222750" y="1123950"/>
          <p14:tracePt t="58298" x="4235450" y="1104900"/>
          <p14:tracePt t="58314" x="4241800" y="1092200"/>
          <p14:tracePt t="58330" x="4260850" y="1066800"/>
          <p14:tracePt t="58347" x="4267200" y="1047750"/>
          <p14:tracePt t="58364" x="4273550" y="1041400"/>
          <p14:tracePt t="58380" x="4273550" y="1035050"/>
          <p14:tracePt t="58397" x="4279900" y="1028700"/>
          <p14:tracePt t="58459" x="4286250" y="1028700"/>
          <p14:tracePt t="58719" x="4273550" y="1028700"/>
          <p14:tracePt t="58726" x="4254500" y="1028700"/>
          <p14:tracePt t="58733" x="4222750" y="1035050"/>
          <p14:tracePt t="58748" x="4171950" y="1035050"/>
          <p14:tracePt t="58762" x="4032250" y="1054100"/>
          <p14:tracePt t="58779" x="3937000" y="1060450"/>
          <p14:tracePt t="58796" x="3708400" y="1104900"/>
          <p14:tracePt t="58812" x="3454400" y="1149350"/>
          <p14:tracePt t="58828" x="3314700" y="1155700"/>
          <p14:tracePt t="58846" x="3073400" y="1187450"/>
          <p14:tracePt t="58862" x="2819400" y="1206500"/>
          <p14:tracePt t="58879" x="2717800" y="1219200"/>
          <p14:tracePt t="58895" x="2520950" y="1238250"/>
          <p14:tracePt t="58912" x="2393950" y="1257300"/>
          <p14:tracePt t="58929" x="2355850" y="1257300"/>
          <p14:tracePt t="58945" x="2292350" y="1263650"/>
          <p14:tracePt t="58961" x="2260600" y="1257300"/>
          <p14:tracePt t="58979" x="2228850" y="1250950"/>
          <p14:tracePt t="58995" x="2216150" y="1244600"/>
          <p14:tracePt t="59012" x="2190750" y="1238250"/>
          <p14:tracePt t="59028" x="2159000" y="1238250"/>
          <p14:tracePt t="59045" x="2146300" y="1238250"/>
          <p14:tracePt t="59061" x="2133600" y="1238250"/>
          <p14:tracePt t="59078" x="2108200" y="1238250"/>
          <p14:tracePt t="59094" x="2101850" y="1238250"/>
          <p14:tracePt t="59232" x="2095500" y="1238250"/>
          <p14:tracePt t="59358" x="2095500" y="1231900"/>
          <p14:tracePt t="59470" x="2095500" y="1225550"/>
          <p14:tracePt t="59484" x="2101850" y="1225550"/>
          <p14:tracePt t="59491" x="2114550" y="1219200"/>
          <p14:tracePt t="59498" x="2120900" y="1219200"/>
          <p14:tracePt t="59513" x="2133600" y="1219200"/>
          <p14:tracePt t="59527" x="2146300" y="1219200"/>
          <p14:tracePt t="59543" x="2184400" y="1200150"/>
          <p14:tracePt t="59560" x="2216150" y="1193800"/>
          <p14:tracePt t="59576" x="2292350" y="1187450"/>
          <p14:tracePt t="59593" x="2387600" y="1187450"/>
          <p14:tracePt t="59609" x="2463800" y="1187450"/>
          <p14:tracePt t="59626" x="2622550" y="1219200"/>
          <p14:tracePt t="59642" x="2787650" y="1238250"/>
          <p14:tracePt t="59660" x="2940050" y="1257300"/>
          <p14:tracePt t="59675" x="2997200" y="1270000"/>
          <p14:tracePt t="59692" x="3035300" y="1270000"/>
          <p14:tracePt t="59709" x="3079750" y="1276350"/>
          <p14:tracePt t="59726" x="3086100" y="1276350"/>
          <p14:tracePt t="59772" x="3092450" y="1276350"/>
          <p14:tracePt t="59850" x="3086100" y="1276350"/>
          <p14:tracePt t="59864" x="3079750" y="1276350"/>
          <p14:tracePt t="59871" x="3073400" y="1276350"/>
          <p14:tracePt t="59885" x="3060700" y="1282700"/>
          <p14:tracePt t="59894" x="3048000" y="1282700"/>
          <p14:tracePt t="59908" x="3035300" y="1289050"/>
          <p14:tracePt t="59926" x="2978150" y="1289050"/>
          <p14:tracePt t="59941" x="2889250" y="1314450"/>
          <p14:tracePt t="59958" x="2819400" y="1346200"/>
          <p14:tracePt t="59974" x="2749550" y="1365250"/>
          <p14:tracePt t="59991" x="2495550" y="1517650"/>
          <p14:tracePt t="60008" x="2413000" y="1581150"/>
          <p14:tracePt t="60011" x="2330450" y="1631950"/>
          <p14:tracePt t="60027" x="2273300" y="1682750"/>
          <p14:tracePt t="60041" x="2222500" y="1720850"/>
          <p14:tracePt t="60058" x="2159000" y="1758950"/>
          <p14:tracePt t="60075" x="2127250" y="1778000"/>
          <p14:tracePt t="60091" x="2120900" y="1784350"/>
          <p14:tracePt t="60107" x="2120900" y="1790700"/>
          <p14:tracePt t="60608" x="2114550" y="1790700"/>
          <p14:tracePt t="60657" x="2114550" y="1778000"/>
          <p14:tracePt t="60664" x="2114550" y="1771650"/>
          <p14:tracePt t="60686" x="2114550" y="1765300"/>
          <p14:tracePt t="60693" x="2114550" y="1758950"/>
          <p14:tracePt t="60708" x="2120900" y="1746250"/>
          <p14:tracePt t="60722" x="2127250" y="1739900"/>
          <p14:tracePt t="60739" x="2152650" y="1708150"/>
          <p14:tracePt t="60756" x="2209800" y="1651000"/>
          <p14:tracePt t="60772" x="2235200" y="1619250"/>
          <p14:tracePt t="60789" x="2298700" y="1568450"/>
          <p14:tracePt t="60806" x="2362200" y="1536700"/>
          <p14:tracePt t="60822" x="2381250" y="1524000"/>
          <p14:tracePt t="60838" x="2444750" y="1511300"/>
          <p14:tracePt t="60855" x="2508250" y="1511300"/>
          <p14:tracePt t="60871" x="2559050" y="1511300"/>
          <p14:tracePt t="60888" x="2616200" y="1517650"/>
          <p14:tracePt t="60905" x="2806700" y="1606550"/>
          <p14:tracePt t="60922" x="2863850" y="1657350"/>
          <p14:tracePt t="60939" x="2984500" y="1765300"/>
          <p14:tracePt t="60955" x="3035300" y="1835150"/>
          <p14:tracePt t="60971" x="3111500" y="1962150"/>
          <p14:tracePt t="60988" x="3130550" y="2089150"/>
          <p14:tracePt t="61004" x="3136900" y="2159000"/>
          <p14:tracePt t="61021" x="3136900" y="2247900"/>
          <p14:tracePt t="61038" x="3060700" y="2349500"/>
          <p14:tracePt t="61054" x="3003550" y="2400300"/>
          <p14:tracePt t="61072" x="2838450" y="2501900"/>
          <p14:tracePt t="61087" x="2635250" y="2552700"/>
          <p14:tracePt t="61104" x="2540000" y="2578100"/>
          <p14:tracePt t="61121" x="2374900" y="2578100"/>
          <p14:tracePt t="61138" x="2241550" y="2540000"/>
          <p14:tracePt t="61155" x="2197100" y="2514600"/>
          <p14:tracePt t="61171" x="2139950" y="2457450"/>
          <p14:tracePt t="61187" x="2114550" y="2336800"/>
          <p14:tracePt t="61204" x="2114550" y="2260600"/>
          <p14:tracePt t="61220" x="2139950" y="2095500"/>
          <p14:tracePt t="61237" x="2178050" y="1987550"/>
          <p14:tracePt t="61255" x="2343150" y="1727200"/>
          <p14:tracePt t="61270" x="2406650" y="1670050"/>
          <p14:tracePt t="61287" x="2463800" y="1619250"/>
          <p14:tracePt t="61304" x="2609850" y="1549400"/>
          <p14:tracePt t="61320" x="2755900" y="1504950"/>
          <p14:tracePt t="61337" x="2838450" y="1485900"/>
          <p14:tracePt t="61353" x="2965450" y="1473200"/>
          <p14:tracePt t="61370" x="3060700" y="1492250"/>
          <p14:tracePt t="61386" x="3105150" y="1511300"/>
          <p14:tracePt t="61403" x="3143250" y="1555750"/>
          <p14:tracePt t="61420" x="3181350" y="1606550"/>
          <p14:tracePt t="61437" x="3206750" y="1701800"/>
          <p14:tracePt t="61453" x="3200400" y="1758950"/>
          <p14:tracePt t="61470" x="3155950" y="1879600"/>
          <p14:tracePt t="61487" x="3067050" y="2019300"/>
          <p14:tracePt t="61503" x="3009900" y="2076450"/>
          <p14:tracePt t="61519" x="2914650" y="2152650"/>
          <p14:tracePt t="61536" x="2635250" y="2279650"/>
          <p14:tracePt t="61552" x="2508250" y="2286000"/>
          <p14:tracePt t="61569" x="2406650" y="2286000"/>
          <p14:tracePt t="61586" x="2197100" y="2260600"/>
          <p14:tracePt t="61602" x="2038350" y="2190750"/>
          <p14:tracePt t="61620" x="1955800" y="2120900"/>
          <p14:tracePt t="61636" x="1936750" y="2051050"/>
          <p14:tracePt t="61653" x="1930400" y="1924050"/>
          <p14:tracePt t="61670" x="2006600" y="1765300"/>
          <p14:tracePt t="61686" x="2044700" y="1670050"/>
          <p14:tracePt t="61702" x="2216150" y="1511300"/>
          <p14:tracePt t="61719" x="2387600" y="1422400"/>
          <p14:tracePt t="61736" x="2489200" y="1397000"/>
          <p14:tracePt t="61752" x="2647950" y="1397000"/>
          <p14:tracePt t="61769" x="2762250" y="1422400"/>
          <p14:tracePt t="61785" x="2825750" y="1466850"/>
          <p14:tracePt t="61803" x="2914650" y="1555750"/>
          <p14:tracePt t="61818" x="2965450" y="1663700"/>
          <p14:tracePt t="61835" x="2971800" y="1739900"/>
          <p14:tracePt t="61852" x="2978150" y="1898650"/>
          <p14:tracePt t="61868" x="2946400" y="1987550"/>
          <p14:tracePt t="61885" x="2844800" y="2178050"/>
          <p14:tracePt t="61901" x="2698750" y="2311400"/>
          <p14:tracePt t="61918" x="2609850" y="2362200"/>
          <p14:tracePt t="61935" x="2419350" y="2444750"/>
          <p14:tracePt t="61951" x="2254250" y="2463800"/>
          <p14:tracePt t="61968" x="2178050" y="2463800"/>
          <p14:tracePt t="61985" x="2057400" y="2451100"/>
          <p14:tracePt t="62001" x="1993900" y="2400300"/>
          <p14:tracePt t="62018" x="1968500" y="2355850"/>
          <p14:tracePt t="62034" x="1936750" y="2260600"/>
          <p14:tracePt t="62051" x="1936750" y="2159000"/>
          <p14:tracePt t="62067" x="1943100" y="2082800"/>
          <p14:tracePt t="62084" x="1962150" y="1949450"/>
          <p14:tracePt t="62101" x="1981200" y="1841500"/>
          <p14:tracePt t="62117" x="1981200" y="1803400"/>
          <p14:tracePt t="62134" x="1968500" y="1708150"/>
          <p14:tracePt t="62151" x="1949450" y="1663700"/>
          <p14:tracePt t="62168" x="1892300" y="1536700"/>
          <p14:tracePt t="62184" x="1860550" y="1479550"/>
          <p14:tracePt t="62200" x="1847850" y="1435100"/>
          <p14:tracePt t="62217" x="1803400" y="1358900"/>
          <p14:tracePt t="62234" x="1771650" y="1308100"/>
          <p14:tracePt t="62251" x="1765300" y="1282700"/>
          <p14:tracePt t="62267" x="1752600" y="1257300"/>
          <p14:tracePt t="62284" x="1746250" y="1250950"/>
          <p14:tracePt t="62301" x="1746250" y="1238250"/>
          <p14:tracePt t="62317" x="1746250" y="1193800"/>
          <p14:tracePt t="62333" x="1758950" y="1136650"/>
          <p14:tracePt t="62351" x="1771650" y="1085850"/>
          <p14:tracePt t="62366" x="1778000" y="1066800"/>
          <p14:tracePt t="62383" x="1797050" y="1035050"/>
          <p14:tracePt t="62400" x="1841500" y="1022350"/>
          <p14:tracePt t="62416" x="1866900" y="1022350"/>
          <p14:tracePt t="62433" x="1905000" y="1028700"/>
          <p14:tracePt t="62450" x="2165350" y="1085850"/>
          <p14:tracePt t="62466" x="2298700" y="1130300"/>
          <p14:tracePt t="62483" x="2508250" y="1187450"/>
          <p14:tracePt t="62499" x="2946400" y="1295400"/>
          <p14:tracePt t="62516" x="3378200" y="1397000"/>
          <p14:tracePt t="62533" x="3676650" y="1454150"/>
          <p14:tracePt t="62549" x="3784600" y="1466850"/>
          <p14:tracePt t="62566" x="3924300" y="1466850"/>
          <p14:tracePt t="62582" x="3962400" y="1466850"/>
          <p14:tracePt t="62599" x="4013200" y="1466850"/>
          <p14:tracePt t="62616" x="4032250" y="1460500"/>
          <p14:tracePt t="62632" x="4044950" y="1454150"/>
          <p14:tracePt t="62649" x="4076700" y="1435100"/>
          <p14:tracePt t="62666" x="4102100" y="1435100"/>
          <p14:tracePt t="62682" x="4140200" y="1428750"/>
          <p14:tracePt t="62699" x="4178300" y="1428750"/>
          <p14:tracePt t="62716" x="4248150" y="1428750"/>
          <p14:tracePt t="62732" x="4324350" y="1416050"/>
          <p14:tracePt t="62749" x="4387850" y="1409700"/>
          <p14:tracePt t="62765" x="4445000" y="1390650"/>
          <p14:tracePt t="62782" x="4470400" y="1384300"/>
          <p14:tracePt t="62798" x="4533900" y="1371600"/>
          <p14:tracePt t="62815" x="4572000" y="1346200"/>
          <p14:tracePt t="62831" x="4584700" y="1339850"/>
          <p14:tracePt t="62849" x="4603750" y="1333500"/>
          <p14:tracePt t="62865" x="4610100" y="1333500"/>
          <p14:tracePt t="62881" x="4616450" y="1327150"/>
          <p14:tracePt t="62954" x="4603750" y="1327150"/>
          <p14:tracePt t="62961" x="4578350" y="1327150"/>
          <p14:tracePt t="62975" x="4546600" y="1327150"/>
          <p14:tracePt t="62989" x="4502150" y="1327150"/>
          <p14:tracePt t="62998" x="4425950" y="1327150"/>
          <p14:tracePt t="63014" x="4311650" y="1327150"/>
          <p14:tracePt t="63032" x="4044950" y="1327150"/>
          <p14:tracePt t="63048" x="3778250" y="1352550"/>
          <p14:tracePt t="63064" x="3638550" y="1352550"/>
          <p14:tracePt t="63081" x="3327400" y="1352550"/>
          <p14:tracePt t="63097" x="3238500" y="1352550"/>
          <p14:tracePt t="63114" x="3187700" y="1352550"/>
          <p14:tracePt t="63130" x="3117850" y="1352550"/>
          <p14:tracePt t="63147" x="3086100" y="1352550"/>
          <p14:tracePt t="63164" x="3079750" y="1352550"/>
          <p14:tracePt t="63180" x="3073400" y="1352550"/>
          <p14:tracePt t="63197" x="3098800" y="1352550"/>
          <p14:tracePt t="63214" x="3225800" y="1358900"/>
          <p14:tracePt t="63230" x="3340100" y="1358900"/>
          <p14:tracePt t="63247" x="3467100" y="1371600"/>
          <p14:tracePt t="63264" x="3803650" y="1384300"/>
          <p14:tracePt t="63280" x="4178300" y="1397000"/>
          <p14:tracePt t="63297" x="4318000" y="1390650"/>
          <p14:tracePt t="63313" x="4483100" y="1371600"/>
          <p14:tracePt t="63330" x="4533900" y="1365250"/>
          <p14:tracePt t="63347" x="4546600" y="1365250"/>
          <p14:tracePt t="63362" x="4552950" y="1365250"/>
          <p14:tracePt t="63380" x="4546600" y="1365250"/>
          <p14:tracePt t="63397" x="4527550" y="1339850"/>
          <p14:tracePt t="64878" x="4508500" y="1352550"/>
          <p14:tracePt t="64892" x="4457700" y="1390650"/>
          <p14:tracePt t="64898" x="4413250" y="1435100"/>
          <p14:tracePt t="64913" x="4356100" y="1485900"/>
          <p14:tracePt t="64925" x="4305300" y="1530350"/>
          <p14:tracePt t="64941" x="4146550" y="1644650"/>
          <p14:tracePt t="64957" x="4064000" y="1695450"/>
          <p14:tracePt t="64974" x="3873500" y="1822450"/>
          <p14:tracePt t="64991" x="3695700" y="1955800"/>
          <p14:tracePt t="65007" x="3600450" y="2019300"/>
          <p14:tracePt t="65024" x="3409950" y="2190750"/>
          <p14:tracePt t="65040" x="3251200" y="2374900"/>
          <p14:tracePt t="65057" x="3175000" y="2457450"/>
          <p14:tracePt t="65074" x="3028950" y="2635250"/>
          <p14:tracePt t="65090" x="2921000" y="2762250"/>
          <p14:tracePt t="65107" x="2870200" y="2819400"/>
          <p14:tracePt t="65124" x="2800350" y="2901950"/>
          <p14:tracePt t="65140" x="2749550" y="2959100"/>
          <p14:tracePt t="65157" x="2717800" y="2984500"/>
          <p14:tracePt t="65174" x="2673350" y="3016250"/>
          <p14:tracePt t="65190" x="2660650" y="3028950"/>
          <p14:tracePt t="65207" x="2628900" y="3048000"/>
          <p14:tracePt t="65569" x="2597150" y="3073400"/>
          <p14:tracePt t="65583" x="2540000" y="3130550"/>
          <p14:tracePt t="65592" x="2495550" y="3181350"/>
          <p14:tracePt t="65606" x="2432050" y="3225800"/>
          <p14:tracePt t="65622" x="2317750" y="3327400"/>
          <p14:tracePt t="65639" x="2260600" y="3365500"/>
          <p14:tracePt t="65655" x="2159000" y="3416300"/>
          <p14:tracePt t="65672" x="2101850" y="3448050"/>
          <p14:tracePt t="65689" x="1987550" y="3505200"/>
          <p14:tracePt t="65705" x="1943100" y="3524250"/>
          <p14:tracePt t="65721" x="1911350" y="3530600"/>
          <p14:tracePt t="65738" x="1854200" y="3536950"/>
          <p14:tracePt t="65755" x="1803400" y="3556000"/>
          <p14:tracePt t="65771" x="1778000" y="3556000"/>
          <p14:tracePt t="65788" x="1727200" y="3556000"/>
          <p14:tracePt t="65805" x="1689100" y="3562350"/>
          <p14:tracePt t="65822" x="1663700" y="3568700"/>
          <p14:tracePt t="65838" x="1625600" y="3568700"/>
          <p14:tracePt t="65855" x="1593850" y="3568700"/>
          <p14:tracePt t="65872" x="1549400" y="3568700"/>
          <p14:tracePt t="65888" x="1536700" y="3562350"/>
          <p14:tracePt t="65905" x="1498600" y="3543300"/>
          <p14:tracePt t="65921" x="1460500" y="3543300"/>
          <p14:tracePt t="65938" x="1441450" y="3543300"/>
          <p14:tracePt t="65954" x="1428750" y="3543300"/>
          <p14:tracePt t="65971" x="1384300" y="3556000"/>
          <p14:tracePt t="65987" x="1377950" y="3556000"/>
          <p14:tracePt t="66005" x="1352550" y="3556000"/>
          <p14:tracePt t="66020" x="1339850" y="3562350"/>
          <p14:tracePt t="66037" x="1333500" y="3568700"/>
          <p14:tracePt t="66055" x="1308100" y="3581400"/>
          <p14:tracePt t="66071" x="1301750" y="3581400"/>
          <p14:tracePt t="66087" x="1282700" y="3594100"/>
          <p14:tracePt t="66104" x="1276350" y="3600450"/>
          <p14:tracePt t="66120" x="1270000" y="3600450"/>
          <p14:tracePt t="66137" x="1263650" y="3600450"/>
          <p14:tracePt t="66180" x="1257300" y="3600450"/>
          <p14:tracePt t="66251" x="1257300" y="3606800"/>
          <p14:tracePt t="66496" x="1263650" y="3606800"/>
          <p14:tracePt t="66532" x="1270000" y="3606800"/>
          <p14:tracePt t="66545" x="1276350" y="3613150"/>
          <p14:tracePt t="66574" x="1282700" y="3619500"/>
          <p14:tracePt t="66588" x="1295400" y="3619500"/>
          <p14:tracePt t="66595" x="1308100" y="3625850"/>
          <p14:tracePt t="66604" x="1327150" y="3632200"/>
          <p14:tracePt t="66618" x="1352550" y="3632200"/>
          <p14:tracePt t="66635" x="1390650" y="3644900"/>
          <p14:tracePt t="66652" x="1466850" y="3651250"/>
          <p14:tracePt t="66668" x="1562100" y="3651250"/>
          <p14:tracePt t="66685" x="1587500" y="3651250"/>
          <p14:tracePt t="66701" x="1657350" y="3657600"/>
          <p14:tracePt t="66718" x="1689100" y="3657600"/>
          <p14:tracePt t="66735" x="1714500" y="3657600"/>
          <p14:tracePt t="66751" x="1720850" y="3657600"/>
          <p14:tracePt t="66768" x="1733550" y="3657600"/>
          <p14:tracePt t="66785" x="1739900" y="3657600"/>
          <p14:tracePt t="66817" x="1739900" y="3651250"/>
          <p14:tracePt t="66840" x="1746250" y="3638550"/>
          <p14:tracePt t="66855" x="1752600" y="3632200"/>
          <p14:tracePt t="66867" x="1752600" y="3625850"/>
          <p14:tracePt t="67224" x="1752600" y="3632200"/>
          <p14:tracePt t="67237" x="1758950" y="3644900"/>
          <p14:tracePt t="67245" x="1765300" y="3663950"/>
          <p14:tracePt t="67259" x="1771650" y="3670300"/>
          <p14:tracePt t="67268" x="1784350" y="3689350"/>
          <p14:tracePt t="67282" x="1790700" y="3708400"/>
          <p14:tracePt t="67299" x="1816100" y="3733800"/>
          <p14:tracePt t="67316" x="1854200" y="3765550"/>
          <p14:tracePt t="67333" x="1873250" y="3771900"/>
          <p14:tracePt t="67351" x="1917700" y="3790950"/>
          <p14:tracePt t="67366" x="1968500" y="3797300"/>
          <p14:tracePt t="67382" x="1993900" y="3803650"/>
          <p14:tracePt t="67400" x="2044700" y="3803650"/>
          <p14:tracePt t="67416" x="2057400" y="3803650"/>
          <p14:tracePt t="67432" x="2070100" y="3810000"/>
          <p14:tracePt t="67449" x="2076450" y="3810000"/>
          <p14:tracePt t="67961" x="2082800" y="3810000"/>
          <p14:tracePt t="67968" x="2089150" y="3810000"/>
          <p14:tracePt t="67983" x="2095500" y="3810000"/>
          <p14:tracePt t="67997" x="2127250" y="3803650"/>
          <p14:tracePt t="68014" x="2146300" y="3803650"/>
          <p14:tracePt t="68032" x="2197100" y="3797300"/>
          <p14:tracePt t="68047" x="2235200" y="3790950"/>
          <p14:tracePt t="68064" x="2330450" y="3784600"/>
          <p14:tracePt t="68081" x="2400300" y="3765550"/>
          <p14:tracePt t="68097" x="2438400" y="3765550"/>
          <p14:tracePt t="68113" x="2495550" y="3765550"/>
          <p14:tracePt t="68130" x="2527300" y="3765550"/>
          <p14:tracePt t="68147" x="2540000" y="3765550"/>
          <p14:tracePt t="68164" x="2552700" y="3765550"/>
          <p14:tracePt t="68180" x="2565400" y="3765550"/>
          <p14:tracePt t="68213" x="2565400" y="3759200"/>
          <p14:tracePt t="68229" x="2578100" y="3759200"/>
          <p14:tracePt t="68246" x="2590800" y="3759200"/>
          <p14:tracePt t="68263" x="2609850" y="3752850"/>
          <p14:tracePt t="68280" x="2647950" y="3752850"/>
          <p14:tracePt t="68296" x="2679700" y="3752850"/>
          <p14:tracePt t="68313" x="2755900" y="3752850"/>
          <p14:tracePt t="68329" x="2794000" y="3746500"/>
          <p14:tracePt t="68346" x="2901950" y="3746500"/>
          <p14:tracePt t="68362" x="3003550" y="3746500"/>
          <p14:tracePt t="68379" x="3041650" y="3746500"/>
          <p14:tracePt t="68396" x="3111500" y="3759200"/>
          <p14:tracePt t="68412" x="3162300" y="3765550"/>
          <p14:tracePt t="68429" x="3187700" y="3765550"/>
          <p14:tracePt t="68446" x="3232150" y="3765550"/>
          <p14:tracePt t="68462" x="3257550" y="3765550"/>
          <p14:tracePt t="68479" x="3289300" y="3752850"/>
          <p14:tracePt t="68495" x="3359150" y="3733800"/>
          <p14:tracePt t="68512" x="3429000" y="3714750"/>
          <p14:tracePt t="68528" x="3460750" y="3708400"/>
          <p14:tracePt t="68545" x="3511550" y="3702050"/>
          <p14:tracePt t="68562" x="3543300" y="3702050"/>
          <p14:tracePt t="68582" x="3556000" y="3702050"/>
          <p14:tracePt t="68628" x="3556000" y="3695700"/>
          <p14:tracePt t="68643" x="3556000" y="3689350"/>
          <p14:tracePt t="69073" x="3587750" y="3689350"/>
          <p14:tracePt t="69080" x="3651250" y="3689350"/>
          <p14:tracePt t="69096" x="3702050" y="3689350"/>
          <p14:tracePt t="69110" x="3771900" y="3689350"/>
          <p14:tracePt t="69126" x="3924300" y="3689350"/>
          <p14:tracePt t="69143" x="4051300" y="3689350"/>
          <p14:tracePt t="69160" x="4114800" y="3689350"/>
          <p14:tracePt t="69176" x="4184650" y="3689350"/>
          <p14:tracePt t="69193" x="4216400" y="3695700"/>
          <p14:tracePt t="69210" x="4222750" y="3695700"/>
          <p14:tracePt t="69226" x="4229100" y="3695700"/>
          <p14:tracePt t="69259" x="4229100" y="3702050"/>
          <p14:tracePt t="69312" x="4235450" y="3708400"/>
          <p14:tracePt t="69381" x="4241800" y="3708400"/>
          <p14:tracePt t="69396" x="4248150" y="3714750"/>
          <p14:tracePt t="69403" x="4260850" y="3714750"/>
          <p14:tracePt t="69417" x="4273550" y="3714750"/>
          <p14:tracePt t="69426" x="4292600" y="3714750"/>
          <p14:tracePt t="69441" x="4324350" y="3721100"/>
          <p14:tracePt t="69459" x="4413250" y="3721100"/>
          <p14:tracePt t="69475" x="4476750" y="3721100"/>
          <p14:tracePt t="69492" x="4540250" y="3721100"/>
          <p14:tracePt t="69509" x="4711700" y="3721100"/>
          <p14:tracePt t="69525" x="4730750" y="3721100"/>
          <p14:tracePt t="69541" x="4768850" y="3721100"/>
          <p14:tracePt t="69558" x="4787900" y="3721100"/>
          <p14:tracePt t="69575" x="4794250" y="3721100"/>
          <p14:tracePt t="69592" x="4806950" y="3721100"/>
          <p14:tracePt t="69595" x="4813300" y="3721100"/>
          <p14:tracePt t="69609" x="4826000" y="3721100"/>
          <p14:tracePt t="69625" x="4851400" y="3721100"/>
          <p14:tracePt t="69642" x="4908550" y="3708400"/>
          <p14:tracePt t="69658" x="4940300" y="3708400"/>
          <p14:tracePt t="69675" x="4984750" y="3708400"/>
          <p14:tracePt t="69691" x="5080000" y="3714750"/>
          <p14:tracePt t="69708" x="5194300" y="3714750"/>
          <p14:tracePt t="69724" x="5257800" y="3721100"/>
          <p14:tracePt t="69741" x="5378450" y="3733800"/>
          <p14:tracePt t="69758" x="5480050" y="3733800"/>
          <p14:tracePt t="69775" x="5588000" y="3740150"/>
          <p14:tracePt t="69791" x="5638800" y="3740150"/>
          <p14:tracePt t="69807" x="5676900" y="3746500"/>
          <p14:tracePt t="69825" x="5791200" y="3771900"/>
          <p14:tracePt t="69841" x="5822950" y="3778250"/>
          <p14:tracePt t="69857" x="5842000" y="3784600"/>
          <p14:tracePt t="69874" x="5899150" y="3797300"/>
          <p14:tracePt t="69890" x="5943600" y="3803650"/>
          <p14:tracePt t="69907" x="5962650" y="3810000"/>
          <p14:tracePt t="69924" x="6007100" y="3822700"/>
          <p14:tracePt t="69940" x="6038850" y="3829050"/>
          <p14:tracePt t="69958" x="6070600" y="3835400"/>
          <p14:tracePt t="69974" x="6083300" y="3841750"/>
          <p14:tracePt t="69990" x="6108700" y="3854450"/>
          <p14:tracePt t="70008" x="6127750" y="3873500"/>
          <p14:tracePt t="70023" x="6140450" y="3879850"/>
          <p14:tracePt t="70040" x="6159500" y="3892550"/>
          <p14:tracePt t="70057" x="6172200" y="3892550"/>
          <p14:tracePt t="70825" x="6108700" y="3886200"/>
          <p14:tracePt t="70840" x="5988050" y="3854450"/>
          <p14:tracePt t="70847" x="5842000" y="3803650"/>
          <p14:tracePt t="70861" x="5689600" y="3771900"/>
          <p14:tracePt t="70870" x="5530850" y="3721100"/>
          <p14:tracePt t="70887" x="5378450" y="3689350"/>
          <p14:tracePt t="70904" x="5111750" y="3632200"/>
          <p14:tracePt t="70920" x="4908550" y="3581400"/>
          <p14:tracePt t="70938" x="4749800" y="3562350"/>
          <p14:tracePt t="70953" x="4686300" y="3562350"/>
          <p14:tracePt t="70970" x="4546600" y="3575050"/>
          <p14:tracePt t="70987" x="4400550" y="3625850"/>
          <p14:tracePt t="71003" x="4330700" y="3644900"/>
          <p14:tracePt t="71020" x="4260850" y="3670300"/>
          <p14:tracePt t="71037" x="4121150" y="3714750"/>
          <p14:tracePt t="71053" x="4102100" y="3714750"/>
          <p14:tracePt t="71070" x="4089400" y="3714750"/>
          <p14:tracePt t="71103" x="4152900" y="3708400"/>
          <p14:tracePt t="71120" x="4222750" y="3695700"/>
          <p14:tracePt t="71137" x="4413250" y="3689350"/>
          <p14:tracePt t="71153" x="4699000" y="3695700"/>
          <p14:tracePt t="71170" x="4876800" y="3695700"/>
          <p14:tracePt t="71187" x="5270500" y="3695700"/>
          <p14:tracePt t="71203" x="5626100" y="3689350"/>
          <p14:tracePt t="71220" x="5842000" y="3663950"/>
          <p14:tracePt t="71236" x="5905500" y="3657600"/>
          <p14:tracePt t="71252" x="5943600" y="3651250"/>
          <p14:tracePt t="71269" x="5969000" y="3651250"/>
          <p14:tracePt t="71305" x="5956300" y="3651250"/>
          <p14:tracePt t="71318" x="5899150" y="3632200"/>
          <p14:tracePt t="71336" x="5848350" y="3632200"/>
          <p14:tracePt t="71353" x="5715000" y="3644900"/>
          <p14:tracePt t="71368" x="5626100" y="3644900"/>
          <p14:tracePt t="71385" x="5422900" y="3676650"/>
          <p14:tracePt t="71402" x="5175250" y="3721100"/>
          <p14:tracePt t="71418" x="5060950" y="3727450"/>
          <p14:tracePt t="71435" x="4857750" y="3752850"/>
          <p14:tracePt t="71452" x="4718050" y="3752850"/>
          <p14:tracePt t="71468" x="4673600" y="3746500"/>
          <p14:tracePt t="71486" x="4635500" y="3740150"/>
          <p14:tracePt t="71501" x="4622800" y="3733800"/>
          <p14:tracePt t="71535" x="4616450" y="3727450"/>
          <p14:tracePt t="71669" x="4616450" y="3721100"/>
          <p14:tracePt t="72051" x="4565650" y="3721100"/>
          <p14:tracePt t="72065" x="4451350" y="3721100"/>
          <p14:tracePt t="72071" x="4337050" y="3733800"/>
          <p14:tracePt t="72086" x="4235450" y="3727450"/>
          <p14:tracePt t="72100" x="4127500" y="3721100"/>
          <p14:tracePt t="72116" x="3949700" y="3702050"/>
          <p14:tracePt t="72120" x="3898900" y="3689350"/>
          <p14:tracePt t="72149" x="3822700" y="3663950"/>
          <p14:tracePt t="72166" x="3797300" y="3657600"/>
          <p14:tracePt t="72183" x="3790950" y="3651250"/>
          <p14:tracePt t="72226" x="3797300" y="3651250"/>
          <p14:tracePt t="72235" x="3810000" y="3651250"/>
          <p14:tracePt t="72251" x="3822700" y="3651250"/>
          <p14:tracePt t="72266" x="3867150" y="3651250"/>
          <p14:tracePt t="72283" x="3898900" y="3657600"/>
          <p14:tracePt t="72299" x="3962400" y="3657600"/>
          <p14:tracePt t="72315" x="4070350" y="3663950"/>
          <p14:tracePt t="72332" x="4210050" y="3657600"/>
          <p14:tracePt t="72349" x="4311650" y="3638550"/>
          <p14:tracePt t="72365" x="4419600" y="3619500"/>
          <p14:tracePt t="72382" x="4756150" y="3524250"/>
          <p14:tracePt t="72398" x="4857750" y="3505200"/>
          <p14:tracePt t="72415" x="4927600" y="3486150"/>
          <p14:tracePt t="72431" x="4984750" y="3467100"/>
          <p14:tracePt t="72448" x="5010150" y="3467100"/>
          <p14:tracePt t="72466" x="5016500" y="3467100"/>
          <p14:tracePt t="72482" x="5016500" y="3460750"/>
          <p14:tracePt t="72518" x="5003800" y="3460750"/>
          <p14:tracePt t="72531" x="4984750" y="3467100"/>
          <p14:tracePt t="72548" x="4933950" y="3486150"/>
          <p14:tracePt t="72565" x="4864100" y="3511550"/>
          <p14:tracePt t="72581" x="4806950" y="3524250"/>
          <p14:tracePt t="72598" x="4686300" y="3562350"/>
          <p14:tracePt t="72614" x="4552950" y="3600450"/>
          <p14:tracePt t="72631" x="4476750" y="3619500"/>
          <p14:tracePt t="72648" x="4330700" y="3651250"/>
          <p14:tracePt t="72664" x="4241800" y="3676650"/>
          <p14:tracePt t="72681" x="4216400" y="3676650"/>
          <p14:tracePt t="72697" x="4197350" y="3683000"/>
          <p14:tracePt t="72730" x="4210050" y="3689350"/>
          <p14:tracePt t="72747" x="4267200" y="3695700"/>
          <p14:tracePt t="72764" x="4318000" y="3702050"/>
          <p14:tracePt t="72781" x="4451350" y="3714750"/>
          <p14:tracePt t="72797" x="4641850" y="3733800"/>
          <p14:tracePt t="72814" x="4756150" y="3733800"/>
          <p14:tracePt t="72831" x="4972050" y="3721100"/>
          <p14:tracePt t="72847" x="5073650" y="3708400"/>
          <p14:tracePt t="72864" x="5149850" y="3702050"/>
          <p14:tracePt t="72880" x="5257800" y="3689350"/>
          <p14:tracePt t="72897" x="5283200" y="3689350"/>
          <p14:tracePt t="72914" x="5302250" y="3689350"/>
          <p14:tracePt t="72930" x="5308600" y="3689350"/>
          <p14:tracePt t="72970" x="5314950" y="3689350"/>
          <p14:tracePt t="72999" x="5308600" y="3689350"/>
          <p14:tracePt t="73006" x="5295900" y="3695700"/>
          <p14:tracePt t="73015" x="5276850" y="3695700"/>
          <p14:tracePt t="73029" x="5270500" y="3702050"/>
          <p14:tracePt t="73046" x="5257800" y="3702050"/>
          <p14:tracePt t="73063" x="5251450" y="3695700"/>
          <p14:tracePt t="74100" x="5200650" y="3695700"/>
          <p14:tracePt t="74107" x="5137150" y="3714750"/>
          <p14:tracePt t="74121" x="5041900" y="3746500"/>
          <p14:tracePt t="74129" x="4953000" y="3778250"/>
          <p14:tracePt t="74143" x="4845050" y="3822700"/>
          <p14:tracePt t="74159" x="4730750" y="3860800"/>
          <p14:tracePt t="74176" x="4483100" y="3949700"/>
          <p14:tracePt t="74192" x="4248150" y="4032250"/>
          <p14:tracePt t="74209" x="4121150" y="4064000"/>
          <p14:tracePt t="74226" x="3867150" y="4152900"/>
          <p14:tracePt t="74242" x="3625850" y="4229100"/>
          <p14:tracePt t="74259" x="3492500" y="4260850"/>
          <p14:tracePt t="74275" x="3276600" y="4324350"/>
          <p14:tracePt t="74292" x="3105150" y="4362450"/>
          <p14:tracePt t="74308" x="3028950" y="4381500"/>
          <p14:tracePt t="74325" x="2857500" y="4419600"/>
          <p14:tracePt t="74342" x="2711450" y="4464050"/>
          <p14:tracePt t="74359" x="2654300" y="4470400"/>
          <p14:tracePt t="74376" x="2584450" y="4483100"/>
          <p14:tracePt t="74393" x="2520950" y="4483100"/>
          <p14:tracePt t="74409" x="2476500" y="4483100"/>
          <p14:tracePt t="74425" x="2463800" y="4476750"/>
          <p14:tracePt t="74442" x="2457450" y="4470400"/>
          <p14:tracePt t="74801" x="2413000" y="4457700"/>
          <p14:tracePt t="74815" x="2368550" y="4432300"/>
          <p14:tracePt t="74822" x="2317750" y="4400550"/>
          <p14:tracePt t="74829" x="2260600" y="4375150"/>
          <p14:tracePt t="74843" x="2203450" y="4349750"/>
          <p14:tracePt t="74858" x="2146300" y="4318000"/>
          <p14:tracePt t="74873" x="2057400" y="4273550"/>
          <p14:tracePt t="74890" x="2012950" y="4248150"/>
          <p14:tracePt t="74907" x="1962150" y="4216400"/>
          <p14:tracePt t="74923" x="1911350" y="4191000"/>
          <p14:tracePt t="74940" x="1879600" y="4171950"/>
          <p14:tracePt t="74957" x="1847850" y="4152900"/>
          <p14:tracePt t="74973" x="1803400" y="4140200"/>
          <p14:tracePt t="74990" x="1758950" y="4127500"/>
          <p14:tracePt t="75006" x="1739900" y="4127500"/>
          <p14:tracePt t="75023" x="1720850" y="4121150"/>
          <p14:tracePt t="75040" x="1663700" y="4114800"/>
          <p14:tracePt t="75056" x="1657350" y="4114800"/>
          <p14:tracePt t="75073" x="1651000" y="4108450"/>
          <p14:tracePt t="75089" x="1638300" y="4108450"/>
          <p14:tracePt t="75106" x="1631950" y="4108450"/>
          <p14:tracePt t="75152" x="1625600" y="4108450"/>
          <p14:tracePt t="75173" x="1619250" y="4108450"/>
          <p14:tracePt t="75194" x="1606550" y="4114800"/>
          <p14:tracePt t="75215" x="1593850" y="4114800"/>
          <p14:tracePt t="75223" x="1587500" y="4121150"/>
          <p14:tracePt t="75229" x="1568450" y="4121150"/>
          <p14:tracePt t="75243" x="1555750" y="4127500"/>
          <p14:tracePt t="75255" x="1536700" y="4127500"/>
          <p14:tracePt t="75272" x="1492250" y="4127500"/>
          <p14:tracePt t="75289" x="1466850" y="4127500"/>
          <p14:tracePt t="75305" x="1416050" y="4127500"/>
          <p14:tracePt t="75322" x="1358900" y="4121150"/>
          <p14:tracePt t="75338" x="1339850" y="4121150"/>
          <p14:tracePt t="75356" x="1314450" y="4121150"/>
          <p14:tracePt t="75371" x="1295400" y="4121150"/>
          <p14:tracePt t="75388" x="1289050" y="4121150"/>
          <p14:tracePt t="75405" x="1282700" y="4121150"/>
          <p14:tracePt t="75433" x="1276350" y="4121150"/>
          <p14:tracePt t="75496" x="1270000" y="4121150"/>
          <p14:tracePt t="75811" x="1276350" y="4121150"/>
          <p14:tracePt t="75854" x="1282700" y="4121150"/>
          <p14:tracePt t="75868" x="1295400" y="4121150"/>
          <p14:tracePt t="75875" x="1301750" y="4121150"/>
          <p14:tracePt t="75887" x="1320800" y="4127500"/>
          <p14:tracePt t="75904" x="1397000" y="4121150"/>
          <p14:tracePt t="75920" x="1447800" y="4121150"/>
          <p14:tracePt t="75936" x="1524000" y="4121150"/>
          <p14:tracePt t="75954" x="1797050" y="4114800"/>
          <p14:tracePt t="75970" x="1879600" y="4114800"/>
          <p14:tracePt t="75986" x="1962150" y="4114800"/>
          <p14:tracePt t="76003" x="2076450" y="4114800"/>
          <p14:tracePt t="76019" x="2133600" y="4114800"/>
          <p14:tracePt t="76036" x="2146300" y="4114800"/>
          <p14:tracePt t="76053" x="2165350" y="4114800"/>
          <p14:tracePt t="76070" x="2171700" y="4108450"/>
          <p14:tracePt t="76087" x="2178050" y="4108450"/>
          <p14:tracePt t="76318" x="2184400" y="4108450"/>
          <p14:tracePt t="76325" x="2197100" y="4108450"/>
          <p14:tracePt t="76339" x="2216150" y="4108450"/>
          <p14:tracePt t="76351" x="2235200" y="4108450"/>
          <p14:tracePt t="76368" x="2279650" y="4114800"/>
          <p14:tracePt t="76385" x="2298700" y="4121150"/>
          <p14:tracePt t="76402" x="2343150" y="4127500"/>
          <p14:tracePt t="76417" x="2374900" y="4127500"/>
          <p14:tracePt t="76434" x="2387600" y="4133850"/>
          <p14:tracePt t="76451" x="2393950" y="4133850"/>
          <p14:tracePt t="76468" x="2400300" y="4133850"/>
          <p14:tracePt t="76502" x="2406650" y="4140200"/>
          <p14:tracePt t="76557" x="2413000" y="4140200"/>
          <p14:tracePt t="76627" x="2425700" y="4140200"/>
          <p14:tracePt t="76641" x="2432050" y="4140200"/>
          <p14:tracePt t="76648" x="2438400" y="4140200"/>
          <p14:tracePt t="76655" x="2438400" y="4146550"/>
          <p14:tracePt t="76670" x="2444750" y="4146550"/>
          <p14:tracePt t="76683" x="2457450" y="4146550"/>
          <p14:tracePt t="76700" x="2495550" y="4146550"/>
          <p14:tracePt t="76717" x="2527300" y="4146550"/>
          <p14:tracePt t="76733" x="2578100" y="4152900"/>
          <p14:tracePt t="76750" x="2635250" y="4152900"/>
          <p14:tracePt t="76768" x="2667000" y="4159250"/>
          <p14:tracePt t="76783" x="2686050" y="4159250"/>
          <p14:tracePt t="76800" x="2705100" y="4159250"/>
          <p14:tracePt t="76817" x="2711450" y="4159250"/>
          <p14:tracePt t="76833" x="2717800" y="4159250"/>
          <p14:tracePt t="76908" x="2724150" y="4159250"/>
          <p14:tracePt t="77006" x="2730500" y="4159250"/>
          <p14:tracePt t="77139" x="2724150" y="4159250"/>
          <p14:tracePt t="77147" x="2717800" y="4159250"/>
          <p14:tracePt t="77161" x="2705100" y="4159250"/>
          <p14:tracePt t="77168" x="2673350" y="4165600"/>
          <p14:tracePt t="77185" x="2654300" y="4165600"/>
          <p14:tracePt t="77198" x="2603500" y="4178300"/>
          <p14:tracePt t="77215" x="2482850" y="4203700"/>
          <p14:tracePt t="77232" x="2336800" y="4241800"/>
          <p14:tracePt t="77248" x="2247900" y="4273550"/>
          <p14:tracePt t="77266" x="2076450" y="4324350"/>
          <p14:tracePt t="77281" x="1943100" y="4362450"/>
          <p14:tracePt t="77298" x="1885950" y="4381500"/>
          <p14:tracePt t="77315" x="1797050" y="4413250"/>
          <p14:tracePt t="77331" x="1752600" y="4438650"/>
          <p14:tracePt t="77348" x="1733550" y="4445000"/>
          <p14:tracePt t="77365" x="1714500" y="4457700"/>
          <p14:tracePt t="77381" x="1695450" y="4457700"/>
          <p14:tracePt t="77414" x="1689100" y="4457700"/>
          <p14:tracePt t="77463" x="1682750" y="4464050"/>
          <p14:tracePt t="77568" x="1689100" y="4470400"/>
          <p14:tracePt t="77589" x="1695450" y="4476750"/>
          <p14:tracePt t="77603" x="1708150" y="4483100"/>
          <p14:tracePt t="77610" x="1720850" y="4489450"/>
          <p14:tracePt t="77624" x="1733550" y="4489450"/>
          <p14:tracePt t="77633" x="1765300" y="4502150"/>
          <p14:tracePt t="77647" x="1803400" y="4514850"/>
          <p14:tracePt t="77663" x="1924050" y="4533900"/>
          <p14:tracePt t="77681" x="2070100" y="4559300"/>
          <p14:tracePt t="77697" x="2159000" y="4572000"/>
          <p14:tracePt t="77713" x="2330450" y="4591050"/>
          <p14:tracePt t="77730" x="2457450" y="4591050"/>
          <p14:tracePt t="77747" x="2508250" y="4591050"/>
          <p14:tracePt t="77763" x="2533650" y="4591050"/>
          <p14:tracePt t="77779" x="2590800" y="4597400"/>
          <p14:tracePt t="77796" x="2597150" y="4597400"/>
          <p14:tracePt t="77814" x="2603500" y="4597400"/>
          <p14:tracePt t="77829" x="2609850" y="4597400"/>
          <p14:tracePt t="77846" x="2628900" y="4603750"/>
          <p14:tracePt t="77863" x="2667000" y="4610100"/>
          <p14:tracePt t="77879" x="2692400" y="4616450"/>
          <p14:tracePt t="77896" x="2762250" y="4641850"/>
          <p14:tracePt t="77913" x="2857500" y="4654550"/>
          <p14:tracePt t="77929" x="2921000" y="4673600"/>
          <p14:tracePt t="77946" x="3041650" y="4692650"/>
          <p14:tracePt t="77963" x="3162300" y="4711700"/>
          <p14:tracePt t="77979" x="3225800" y="4711700"/>
          <p14:tracePt t="77997" x="3340100" y="4724400"/>
          <p14:tracePt t="78012" x="3384550" y="4724400"/>
          <p14:tracePt t="78029" x="3422650" y="4718050"/>
          <p14:tracePt t="78046" x="3467100" y="4711700"/>
          <p14:tracePt t="78062" x="3479800" y="4705350"/>
          <p14:tracePt t="78096" x="3486150" y="4699000"/>
          <p14:tracePt t="78112" x="3492500" y="4699000"/>
          <p14:tracePt t="78148" x="3498850" y="4692650"/>
          <p14:tracePt t="78180" x="3498850" y="4686300"/>
          <p14:tracePt t="78193" x="3498850" y="4679950"/>
          <p14:tracePt t="79254" x="3479800" y="4679950"/>
          <p14:tracePt t="79268" x="3429000" y="4686300"/>
          <p14:tracePt t="79277" x="3384550" y="4711700"/>
          <p14:tracePt t="79291" x="3327400" y="4724400"/>
          <p14:tracePt t="79308" x="3263900" y="4743450"/>
          <p14:tracePt t="79325" x="3028950" y="4781550"/>
          <p14:tracePt t="79341" x="2921000" y="4800600"/>
          <p14:tracePt t="79357" x="2832100" y="4813300"/>
          <p14:tracePt t="79374" x="2654300" y="4845050"/>
          <p14:tracePt t="79391" x="2482850" y="4870450"/>
          <p14:tracePt t="79408" x="2317750" y="4902200"/>
          <p14:tracePt t="79424" x="2247900" y="4914900"/>
          <p14:tracePt t="79441" x="2139950" y="4927600"/>
          <p14:tracePt t="79458" x="2063750" y="4927600"/>
          <p14:tracePt t="79474" x="2025650" y="4927600"/>
          <p14:tracePt t="79491" x="1974850" y="4927600"/>
          <p14:tracePt t="79507" x="1943100" y="4927600"/>
          <p14:tracePt t="79524" x="1930400" y="4927600"/>
          <p14:tracePt t="79541" x="1911350" y="4927600"/>
          <p14:tracePt t="79557" x="1898650" y="4921250"/>
          <p14:tracePt t="79574" x="1885950" y="4921250"/>
          <p14:tracePt t="79607" x="1866900" y="4914900"/>
          <p14:tracePt t="79624" x="1860550" y="4914900"/>
          <p14:tracePt t="79640" x="1854200" y="4914900"/>
          <p14:tracePt t="79657" x="1822450" y="4914900"/>
          <p14:tracePt t="79674" x="1809750" y="4908550"/>
          <p14:tracePt t="79677" x="1784350" y="4908550"/>
          <p14:tracePt t="79691" x="1765300" y="4908550"/>
          <p14:tracePt t="79706" x="1746250" y="4902200"/>
          <p14:tracePt t="79723" x="1689100" y="4902200"/>
          <p14:tracePt t="79739" x="1619250" y="4895850"/>
          <p14:tracePt t="79756" x="1581150" y="4889500"/>
          <p14:tracePt t="79774" x="1498600" y="4876800"/>
          <p14:tracePt t="79790" x="1479550" y="4870450"/>
          <p14:tracePt t="79806" x="1460500" y="4857750"/>
          <p14:tracePt t="79823" x="1435100" y="4857750"/>
          <p14:tracePt t="79839" x="1416050" y="4857750"/>
          <p14:tracePt t="79856" x="1409700" y="4857750"/>
          <p14:tracePt t="79889" x="1403350" y="4857750"/>
          <p14:tracePt t="79935" x="1397000" y="4864100"/>
          <p14:tracePt t="79949" x="1390650" y="4870450"/>
          <p14:tracePt t="79958" x="1384300" y="4876800"/>
          <p14:tracePt t="79977" x="1377950" y="4883150"/>
          <p14:tracePt t="79989" x="1377950" y="4889500"/>
          <p14:tracePt t="80008" x="1371600" y="4889500"/>
          <p14:tracePt t="80054" x="1365250" y="4895850"/>
          <p14:tracePt t="80075" x="1358900" y="4902200"/>
          <p14:tracePt t="80097" x="1352550" y="4902200"/>
          <p14:tracePt t="80146" x="1346200" y="4908550"/>
          <p14:tracePt t="80167" x="1339850" y="4908550"/>
          <p14:tracePt t="80195" x="1333500" y="4908550"/>
          <p14:tracePt t="80251" x="1333500" y="4914900"/>
          <p14:tracePt t="80307" x="1333500" y="4921250"/>
          <p14:tracePt t="80342" x="1339850" y="4921250"/>
          <p14:tracePt t="80349" x="1346200" y="4921250"/>
          <p14:tracePt t="80378" x="1352550" y="4921250"/>
          <p14:tracePt t="80399" x="1358900" y="4921250"/>
          <p14:tracePt t="80420" x="1365250" y="4921250"/>
          <p14:tracePt t="80427" x="1365250" y="4927600"/>
          <p14:tracePt t="80448" x="1371600" y="4927600"/>
          <p14:tracePt t="80469" x="1377950" y="4927600"/>
          <p14:tracePt t="80490" x="1384300" y="4927600"/>
          <p14:tracePt t="80497" x="1390650" y="4927600"/>
          <p14:tracePt t="80518" x="1397000" y="4927600"/>
          <p14:tracePt t="80560" x="1403350" y="4927600"/>
          <p14:tracePt t="80574" x="1409700" y="4927600"/>
          <p14:tracePt t="80581" x="1416050" y="4927600"/>
          <p14:tracePt t="80590" x="1422400" y="4927600"/>
          <p14:tracePt t="80604" x="1435100" y="4927600"/>
          <p14:tracePt t="80620" x="1447800" y="4927600"/>
          <p14:tracePt t="80637" x="1466850" y="4927600"/>
          <p14:tracePt t="80654" x="1504950" y="4933950"/>
          <p14:tracePt t="80670" x="1524000" y="4933950"/>
          <p14:tracePt t="80687" x="1555750" y="4946650"/>
          <p14:tracePt t="80703" x="1587500" y="4946650"/>
          <p14:tracePt t="80720" x="1600200" y="4946650"/>
          <p14:tracePt t="80736" x="1631950" y="4946650"/>
          <p14:tracePt t="80753" x="1651000" y="4946650"/>
          <p14:tracePt t="80770" x="1663700" y="4946650"/>
          <p14:tracePt t="80802" x="1670050" y="4946650"/>
          <p14:tracePt t="81066" x="1676400" y="4946650"/>
          <p14:tracePt t="81073" x="1682750" y="4946650"/>
          <p14:tracePt t="81085" x="1689100" y="4946650"/>
          <p14:tracePt t="81102" x="1701800" y="4946650"/>
          <p14:tracePt t="81119" x="1708150" y="4946650"/>
          <p14:tracePt t="81136" x="1720850" y="4946650"/>
          <p14:tracePt t="81151" x="1739900" y="4946650"/>
          <p14:tracePt t="81168" x="1752600" y="4946650"/>
          <p14:tracePt t="81187" x="1771650" y="4946650"/>
          <p14:tracePt t="81202" x="1784350" y="4946650"/>
          <p14:tracePt t="81218" x="1803400" y="4946650"/>
          <p14:tracePt t="81235" x="1816100" y="4946650"/>
          <p14:tracePt t="81251" x="1828800" y="4946650"/>
          <p14:tracePt t="81268" x="1835150" y="4946650"/>
          <p14:tracePt t="81285" x="1847850" y="4946650"/>
          <p14:tracePt t="81318" x="1854200" y="4946650"/>
          <p14:tracePt t="81354" x="1860550" y="4946650"/>
          <p14:tracePt t="81361" x="1866900" y="4946650"/>
          <p14:tracePt t="81423" x="1873250" y="4946650"/>
          <p14:tracePt t="81466" x="1879600" y="4946650"/>
          <p14:tracePt t="81557" x="1885950" y="4946650"/>
          <p14:tracePt t="81628" x="1892300" y="4946650"/>
          <p14:tracePt t="81641" x="1905000" y="4946650"/>
          <p14:tracePt t="81655" x="1911350" y="4946650"/>
          <p14:tracePt t="81677" x="1917700" y="4946650"/>
          <p14:tracePt t="81698" x="1924050" y="4946650"/>
          <p14:tracePt t="81705" x="1936750" y="4946650"/>
          <p14:tracePt t="81726" x="1943100" y="4946650"/>
          <p14:tracePt t="81735" x="1949450" y="4946650"/>
          <p14:tracePt t="81749" x="1955800" y="4940300"/>
          <p14:tracePt t="81769" x="1962150" y="4940300"/>
          <p14:tracePt t="81783" x="1974850" y="4940300"/>
          <p14:tracePt t="81799" x="1981200" y="4940300"/>
          <p14:tracePt t="81818" x="1987550" y="4940300"/>
          <p14:tracePt t="81832" x="1993900" y="4940300"/>
          <p14:tracePt t="81849" x="2000250" y="4940300"/>
          <p14:tracePt t="81867" x="2012950" y="4933950"/>
          <p14:tracePt t="81908" x="2019300" y="4933950"/>
          <p14:tracePt t="81918" x="2025650" y="4933950"/>
          <p14:tracePt t="81965" x="2025650" y="4927600"/>
          <p14:tracePt t="81985" x="2032000" y="4927600"/>
          <p14:tracePt t="81993" x="2038350" y="4927600"/>
          <p14:tracePt t="82014" x="2044700" y="4927600"/>
          <p14:tracePt t="82034" x="2051050" y="4927600"/>
          <p14:tracePt t="82056" x="2063750" y="4927600"/>
          <p14:tracePt t="82077" x="2070100" y="4927600"/>
          <p14:tracePt t="82098" x="2076450" y="4927600"/>
          <p14:tracePt t="82105" x="2082800" y="4927600"/>
          <p14:tracePt t="82119" x="2095500" y="4927600"/>
          <p14:tracePt t="82131" x="2108200" y="4927600"/>
          <p14:tracePt t="82148" x="2133600" y="4921250"/>
          <p14:tracePt t="82165" x="2146300" y="4921250"/>
          <p14:tracePt t="82182" x="2159000" y="4921250"/>
          <p14:tracePt t="82198" x="2178050" y="4921250"/>
          <p14:tracePt t="82215" x="2190750" y="4921250"/>
          <p14:tracePt t="82232" x="2197100" y="4921250"/>
          <p14:tracePt t="82260" x="2203450" y="4921250"/>
          <p14:tracePt t="82947" x="2216150" y="4927600"/>
          <p14:tracePt t="82962" x="2228850" y="4933950"/>
          <p14:tracePt t="82968" x="2247900" y="4946650"/>
          <p14:tracePt t="82982" x="2266950" y="4965700"/>
          <p14:tracePt t="82996" x="2311400" y="4978400"/>
          <p14:tracePt t="83011" x="2330450" y="4984750"/>
          <p14:tracePt t="83028" x="2355850" y="4991100"/>
          <p14:tracePt t="83045" x="2393950" y="5003800"/>
          <p14:tracePt t="83062" x="2425700" y="5010150"/>
          <p14:tracePt t="83078" x="2451100" y="5016500"/>
          <p14:tracePt t="83095" x="2476500" y="5016500"/>
          <p14:tracePt t="83111" x="2489200" y="5016500"/>
          <p14:tracePt t="83128" x="2501900" y="5016500"/>
          <p14:tracePt t="83145" x="2514600" y="5016500"/>
          <p14:tracePt t="83180" x="2520950" y="5016500"/>
          <p14:tracePt t="83277" x="2527300" y="5016500"/>
          <p14:tracePt t="83298" x="2533650" y="5016500"/>
          <p14:tracePt t="83312" x="2540000" y="5016500"/>
          <p14:tracePt t="83333" x="2552700" y="5016500"/>
          <p14:tracePt t="83340" x="2559050" y="5016500"/>
          <p14:tracePt t="83347" x="2571750" y="5016500"/>
          <p14:tracePt t="83363" x="2584450" y="5016500"/>
          <p14:tracePt t="83377" x="2603500" y="5016500"/>
          <p14:tracePt t="83394" x="2635250" y="5010150"/>
          <p14:tracePt t="83411" x="2673350" y="5010150"/>
          <p14:tracePt t="83427" x="2679700" y="5010150"/>
          <p14:tracePt t="83444" x="2698750" y="5010150"/>
          <p14:tracePt t="83460" x="2717800" y="5010150"/>
          <p14:tracePt t="83493" x="2724150" y="5003800"/>
          <p14:tracePt t="83544" x="2730500" y="5003800"/>
          <p14:tracePt t="83593" x="2736850" y="5003800"/>
          <p14:tracePt t="83600" x="2743200" y="5003800"/>
          <p14:tracePt t="83614" x="2749550" y="5003800"/>
          <p14:tracePt t="83626" x="2755900" y="5003800"/>
          <p14:tracePt t="83643" x="2774950" y="4997450"/>
          <p14:tracePt t="83659" x="2794000" y="4997450"/>
          <p14:tracePt t="83676" x="2832100" y="4997450"/>
          <p14:tracePt t="83693" x="2882900" y="4991100"/>
          <p14:tracePt t="83709" x="2908300" y="4991100"/>
          <p14:tracePt t="83713" x="2933700" y="4984750"/>
          <p14:tracePt t="83726" x="2952750" y="4984750"/>
          <p14:tracePt t="83742" x="2978150" y="4984750"/>
          <p14:tracePt t="83759" x="2990850" y="4984750"/>
          <p14:tracePt t="83776" x="2997200" y="4984750"/>
          <p14:tracePt t="83792" x="3009900" y="4984750"/>
          <p14:tracePt t="83809" x="3016250" y="4984750"/>
          <p14:tracePt t="83826" x="3041650" y="4984750"/>
          <p14:tracePt t="83842" x="3086100" y="4984750"/>
          <p14:tracePt t="83859" x="3124200" y="4978400"/>
          <p14:tracePt t="83875" x="3206750" y="4978400"/>
          <p14:tracePt t="83891" x="3257550" y="4978400"/>
          <p14:tracePt t="83909" x="3403600" y="4959350"/>
          <p14:tracePt t="83926" x="3441700" y="4959350"/>
          <p14:tracePt t="83942" x="3479800" y="4953000"/>
          <p14:tracePt t="83959" x="3549650" y="4946650"/>
          <p14:tracePt t="83975" x="3581400" y="4933950"/>
          <p14:tracePt t="83992" x="3600450" y="4933950"/>
          <p14:tracePt t="84008" x="3651250" y="4927600"/>
          <p14:tracePt t="84025" x="3689350" y="4927600"/>
          <p14:tracePt t="84042" x="3733800" y="4927600"/>
          <p14:tracePt t="84058" x="3752850" y="4927600"/>
          <p14:tracePt t="84075" x="3778250" y="4927600"/>
          <p14:tracePt t="84092" x="3790950" y="4927600"/>
          <p14:tracePt t="84197" x="3784600" y="4927600"/>
          <p14:tracePt t="84204" x="3778250" y="4927600"/>
          <p14:tracePt t="84218" x="3771900" y="4927600"/>
          <p14:tracePt t="84227" x="3759200" y="4933950"/>
          <p14:tracePt t="84240" x="3733800" y="4940300"/>
          <p14:tracePt t="84258" x="3702050" y="4953000"/>
          <p14:tracePt t="84276" x="3530600" y="4959350"/>
          <p14:tracePt t="84290" x="3441700" y="4972050"/>
          <p14:tracePt t="84307" x="3251200" y="4978400"/>
          <p14:tracePt t="84324" x="3009900" y="5003800"/>
          <p14:tracePt t="84341" x="2895600" y="5010150"/>
          <p14:tracePt t="84357" x="2641600" y="5035550"/>
          <p14:tracePt t="84374" x="2425700" y="5041900"/>
          <p14:tracePt t="84390" x="2336800" y="5041900"/>
          <p14:tracePt t="84407" x="2222500" y="5054600"/>
          <p14:tracePt t="84423" x="2159000" y="5054600"/>
          <p14:tracePt t="84440" x="2146300" y="5054600"/>
          <p14:tracePt t="84457" x="2139950" y="5054600"/>
          <p14:tracePt t="84474" x="2133600" y="5054600"/>
          <p14:tracePt t="84583" x="2146300" y="5048250"/>
          <p14:tracePt t="84597" x="2146300" y="5041900"/>
          <p14:tracePt t="84604" x="2159000" y="5035550"/>
          <p14:tracePt t="84611" x="2184400" y="5029200"/>
          <p14:tracePt t="84626" x="2197100" y="5022850"/>
          <p14:tracePt t="84639" x="2235200" y="5016500"/>
          <p14:tracePt t="84656" x="2317750" y="4991100"/>
          <p14:tracePt t="84673" x="2387600" y="4972050"/>
          <p14:tracePt t="84689" x="2520950" y="4933950"/>
          <p14:tracePt t="84706" x="2647950" y="4914900"/>
          <p14:tracePt t="84722" x="2711450" y="4914900"/>
          <p14:tracePt t="84725" x="2781300" y="4895850"/>
          <p14:tracePt t="84739" x="2832100" y="4883150"/>
          <p14:tracePt t="84756" x="2901950" y="4883150"/>
          <p14:tracePt t="84773" x="2933700" y="4876800"/>
          <p14:tracePt t="84789" x="2946400" y="4876800"/>
          <p14:tracePt t="84822" x="2952750" y="4876800"/>
          <p14:tracePt t="84864" x="2959100" y="4876800"/>
          <p14:tracePt t="84948" x="2965450" y="4876800"/>
          <p14:tracePt t="84956" x="2971800" y="4876800"/>
          <p14:tracePt t="84962" x="2971800" y="4883150"/>
          <p14:tracePt t="84976" x="2978150" y="4883150"/>
          <p14:tracePt t="84988" x="2990850" y="4883150"/>
          <p14:tracePt t="85005" x="3003550" y="4883150"/>
          <p14:tracePt t="85022" x="3054350" y="4889500"/>
          <p14:tracePt t="85038" x="3092450" y="4889500"/>
          <p14:tracePt t="85055" x="3219450" y="4902200"/>
          <p14:tracePt t="85071" x="3365500" y="4908550"/>
          <p14:tracePt t="85089" x="3492500" y="4921250"/>
          <p14:tracePt t="85105" x="3543300" y="4921250"/>
          <p14:tracePt t="85121" x="3613150" y="4921250"/>
          <p14:tracePt t="85139" x="3663950" y="4927600"/>
          <p14:tracePt t="85154" x="3676650" y="4927600"/>
          <p14:tracePt t="85171" x="3702050" y="4927600"/>
          <p14:tracePt t="85188" x="3727450" y="4933950"/>
          <p14:tracePt t="85204" x="3740150" y="4933950"/>
          <p14:tracePt t="85221" x="3752850" y="4946650"/>
          <p14:tracePt t="85238" x="3790950" y="4959350"/>
          <p14:tracePt t="85254" x="3797300" y="4959350"/>
          <p14:tracePt t="85271" x="3829050" y="4972050"/>
          <p14:tracePt t="85287" x="3867150" y="4978400"/>
          <p14:tracePt t="85304" x="3898900" y="4991100"/>
          <p14:tracePt t="85321" x="3968750" y="5010150"/>
          <p14:tracePt t="85337" x="4076700" y="5029200"/>
          <p14:tracePt t="85353" x="4127500" y="5035550"/>
          <p14:tracePt t="85371" x="4248150" y="5060950"/>
          <p14:tracePt t="85387" x="4298950" y="5073650"/>
          <p14:tracePt t="85404" x="4432300" y="5092700"/>
          <p14:tracePt t="85420" x="4578350" y="5118100"/>
          <p14:tracePt t="85437" x="4629150" y="5118100"/>
          <p14:tracePt t="85454" x="4794250" y="5130800"/>
          <p14:tracePt t="85470" x="4838700" y="5130800"/>
          <p14:tracePt t="85486" x="4864100" y="5130800"/>
          <p14:tracePt t="85503" x="4921250" y="5130800"/>
          <p14:tracePt t="85520" x="4965700" y="5130800"/>
          <p14:tracePt t="85537" x="4984750" y="5130800"/>
          <p14:tracePt t="85553" x="5010150" y="5130800"/>
          <p14:tracePt t="85569" x="5016500" y="5130800"/>
          <p14:tracePt t="85586" x="5022850" y="5130800"/>
          <p14:tracePt t="85619" x="5016500" y="5130800"/>
          <p14:tracePt t="85980" x="5048250" y="5130800"/>
          <p14:tracePt t="85987" x="5105400" y="5137150"/>
          <p14:tracePt t="86004" x="5156200" y="5137150"/>
          <p14:tracePt t="86018" x="5207000" y="5137150"/>
          <p14:tracePt t="86035" x="5270500" y="5137150"/>
          <p14:tracePt t="86052" x="5334000" y="5137150"/>
          <p14:tracePt t="86068" x="5410200" y="5137150"/>
          <p14:tracePt t="86085" x="5499100" y="5137150"/>
          <p14:tracePt t="86101" x="5670550" y="5124450"/>
          <p14:tracePt t="86118" x="5721350" y="5118100"/>
          <p14:tracePt t="86134" x="5778500" y="5099050"/>
          <p14:tracePt t="86151" x="5816600" y="5086350"/>
          <p14:tracePt t="86167" x="5835650" y="5073650"/>
          <p14:tracePt t="86184" x="5842000" y="5073650"/>
          <p14:tracePt t="86217" x="5848350" y="5073650"/>
          <p14:tracePt t="86297" x="5854700" y="5073650"/>
          <p14:tracePt t="86318" x="5861050" y="5073650"/>
          <p14:tracePt t="86332" x="5867400" y="5073650"/>
          <p14:tracePt t="86346" x="5880100" y="5073650"/>
          <p14:tracePt t="86353" x="5899150" y="5073650"/>
          <p14:tracePt t="86369" x="5924550" y="5073650"/>
          <p14:tracePt t="86383" x="5949950" y="5073650"/>
          <p14:tracePt t="86400" x="5981700" y="5067300"/>
          <p14:tracePt t="86417" x="6045200" y="5067300"/>
          <p14:tracePt t="86433" x="6076950" y="5067300"/>
          <p14:tracePt t="86450" x="6115050" y="5054600"/>
          <p14:tracePt t="86466" x="6146800" y="5054600"/>
          <p14:tracePt t="86483" x="6165850" y="5054600"/>
          <p14:tracePt t="86500" x="6178550" y="5054600"/>
          <p14:tracePt t="86516" x="6184900" y="5054600"/>
          <p14:tracePt t="86552" x="6197600" y="5041900"/>
          <p14:tracePt t="87085" x="6140450" y="5041900"/>
          <p14:tracePt t="87092" x="6076950" y="5041900"/>
          <p14:tracePt t="87100" x="6000750" y="5041900"/>
          <p14:tracePt t="87115" x="5911850" y="5041900"/>
          <p14:tracePt t="87131" x="5822950" y="5041900"/>
          <p14:tracePt t="87147" x="5645150" y="5041900"/>
          <p14:tracePt t="87164" x="5454650" y="5041900"/>
          <p14:tracePt t="87181" x="5365750" y="5029200"/>
          <p14:tracePt t="87198" x="5187950" y="5010150"/>
          <p14:tracePt t="87214" x="5067300" y="4991100"/>
          <p14:tracePt t="87230" x="5016500" y="4991100"/>
          <p14:tracePt t="87234" x="4965700" y="4984750"/>
          <p14:tracePt t="87247" x="4921250" y="4984750"/>
          <p14:tracePt t="87264" x="4876800" y="4984750"/>
          <p14:tracePt t="87281" x="4851400" y="4984750"/>
          <p14:tracePt t="87298" x="4819650" y="4984750"/>
          <p14:tracePt t="87314" x="4806950" y="4978400"/>
          <p14:tracePt t="87331" x="4794250" y="4978400"/>
          <p14:tracePt t="87363" x="4787900" y="4965700"/>
          <p14:tracePt t="87381" x="4819650" y="4959350"/>
          <p14:tracePt t="87796" x="4787900" y="4953000"/>
          <p14:tracePt t="87803" x="4724400" y="4933950"/>
          <p14:tracePt t="87817" x="4654550" y="4914900"/>
          <p14:tracePt t="87829" x="4578350" y="4902200"/>
          <p14:tracePt t="87846" x="4413250" y="4895850"/>
          <p14:tracePt t="87861" x="4337050" y="4883150"/>
          <p14:tracePt t="87878" x="4178300" y="4857750"/>
          <p14:tracePt t="87895" x="4000500" y="4845050"/>
          <p14:tracePt t="87912" x="3924300" y="4845050"/>
          <p14:tracePt t="87928" x="3740150" y="4851400"/>
          <p14:tracePt t="87945" x="3587750" y="4876800"/>
          <p14:tracePt t="87961" x="3536950" y="4876800"/>
          <p14:tracePt t="87979" x="3441700" y="4895850"/>
          <p14:tracePt t="87995" x="3384550" y="4895850"/>
          <p14:tracePt t="88011" x="3340100" y="4889500"/>
          <p14:tracePt t="88028" x="3289300" y="4857750"/>
          <p14:tracePt t="88044" x="3251200" y="4819650"/>
          <p14:tracePt t="88500" x="3213100" y="4832350"/>
          <p14:tracePt t="88507" x="3168650" y="4851400"/>
          <p14:tracePt t="88514" x="3136900" y="4864100"/>
          <p14:tracePt t="88529" x="3105150" y="4883150"/>
          <p14:tracePt t="88543" x="3086100" y="4889500"/>
          <p14:tracePt t="88559" x="3041650" y="4908550"/>
          <p14:tracePt t="88576" x="3035300" y="4921250"/>
          <p14:tracePt t="88592" x="3028950" y="4927600"/>
          <p14:tracePt t="88609" x="3022600" y="4933950"/>
          <p14:tracePt t="88668" x="3022600" y="4940300"/>
          <p14:tracePt t="88697" x="3035300" y="4946650"/>
          <p14:tracePt t="88711" x="3054350" y="4946650"/>
          <p14:tracePt t="88718" x="3073400" y="4953000"/>
          <p14:tracePt t="88728" x="3092450" y="4965700"/>
          <p14:tracePt t="88742" x="3111500" y="4972050"/>
          <p14:tracePt t="88759" x="3143250" y="4978400"/>
          <p14:tracePt t="88762" x="3168650" y="4984750"/>
          <p14:tracePt t="88776" x="3213100" y="4991100"/>
          <p14:tracePt t="88792" x="3263900" y="4997450"/>
          <p14:tracePt t="88809" x="3314700" y="5010150"/>
          <p14:tracePt t="88825" x="3333750" y="5010150"/>
          <p14:tracePt t="88841" x="3359150" y="5010150"/>
          <p14:tracePt t="88859" x="3384550" y="5003800"/>
          <p14:tracePt t="88875" x="3397250" y="4991100"/>
          <p14:tracePt t="88892" x="3403600" y="4991100"/>
          <p14:tracePt t="88908" x="3422650" y="4978400"/>
          <p14:tracePt t="88925" x="3454400" y="4959350"/>
          <p14:tracePt t="88941" x="3460750" y="4953000"/>
          <p14:tracePt t="88958" x="3479800" y="4933950"/>
          <p14:tracePt t="89048" x="3486150" y="4927600"/>
          <p14:tracePt t="89266" x="3486150" y="4921250"/>
          <p14:tracePt t="89280" x="3486150" y="4914900"/>
          <p14:tracePt t="89286" x="3486150" y="4908550"/>
          <p14:tracePt t="89301" x="3492500" y="4902200"/>
          <p14:tracePt t="89322" x="3486150" y="4927600"/>
          <p14:tracePt t="89975" x="3498850" y="4921250"/>
          <p14:tracePt t="89981" x="3517900" y="4914900"/>
          <p14:tracePt t="89990" x="3530600" y="4908550"/>
          <p14:tracePt t="90005" x="3543300" y="4908550"/>
          <p14:tracePt t="90021" x="3556000" y="4902200"/>
          <p14:tracePt t="90038" x="3575050" y="4902200"/>
          <p14:tracePt t="90054" x="3587750" y="4902200"/>
          <p14:tracePt t="90088" x="3594100" y="4902200"/>
          <p14:tracePt t="90103" x="3600450" y="4895850"/>
          <p14:tracePt t="90124" x="3606800" y="4895850"/>
          <p14:tracePt t="90137" x="3613150" y="4889500"/>
          <p14:tracePt t="90154" x="3619500" y="4889500"/>
          <p14:tracePt t="90173" x="3625850" y="4889500"/>
          <p14:tracePt t="90284" x="3619500" y="4889500"/>
          <p14:tracePt t="90291" x="3613150" y="4889500"/>
          <p14:tracePt t="90306" x="3600450" y="4889500"/>
          <p14:tracePt t="90320" x="3587750" y="4889500"/>
          <p14:tracePt t="90336" x="3556000" y="4895850"/>
          <p14:tracePt t="90353" x="3536950" y="4895850"/>
          <p14:tracePt t="90369" x="3473450" y="4902200"/>
          <p14:tracePt t="90386" x="3416300" y="4902200"/>
          <p14:tracePt t="90403" x="3359150" y="4902200"/>
          <p14:tracePt t="90419" x="3340100" y="4902200"/>
          <p14:tracePt t="90436" x="3314700" y="4902200"/>
          <p14:tracePt t="90453" x="3308350" y="4902200"/>
          <p14:tracePt t="90469" x="3302000" y="4902200"/>
          <p14:tracePt t="90486" x="3295650" y="4902200"/>
          <p14:tracePt t="90519" x="3295650" y="4908550"/>
          <p14:tracePt t="90536" x="3289300" y="4908550"/>
          <p14:tracePt t="90565" x="3282950" y="4914900"/>
          <p14:tracePt t="90593" x="3282950" y="4921250"/>
          <p14:tracePt t="90621" x="3289300" y="4921250"/>
          <p14:tracePt t="90636" x="3295650" y="4921250"/>
          <p14:tracePt t="90643" x="3302000" y="4921250"/>
          <p14:tracePt t="90656" x="3308350" y="4921250"/>
          <p14:tracePt t="90668" x="3321050" y="4927600"/>
          <p14:tracePt t="90686" x="3390900" y="4933950"/>
          <p14:tracePt t="90702" x="3441700" y="4933950"/>
          <p14:tracePt t="90719" x="3575050" y="4933950"/>
          <p14:tracePt t="90735" x="3740150" y="4933950"/>
          <p14:tracePt t="90752" x="3841750" y="4933950"/>
          <p14:tracePt t="90769" x="4006850" y="4933950"/>
          <p14:tracePt t="90785" x="4083050" y="4933950"/>
          <p14:tracePt t="90802" x="4159250" y="4933950"/>
          <p14:tracePt t="90819" x="4298950" y="4933950"/>
          <p14:tracePt t="90835" x="4362450" y="4933950"/>
          <p14:tracePt t="90852" x="4464050" y="4927600"/>
          <p14:tracePt t="90868" x="4527550" y="4921250"/>
          <p14:tracePt t="90886" x="4552950" y="4921250"/>
          <p14:tracePt t="90902" x="4578350" y="4921250"/>
          <p14:tracePt t="90918" x="4597400" y="4914900"/>
          <p14:tracePt t="90934" x="4610100" y="4914900"/>
          <p14:tracePt t="90951" x="4616450" y="4908550"/>
          <p14:tracePt t="90967" x="4629150" y="4908550"/>
          <p14:tracePt t="91001" x="4635500" y="4908550"/>
          <p14:tracePt t="91043" x="4641850" y="4908550"/>
          <p14:tracePt t="91085" x="4648200" y="4908550"/>
          <p14:tracePt t="91113" x="4654550" y="4908550"/>
          <p14:tracePt t="91135" x="4660900" y="4908550"/>
          <p14:tracePt t="91148" x="4667250" y="4908550"/>
          <p14:tracePt t="91155" x="4673600" y="4908550"/>
          <p14:tracePt t="91176" x="4679950" y="4908550"/>
          <p14:tracePt t="91190" x="4686300" y="4902200"/>
          <p14:tracePt t="91225" x="4692650" y="4902200"/>
          <p14:tracePt t="91239" x="4699000" y="4902200"/>
          <p14:tracePt t="91253" x="4705350" y="4902200"/>
          <p14:tracePt t="91275" x="4711700" y="4895850"/>
          <p14:tracePt t="91296" x="4718050" y="4895850"/>
          <p14:tracePt t="91338" x="4724400" y="4895850"/>
          <p14:tracePt t="91380" x="4730750" y="4889500"/>
          <p14:tracePt t="91408" x="4737100" y="4889500"/>
          <p14:tracePt t="91436" x="4743450" y="4889500"/>
          <p14:tracePt t="91457" x="4749800" y="4889500"/>
          <p14:tracePt t="91485" x="4756150" y="4889500"/>
          <p14:tracePt t="91535" x="4762500" y="4889500"/>
          <p14:tracePt t="91990" x="4787900" y="4889500"/>
          <p14:tracePt t="91998" x="4819650" y="4895850"/>
          <p14:tracePt t="92010" x="4864100" y="4908550"/>
          <p14:tracePt t="92018" x="4902200" y="4921250"/>
          <p14:tracePt t="92033" x="4959350" y="4933950"/>
          <p14:tracePt t="92047" x="5048250" y="4940300"/>
          <p14:tracePt t="92064" x="5105400" y="4953000"/>
          <p14:tracePt t="92081" x="5156200" y="4953000"/>
          <p14:tracePt t="92097" x="5257800" y="4946650"/>
          <p14:tracePt t="92114" x="5353050" y="4927600"/>
          <p14:tracePt t="92131" x="5397500" y="4914900"/>
          <p14:tracePt t="92147" x="5410200" y="4914900"/>
          <p14:tracePt t="92163" x="5422900" y="4908550"/>
          <p14:tracePt t="92180" x="5429250" y="4908550"/>
          <p14:tracePt t="92664" x="5435600" y="4908550"/>
          <p14:tracePt t="92699" x="5448300" y="4908550"/>
          <p14:tracePt t="92714" x="5461000" y="4908550"/>
          <p14:tracePt t="92721" x="5473700" y="4908550"/>
          <p14:tracePt t="92735" x="5492750" y="4908550"/>
          <p14:tracePt t="92745" x="5518150" y="4902200"/>
          <p14:tracePt t="92761" x="5556250" y="4902200"/>
          <p14:tracePt t="92778" x="5645150" y="4902200"/>
          <p14:tracePt t="92795" x="5797550" y="4902200"/>
          <p14:tracePt t="92812" x="5949950" y="4902200"/>
          <p14:tracePt t="92828" x="6038850" y="4902200"/>
          <p14:tracePt t="92845" x="6203950" y="4902200"/>
          <p14:tracePt t="92862" x="6337300" y="4902200"/>
          <p14:tracePt t="92878" x="6400800" y="4902200"/>
          <p14:tracePt t="92894" x="6438900" y="4914900"/>
          <p14:tracePt t="92912" x="6559550" y="4914900"/>
          <p14:tracePt t="92928" x="6584950" y="4914900"/>
          <p14:tracePt t="92944" x="6610350" y="4914900"/>
          <p14:tracePt t="92961" x="6642100" y="4914900"/>
          <p14:tracePt t="92977" x="6654800" y="4908550"/>
          <p14:tracePt t="93023" x="6661150" y="4908550"/>
          <p14:tracePt t="93353" x="6635750" y="4908550"/>
          <p14:tracePt t="93367" x="6559550" y="4908550"/>
          <p14:tracePt t="93374" x="6470650" y="4908550"/>
          <p14:tracePt t="93380" x="6381750" y="4908550"/>
          <p14:tracePt t="93396" x="6280150" y="4908550"/>
          <p14:tracePt t="93409" x="6178550" y="4908550"/>
          <p14:tracePt t="93426" x="6013450" y="4908550"/>
          <p14:tracePt t="93442" x="5949950" y="4908550"/>
          <p14:tracePt t="93459" x="5880100" y="4908550"/>
          <p14:tracePt t="93476" x="5842000" y="4908550"/>
          <p14:tracePt t="93493" x="5822950" y="4908550"/>
          <p14:tracePt t="93508" x="5816600" y="4908550"/>
          <p14:tracePt t="93809" x="5778500" y="4902200"/>
          <p14:tracePt t="93816" x="5727700" y="4902200"/>
          <p14:tracePt t="93830" x="5676900" y="4902200"/>
          <p14:tracePt t="93840" x="5638800" y="4902200"/>
          <p14:tracePt t="93859" x="5568950" y="4902200"/>
          <p14:tracePt t="93874" x="5518150" y="4902200"/>
          <p14:tracePt t="93891" x="5505450" y="4902200"/>
          <p14:tracePt t="93908" x="5486400" y="4902200"/>
          <p14:tracePt t="93924" x="5480050" y="4902200"/>
          <p14:tracePt t="93941" x="5473700" y="4902200"/>
          <p14:tracePt t="94833" x="5416550" y="4870450"/>
          <p14:tracePt t="94840" x="5321300" y="4819650"/>
          <p14:tracePt t="94855" x="5181600" y="4749800"/>
          <p14:tracePt t="94871" x="4813300" y="4572000"/>
          <p14:tracePt t="94887" x="4622800" y="4489450"/>
          <p14:tracePt t="94904" x="4273550" y="4356100"/>
          <p14:tracePt t="94921" x="4076700" y="4273550"/>
          <p14:tracePt t="94938" x="3505200" y="4044950"/>
          <p14:tracePt t="94954" x="3282950" y="3943350"/>
          <p14:tracePt t="94970" x="2978150" y="3816350"/>
          <p14:tracePt t="94988" x="2717800" y="3740150"/>
          <p14:tracePt t="95004" x="2609850" y="3708400"/>
          <p14:tracePt t="95020" x="2508250" y="3689350"/>
          <p14:tracePt t="95037" x="2273300" y="3638550"/>
          <p14:tracePt t="95054" x="2222500" y="3638550"/>
          <p14:tracePt t="95070" x="2190750" y="3632200"/>
          <p14:tracePt t="95086" x="2146300" y="3632200"/>
          <p14:tracePt t="95103" x="2120900" y="3632200"/>
          <p14:tracePt t="95121" x="2095500" y="3632200"/>
          <p14:tracePt t="95136" x="2089150" y="3638550"/>
          <p14:tracePt t="95153" x="2076450" y="3644900"/>
          <p14:tracePt t="95171" x="2070100" y="3651250"/>
          <p14:tracePt t="95203" x="2063750" y="3663950"/>
          <p14:tracePt t="95220" x="2038350" y="3689350"/>
          <p14:tracePt t="95236" x="2025650" y="3702050"/>
          <p14:tracePt t="95253" x="2000250" y="3746500"/>
          <p14:tracePt t="95269" x="1962150" y="3778250"/>
          <p14:tracePt t="95286" x="1949450" y="3803650"/>
          <p14:tracePt t="95303" x="1930400" y="3835400"/>
          <p14:tracePt t="95319" x="1905000" y="3860800"/>
          <p14:tracePt t="95336" x="1898650" y="3886200"/>
          <p14:tracePt t="95353" x="1885950" y="3911600"/>
          <p14:tracePt t="95369" x="1879600" y="3937000"/>
          <p14:tracePt t="95386" x="1873250" y="3949700"/>
          <p14:tracePt t="95402" x="1866900" y="3968750"/>
          <p14:tracePt t="95419" x="1860550" y="3981450"/>
          <p14:tracePt t="95436" x="1854200" y="3994150"/>
          <p14:tracePt t="95452" x="1854200" y="4006850"/>
          <p14:tracePt t="95469" x="1854200" y="4013200"/>
          <p14:tracePt t="95501" x="1854200" y="4019550"/>
          <p14:tracePt t="95549" x="1847850" y="4025900"/>
          <p14:tracePt t="95690" x="1841500" y="4032250"/>
          <p14:tracePt t="95739" x="1841500" y="4038600"/>
          <p14:tracePt t="95780" x="1841500" y="4051300"/>
          <p14:tracePt t="95802" x="1841500" y="4057650"/>
          <p14:tracePt t="95823" x="1841500" y="4064000"/>
          <p14:tracePt t="95829" x="1841500" y="4070350"/>
          <p14:tracePt t="95844" x="1841500" y="4076700"/>
          <p14:tracePt t="95853" x="1841500" y="4089400"/>
          <p14:tracePt t="95867" x="1847850" y="4102100"/>
          <p14:tracePt t="95884" x="1854200" y="4146550"/>
          <p14:tracePt t="95901" x="1873250" y="4203700"/>
          <p14:tracePt t="95917" x="1892300" y="4248150"/>
          <p14:tracePt t="95934" x="1930400" y="4311650"/>
          <p14:tracePt t="95950" x="1981200" y="4368800"/>
          <p14:tracePt t="95967" x="2006600" y="4400550"/>
          <p14:tracePt t="95985" x="2057400" y="4438650"/>
          <p14:tracePt t="96000" x="2082800" y="4451350"/>
          <p14:tracePt t="96017" x="2101850" y="4470400"/>
          <p14:tracePt t="96034" x="2108200" y="4476750"/>
          <p14:tracePt t="96050" x="2114550" y="4483100"/>
          <p14:tracePt t="96067" x="2120900" y="4483100"/>
          <p14:tracePt t="96918" x="2133600" y="4483100"/>
          <p14:tracePt t="96925" x="2152650" y="4483100"/>
          <p14:tracePt t="96933" x="2184400" y="4483100"/>
          <p14:tracePt t="96949" x="2228850" y="4483100"/>
          <p14:tracePt t="96964" x="2286000" y="4476750"/>
          <p14:tracePt t="96980" x="2463800" y="4476750"/>
          <p14:tracePt t="96997" x="2717800" y="4470400"/>
          <p14:tracePt t="97013" x="2851150" y="4470400"/>
          <p14:tracePt t="97031" x="3219450" y="4489450"/>
          <p14:tracePt t="97047" x="3613150" y="4489450"/>
          <p14:tracePt t="97063" x="3822700" y="4508500"/>
          <p14:tracePt t="97080" x="4178300" y="4527550"/>
          <p14:tracePt t="97096" x="4432300" y="4559300"/>
          <p14:tracePt t="97113" x="4521200" y="4584700"/>
          <p14:tracePt t="97130" x="4692650" y="4603750"/>
          <p14:tracePt t="97146" x="4756150" y="4622800"/>
          <p14:tracePt t="97163" x="4813300" y="4629150"/>
          <p14:tracePt t="97180" x="4902200" y="4641850"/>
          <p14:tracePt t="97196" x="4946650" y="4641850"/>
          <p14:tracePt t="97215" x="5022850" y="4648200"/>
          <p14:tracePt t="97230" x="5048250" y="4648200"/>
          <p14:tracePt t="97246" x="5067300" y="4648200"/>
          <p14:tracePt t="97263" x="5073650" y="4654550"/>
          <p14:tracePt t="97279" x="5086350" y="4654550"/>
          <p14:tracePt t="97296" x="5092700" y="4654550"/>
          <p14:tracePt t="97313" x="5099050" y="4654550"/>
          <p14:tracePt t="97389" x="5086350" y="4654550"/>
          <p14:tracePt t="97396" x="5080000" y="4654550"/>
          <p14:tracePt t="97410" x="5073650" y="4654550"/>
          <p14:tracePt t="97424" x="5041900" y="4654550"/>
          <p14:tracePt t="97432" x="5022850" y="4654550"/>
          <p14:tracePt t="97448" x="4972050" y="4654550"/>
          <p14:tracePt t="97462" x="4857750" y="4654550"/>
          <p14:tracePt t="97478" x="4781550" y="4641850"/>
          <p14:tracePt t="97495" x="4552950" y="4641850"/>
          <p14:tracePt t="97511" x="4489450" y="4641850"/>
          <p14:tracePt t="97528" x="4419600" y="4654550"/>
          <p14:tracePt t="97545" x="4337050" y="4673600"/>
          <p14:tracePt t="97561" x="4298950" y="4679950"/>
          <p14:tracePt t="97579" x="4286250" y="4679950"/>
          <p14:tracePt t="97595" x="4279900" y="4679950"/>
          <p14:tracePt t="97698" x="4286250" y="4679950"/>
          <p14:tracePt t="97747" x="4292600" y="4686300"/>
          <p14:tracePt t="98101" x="4292600" y="4641850"/>
          <p14:tracePt t="98107" x="4292600" y="4578350"/>
          <p14:tracePt t="98122" x="4292600" y="4495800"/>
          <p14:tracePt t="98129" x="4292600" y="4419600"/>
          <p14:tracePt t="98145" x="4286250" y="4343400"/>
          <p14:tracePt t="98159" x="4222750" y="4146550"/>
          <p14:tracePt t="98176" x="4184650" y="4044950"/>
          <p14:tracePt t="98193" x="4083050" y="3790950"/>
          <p14:tracePt t="98209" x="4032250" y="3670300"/>
          <p14:tracePt t="98228" x="3892550" y="3359150"/>
          <p14:tracePt t="98242" x="3829050" y="3251200"/>
          <p14:tracePt t="98259" x="3797300" y="3162300"/>
          <p14:tracePt t="98276" x="3695700" y="2959100"/>
          <p14:tracePt t="98292" x="3600450" y="2749550"/>
          <p14:tracePt t="98309" x="3556000" y="2641600"/>
          <p14:tracePt t="98326" x="3448050" y="2406650"/>
          <p14:tracePt t="98342" x="3333750" y="2184400"/>
          <p14:tracePt t="98359" x="3276600" y="2063750"/>
          <p14:tracePt t="98375" x="3149600" y="1860550"/>
          <p14:tracePt t="98392" x="3048000" y="1663700"/>
          <p14:tracePt t="98409" x="3003550" y="1593850"/>
          <p14:tracePt t="98425" x="2952750" y="1479550"/>
          <p14:tracePt t="98442" x="2914650" y="1416050"/>
          <p14:tracePt t="98459" x="2895600" y="1371600"/>
          <p14:tracePt t="98475" x="2895600" y="1358900"/>
          <p14:tracePt t="98492" x="2895600" y="1339850"/>
          <p14:tracePt t="98508" x="2895600" y="1333500"/>
          <p14:tracePt t="98543" x="2895600" y="1327150"/>
          <p14:tracePt t="98599" x="2882900" y="1320800"/>
          <p14:tracePt t="98613" x="2870200" y="1314450"/>
          <p14:tracePt t="98620" x="2857500" y="1308100"/>
          <p14:tracePt t="98634" x="2838450" y="1301750"/>
          <p14:tracePt t="98644" x="2813050" y="1295400"/>
          <p14:tracePt t="98658" x="2787650" y="1289050"/>
          <p14:tracePt t="98674" x="2730500" y="1282700"/>
          <p14:tracePt t="98691" x="2660650" y="1263650"/>
          <p14:tracePt t="98707" x="2603500" y="1257300"/>
          <p14:tracePt t="98724" x="2533650" y="1244600"/>
          <p14:tracePt t="98741" x="2470150" y="1231900"/>
          <p14:tracePt t="98757" x="2451100" y="1225550"/>
          <p14:tracePt t="98775" x="2419350" y="1219200"/>
          <p14:tracePt t="98790" x="2393950" y="1212850"/>
          <p14:tracePt t="98807" x="2381250" y="1212850"/>
          <p14:tracePt t="98824" x="2368550" y="1206500"/>
          <p14:tracePt t="98840" x="2355850" y="1206500"/>
          <p14:tracePt t="98887" x="2349500" y="1206500"/>
          <p14:tracePt t="98993" x="2362200" y="1206500"/>
          <p14:tracePt t="99000" x="2368550" y="1206500"/>
          <p14:tracePt t="99013" x="2374900" y="1200150"/>
          <p14:tracePt t="99022" x="2387600" y="1200150"/>
          <p14:tracePt t="99039" x="2393950" y="1200150"/>
          <p14:tracePt t="99056" x="2432050" y="1200150"/>
          <p14:tracePt t="99073" x="2476500" y="1200150"/>
          <p14:tracePt t="99090" x="2508250" y="1200150"/>
          <p14:tracePt t="99106" x="2559050" y="1200150"/>
          <p14:tracePt t="99123" x="2584450" y="1193800"/>
          <p14:tracePt t="99140" x="2673350" y="1181100"/>
          <p14:tracePt t="99156" x="2717800" y="1162050"/>
          <p14:tracePt t="99172" x="2768600" y="1155700"/>
          <p14:tracePt t="99189" x="2857500" y="1130300"/>
          <p14:tracePt t="99206" x="2927350" y="1104900"/>
          <p14:tracePt t="99222" x="2946400" y="1098550"/>
          <p14:tracePt t="99239" x="2984500" y="1092200"/>
          <p14:tracePt t="99256" x="2990850" y="1092200"/>
          <p14:tracePt t="99668" x="3041650" y="1092200"/>
          <p14:tracePt t="99675" x="3111500" y="1079500"/>
          <p14:tracePt t="99688" x="3175000" y="1073150"/>
          <p14:tracePt t="99704" x="3270250" y="1066800"/>
          <p14:tracePt t="99721" x="3321050" y="1054100"/>
          <p14:tracePt t="99738" x="3390900" y="1054100"/>
          <p14:tracePt t="99754" x="3429000" y="1054100"/>
          <p14:tracePt t="99771" x="3435350" y="1054100"/>
          <p14:tracePt t="99788" x="3448050" y="1054100"/>
          <p14:tracePt t="99820" x="3454400" y="1054100"/>
          <p14:tracePt t="99893" x="3460750" y="1054100"/>
          <p14:tracePt t="99928" x="3460750" y="1060450"/>
          <p14:tracePt t="99949" x="3467100" y="1066800"/>
          <p14:tracePt t="99956" x="3486150" y="1073150"/>
          <p14:tracePt t="99970" x="3498850" y="1073150"/>
          <p14:tracePt t="99986" x="3530600" y="1073150"/>
          <p14:tracePt t="100003" x="3562350" y="1079500"/>
          <p14:tracePt t="100020" x="3619500" y="1092200"/>
          <p14:tracePt t="100036" x="3714750" y="1104900"/>
          <p14:tracePt t="100053" x="3765550" y="1111250"/>
          <p14:tracePt t="100070" x="3860800" y="1123950"/>
          <p14:tracePt t="100086" x="3911600" y="1117600"/>
          <p14:tracePt t="100103" x="4000500" y="1117600"/>
          <p14:tracePt t="100119" x="4083050" y="1104900"/>
          <p14:tracePt t="100136" x="4108450" y="1104900"/>
          <p14:tracePt t="100153" x="4146550" y="1085850"/>
          <p14:tracePt t="100169" x="4191000" y="1079500"/>
          <p14:tracePt t="100186" x="4197350" y="1079500"/>
          <p14:tracePt t="100203" x="4203700" y="1079500"/>
          <p14:tracePt t="100219" x="4216400" y="1079500"/>
          <p14:tracePt t="100252" x="4216400" y="1073150"/>
          <p14:tracePt t="100300" x="4222750" y="1073150"/>
          <p14:tracePt t="100342" x="4235450" y="1073150"/>
          <p14:tracePt t="100364" x="4248150" y="1073150"/>
          <p14:tracePt t="100385" x="4260850" y="1073150"/>
          <p14:tracePt t="100399" x="4279900" y="1073150"/>
          <p14:tracePt t="100413" x="4305300" y="1073150"/>
          <p14:tracePt t="100421" x="4330700" y="1079500"/>
          <p14:tracePt t="100435" x="4362450" y="1079500"/>
          <p14:tracePt t="100451" x="4400550" y="1092200"/>
          <p14:tracePt t="100469" x="4451350" y="1092200"/>
          <p14:tracePt t="100485" x="4470400" y="1092200"/>
          <p14:tracePt t="100501" x="4483100" y="1092200"/>
          <p14:tracePt t="100518" x="4495800" y="1092200"/>
          <p14:tracePt t="100534" x="4508500" y="1092200"/>
          <p14:tracePt t="100551" x="4514850" y="1098550"/>
          <p14:tracePt t="100574" x="4495800" y="1098550"/>
          <p14:tracePt t="100584" x="4470400" y="1098550"/>
          <p14:tracePt t="100601" x="4413250" y="1098550"/>
          <p14:tracePt t="100618" x="4248150" y="1098550"/>
          <p14:tracePt t="100634" x="4044950" y="1098550"/>
          <p14:tracePt t="100651" x="3854450" y="1079500"/>
          <p14:tracePt t="100667" x="3695700" y="1073150"/>
          <p14:tracePt t="100684" x="3644900" y="1060450"/>
          <p14:tracePt t="100701" x="3594100" y="1054100"/>
          <p14:tracePt t="100717" x="3581400" y="1054100"/>
          <p14:tracePt t="100734" x="3575050" y="1054100"/>
          <p14:tracePt t="101108" x="3575050" y="1060450"/>
          <p14:tracePt t="101122" x="3568700" y="1060450"/>
          <p14:tracePt t="101129" x="3562350" y="1066800"/>
          <p14:tracePt t="101143" x="3556000" y="1079500"/>
          <p14:tracePt t="101152" x="3543300" y="1092200"/>
          <p14:tracePt t="101166" x="3517900" y="1104900"/>
          <p14:tracePt t="101182" x="3460750" y="1181100"/>
          <p14:tracePt t="101200" x="3365500" y="1301750"/>
          <p14:tracePt t="101216" x="3302000" y="1358900"/>
          <p14:tracePt t="101233" x="3181350" y="1492250"/>
          <p14:tracePt t="101249" x="3067050" y="1600200"/>
          <p14:tracePt t="101265" x="3022600" y="1644650"/>
          <p14:tracePt t="101282" x="2978150" y="1670050"/>
          <p14:tracePt t="101299" x="2914650" y="1727200"/>
          <p14:tracePt t="101315" x="2901950" y="1733550"/>
          <p14:tracePt t="101349" x="2895600" y="1733550"/>
          <p14:tracePt t="101389" x="2889250" y="1733550"/>
          <p14:tracePt t="101721" x="2889250" y="1765300"/>
          <p14:tracePt t="101735" x="2889250" y="1803400"/>
          <p14:tracePt t="101742" x="2889250" y="1854200"/>
          <p14:tracePt t="101755" x="2889250" y="1892300"/>
          <p14:tracePt t="101764" x="2882900" y="1949450"/>
          <p14:tracePt t="101780" x="2876550" y="1987550"/>
          <p14:tracePt t="101797" x="2876550" y="2089150"/>
          <p14:tracePt t="101813" x="2863850" y="2171700"/>
          <p14:tracePt t="101830" x="2863850" y="2203450"/>
          <p14:tracePt t="101847" x="2857500" y="2247900"/>
          <p14:tracePt t="101863" x="2851150" y="2273300"/>
          <p14:tracePt t="101880" x="2851150" y="2279650"/>
          <p14:tracePt t="101897" x="2851150" y="2292350"/>
          <p14:tracePt t="101980" x="2857500" y="2292350"/>
          <p14:tracePt t="101995" x="2870200" y="2292350"/>
          <p14:tracePt t="102002" x="2876550" y="2286000"/>
          <p14:tracePt t="102016" x="2889250" y="2279650"/>
          <p14:tracePt t="102030" x="2908300" y="2260600"/>
          <p14:tracePt t="102046" x="2990850" y="2197100"/>
          <p14:tracePt t="102062" x="3048000" y="2146300"/>
          <p14:tracePt t="102079" x="3168650" y="2032000"/>
          <p14:tracePt t="102096" x="3251200" y="1905000"/>
          <p14:tracePt t="102112" x="3282950" y="1835150"/>
          <p14:tracePt t="102129" x="3289300" y="1714500"/>
          <p14:tracePt t="102146" x="3225800" y="1612900"/>
          <p14:tracePt t="102163" x="3175000" y="1555750"/>
          <p14:tracePt t="102179" x="3016250" y="1492250"/>
          <p14:tracePt t="102195" x="2851150" y="1485900"/>
          <p14:tracePt t="102213" x="2667000" y="1530350"/>
          <p14:tracePt t="102228" x="2584450" y="1581150"/>
          <p14:tracePt t="102245" x="2527300" y="1631950"/>
          <p14:tracePt t="102262" x="2374900" y="1860550"/>
          <p14:tracePt t="102279" x="2355850" y="1943100"/>
          <p14:tracePt t="102296" x="2355850" y="2032000"/>
          <p14:tracePt t="102312" x="2374900" y="2209800"/>
          <p14:tracePt t="102328" x="2444750" y="2336800"/>
          <p14:tracePt t="102346" x="2482850" y="2381250"/>
          <p14:tracePt t="102362" x="2533650" y="2419350"/>
          <p14:tracePt t="102378" x="2584450" y="2425700"/>
          <p14:tracePt t="102395" x="2622550" y="2419350"/>
          <p14:tracePt t="102411" x="2705100" y="2368550"/>
          <p14:tracePt t="102428" x="2755900" y="2317750"/>
          <p14:tracePt t="102445" x="2806700" y="2254250"/>
          <p14:tracePt t="102461" x="2819400" y="2222500"/>
          <p14:tracePt t="102479" x="2844800" y="2178050"/>
          <p14:tracePt t="102495" x="2851150" y="2139950"/>
          <p14:tracePt t="102511" x="2851150" y="2114550"/>
          <p14:tracePt t="102527" x="2851150" y="2101850"/>
          <p14:tracePt t="102544" x="2838450" y="2082800"/>
          <p14:tracePt t="102561" x="2832100" y="2076450"/>
          <p14:tracePt t="102578" x="2819400" y="2070100"/>
          <p14:tracePt t="102594" x="2806700" y="2070100"/>
          <p14:tracePt t="102611" x="2787650" y="2076450"/>
          <p14:tracePt t="102627" x="2755900" y="2082800"/>
          <p14:tracePt t="102644" x="2736850" y="2089150"/>
          <p14:tracePt t="102660" x="2698750" y="2095500"/>
          <p14:tracePt t="102677" x="2686050" y="2101850"/>
          <p14:tracePt t="103030" x="2647950" y="2108200"/>
          <p14:tracePt t="103037" x="2584450" y="2127250"/>
          <p14:tracePt t="103045" x="2527300" y="2165350"/>
          <p14:tracePt t="103060" x="2470150" y="2197100"/>
          <p14:tracePt t="103076" x="2413000" y="2235200"/>
          <p14:tracePt t="103093" x="2311400" y="2298700"/>
          <p14:tracePt t="103109" x="2228850" y="2362200"/>
          <p14:tracePt t="103125" x="2209800" y="2374900"/>
          <p14:tracePt t="103143" x="2171700" y="2419350"/>
          <p14:tracePt t="103158" x="2146300" y="2444750"/>
          <p14:tracePt t="103175" x="2139950" y="2463800"/>
          <p14:tracePt t="103192" x="2127250" y="2489200"/>
          <p14:tracePt t="103209" x="2120900" y="2501900"/>
          <p14:tracePt t="103225" x="2120900" y="2508250"/>
          <p14:tracePt t="103242" x="2114550" y="2514600"/>
          <p14:tracePt t="103258" x="2114550" y="2520950"/>
          <p14:tracePt t="103276" x="2120900" y="2520950"/>
          <p14:tracePt t="103291" x="2133600" y="2527300"/>
          <p14:tracePt t="103308" x="2152650" y="2527300"/>
          <p14:tracePt t="103326" x="2286000" y="2501900"/>
          <p14:tracePt t="103342" x="2368550" y="2476500"/>
          <p14:tracePt t="103358" x="2457450" y="2444750"/>
          <p14:tracePt t="103375" x="2660650" y="2362200"/>
          <p14:tracePt t="103391" x="2806700" y="2292350"/>
          <p14:tracePt t="103408" x="2863850" y="2254250"/>
          <p14:tracePt t="103425" x="2933700" y="2190750"/>
          <p14:tracePt t="103441" x="2965450" y="2127250"/>
          <p14:tracePt t="103458" x="2984500" y="2044700"/>
          <p14:tracePt t="103474" x="2984500" y="2025650"/>
          <p14:tracePt t="103491" x="2984500" y="1968500"/>
          <p14:tracePt t="103509" x="2971800" y="1924050"/>
          <p14:tracePt t="103524" x="2952750" y="1905000"/>
          <p14:tracePt t="103541" x="2901950" y="1873250"/>
          <p14:tracePt t="103558" x="2819400" y="1866900"/>
          <p14:tracePt t="103575" x="2768600" y="1866900"/>
          <p14:tracePt t="103590" x="2692400" y="1873250"/>
          <p14:tracePt t="103607" x="2413000" y="1949450"/>
          <p14:tracePt t="103624" x="2324100" y="1981200"/>
          <p14:tracePt t="103641" x="2139950" y="2057400"/>
          <p14:tracePt t="103657" x="2057400" y="2095500"/>
          <p14:tracePt t="103673" x="1917700" y="2171700"/>
          <p14:tracePt t="103691" x="1841500" y="2247900"/>
          <p14:tracePt t="103707" x="1822450" y="2279650"/>
          <p14:tracePt t="103724" x="1816100" y="2324100"/>
          <p14:tracePt t="103740" x="1847850" y="2381250"/>
          <p14:tracePt t="103757" x="1879600" y="2406650"/>
          <p14:tracePt t="103773" x="1968500" y="2451100"/>
          <p14:tracePt t="103790" x="2076450" y="2482850"/>
          <p14:tracePt t="103806" x="2133600" y="2495550"/>
          <p14:tracePt t="103824" x="2273300" y="2501900"/>
          <p14:tracePt t="103839" x="2457450" y="2451100"/>
          <p14:tracePt t="103856" x="2552700" y="2406650"/>
          <p14:tracePt t="103873" x="2724150" y="2292350"/>
          <p14:tracePt t="103889" x="2870200" y="2114550"/>
          <p14:tracePt t="103906" x="2921000" y="2032000"/>
          <p14:tracePt t="103923" x="2997200" y="1873250"/>
          <p14:tracePt t="103939" x="3003550" y="1771650"/>
          <p14:tracePt t="103956" x="3009900" y="1612900"/>
          <p14:tracePt t="103972" x="2946400" y="1485900"/>
          <p14:tracePt t="103989" x="2908300" y="1441450"/>
          <p14:tracePt t="104006" x="2806700" y="1377950"/>
          <p14:tracePt t="104022" x="2686050" y="1358900"/>
          <p14:tracePt t="104039" x="2609850" y="1358900"/>
          <p14:tracePt t="104056" x="2463800" y="1390650"/>
          <p14:tracePt t="104073" x="2292350" y="1441450"/>
          <p14:tracePt t="104089" x="2235200" y="1479550"/>
          <p14:tracePt t="104106" x="2108200" y="1587500"/>
          <p14:tracePt t="104123" x="2006600" y="1720850"/>
          <p14:tracePt t="104139" x="1968500" y="1778000"/>
          <p14:tracePt t="104155" x="1924050" y="1885950"/>
          <p14:tracePt t="104172" x="1898650" y="1968500"/>
          <p14:tracePt t="104189" x="1898650" y="2025650"/>
          <p14:tracePt t="104205" x="1898650" y="2057400"/>
          <p14:tracePt t="104222" x="1892300" y="2095500"/>
          <p14:tracePt t="104239" x="1898650" y="2165350"/>
          <p14:tracePt t="104255" x="1905000" y="2197100"/>
          <p14:tracePt t="104271" x="1905000" y="2222500"/>
          <p14:tracePt t="104288" x="1924050" y="2273300"/>
          <p14:tracePt t="104305" x="1943100" y="2317750"/>
          <p14:tracePt t="104322" x="1949450" y="2343150"/>
          <p14:tracePt t="104338" x="1962150" y="2387600"/>
          <p14:tracePt t="104355" x="1968500" y="2419350"/>
          <p14:tracePt t="104372" x="1987550" y="2457450"/>
          <p14:tracePt t="104388" x="1993900" y="2463800"/>
          <p14:tracePt t="104404" x="2006600" y="2476500"/>
          <p14:tracePt t="104421" x="2032000" y="2489200"/>
          <p14:tracePt t="104437" x="2044700" y="2489200"/>
          <p14:tracePt t="104454" x="2070100" y="2495550"/>
          <p14:tracePt t="104471" x="2095500" y="2501900"/>
          <p14:tracePt t="104487" x="2108200" y="2501900"/>
          <p14:tracePt t="104504" x="2120900" y="2508250"/>
          <p14:tracePt t="104521" x="2139950" y="2520950"/>
          <p14:tracePt t="104537" x="2146300" y="2520950"/>
          <p14:tracePt t="104554" x="2165350" y="2520950"/>
          <p14:tracePt t="104570" x="2178050" y="2520950"/>
          <p14:tracePt t="104587" x="2209800" y="2495550"/>
          <p14:tracePt t="104604" x="2292350" y="2413000"/>
          <p14:tracePt t="104621" x="2343150" y="2355850"/>
          <p14:tracePt t="104637" x="2451100" y="2209800"/>
          <p14:tracePt t="104654" x="2546350" y="2063750"/>
          <p14:tracePt t="104670" x="2571750" y="1981200"/>
          <p14:tracePt t="104687" x="2590800" y="1835150"/>
          <p14:tracePt t="104703" x="2565400" y="1739900"/>
          <p14:tracePt t="104720" x="2533650" y="1682750"/>
          <p14:tracePt t="104737" x="2451100" y="1593850"/>
          <p14:tracePt t="104753" x="2336800" y="1536700"/>
          <p14:tracePt t="104770" x="2273300" y="1517650"/>
          <p14:tracePt t="104787" x="2165350" y="1517650"/>
          <p14:tracePt t="104803" x="2057400" y="1562100"/>
          <p14:tracePt t="104820" x="2000250" y="1600200"/>
          <p14:tracePt t="104836" x="1905000" y="1708150"/>
          <p14:tracePt t="104853" x="1854200" y="1765300"/>
          <p14:tracePt t="104870" x="1746250" y="1962150"/>
          <p14:tracePt t="104886" x="1727200" y="2025650"/>
          <p14:tracePt t="104902" x="1708150" y="2095500"/>
          <p14:tracePt t="104906" x="1708150" y="2159000"/>
          <p14:tracePt t="104920" x="1708150" y="2222500"/>
          <p14:tracePt t="104936" x="1733550" y="2330450"/>
          <p14:tracePt t="104952" x="1765300" y="2374900"/>
          <p14:tracePt t="104969" x="1828800" y="2444750"/>
          <p14:tracePt t="104986" x="1892300" y="2495550"/>
          <p14:tracePt t="105002" x="1943100" y="2501900"/>
          <p14:tracePt t="105019" x="2044700" y="2527300"/>
          <p14:tracePt t="105036" x="2120900" y="2527300"/>
          <p14:tracePt t="105053" x="2222500" y="2489200"/>
          <p14:tracePt t="105069" x="2254250" y="2470150"/>
          <p14:tracePt t="105085" x="2324100" y="2400300"/>
          <p14:tracePt t="105103" x="2400300" y="2286000"/>
          <p14:tracePt t="105119" x="2425700" y="2228850"/>
          <p14:tracePt t="105135" x="2457450" y="2184400"/>
          <p14:tracePt t="105152" x="2476500" y="2120900"/>
          <p14:tracePt t="105168" x="2482850" y="2114550"/>
          <p14:tracePt t="105185" x="2482850" y="2108200"/>
          <p14:tracePt t="105202" x="2489200" y="2108200"/>
          <p14:tracePt t="105256" x="2482850" y="2108200"/>
          <p14:tracePt t="105264" x="2476500" y="2108200"/>
          <p14:tracePt t="105278" x="2470150" y="2108200"/>
          <p14:tracePt t="105287" x="2463800" y="2108200"/>
          <p14:tracePt t="105301" x="2451100" y="2114550"/>
          <p14:tracePt t="105317" x="2444750" y="2114550"/>
          <p14:tracePt t="105336" x="2438400" y="2114550"/>
          <p14:tracePt t="105355" x="2432050" y="2120900"/>
          <p14:tracePt t="105474" x="2425700" y="2120900"/>
          <p14:tracePt t="105495" x="2419350" y="2114550"/>
          <p14:tracePt t="105503" x="2413000" y="2108200"/>
          <p14:tracePt t="105524" x="2400300" y="2101850"/>
          <p14:tracePt t="105538" x="2393950" y="2095500"/>
          <p14:tracePt t="105545" x="2381250" y="2089150"/>
          <p14:tracePt t="105559" x="2362200" y="2082800"/>
          <p14:tracePt t="105567" x="2330450" y="2070100"/>
          <p14:tracePt t="105584" x="2311400" y="2063750"/>
          <p14:tracePt t="105601" x="2260600" y="2051050"/>
          <p14:tracePt t="105617" x="2216150" y="2051050"/>
          <p14:tracePt t="105633" x="2197100" y="2051050"/>
          <p14:tracePt t="105650" x="2171700" y="2044700"/>
          <p14:tracePt t="105667" x="2152650" y="2044700"/>
          <p14:tracePt t="105683" x="2152650" y="2051050"/>
          <p14:tracePt t="105700" x="2127250" y="2076450"/>
          <p14:tracePt t="105717" x="2120900" y="2095500"/>
          <p14:tracePt t="105734" x="2114550" y="2095500"/>
          <p14:tracePt t="105750" x="2108200" y="2101850"/>
          <p14:tracePt t="105766" x="2108200" y="2108200"/>
          <p14:tracePt t="105783" x="2101850" y="2108200"/>
          <p14:tracePt t="105826" x="2095500" y="2114550"/>
          <p14:tracePt t="105916" x="2095500" y="2120900"/>
          <p14:tracePt t="105923" x="2089150" y="2120900"/>
          <p14:tracePt t="105932" x="2082800" y="2133600"/>
          <p14:tracePt t="105949" x="2082800" y="2139950"/>
          <p14:tracePt t="105967" x="2076450" y="2152650"/>
          <p14:tracePt t="105982" x="2070100" y="2165350"/>
          <p14:tracePt t="105999" x="2044700" y="2197100"/>
          <p14:tracePt t="106016" x="2012950" y="2273300"/>
          <p14:tracePt t="106032" x="2000250" y="2305050"/>
          <p14:tracePt t="106049" x="1981200" y="2374900"/>
          <p14:tracePt t="106065" x="1968500" y="2438400"/>
          <p14:tracePt t="106082" x="1968500" y="2463800"/>
          <p14:tracePt t="106099" x="1955800" y="2501900"/>
          <p14:tracePt t="106115" x="1955800" y="2514600"/>
          <p14:tracePt t="106132" x="1955800" y="2520950"/>
          <p14:tracePt t="106149" x="1955800" y="2527300"/>
          <p14:tracePt t="106197" x="1949450" y="2533650"/>
          <p14:tracePt t="106330" x="1949450" y="2527300"/>
          <p14:tracePt t="106744" x="1962150" y="2565400"/>
          <p14:tracePt t="106758" x="2000250" y="2647950"/>
          <p14:tracePt t="106766" x="2032000" y="2749550"/>
          <p14:tracePt t="106780" x="2089150" y="2889250"/>
          <p14:tracePt t="106796" x="2197100" y="3124200"/>
          <p14:tracePt t="106814" x="2266950" y="3251200"/>
          <p14:tracePt t="106829" x="2438400" y="3530600"/>
          <p14:tracePt t="106846" x="2501900" y="3651250"/>
          <p14:tracePt t="106863" x="2679700" y="3968750"/>
          <p14:tracePt t="106879" x="2711450" y="4038600"/>
          <p14:tracePt t="106896" x="2736850" y="4102100"/>
          <p14:tracePt t="106913" x="2762250" y="4191000"/>
          <p14:tracePt t="106929" x="2781300" y="4260850"/>
          <p14:tracePt t="106932" x="2781300" y="4279900"/>
          <p14:tracePt t="106962" x="2787650" y="4318000"/>
          <p14:tracePt t="106979" x="2800350" y="4356100"/>
          <p14:tracePt t="106996" x="2806700" y="4368800"/>
          <p14:tracePt t="107012" x="2819400" y="4400550"/>
          <p14:tracePt t="107029" x="2838450" y="4451350"/>
          <p14:tracePt t="107046" x="2857500" y="4483100"/>
          <p14:tracePt t="107062" x="2889250" y="4559300"/>
          <p14:tracePt t="107079" x="2927350" y="4641850"/>
          <p14:tracePt t="107095" x="2959100" y="4743450"/>
          <p14:tracePt t="107112" x="2978150" y="4775200"/>
          <p14:tracePt t="107128" x="2984500" y="4813300"/>
          <p14:tracePt t="107145" x="2997200" y="4895850"/>
          <p14:tracePt t="107161" x="2997200" y="4914900"/>
          <p14:tracePt t="107180" x="2997200" y="4946650"/>
          <p14:tracePt t="107195" x="2997200" y="4959350"/>
          <p14:tracePt t="107211" x="2997200" y="4965700"/>
          <p14:tracePt t="107229" x="2997200" y="4972050"/>
          <p14:tracePt t="107249" x="2990850" y="4978400"/>
          <p14:tracePt t="107537" x="2990850" y="4972050"/>
          <p14:tracePt t="107551" x="2997200" y="4965700"/>
          <p14:tracePt t="107558" x="2997200" y="4959350"/>
          <p14:tracePt t="107565" x="3003550" y="4959350"/>
          <p14:tracePt t="107580" x="3003550" y="4953000"/>
          <p14:tracePt t="107594" x="3003550" y="4946650"/>
          <p14:tracePt t="107610" x="3009900" y="4946650"/>
          <p14:tracePt t="107630" x="3009900" y="4940300"/>
          <p14:tracePt t="107643" x="3009900" y="4933950"/>
          <p14:tracePt t="107678" x="3016250" y="4927600"/>
          <p14:tracePt t="107706" x="3016250" y="4921250"/>
          <p14:tracePt t="107741" x="3022600" y="4914900"/>
          <p14:tracePt t="107748" x="3028950" y="4914900"/>
          <p14:tracePt t="107769" x="3035300" y="4914900"/>
          <p14:tracePt t="107778" x="3041650" y="4914900"/>
          <p14:tracePt t="107792" x="3048000" y="4914900"/>
          <p14:tracePt t="107810" x="3054350" y="4914900"/>
          <p14:tracePt t="107826" x="3092450" y="4914900"/>
          <p14:tracePt t="107842" x="3149600" y="4914900"/>
          <p14:tracePt t="107859" x="3181350" y="4914900"/>
          <p14:tracePt t="107876" x="3302000" y="4914900"/>
          <p14:tracePt t="107892" x="3416300" y="4895850"/>
          <p14:tracePt t="107910" x="3549650" y="4876800"/>
          <p14:tracePt t="107926" x="3613150" y="4870450"/>
          <p14:tracePt t="107942" x="3683000" y="4864100"/>
          <p14:tracePt t="107959" x="3810000" y="4845050"/>
          <p14:tracePt t="107975" x="3943350" y="4826000"/>
          <p14:tracePt t="107992" x="3994150" y="4813300"/>
          <p14:tracePt t="108009" x="4121150" y="4800600"/>
          <p14:tracePt t="108025" x="4146550" y="4800600"/>
          <p14:tracePt t="108042" x="4178300" y="4787900"/>
          <p14:tracePt t="108058" x="4235450" y="4787900"/>
          <p14:tracePt t="108075" x="4260850" y="4787900"/>
          <p14:tracePt t="108092" x="4273550" y="4787900"/>
          <p14:tracePt t="108108" x="4292600" y="4787900"/>
          <p14:tracePt t="108125" x="4298950" y="4787900"/>
          <p14:tracePt t="108142" x="4305300" y="4787900"/>
          <p14:tracePt t="108170" x="4298950" y="4787900"/>
          <p14:tracePt t="108183" x="4286250" y="4787900"/>
          <p14:tracePt t="108192" x="4267200" y="4781550"/>
          <p14:tracePt t="108207" x="4235450" y="4775200"/>
          <p14:tracePt t="108225" x="4197350" y="4768850"/>
          <p14:tracePt t="108241" x="3949700" y="4737100"/>
          <p14:tracePt t="108258" x="3860800" y="4730750"/>
          <p14:tracePt t="108275" x="3657600" y="4686300"/>
          <p14:tracePt t="108291" x="3460750" y="4654550"/>
          <p14:tracePt t="108308" x="3371850" y="4635500"/>
          <p14:tracePt t="108325" x="3232150" y="4635500"/>
          <p14:tracePt t="108341" x="3124200" y="4641850"/>
          <p14:tracePt t="108358" x="3098800" y="4648200"/>
          <p14:tracePt t="108374" x="3054350" y="4667250"/>
          <p14:tracePt t="108391" x="3048000" y="4673600"/>
          <p14:tracePt t="108407" x="3041650" y="4679950"/>
          <p14:tracePt t="108424" x="3035300" y="4679950"/>
          <p14:tracePt t="108441" x="3035300" y="4692650"/>
          <p14:tracePt t="108457" x="3054350" y="4711700"/>
          <p14:tracePt t="108473" x="3098800" y="4737100"/>
          <p14:tracePt t="108490" x="3130550" y="4762500"/>
          <p14:tracePt t="108507" x="3238500" y="4775200"/>
          <p14:tracePt t="108523" x="3365500" y="4781550"/>
          <p14:tracePt t="108540" x="3435350" y="4762500"/>
          <p14:tracePt t="108557" x="3524250" y="4711700"/>
          <p14:tracePt t="108573" x="3562350" y="4629150"/>
          <p14:tracePt t="108592" x="3530600" y="4540250"/>
          <p14:tracePt t="108606" x="3486150" y="4495800"/>
          <p14:tracePt t="108623" x="3378200" y="4419600"/>
          <p14:tracePt t="108640" x="3251200" y="4387850"/>
          <p14:tracePt t="108656" x="3181350" y="4368800"/>
          <p14:tracePt t="108673" x="3130550" y="4368800"/>
          <p14:tracePt t="108690" x="3016250" y="4400550"/>
          <p14:tracePt t="108706" x="2984500" y="4413250"/>
          <p14:tracePt t="108723" x="2965450" y="4425950"/>
          <p14:tracePt t="108739" x="2933700" y="4470400"/>
          <p14:tracePt t="108756" x="2921000" y="4514850"/>
          <p14:tracePt t="108773" x="2921000" y="4540250"/>
          <p14:tracePt t="108789" x="2933700" y="4591050"/>
          <p14:tracePt t="108806" x="2984500" y="4660900"/>
          <p14:tracePt t="108824" x="3067050" y="4730750"/>
          <p14:tracePt t="108839" x="3111500" y="4768850"/>
          <p14:tracePt t="108856" x="3238500" y="4832350"/>
          <p14:tracePt t="108873" x="3397250" y="4883150"/>
          <p14:tracePt t="108889" x="3460750" y="4889500"/>
          <p14:tracePt t="108906" x="3556000" y="4889500"/>
          <p14:tracePt t="108922" x="3594100" y="4889500"/>
          <p14:tracePt t="108939" x="3600450" y="4889500"/>
          <p14:tracePt t="108956" x="3606800" y="4864100"/>
          <p14:tracePt t="108972" x="3581400" y="4813300"/>
          <p14:tracePt t="108988" x="3568700" y="4794250"/>
          <p14:tracePt t="109006" x="3543300" y="4768850"/>
          <p14:tracePt t="109022" x="3467100" y="4730750"/>
          <p14:tracePt t="109038" x="3384550" y="4711700"/>
          <p14:tracePt t="109055" x="3308350" y="4711700"/>
          <p14:tracePt t="109071" x="3263900" y="4724400"/>
          <p14:tracePt t="109088" x="3213100" y="4743450"/>
          <p14:tracePt t="109105" x="3187700" y="4762500"/>
          <p14:tracePt t="109121" x="3181350" y="4768850"/>
          <p14:tracePt t="109139" x="3168650" y="4775200"/>
          <p14:tracePt t="109155" x="3168650" y="4781550"/>
          <p14:tracePt t="109202" x="3168650" y="4787900"/>
          <p14:tracePt t="109756" x="3149600" y="4787900"/>
          <p14:tracePt t="109763" x="3105150" y="4787900"/>
          <p14:tracePt t="109777" x="3048000" y="4787900"/>
          <p14:tracePt t="109786" x="2984500" y="4787900"/>
          <p14:tracePt t="109802" x="2921000" y="4787900"/>
          <p14:tracePt t="109819" x="2768600" y="4768850"/>
          <p14:tracePt t="109836" x="2590800" y="4756150"/>
          <p14:tracePt t="109852" x="2495550" y="4749800"/>
          <p14:tracePt t="109869" x="2343150" y="4730750"/>
          <p14:tracePt t="109886" x="2266950" y="4730750"/>
          <p14:tracePt t="109902" x="2146300" y="4718050"/>
          <p14:tracePt t="109919" x="2032000" y="4730750"/>
          <p14:tracePt t="109936" x="1987550" y="4737100"/>
          <p14:tracePt t="109939" x="1936750" y="4749800"/>
          <p14:tracePt t="109953" x="1898650" y="4749800"/>
          <p14:tracePt t="109968" x="1828800" y="4749800"/>
          <p14:tracePt t="109985" x="1803400" y="4756150"/>
          <p14:tracePt t="110002" x="1733550" y="4762500"/>
          <p14:tracePt t="110018" x="1682750" y="4768850"/>
          <p14:tracePt t="110035" x="1663700" y="4768850"/>
          <p14:tracePt t="110052" x="1612900" y="4768850"/>
          <p14:tracePt t="110068" x="1568450" y="4768850"/>
          <p14:tracePt t="110085" x="1549400" y="4768850"/>
          <p14:tracePt t="110101" x="1524000" y="4768850"/>
          <p14:tracePt t="110118" x="1492250" y="4768850"/>
          <p14:tracePt t="110135" x="1466850" y="4768850"/>
          <p14:tracePt t="110151" x="1460500" y="4768850"/>
          <p14:tracePt t="110168" x="1454150" y="4768850"/>
          <p14:tracePt t="110185" x="1447800" y="4768850"/>
          <p14:tracePt t="110227" x="1441450" y="4768850"/>
          <p14:tracePt t="110346" x="1435100" y="4768850"/>
          <p14:tracePt t="110676" x="1447800" y="4768850"/>
          <p14:tracePt t="110690" x="1485900" y="4775200"/>
          <p14:tracePt t="110697" x="1543050" y="4794250"/>
          <p14:tracePt t="110711" x="1593850" y="4794250"/>
          <p14:tracePt t="110719" x="1670050" y="4806950"/>
          <p14:tracePt t="110735" x="1746250" y="4806950"/>
          <p14:tracePt t="110749" x="1924050" y="4806950"/>
          <p14:tracePt t="110766" x="2012950" y="4813300"/>
          <p14:tracePt t="110783" x="2159000" y="4813300"/>
          <p14:tracePt t="110799" x="2222500" y="4826000"/>
          <p14:tracePt t="110817" x="2292350" y="4826000"/>
          <p14:tracePt t="110832" x="2305050" y="4826000"/>
          <p14:tracePt t="110849" x="2311400" y="4826000"/>
          <p14:tracePt t="111203" x="2324100" y="4826000"/>
          <p14:tracePt t="111210" x="2336800" y="4826000"/>
          <p14:tracePt t="111224" x="2349500" y="4826000"/>
          <p14:tracePt t="111233" x="2368550" y="4826000"/>
          <p14:tracePt t="111247" x="2393950" y="4826000"/>
          <p14:tracePt t="111264" x="2444750" y="4826000"/>
          <p14:tracePt t="111281" x="2482850" y="4826000"/>
          <p14:tracePt t="111297" x="2501900" y="4832350"/>
          <p14:tracePt t="111314" x="2514600" y="4832350"/>
          <p14:tracePt t="111331" x="2533650" y="4832350"/>
          <p14:tracePt t="111364" x="2540000" y="4832350"/>
          <p14:tracePt t="111561" x="2546350" y="4832350"/>
          <p14:tracePt t="111575" x="2552700" y="4832350"/>
          <p14:tracePt t="111583" x="2552700" y="4826000"/>
          <p14:tracePt t="111596" x="2565400" y="4826000"/>
          <p14:tracePt t="111613" x="2590800" y="4819650"/>
          <p14:tracePt t="111629" x="2603500" y="4819650"/>
          <p14:tracePt t="111646" x="2647950" y="4813300"/>
          <p14:tracePt t="111663" x="2679700" y="4813300"/>
          <p14:tracePt t="111680" x="2692400" y="4813300"/>
          <p14:tracePt t="111696" x="2705100" y="4806950"/>
          <p14:tracePt t="111712" x="2711450" y="4806950"/>
          <p14:tracePt t="111730" x="2724150" y="4806950"/>
          <p14:tracePt t="111855" x="2730500" y="4806950"/>
          <p14:tracePt t="111891" x="2743200" y="4806950"/>
          <p14:tracePt t="111926" x="2755900" y="4806950"/>
          <p14:tracePt t="111933" x="2762250" y="4806950"/>
          <p14:tracePt t="111944" x="2768600" y="4800600"/>
          <p14:tracePt t="111962" x="2806700" y="4800600"/>
          <p14:tracePt t="111978" x="2838450" y="4794250"/>
          <p14:tracePt t="111995" x="2857500" y="4787900"/>
          <p14:tracePt t="112012" x="2927350" y="4787900"/>
          <p14:tracePt t="112028" x="2946400" y="4781550"/>
          <p14:tracePt t="112045" x="2959100" y="4781550"/>
          <p14:tracePt t="112061" x="2984500" y="4775200"/>
          <p14:tracePt t="112078" x="3003550" y="4768850"/>
          <p14:tracePt t="112095" x="3009900" y="4768850"/>
          <p14:tracePt t="112111" x="3016250" y="4768850"/>
          <p14:tracePt t="112127" x="3022600" y="4768850"/>
          <p14:tracePt t="112172" x="3028950" y="4768850"/>
          <p14:tracePt t="112207" x="3035300" y="4768850"/>
          <p14:tracePt t="112229" x="3041650" y="4768850"/>
          <p14:tracePt t="112236" x="3048000" y="4768850"/>
          <p14:tracePt t="112250" x="3054350" y="4768850"/>
          <p14:tracePt t="112271" x="3067050" y="4768850"/>
          <p14:tracePt t="112285" x="3092450" y="4768850"/>
          <p14:tracePt t="112298" x="3098800" y="4768850"/>
          <p14:tracePt t="112314" x="3124200" y="4768850"/>
          <p14:tracePt t="112327" x="3136900" y="4768850"/>
          <p14:tracePt t="112344" x="3143250" y="4768850"/>
          <p14:tracePt t="112360" x="3175000" y="4768850"/>
          <p14:tracePt t="112377" x="3187700" y="4768850"/>
          <p14:tracePt t="112393" x="3206750" y="4768850"/>
          <p14:tracePt t="112426" x="3219450" y="4768850"/>
          <p14:tracePt t="112460" x="3225800" y="4768850"/>
          <p14:tracePt t="112481" x="3232150" y="4768850"/>
          <p14:tracePt t="112502" x="3244850" y="4768850"/>
          <p14:tracePt t="112512" x="3251200" y="4775200"/>
          <p14:tracePt t="112526" x="3263900" y="4775200"/>
          <p14:tracePt t="112543" x="3302000" y="4781550"/>
          <p14:tracePt t="112560" x="3352800" y="4787900"/>
          <p14:tracePt t="112576" x="3409950" y="4806950"/>
          <p14:tracePt t="112593" x="3435350" y="4813300"/>
          <p14:tracePt t="112609" x="3486150" y="4826000"/>
          <p14:tracePt t="112626" x="3505200" y="4826000"/>
          <p14:tracePt t="112644" x="3556000" y="4832350"/>
          <p14:tracePt t="112659" x="3568700" y="4832350"/>
          <p14:tracePt t="112676" x="3581400" y="4838700"/>
          <p14:tracePt t="112693" x="3606800" y="4838700"/>
          <p14:tracePt t="112709" x="3625850" y="4838700"/>
          <p14:tracePt t="112742" x="3638550" y="4845050"/>
          <p14:tracePt t="112759" x="3651250" y="4845050"/>
          <p14:tracePt t="112777" x="3657600" y="4845050"/>
          <p14:tracePt t="112819" x="3663950" y="4845050"/>
          <p14:tracePt t="112966" x="3663950" y="4838700"/>
          <p14:tracePt t="114039" x="3657600" y="4838700"/>
          <p14:tracePt t="114045" x="3644900" y="4832350"/>
          <p14:tracePt t="114060" x="3638550" y="4832350"/>
          <p14:tracePt t="114070" x="3625850" y="4832350"/>
          <p14:tracePt t="114088" x="3594100" y="4826000"/>
          <p14:tracePt t="114104" x="3556000" y="4819650"/>
          <p14:tracePt t="114121" x="3524250" y="4819650"/>
          <p14:tracePt t="114138" x="3473450" y="4813300"/>
          <p14:tracePt t="114154" x="3441700" y="4813300"/>
          <p14:tracePt t="114171" x="3422650" y="4813300"/>
          <p14:tracePt t="114187" x="3403600" y="4813300"/>
          <p14:tracePt t="114204" x="3397250" y="4813300"/>
          <p14:tracePt t="114221" x="3390900" y="4813300"/>
          <p14:tracePt t="114237" x="3384550" y="4813300"/>
          <p14:tracePt t="114273" x="3378200" y="4813300"/>
          <p14:tracePt t="114650" x="3371850" y="4813300"/>
          <p14:tracePt t="114713" x="3384550" y="4813300"/>
          <p14:tracePt t="114727" x="3390900" y="4813300"/>
          <p14:tracePt t="114748" x="3403600" y="4806950"/>
          <p14:tracePt t="114762" x="3416300" y="4806950"/>
          <p14:tracePt t="114771" x="3441700" y="4800600"/>
          <p14:tracePt t="114785" x="3460750" y="4800600"/>
          <p14:tracePt t="114802" x="3524250" y="4800600"/>
          <p14:tracePt t="114819" x="3594100" y="4800600"/>
          <p14:tracePt t="114835" x="3632200" y="4800600"/>
          <p14:tracePt t="114852" x="3702050" y="4800600"/>
          <p14:tracePt t="114869" x="3740150" y="4800600"/>
          <p14:tracePt t="114885" x="3765550" y="4800600"/>
          <p14:tracePt t="114902" x="3778250" y="4800600"/>
          <p14:tracePt t="114918" x="3784600" y="4800600"/>
          <p14:tracePt t="114980" x="3784600" y="4794250"/>
          <p14:tracePt t="115382" x="3790950" y="4800600"/>
          <p14:tracePt t="115396" x="3790950" y="4813300"/>
          <p14:tracePt t="115403" x="3816350" y="4826000"/>
          <p14:tracePt t="115419" x="3835400" y="4838700"/>
          <p14:tracePt t="115433" x="3867150" y="4857750"/>
          <p14:tracePt t="115450" x="3949700" y="4883150"/>
          <p14:tracePt t="115467" x="4083050" y="4908550"/>
          <p14:tracePt t="115483" x="4159250" y="4921250"/>
          <p14:tracePt t="115499" x="4356100" y="4940300"/>
          <p14:tracePt t="115516" x="4546600" y="4953000"/>
          <p14:tracePt t="115532" x="4648200" y="4953000"/>
          <p14:tracePt t="115549" x="4813300" y="4953000"/>
          <p14:tracePt t="115566" x="4940300" y="4946650"/>
          <p14:tracePt t="115582" x="4984750" y="4940300"/>
          <p14:tracePt t="115599" x="5010150" y="4933950"/>
          <p14:tracePt t="115615" x="5067300" y="4921250"/>
          <p14:tracePt t="115632" x="5092700" y="4921250"/>
          <p14:tracePt t="115649" x="5137150" y="4908550"/>
          <p14:tracePt t="115665" x="5168900" y="4902200"/>
          <p14:tracePt t="115682" x="5238750" y="4889500"/>
          <p14:tracePt t="115699" x="5289550" y="4870450"/>
          <p14:tracePt t="115715" x="5321300" y="4864100"/>
          <p14:tracePt t="115732" x="5372100" y="4857750"/>
          <p14:tracePt t="115749" x="5422900" y="4838700"/>
          <p14:tracePt t="115766" x="5448300" y="4819650"/>
          <p14:tracePt t="115782" x="5492750" y="4800600"/>
          <p14:tracePt t="115798" x="5537200" y="4781550"/>
          <p14:tracePt t="115815" x="5549900" y="4775200"/>
          <p14:tracePt t="115832" x="5562600" y="4762500"/>
          <p14:tracePt t="115848" x="5556250" y="4743450"/>
          <p14:tracePt t="115865" x="5524500" y="4737100"/>
          <p14:tracePt t="115882" x="5416550" y="4711700"/>
          <p14:tracePt t="115898" x="5327650" y="4692650"/>
          <p14:tracePt t="115915" x="5086350" y="4679950"/>
          <p14:tracePt t="115931" x="4787900" y="4667250"/>
          <p14:tracePt t="115948" x="4622800" y="4654550"/>
          <p14:tracePt t="115965" x="4248150" y="4660900"/>
          <p14:tracePt t="115981" x="4146550" y="4673600"/>
          <p14:tracePt t="115998" x="4038600" y="4679950"/>
          <p14:tracePt t="116001" x="3962400" y="4679950"/>
          <p14:tracePt t="116015" x="3835400" y="4699000"/>
          <p14:tracePt t="116031" x="3803650" y="4718050"/>
          <p14:tracePt t="116048" x="3771900" y="4724400"/>
          <p14:tracePt t="116064" x="3746500" y="4737100"/>
          <p14:tracePt t="116081" x="3740150" y="4743450"/>
          <p14:tracePt t="116097" x="3733800" y="4743450"/>
          <p14:tracePt t="116114" x="3733800" y="4749800"/>
          <p14:tracePt t="116131" x="3740150" y="4762500"/>
          <p14:tracePt t="116148" x="3759200" y="4794250"/>
          <p14:tracePt t="116163" x="3784600" y="4813300"/>
          <p14:tracePt t="116180" x="3835400" y="4845050"/>
          <p14:tracePt t="116198" x="3905250" y="4870450"/>
          <p14:tracePt t="116214" x="3949700" y="4870450"/>
          <p14:tracePt t="116230" x="4051300" y="4876800"/>
          <p14:tracePt t="116247" x="4171950" y="4845050"/>
          <p14:tracePt t="116264" x="4229100" y="4819650"/>
          <p14:tracePt t="116280" x="4286250" y="4781550"/>
          <p14:tracePt t="116297" x="4381500" y="4699000"/>
          <p14:tracePt t="116313" x="4394200" y="4667250"/>
          <p14:tracePt t="116331" x="4381500" y="4622800"/>
          <p14:tracePt t="116346" x="4362450" y="4597400"/>
          <p14:tracePt t="116363" x="4248150" y="4546600"/>
          <p14:tracePt t="116380" x="4076700" y="4502150"/>
          <p14:tracePt t="116396" x="3987800" y="4502150"/>
          <p14:tracePt t="116413" x="3822700" y="4502150"/>
          <p14:tracePt t="116430" x="3651250" y="4527550"/>
          <p14:tracePt t="116446" x="3587750" y="4559300"/>
          <p14:tracePt t="116463" x="3511550" y="4597400"/>
          <p14:tracePt t="116479" x="3473450" y="4641850"/>
          <p14:tracePt t="116496" x="3467100" y="4660900"/>
          <p14:tracePt t="116499" x="3467100" y="4686300"/>
          <p14:tracePt t="116513" x="3467100" y="4711700"/>
          <p14:tracePt t="116529" x="3473450" y="4756150"/>
          <p14:tracePt t="116546" x="3486150" y="4768850"/>
          <p14:tracePt t="116563" x="3524250" y="4813300"/>
          <p14:tracePt t="116579" x="3549650" y="4838700"/>
          <p14:tracePt t="116596" x="3562350" y="4851400"/>
          <p14:tracePt t="116612" x="3581400" y="4864100"/>
          <p14:tracePt t="116629" x="3594100" y="4864100"/>
          <p14:tracePt t="116645" x="3594100" y="4870450"/>
          <p14:tracePt t="116662" x="3600450" y="4870450"/>
          <p14:tracePt t="116682" x="3606800" y="4870450"/>
          <p14:tracePt t="116773" x="3613150" y="4870450"/>
          <p14:tracePt t="116872" x="3619500" y="4883150"/>
          <p14:tracePt t="116893" x="3632200" y="4889500"/>
          <p14:tracePt t="116900" x="3644900" y="4902200"/>
          <p14:tracePt t="116914" x="3676650" y="4914900"/>
          <p14:tracePt t="116928" x="3778250" y="4953000"/>
          <p14:tracePt t="116945" x="3867150" y="4978400"/>
          <p14:tracePt t="116961" x="3962400" y="5010150"/>
          <p14:tracePt t="116978" x="4178300" y="5073650"/>
          <p14:tracePt t="116994" x="4298950" y="5099050"/>
          <p14:tracePt t="117011" x="4540250" y="5118100"/>
          <p14:tracePt t="117028" x="4648200" y="5118100"/>
          <p14:tracePt t="117044" x="4883150" y="5105400"/>
          <p14:tracePt t="117061" x="4972050" y="5092700"/>
          <p14:tracePt t="117077" x="5137150" y="5060950"/>
          <p14:tracePt t="117094" x="5232400" y="5029200"/>
          <p14:tracePt t="117110" x="5308600" y="5010150"/>
          <p14:tracePt t="117127" x="5486400" y="4940300"/>
          <p14:tracePt t="117144" x="5549900" y="4902200"/>
          <p14:tracePt t="117160" x="5721350" y="4826000"/>
          <p14:tracePt t="117177" x="5753100" y="4813300"/>
          <p14:tracePt t="117194" x="5772150" y="4794250"/>
          <p14:tracePt t="117210" x="5791200" y="4794250"/>
          <p14:tracePt t="117227" x="5797550" y="4794250"/>
          <p14:tracePt t="118192" x="5791200" y="4794250"/>
          <p14:tracePt t="118206" x="5778500" y="4794250"/>
          <p14:tracePt t="118213" x="5765800" y="4794250"/>
          <p14:tracePt t="118227" x="5753100" y="4794250"/>
          <p14:tracePt t="118240" x="5715000" y="4794250"/>
          <p14:tracePt t="118256" x="5613400" y="4806950"/>
          <p14:tracePt t="118273" x="5511800" y="4806950"/>
          <p14:tracePt t="118290" x="5397500" y="4800600"/>
          <p14:tracePt t="118306" x="4953000" y="4781550"/>
          <p14:tracePt t="118323" x="4756150" y="4756150"/>
          <p14:tracePt t="118340" x="4451350" y="4730750"/>
          <p14:tracePt t="118356" x="4184650" y="4711700"/>
          <p14:tracePt t="118373" x="4083050" y="4699000"/>
          <p14:tracePt t="118390" x="3905250" y="4692650"/>
          <p14:tracePt t="118406" x="3803650" y="4692650"/>
          <p14:tracePt t="118422" x="3765550" y="4692650"/>
          <p14:tracePt t="118439" x="3721100" y="4692650"/>
          <p14:tracePt t="118456" x="3708400" y="4692650"/>
          <p14:tracePt t="118473" x="3695700" y="4699000"/>
          <p14:tracePt t="118718" x="3683000" y="4705350"/>
          <p14:tracePt t="118726" x="3670300" y="4705350"/>
          <p14:tracePt t="118741" x="3657600" y="4711700"/>
          <p14:tracePt t="118755" x="3619500" y="4724400"/>
          <p14:tracePt t="118771" x="3606800" y="4724400"/>
          <p14:tracePt t="118789" x="3594100" y="4730750"/>
          <p14:tracePt t="118805" x="3581400" y="4737100"/>
          <p14:tracePt t="118821" x="3543300" y="4749800"/>
          <p14:tracePt t="118839" x="3505200" y="4768850"/>
          <p14:tracePt t="118855" x="3479800" y="4781550"/>
          <p14:tracePt t="118871" x="3429000" y="4794250"/>
          <p14:tracePt t="118888" x="3371850" y="4806950"/>
          <p14:tracePt t="118905" x="3359150" y="4806950"/>
          <p14:tracePt t="118921" x="3333750" y="4813300"/>
          <p14:tracePt t="118937" x="3321050" y="4819650"/>
          <p14:tracePt t="118954" x="3314700" y="4819650"/>
          <p14:tracePt t="119084" x="3308350" y="4819650"/>
          <p14:tracePt t="119105" x="3302000" y="4826000"/>
          <p14:tracePt t="119112" x="3295650" y="4826000"/>
          <p14:tracePt t="119401" x="3238500" y="4826000"/>
          <p14:tracePt t="119408" x="3124200" y="4826000"/>
          <p14:tracePt t="119422" x="3022600" y="4826000"/>
          <p14:tracePt t="119437" x="2825750" y="4794250"/>
          <p14:tracePt t="119452" x="2736850" y="4775200"/>
          <p14:tracePt t="119469" x="2641600" y="4756150"/>
          <p14:tracePt t="119486" x="2489200" y="4724400"/>
          <p14:tracePt t="119502" x="2355850" y="4692650"/>
          <p14:tracePt t="119521" x="2235200" y="4679950"/>
          <p14:tracePt t="119536" x="2197100" y="4679950"/>
          <p14:tracePt t="119552" x="2146300" y="4679950"/>
          <p14:tracePt t="119570" x="2120900" y="4679950"/>
          <p14:tracePt t="119602" x="2095500" y="4679950"/>
          <p14:tracePt t="119619" x="2082800" y="4679950"/>
          <p14:tracePt t="119635" x="2070100" y="4686300"/>
          <p14:tracePt t="119652" x="2057400" y="4692650"/>
          <p14:tracePt t="119668" x="2044700" y="4699000"/>
          <p14:tracePt t="119685" x="2038350" y="4699000"/>
          <p14:tracePt t="119718" x="2032000" y="4699000"/>
          <p14:tracePt t="120532" x="2032000" y="4705350"/>
          <p14:tracePt t="120553" x="2038350" y="4711700"/>
          <p14:tracePt t="120560" x="2044700" y="4711700"/>
          <p14:tracePt t="120574" x="2051050" y="4711700"/>
          <p14:tracePt t="120582" x="2057400" y="4718050"/>
          <p14:tracePt t="120598" x="2063750" y="4724400"/>
          <p14:tracePt t="120615" x="2076450" y="4730750"/>
          <p14:tracePt t="120631" x="2171700" y="4762500"/>
          <p14:tracePt t="120648" x="2209800" y="4762500"/>
          <p14:tracePt t="120665" x="2343150" y="4794250"/>
          <p14:tracePt t="120681" x="2419350" y="4800600"/>
          <p14:tracePt t="120698" x="2578100" y="4819650"/>
          <p14:tracePt t="120715" x="2743200" y="4838700"/>
          <p14:tracePt t="120731" x="2819400" y="4838700"/>
          <p14:tracePt t="120748" x="2946400" y="4851400"/>
          <p14:tracePt t="120765" x="3041650" y="4851400"/>
          <p14:tracePt t="120781" x="3079750" y="4851400"/>
          <p14:tracePt t="120798" x="3136900" y="4857750"/>
          <p14:tracePt t="120814" x="3175000" y="4857750"/>
          <p14:tracePt t="120831" x="3187700" y="4857750"/>
          <p14:tracePt t="120848" x="3213100" y="4857750"/>
          <p14:tracePt t="120864" x="3225800" y="4857750"/>
          <p14:tracePt t="120881" x="3232150" y="4857750"/>
          <p14:tracePt t="121087" x="3168650" y="4857750"/>
          <p14:tracePt t="121094" x="3079750" y="4851400"/>
          <p14:tracePt t="121101" x="2965450" y="4845050"/>
          <p14:tracePt t="121116" x="2851150" y="4845050"/>
          <p14:tracePt t="121130" x="2736850" y="4832350"/>
          <p14:tracePt t="121148" x="2508250" y="4813300"/>
          <p14:tracePt t="121164" x="2349500" y="4800600"/>
          <p14:tracePt t="121180" x="2298700" y="4794250"/>
          <p14:tracePt t="121196" x="2241550" y="4794250"/>
          <p14:tracePt t="121214" x="2216150" y="4794250"/>
          <p14:tracePt t="121230" x="2209800" y="4794250"/>
          <p14:tracePt t="121265" x="2203450" y="4794250"/>
          <p14:tracePt t="121333" x="2209800" y="4794250"/>
          <p14:tracePt t="121347" x="2222500" y="4787900"/>
          <p14:tracePt t="121353" x="2235200" y="4787900"/>
          <p14:tracePt t="121368" x="2247900" y="4787900"/>
          <p14:tracePt t="121379" x="2266950" y="4787900"/>
          <p14:tracePt t="121396" x="2343150" y="4787900"/>
          <p14:tracePt t="121412" x="2413000" y="4787900"/>
          <p14:tracePt t="121429" x="2565400" y="4800600"/>
          <p14:tracePt t="121445" x="2667000" y="4800600"/>
          <p14:tracePt t="121462" x="2768600" y="4806950"/>
          <p14:tracePt t="121479" x="2984500" y="4806950"/>
          <p14:tracePt t="121495" x="3149600" y="4819650"/>
          <p14:tracePt t="121512" x="3232150" y="4819650"/>
          <p14:tracePt t="121529" x="3270250" y="4819650"/>
          <p14:tracePt t="121545" x="3282950" y="4819650"/>
          <p14:tracePt t="121613" x="3289300" y="4819650"/>
          <p14:tracePt t="121705" x="3295650" y="4819650"/>
          <p14:tracePt t="121740" x="3308350" y="4819650"/>
          <p14:tracePt t="121754" x="3314700" y="4813300"/>
          <p14:tracePt t="121775" x="3327400" y="4806950"/>
          <p14:tracePt t="121789" x="3333750" y="4806950"/>
          <p14:tracePt t="121797" x="3333750" y="4800600"/>
          <p14:tracePt t="121812" x="3346450" y="4787900"/>
          <p14:tracePt t="121827" x="3365500" y="4768850"/>
          <p14:tracePt t="121844" x="3378200" y="4749800"/>
          <p14:tracePt t="121861" x="3371850" y="4699000"/>
          <p14:tracePt t="121877" x="3365500" y="4673600"/>
          <p14:tracePt t="121896" x="3276600" y="4591050"/>
          <p14:tracePt t="121910" x="3232150" y="4572000"/>
          <p14:tracePt t="121927" x="3181350" y="4565650"/>
          <p14:tracePt t="121944" x="3073400" y="4565650"/>
          <p14:tracePt t="121960" x="2971800" y="4610100"/>
          <p14:tracePt t="121977" x="2940050" y="4635500"/>
          <p14:tracePt t="121994" x="2895600" y="4692650"/>
          <p14:tracePt t="122010" x="2876550" y="4718050"/>
          <p14:tracePt t="122027" x="2882900" y="4737100"/>
          <p14:tracePt t="122043" x="2908300" y="4768850"/>
          <p14:tracePt t="122060" x="2978150" y="4800600"/>
          <p14:tracePt t="122077" x="3086100" y="4813300"/>
          <p14:tracePt t="122093" x="3136900" y="4813300"/>
          <p14:tracePt t="122110" x="3282950" y="4813300"/>
          <p14:tracePt t="122127" x="3346450" y="4813300"/>
          <p14:tracePt t="122143" x="3429000" y="4775200"/>
          <p14:tracePt t="122160" x="3454400" y="4762500"/>
          <p14:tracePt t="122177" x="3479800" y="4743450"/>
          <p14:tracePt t="122193" x="3479800" y="4737100"/>
          <p14:tracePt t="122210" x="3473450" y="4718050"/>
          <p14:tracePt t="122226" x="3435350" y="4679950"/>
          <p14:tracePt t="122243" x="3390900" y="4622800"/>
          <p14:tracePt t="122260" x="3327400" y="4597400"/>
          <p14:tracePt t="122276" x="3295650" y="4584700"/>
          <p14:tracePt t="122292" x="3244850" y="4578350"/>
          <p14:tracePt t="122310" x="3187700" y="4578350"/>
          <p14:tracePt t="122326" x="3175000" y="4578350"/>
          <p14:tracePt t="122342" x="3143250" y="4591050"/>
          <p14:tracePt t="122359" x="3130550" y="4597400"/>
          <p14:tracePt t="122376" x="3124200" y="4597400"/>
          <p14:tracePt t="122393" x="3117850" y="4603750"/>
          <p14:tracePt t="122808" x="3086100" y="4603750"/>
          <p14:tracePt t="122822" x="3028950" y="4616450"/>
          <p14:tracePt t="122829" x="2971800" y="4622800"/>
          <p14:tracePt t="122844" x="2921000" y="4629150"/>
          <p14:tracePt t="122857" x="2857500" y="4641850"/>
          <p14:tracePt t="122874" x="2698750" y="4648200"/>
          <p14:tracePt t="122891" x="2635250" y="4660900"/>
          <p14:tracePt t="122907" x="2520950" y="4667250"/>
          <p14:tracePt t="122924" x="2400300" y="4686300"/>
          <p14:tracePt t="122941" x="2330450" y="4692650"/>
          <p14:tracePt t="122957" x="2298700" y="4705350"/>
          <p14:tracePt t="122973" x="2273300" y="4711700"/>
          <p14:tracePt t="122991" x="2260600" y="4718050"/>
          <p14:tracePt t="123007" x="2247900" y="4718050"/>
          <p14:tracePt t="123023" x="2241550" y="4718050"/>
          <p14:tracePt t="123040" x="2228850" y="4718050"/>
          <p14:tracePt t="123056" x="2216150" y="4718050"/>
          <p14:tracePt t="123073" x="2209800" y="4718050"/>
          <p14:tracePt t="123090" x="2197100" y="4718050"/>
          <p14:tracePt t="123106" x="2190750" y="4718050"/>
          <p14:tracePt t="123126" x="2184400" y="4711700"/>
          <p14:tracePt t="123140" x="2190750" y="4705350"/>
          <p14:tracePt t="123591" x="2178050" y="4718050"/>
          <p14:tracePt t="123606" x="2165350" y="4730750"/>
          <p14:tracePt t="123612" x="2159000" y="4743450"/>
          <p14:tracePt t="123626" x="2146300" y="4756150"/>
          <p14:tracePt t="123638" x="2139950" y="4768850"/>
          <p14:tracePt t="123655" x="2120900" y="4787900"/>
          <p14:tracePt t="123671" x="2114550" y="4800600"/>
          <p14:tracePt t="123688" x="2101850" y="4819650"/>
          <p14:tracePt t="123705" x="2089150" y="4832350"/>
          <p14:tracePt t="123721" x="2082800" y="4838700"/>
          <p14:tracePt t="123739" x="2082800" y="4845050"/>
          <p14:tracePt t="123886" x="2082800" y="4851400"/>
          <p14:tracePt t="124005" x="2082800" y="4857750"/>
          <p14:tracePt t="124026" x="2089150" y="4864100"/>
          <p14:tracePt t="124034" x="2095500" y="4864100"/>
          <p14:tracePt t="124048" x="2101850" y="4870450"/>
          <p14:tracePt t="124056" x="2114550" y="4870450"/>
          <p14:tracePt t="124076" x="2127250" y="4870450"/>
          <p14:tracePt t="124086" x="2139950" y="4870450"/>
          <p14:tracePt t="124104" x="2152650" y="4870450"/>
          <p14:tracePt t="124119" x="2184400" y="4876800"/>
          <p14:tracePt t="124136" x="2203450" y="4876800"/>
          <p14:tracePt t="124154" x="2228850" y="4876800"/>
          <p14:tracePt t="124169" x="2235200" y="4876800"/>
          <p14:tracePt t="124186" x="2241550" y="4876800"/>
          <p14:tracePt t="124203" x="2247900" y="4876800"/>
          <p14:tracePt t="124272" x="2241550" y="4876800"/>
          <p14:tracePt t="124293" x="2228850" y="4876800"/>
          <p14:tracePt t="124307" x="2222500" y="4876800"/>
          <p14:tracePt t="124314" x="2203450" y="4876800"/>
          <p14:tracePt t="124329" x="2190750" y="4876800"/>
          <p14:tracePt t="124338" x="2165350" y="4876800"/>
          <p14:tracePt t="124352" x="2133600" y="4876800"/>
          <p14:tracePt t="124369" x="2057400" y="4883150"/>
          <p14:tracePt t="124386" x="1981200" y="4902200"/>
          <p14:tracePt t="124402" x="1955800" y="4908550"/>
          <p14:tracePt t="124419" x="1911350" y="4921250"/>
          <p14:tracePt t="124435" x="1885950" y="4927600"/>
          <p14:tracePt t="124452" x="1873250" y="4933950"/>
          <p14:tracePt t="124469" x="1866900" y="4933950"/>
          <p14:tracePt t="124485" x="1873250" y="4953000"/>
          <p14:tracePt t="124502" x="1885950" y="4959350"/>
          <p14:tracePt t="124519" x="1917700" y="4965700"/>
          <p14:tracePt t="124535" x="1943100" y="4972050"/>
          <p14:tracePt t="124551" x="2000250" y="4978400"/>
          <p14:tracePt t="124568" x="2063750" y="4978400"/>
          <p14:tracePt t="124585" x="2108200" y="4972050"/>
          <p14:tracePt t="124601" x="2159000" y="4940300"/>
          <p14:tracePt t="124618" x="2184400" y="4914900"/>
          <p14:tracePt t="124635" x="2190750" y="4908550"/>
          <p14:tracePt t="124637" x="2203450" y="4902200"/>
          <p14:tracePt t="124651" x="2203450" y="4895850"/>
          <p14:tracePt t="124668" x="2203450" y="4883150"/>
          <p14:tracePt t="124684" x="2197100" y="4876800"/>
          <p14:tracePt t="124701" x="2184400" y="4857750"/>
          <p14:tracePt t="124718" x="2171700" y="4851400"/>
          <p14:tracePt t="124734" x="2159000" y="4845050"/>
          <p14:tracePt t="124751" x="2114550" y="4838700"/>
          <p14:tracePt t="124768" x="2063750" y="4838700"/>
          <p14:tracePt t="124785" x="2038350" y="4838700"/>
          <p14:tracePt t="124801" x="1974850" y="4857750"/>
          <p14:tracePt t="124817" x="1943100" y="4883150"/>
          <p14:tracePt t="124835" x="1892300" y="4940300"/>
          <p14:tracePt t="124850" x="1879600" y="4959350"/>
          <p14:tracePt t="124867" x="1873250" y="4972050"/>
          <p14:tracePt t="124884" x="1866900" y="4991100"/>
          <p14:tracePt t="124900" x="1866900" y="4997450"/>
          <p14:tracePt t="124917" x="1866900" y="5003800"/>
          <p14:tracePt t="124949" x="1866900" y="4997450"/>
          <p14:tracePt t="124966" x="1873250" y="4997450"/>
          <p14:tracePt t="125450" x="1885950" y="5003800"/>
          <p14:tracePt t="125457" x="1905000" y="5022850"/>
          <p14:tracePt t="125471" x="1924050" y="5029200"/>
          <p14:tracePt t="125481" x="1955800" y="5041900"/>
          <p14:tracePt t="125499" x="2025650" y="5048250"/>
          <p14:tracePt t="125515" x="2063750" y="5048250"/>
          <p14:tracePt t="125531" x="2146300" y="5029200"/>
          <p14:tracePt t="125548" x="2247900" y="4972050"/>
          <p14:tracePt t="125565" x="2292350" y="4933950"/>
          <p14:tracePt t="125581" x="2330450" y="4902200"/>
          <p14:tracePt t="125598" x="2362200" y="4832350"/>
          <p14:tracePt t="125614" x="2349500" y="4806950"/>
          <p14:tracePt t="125631" x="2336800" y="4794250"/>
          <p14:tracePt t="125647" x="2286000" y="4756150"/>
          <p14:tracePt t="125664" x="2197100" y="4724400"/>
          <p14:tracePt t="125682" x="2114550" y="4699000"/>
          <p14:tracePt t="125697" x="2057400" y="4686300"/>
          <p14:tracePt t="125714" x="1943100" y="4686300"/>
          <p14:tracePt t="125731" x="1835150" y="4699000"/>
          <p14:tracePt t="125747" x="1797050" y="4718050"/>
          <p14:tracePt t="125764" x="1720850" y="4756150"/>
          <p14:tracePt t="125781" x="1695450" y="4787900"/>
          <p14:tracePt t="125797" x="1695450" y="4800600"/>
          <p14:tracePt t="125814" x="1695450" y="4832350"/>
          <p14:tracePt t="125830" x="1714500" y="4864100"/>
          <p14:tracePt t="125847" x="1727200" y="4883150"/>
          <p14:tracePt t="125864" x="1752600" y="4927600"/>
          <p14:tracePt t="125880" x="1790700" y="4959350"/>
          <p14:tracePt t="125897" x="1803400" y="4978400"/>
          <p14:tracePt t="125914" x="1841500" y="5016500"/>
          <p14:tracePt t="125930" x="1854200" y="5022850"/>
          <p14:tracePt t="125947" x="1911350" y="5029200"/>
          <p14:tracePt t="125963" x="1968500" y="5016500"/>
          <p14:tracePt t="125980" x="2000250" y="5003800"/>
          <p14:tracePt t="125997" x="2044700" y="4965700"/>
          <p14:tracePt t="126013" x="2070100" y="4946650"/>
          <p14:tracePt t="126029" x="2082800" y="4933950"/>
          <p14:tracePt t="126047" x="2095500" y="4927600"/>
          <p14:tracePt t="126063" x="2095500" y="4921250"/>
          <p14:tracePt t="126079" x="2095500" y="4908550"/>
          <p14:tracePt t="126096" x="2095500" y="4889500"/>
          <p14:tracePt t="126113" x="2089150" y="4876800"/>
          <p14:tracePt t="126129" x="2082800" y="4876800"/>
          <p14:tracePt t="126146" x="2076450" y="4857750"/>
          <p14:tracePt t="126595" x="2063750" y="4851400"/>
          <p14:tracePt t="126602" x="2025650" y="4845050"/>
          <p14:tracePt t="126616" x="1974850" y="4832350"/>
          <p14:tracePt t="126627" x="1930400" y="4826000"/>
          <p14:tracePt t="126644" x="1835150" y="4819650"/>
          <p14:tracePt t="126661" x="1797050" y="4806950"/>
          <p14:tracePt t="126678" x="1727200" y="4806950"/>
          <p14:tracePt t="126694" x="1670050" y="4800600"/>
          <p14:tracePt t="126710" x="1651000" y="4800600"/>
          <p14:tracePt t="126728" x="1612900" y="4800600"/>
          <p14:tracePt t="126744" x="1593850" y="4800600"/>
          <p14:tracePt t="126760" x="1587500" y="4800600"/>
          <p14:tracePt t="126777" x="1581150" y="4800600"/>
          <p14:tracePt t="126794" x="1581150" y="4806950"/>
          <p14:tracePt t="126810" x="1593850" y="4813300"/>
          <p14:tracePt t="126827" x="1612900" y="4819650"/>
          <p14:tracePt t="126844" x="1625600" y="4826000"/>
          <p14:tracePt t="126862" x="1695450" y="4838700"/>
          <p14:tracePt t="126877" x="1720850" y="4838700"/>
          <p14:tracePt t="126893" x="1752600" y="4838700"/>
          <p14:tracePt t="126910" x="1828800" y="4838700"/>
          <p14:tracePt t="126926" x="1892300" y="4838700"/>
          <p14:tracePt t="126943" x="1930400" y="4838700"/>
          <p14:tracePt t="126960" x="2025650" y="4826000"/>
          <p14:tracePt t="126976" x="2076450" y="4819650"/>
          <p14:tracePt t="126993" x="2095500" y="4813300"/>
          <p14:tracePt t="127010" x="2127250" y="4806950"/>
          <p14:tracePt t="127026" x="2133600" y="4806950"/>
          <p14:tracePt t="127044" x="2133600" y="4800600"/>
          <p14:tracePt t="127143" x="2127250" y="4800600"/>
          <p14:tracePt t="127157" x="2114550" y="4800600"/>
          <p14:tracePt t="127163" x="2108200" y="4800600"/>
          <p14:tracePt t="127179" x="2089150" y="4800600"/>
          <p14:tracePt t="127192" x="2076450" y="4800600"/>
          <p14:tracePt t="127209" x="2025650" y="4813300"/>
          <p14:tracePt t="127226" x="2000250" y="4819650"/>
          <p14:tracePt t="127242" x="1924050" y="4838700"/>
          <p14:tracePt t="127258" x="1866900" y="4857750"/>
          <p14:tracePt t="127276" x="1835150" y="4876800"/>
          <p14:tracePt t="127292" x="1822450" y="4883150"/>
          <p14:tracePt t="127309" x="1809750" y="4883150"/>
          <p14:tracePt t="127341" x="1809750" y="4889500"/>
          <p14:tracePt t="127358" x="1822450" y="4889500"/>
          <p14:tracePt t="127375" x="1847850" y="4895850"/>
          <p14:tracePt t="127392" x="1879600" y="4895850"/>
          <p14:tracePt t="127409" x="1905000" y="4895850"/>
          <p14:tracePt t="127425" x="2051050" y="4895850"/>
          <p14:tracePt t="127442" x="2082800" y="4889500"/>
          <p14:tracePt t="127459" x="2152650" y="4870450"/>
          <p14:tracePt t="127475" x="2171700" y="4870450"/>
          <p14:tracePt t="127491" x="2197100" y="4857750"/>
          <p14:tracePt t="127509" x="2203450" y="4857750"/>
          <p14:tracePt t="127541" x="2203450" y="4851400"/>
          <p14:tracePt t="127558" x="2197100" y="4851400"/>
          <p14:tracePt t="127574" x="2190750" y="4845050"/>
          <p14:tracePt t="127591" x="2159000" y="4845050"/>
          <p14:tracePt t="127607" x="2127250" y="4845050"/>
          <p14:tracePt t="127624" x="2101850" y="4845050"/>
          <p14:tracePt t="127641" x="2051050" y="4845050"/>
          <p14:tracePt t="127661" x="2000250" y="4845050"/>
          <p14:tracePt t="127674" x="1981200" y="4845050"/>
          <p14:tracePt t="127691" x="1955800" y="4851400"/>
          <p14:tracePt t="127707" x="1949450" y="4851400"/>
          <p14:tracePt t="127724" x="1943100" y="4851400"/>
          <p14:tracePt t="127757" x="1936750" y="4857750"/>
          <p14:tracePt t="127774" x="1930400" y="4857750"/>
          <p14:tracePt t="127817" x="1930400" y="4864100"/>
          <p14:tracePt t="127838" x="1936750" y="4864100"/>
          <p14:tracePt t="127845" x="1943100" y="4864100"/>
          <p14:tracePt t="127860" x="1943100" y="4870450"/>
          <p14:tracePt t="127873" x="1949450" y="4870450"/>
          <p14:tracePt t="127890" x="1962150" y="4876800"/>
          <p14:tracePt t="127908" x="1987550" y="4883150"/>
          <p14:tracePt t="127923" x="1993900" y="4883150"/>
          <p14:tracePt t="127940" x="2025650" y="4889500"/>
          <p14:tracePt t="127972" x="2051050" y="4889500"/>
          <p14:tracePt t="127989" x="2063750" y="4889500"/>
          <p14:tracePt t="128022" x="2063750" y="4895850"/>
          <p14:tracePt t="128039" x="2070100" y="4895850"/>
          <p14:tracePt t="128077" x="2076450" y="4895850"/>
          <p14:tracePt t="128168" x="2076450" y="4902200"/>
          <p14:tracePt t="128217" x="2076450" y="4908550"/>
          <p14:tracePt t="128831" x="2089150" y="4908550"/>
          <p14:tracePt t="128838" x="2114550" y="4908550"/>
          <p14:tracePt t="128852" x="2133600" y="4908550"/>
          <p14:tracePt t="128859" x="2152650" y="4895850"/>
          <p14:tracePt t="128873" x="2165350" y="4895850"/>
          <p14:tracePt t="128887" x="2178050" y="4895850"/>
          <p14:tracePt t="128903" x="2190750" y="4895850"/>
          <p14:tracePt t="128920" x="2197100" y="4895850"/>
          <p14:tracePt t="129211" x="2209800" y="4889500"/>
          <p14:tracePt t="129225" x="2216150" y="4889500"/>
          <p14:tracePt t="129232" x="2235200" y="4883150"/>
          <p14:tracePt t="129246" x="2260600" y="4876800"/>
          <p14:tracePt t="129254" x="2292350" y="4864100"/>
          <p14:tracePt t="129268" x="2317750" y="4857750"/>
          <p14:tracePt t="129285" x="2400300" y="4845050"/>
          <p14:tracePt t="129302" x="2463800" y="4826000"/>
          <p14:tracePt t="129318" x="2489200" y="4826000"/>
          <p14:tracePt t="129335" x="2540000" y="4819650"/>
          <p14:tracePt t="129352" x="2578100" y="4813300"/>
          <p14:tracePt t="129368" x="2590800" y="4813300"/>
          <p14:tracePt t="129385" x="2616200" y="4813300"/>
          <p14:tracePt t="129401" x="2660650" y="4806950"/>
          <p14:tracePt t="129418" x="2679700" y="4806950"/>
          <p14:tracePt t="129435" x="2692400" y="4806950"/>
          <p14:tracePt t="129451" x="2730500" y="4806950"/>
          <p14:tracePt t="129468" x="2774950" y="4806950"/>
          <p14:tracePt t="129485" x="2813050" y="4806950"/>
          <p14:tracePt t="129501" x="2832100" y="4806950"/>
          <p14:tracePt t="129518" x="2870200" y="4813300"/>
          <p14:tracePt t="129534" x="2882900" y="4813300"/>
          <p14:tracePt t="129551" x="2889250" y="4813300"/>
          <p14:tracePt t="129567" x="2895600" y="4813300"/>
          <p14:tracePt t="129584" x="2901950" y="4813300"/>
          <p14:tracePt t="130018" x="2889250" y="4813300"/>
          <p14:tracePt t="130025" x="2870200" y="4813300"/>
          <p14:tracePt t="130034" x="2832100" y="4806950"/>
          <p14:tracePt t="130049" x="2787650" y="4806950"/>
          <p14:tracePt t="130065" x="2736850" y="4806950"/>
          <p14:tracePt t="130082" x="2622550" y="4800600"/>
          <p14:tracePt t="130099" x="2514600" y="4800600"/>
          <p14:tracePt t="130116" x="2463800" y="4800600"/>
          <p14:tracePt t="130132" x="2393950" y="4800600"/>
          <p14:tracePt t="130149" x="2336800" y="4800600"/>
          <p14:tracePt t="130166" x="2305050" y="4800600"/>
          <p14:tracePt t="130182" x="2292350" y="4800600"/>
          <p14:tracePt t="130198" x="2279650" y="4800600"/>
          <p14:tracePt t="130216" x="2266950" y="4800600"/>
          <p14:tracePt t="130236" x="2260600" y="4800600"/>
          <p14:tracePt t="130279" x="2254250" y="4800600"/>
          <p14:tracePt t="130517" x="2260600" y="4813300"/>
          <p14:tracePt t="130524" x="2266950" y="4813300"/>
          <p14:tracePt t="130538" x="2279650" y="4819650"/>
          <p14:tracePt t="130549" x="2292350" y="4819650"/>
          <p14:tracePt t="130565" x="2311400" y="4826000"/>
          <p14:tracePt t="130581" x="2368550" y="4838700"/>
          <p14:tracePt t="130597" x="2451100" y="4857750"/>
          <p14:tracePt t="130614" x="2508250" y="4864100"/>
          <p14:tracePt t="130630" x="2609850" y="4876800"/>
          <p14:tracePt t="130647" x="2654300" y="4876800"/>
          <p14:tracePt t="130663" x="2698750" y="4883150"/>
          <p14:tracePt t="130680" x="2736850" y="4883150"/>
          <p14:tracePt t="130714" x="2749550" y="4883150"/>
          <p14:tracePt t="130730" x="2755900" y="4883150"/>
          <p14:tracePt t="131353" x="2743200" y="4889500"/>
          <p14:tracePt t="131361" x="2724150" y="4895850"/>
          <p14:tracePt t="131367" x="2692400" y="4902200"/>
          <p14:tracePt t="131381" x="2667000" y="4908550"/>
          <p14:tracePt t="131395" x="2635250" y="4908550"/>
          <p14:tracePt t="131411" x="2584450" y="4914900"/>
          <p14:tracePt t="131427" x="2565400" y="4921250"/>
          <p14:tracePt t="131445" x="2533650" y="4921250"/>
          <p14:tracePt t="131461" x="2520950" y="4921250"/>
          <p14:tracePt t="131478" x="2514600" y="4921250"/>
          <p14:tracePt t="131592" x="2520950" y="4921250"/>
          <p14:tracePt t="131598" x="2527300" y="4921250"/>
          <p14:tracePt t="131614" x="2540000" y="4921250"/>
          <p14:tracePt t="131628" x="2552700" y="4921250"/>
          <p14:tracePt t="131643" x="2609850" y="4921250"/>
          <p14:tracePt t="131660" x="2654300" y="4921250"/>
          <p14:tracePt t="131677" x="2774950" y="4921250"/>
          <p14:tracePt t="131693" x="2901950" y="4914900"/>
          <p14:tracePt t="131710" x="2965450" y="4902200"/>
          <p14:tracePt t="131726" x="3060700" y="4889500"/>
          <p14:tracePt t="131743" x="3124200" y="4889500"/>
          <p14:tracePt t="131760" x="3149600" y="4883150"/>
          <p14:tracePt t="131776" x="3155950" y="4883150"/>
          <p14:tracePt t="131793" x="3162300" y="4876800"/>
          <p14:tracePt t="131826" x="3168650" y="4876800"/>
          <p14:tracePt t="131901" x="3162300" y="4876800"/>
          <p14:tracePt t="132303" x="3168650" y="4883150"/>
          <p14:tracePt t="132310" x="3194050" y="4889500"/>
          <p14:tracePt t="132327" x="3213100" y="4895850"/>
          <p14:tracePt t="132341" x="3244850" y="4908550"/>
          <p14:tracePt t="132358" x="3327400" y="4933950"/>
          <p14:tracePt t="132375" x="3473450" y="4953000"/>
          <p14:tracePt t="132391" x="3536950" y="4965700"/>
          <p14:tracePt t="132407" x="3721100" y="5003800"/>
          <p14:tracePt t="132424" x="3873500" y="5035550"/>
          <p14:tracePt t="132441" x="3956050" y="5054600"/>
          <p14:tracePt t="132458" x="4089400" y="5080000"/>
          <p14:tracePt t="132474" x="4171950" y="5099050"/>
          <p14:tracePt t="132491" x="4197350" y="5099050"/>
          <p14:tracePt t="132508" x="4229100" y="5105400"/>
          <p14:tracePt t="132524" x="4241800" y="5105400"/>
          <p14:tracePt t="132557" x="4248150" y="5105400"/>
          <p14:tracePt t="132647" x="4254500" y="5105400"/>
          <p14:tracePt t="132675" x="4248150" y="5099050"/>
          <p14:tracePt t="132682" x="4248150" y="5092700"/>
          <p14:tracePt t="132703" x="4241800" y="5092700"/>
          <p14:tracePt t="132711" x="4235450" y="5080000"/>
          <p14:tracePt t="134187" x="4203700" y="5060950"/>
          <p14:tracePt t="134202" x="4146550" y="5035550"/>
          <p14:tracePt t="134207" x="4102100" y="5010150"/>
          <p14:tracePt t="134222" x="4038600" y="4978400"/>
          <p14:tracePt t="134235" x="3975100" y="4927600"/>
          <p14:tracePt t="134251" x="3848100" y="4838700"/>
          <p14:tracePt t="134268" x="3778250" y="4794250"/>
          <p14:tracePt t="134285" x="3632200" y="4699000"/>
          <p14:tracePt t="134301" x="3517900" y="4622800"/>
          <p14:tracePt t="134318" x="3448050" y="4584700"/>
          <p14:tracePt t="134335" x="3365500" y="4521200"/>
          <p14:tracePt t="134350" x="3314700" y="4483100"/>
          <p14:tracePt t="134367" x="3302000" y="4470400"/>
          <p14:tracePt t="134385" x="3270250" y="4457700"/>
          <p14:tracePt t="134401" x="3257550" y="4445000"/>
          <p14:tracePt t="134418" x="3251200" y="4438650"/>
          <p14:tracePt t="134433" x="3238500" y="4425950"/>
          <p14:tracePt t="134450" x="3232150" y="4419600"/>
          <p14:tracePt t="134468" x="3206750" y="4387850"/>
          <p14:tracePt t="134484" x="3200400" y="4375150"/>
          <p14:tracePt t="134500" x="3194050" y="4362450"/>
          <p14:tracePt t="134517" x="3162300" y="4330700"/>
          <p14:tracePt t="134534" x="3124200" y="4286250"/>
          <p14:tracePt t="134550" x="3092450" y="4248150"/>
          <p14:tracePt t="134567" x="3003550" y="4184650"/>
          <p14:tracePt t="134583" x="2901950" y="4133850"/>
          <p14:tracePt t="134601" x="2844800" y="4095750"/>
          <p14:tracePt t="134616" x="2730500" y="4025900"/>
          <p14:tracePt t="134633" x="2641600" y="3956050"/>
          <p14:tracePt t="134651" x="2578100" y="3886200"/>
          <p14:tracePt t="134666" x="2565400" y="3867150"/>
          <p14:tracePt t="134683" x="2559050" y="3848100"/>
          <p14:tracePt t="134700" x="2552700" y="3835400"/>
          <p14:tracePt t="134716" x="2552700" y="3829050"/>
          <p14:tracePt t="134750" x="2552700" y="3822700"/>
          <p14:tracePt t="134854" x="2559050" y="3822700"/>
          <p14:tracePt t="134861" x="2565400" y="3829050"/>
          <p14:tracePt t="134869" x="2571750" y="3829050"/>
          <p14:tracePt t="134889" x="2578100" y="3829050"/>
          <p14:tracePt t="134903" x="2590800" y="3835400"/>
          <p14:tracePt t="134916" x="2597150" y="3835400"/>
          <p14:tracePt t="134933" x="2641600" y="3835400"/>
          <p14:tracePt t="134949" x="2673350" y="3835400"/>
          <p14:tracePt t="134966" x="2774950" y="3822700"/>
          <p14:tracePt t="134983" x="2908300" y="3797300"/>
          <p14:tracePt t="135000" x="2978150" y="3778250"/>
          <p14:tracePt t="135016" x="3086100" y="3746500"/>
          <p14:tracePt t="135032" x="3168650" y="3721100"/>
          <p14:tracePt t="135048" x="3206750" y="3721100"/>
          <p14:tracePt t="135065" x="3276600" y="3714750"/>
          <p14:tracePt t="135082" x="3308350" y="3714750"/>
          <p14:tracePt t="135098" x="3378200" y="3714750"/>
          <p14:tracePt t="135115" x="3454400" y="3714750"/>
          <p14:tracePt t="135131" x="3492500" y="3714750"/>
          <p14:tracePt t="135148" x="3536950" y="3714750"/>
          <p14:tracePt t="135164" x="3562350" y="3714750"/>
          <p14:tracePt t="135198" x="3575050" y="3714750"/>
          <p14:tracePt t="135311" x="3568700" y="3714750"/>
          <p14:tracePt t="135332" x="3562350" y="3714750"/>
          <p14:tracePt t="135345" x="3549650" y="3714750"/>
          <p14:tracePt t="135353" x="3536950" y="3714750"/>
          <p14:tracePt t="135367" x="3517900" y="3714750"/>
          <p14:tracePt t="135382" x="3460750" y="3708400"/>
          <p14:tracePt t="135397" x="3409950" y="3708400"/>
          <p14:tracePt t="135414" x="3359150" y="3702050"/>
          <p14:tracePt t="135430" x="3232150" y="3702050"/>
          <p14:tracePt t="135447" x="3073400" y="3702050"/>
          <p14:tracePt t="135464" x="2997200" y="3708400"/>
          <p14:tracePt t="135480" x="2857500" y="3727450"/>
          <p14:tracePt t="135497" x="2762250" y="3740150"/>
          <p14:tracePt t="135515" x="2705100" y="3746500"/>
          <p14:tracePt t="135530" x="2692400" y="3746500"/>
          <p14:tracePt t="135547" x="2679700" y="3752850"/>
          <p14:tracePt t="135564" x="2673350" y="3752850"/>
          <p14:tracePt t="135605" x="2679700" y="3752850"/>
          <p14:tracePt t="135614" x="2692400" y="3752850"/>
          <p14:tracePt t="135630" x="2698750" y="3752850"/>
          <p14:tracePt t="135647" x="2711450" y="3752850"/>
          <p14:tracePt t="135663" x="2730500" y="3746500"/>
          <p14:tracePt t="135680" x="2743200" y="3740150"/>
          <p14:tracePt t="135698" x="2755900" y="3740150"/>
          <p14:tracePt t="135713" x="2762250" y="3733800"/>
          <p14:tracePt t="135729" x="2768600" y="3733800"/>
          <p14:tracePt t="135746" x="2774950" y="3727450"/>
          <p14:tracePt t="135802" x="2781300" y="3727450"/>
          <p14:tracePt t="135822" x="2794000" y="3721100"/>
          <p14:tracePt t="135844" x="2800350" y="3714750"/>
          <p14:tracePt t="135858" x="2806700" y="3714750"/>
          <p14:tracePt t="135865" x="2813050" y="3714750"/>
          <p14:tracePt t="135880" x="2819400" y="3714750"/>
          <p14:tracePt t="135896" x="2838450" y="3708400"/>
          <p14:tracePt t="135912" x="2863850" y="3702050"/>
          <p14:tracePt t="135929" x="2889250" y="3702050"/>
          <p14:tracePt t="135946" x="2997200" y="3695700"/>
          <p14:tracePt t="135962" x="3048000" y="3695700"/>
          <p14:tracePt t="135979" x="3213100" y="3695700"/>
          <p14:tracePt t="135995" x="3302000" y="3695700"/>
          <p14:tracePt t="136012" x="3517900" y="3689350"/>
          <p14:tracePt t="136029" x="3695700" y="3689350"/>
          <p14:tracePt t="136044" x="3771900" y="3689350"/>
          <p14:tracePt t="136062" x="3879850" y="3689350"/>
          <p14:tracePt t="136078" x="3917950" y="3689350"/>
          <p14:tracePt t="136095" x="3924300" y="3689350"/>
          <p14:tracePt t="136111" x="3937000" y="3683000"/>
          <p14:tracePt t="136128" x="3943350" y="3683000"/>
          <p14:tracePt t="136168" x="3949700" y="3683000"/>
          <p14:tracePt t="136519" x="3962400" y="3683000"/>
          <p14:tracePt t="136527" x="4000500" y="3689350"/>
          <p14:tracePt t="136540" x="4025900" y="3695700"/>
          <p14:tracePt t="136547" x="4057650" y="3695700"/>
          <p14:tracePt t="136561" x="4083050" y="3695700"/>
          <p14:tracePt t="136577" x="4165600" y="3702050"/>
          <p14:tracePt t="136594" x="4216400" y="3714750"/>
          <p14:tracePt t="136611" x="4273550" y="3721100"/>
          <p14:tracePt t="136627" x="4464050" y="3721100"/>
          <p14:tracePt t="136643" x="4527550" y="3721100"/>
          <p14:tracePt t="136661" x="4622800" y="3727450"/>
          <p14:tracePt t="136676" x="4648200" y="3727450"/>
          <p14:tracePt t="136693" x="4667250" y="3740150"/>
          <p14:tracePt t="136710" x="4673600" y="3740150"/>
          <p14:tracePt t="136940" x="4679950" y="3740150"/>
          <p14:tracePt t="136947" x="4686300" y="3740150"/>
          <p14:tracePt t="136968" x="4692650" y="3740150"/>
          <p14:tracePt t="136977" x="4699000" y="3740150"/>
          <p14:tracePt t="136992" x="4705350" y="3740150"/>
          <p14:tracePt t="137008" x="4711700" y="3733800"/>
          <p14:tracePt t="137025" x="4730750" y="3733800"/>
          <p14:tracePt t="137041" x="4762500" y="3727450"/>
          <p14:tracePt t="137058" x="4787900" y="3721100"/>
          <p14:tracePt t="137075" x="4851400" y="3714750"/>
          <p14:tracePt t="137091" x="4940300" y="3695700"/>
          <p14:tracePt t="137108" x="4991100" y="3695700"/>
          <p14:tracePt t="137125" x="5105400" y="3695700"/>
          <p14:tracePt t="137141" x="5251450" y="3695700"/>
          <p14:tracePt t="137158" x="5378450" y="3695700"/>
          <p14:tracePt t="137174" x="5441950" y="3695700"/>
          <p14:tracePt t="137191" x="5543550" y="3702050"/>
          <p14:tracePt t="137208" x="5607050" y="3708400"/>
          <p14:tracePt t="137224" x="5626100" y="3708400"/>
          <p14:tracePt t="137241" x="5645150" y="3702050"/>
          <p14:tracePt t="137258" x="5664200" y="3702050"/>
          <p14:tracePt t="137274" x="5676900" y="3695700"/>
          <p14:tracePt t="137291" x="5683250" y="3689350"/>
          <p14:tracePt t="137307" x="5695950" y="3676650"/>
          <p14:tracePt t="137324" x="5708650" y="3670300"/>
          <p14:tracePt t="137341" x="5715000" y="3670300"/>
          <p14:tracePt t="137357" x="5721350" y="3670300"/>
          <p14:tracePt t="137374" x="5727700" y="3670300"/>
          <p14:tracePt t="137398" x="5734050" y="3670300"/>
          <p14:tracePt t="137594" x="5715000" y="3670300"/>
          <p14:tracePt t="137601" x="5702300" y="3670300"/>
          <p14:tracePt t="137615" x="5664200" y="3689350"/>
          <p14:tracePt t="137625" x="5607050" y="3708400"/>
          <p14:tracePt t="137639" x="5518150" y="3727450"/>
          <p14:tracePt t="137656" x="5276850" y="3822700"/>
          <p14:tracePt t="137673" x="4845050" y="3981450"/>
          <p14:tracePt t="137689" x="4603750" y="4089400"/>
          <p14:tracePt t="137705" x="4121150" y="4267200"/>
          <p14:tracePt t="137722" x="3689350" y="4438650"/>
          <p14:tracePt t="137739" x="3524250" y="4502150"/>
          <p14:tracePt t="137756" x="3314700" y="4591050"/>
          <p14:tracePt t="137772" x="3175000" y="4667250"/>
          <p14:tracePt t="137789" x="3130550" y="4692650"/>
          <p14:tracePt t="137806" x="3079750" y="4724400"/>
          <p14:tracePt t="137822" x="3060700" y="4737100"/>
          <p14:tracePt t="137839" x="3054350" y="4743450"/>
          <p14:tracePt t="137855" x="3041650" y="4749800"/>
          <p14:tracePt t="137873" x="3028950" y="4756150"/>
          <p14:tracePt t="137889" x="2965450" y="4775200"/>
          <p14:tracePt t="137905" x="2882900" y="4787900"/>
          <p14:tracePt t="137922" x="2774950" y="4826000"/>
          <p14:tracePt t="137939" x="2667000" y="4845050"/>
          <p14:tracePt t="137956" x="2603500" y="4845050"/>
          <p14:tracePt t="137973" x="2540000" y="4845050"/>
          <p14:tracePt t="137989" x="2432050" y="4832350"/>
          <p14:tracePt t="138005" x="2349500" y="4806950"/>
          <p14:tracePt t="138022" x="2330450" y="4800600"/>
          <p14:tracePt t="138039" x="2292350" y="4794250"/>
          <p14:tracePt t="138055" x="2279650" y="4794250"/>
          <p14:tracePt t="138072" x="2260600" y="4794250"/>
          <p14:tracePt t="138087" x="2254250" y="4794250"/>
          <p14:tracePt t="138105" x="2241550" y="4806950"/>
          <p14:tracePt t="138122" x="2228850" y="4813300"/>
          <p14:tracePt t="138138" x="2222500" y="4826000"/>
          <p14:tracePt t="138154" x="2203450" y="4845050"/>
          <p14:tracePt t="138171" x="2184400" y="4857750"/>
          <p14:tracePt t="138187" x="2178050" y="4864100"/>
          <p14:tracePt t="138204" x="2159000" y="4870450"/>
          <p14:tracePt t="138221" x="2152650" y="4876800"/>
          <p14:tracePt t="138255" x="2146300" y="4876800"/>
          <p14:tracePt t="138360" x="2152650" y="4876800"/>
          <p14:tracePt t="139214" x="2159000" y="4876800"/>
          <p14:tracePt t="139229" x="2165350" y="4876800"/>
          <p14:tracePt t="139243" x="2171700" y="4883150"/>
          <p14:tracePt t="139257" x="2178050" y="4883150"/>
          <p14:tracePt t="139278" x="2184400" y="4883150"/>
          <p14:tracePt t="139287" x="2190750" y="4883150"/>
          <p14:tracePt t="139300" x="2197100" y="4883150"/>
          <p14:tracePt t="139317" x="2203450" y="4883150"/>
          <p14:tracePt t="139348" x="2209800" y="4883150"/>
          <p14:tracePt t="139397" x="2216150" y="4883150"/>
          <p14:tracePt t="139475" x="2222500" y="4883150"/>
          <p14:tracePt t="139503" x="2228850" y="4889500"/>
          <p14:tracePt t="139545" x="2235200" y="4889500"/>
          <p14:tracePt t="139566" x="2241550" y="4889500"/>
          <p14:tracePt t="139594" x="2247900" y="4889500"/>
          <p14:tracePt t="139636" x="2254250" y="4889500"/>
          <p14:tracePt t="139657" x="2260600" y="4895850"/>
          <p14:tracePt t="139664" x="2266950" y="4895850"/>
          <p14:tracePt t="139685" x="2273300" y="4895850"/>
          <p14:tracePt t="139706" x="2279650" y="4895850"/>
          <p14:tracePt t="139720" x="2286000" y="4895850"/>
          <p14:tracePt t="139734" x="2292350" y="4902200"/>
          <p14:tracePt t="139749" x="2298700" y="4902200"/>
          <p14:tracePt t="139756" x="2311400" y="4902200"/>
          <p14:tracePt t="139769" x="2324100" y="4908550"/>
          <p14:tracePt t="139782" x="2336800" y="4908550"/>
          <p14:tracePt t="139799" x="2387600" y="4914900"/>
          <p14:tracePt t="139815" x="2413000" y="4921250"/>
          <p14:tracePt t="139832" x="2482850" y="4940300"/>
          <p14:tracePt t="139848" x="2571750" y="4959350"/>
          <p14:tracePt t="139865" x="2622550" y="4965700"/>
          <p14:tracePt t="139882" x="2717800" y="4991100"/>
          <p14:tracePt t="139898" x="2825750" y="5016500"/>
          <p14:tracePt t="139915" x="2870200" y="5035550"/>
          <p14:tracePt t="139932" x="2978150" y="5060950"/>
          <p14:tracePt t="139948" x="3022600" y="5073650"/>
          <p14:tracePt t="139965" x="3168650" y="5086350"/>
          <p14:tracePt t="139982" x="3206750" y="5086350"/>
          <p14:tracePt t="139998" x="3244850" y="5086350"/>
          <p14:tracePt t="140015" x="3314700" y="5086350"/>
          <p14:tracePt t="140031" x="3359150" y="5086350"/>
          <p14:tracePt t="140048" x="3384550" y="5080000"/>
          <p14:tracePt t="140065" x="3409950" y="5073650"/>
          <p14:tracePt t="140081" x="3422650" y="5067300"/>
          <p14:tracePt t="140098" x="3429000" y="5067300"/>
          <p14:tracePt t="140114" x="3435350" y="5060950"/>
          <p14:tracePt t="140150" x="3441700" y="5060950"/>
          <p14:tracePt t="140219" x="3448050" y="5060950"/>
          <p14:tracePt t="140479" x="3454400" y="5060950"/>
          <p14:tracePt t="140563" x="3454400" y="5054600"/>
          <p14:tracePt t="140640" x="3460750" y="5048250"/>
          <p14:tracePt t="140703" x="3467100" y="5048250"/>
          <p14:tracePt t="140725" x="3467100" y="5041900"/>
          <p14:tracePt t="140732" x="3467100" y="5035550"/>
          <p14:tracePt t="140747" x="3467100" y="5022850"/>
          <p14:tracePt t="140778" x="3467100" y="5016500"/>
          <p14:tracePt t="141283" x="3473450" y="5010150"/>
          <p14:tracePt t="141296" x="3479800" y="5003800"/>
          <p14:tracePt t="141303" x="3486150" y="5003800"/>
          <p14:tracePt t="141312" x="3492500" y="4997450"/>
          <p14:tracePt t="141326" x="3498850" y="4991100"/>
          <p14:tracePt t="141343" x="3505200" y="4984750"/>
          <p14:tracePt t="141360" x="3536950" y="4972050"/>
          <p14:tracePt t="141376" x="3581400" y="4959350"/>
          <p14:tracePt t="141393" x="3600450" y="4953000"/>
          <p14:tracePt t="141410" x="3663950" y="4921250"/>
          <p14:tracePt t="141426" x="3727450" y="4870450"/>
          <p14:tracePt t="141444" x="3765550" y="4851400"/>
          <p14:tracePt t="141459" x="3816350" y="4819650"/>
          <p14:tracePt t="141476" x="3841750" y="4800600"/>
          <p14:tracePt t="141494" x="3860800" y="4787900"/>
          <p14:tracePt t="141509" x="3867150" y="4781550"/>
          <p14:tracePt t="141526" x="3867150" y="4775200"/>
          <p14:tracePt t="141543" x="3873500" y="4768850"/>
          <p14:tracePt t="141576" x="3873500" y="4762500"/>
          <p14:tracePt t="141592" x="3873500" y="4743450"/>
          <p14:tracePt t="141609" x="3873500" y="4737100"/>
          <p14:tracePt t="141626" x="3873500" y="4711700"/>
          <p14:tracePt t="141643" x="3867150" y="4686300"/>
          <p14:tracePt t="141659" x="3860800" y="4667250"/>
          <p14:tracePt t="141676" x="3854450" y="4654550"/>
          <p14:tracePt t="141926" x="3854450" y="4616450"/>
          <p14:tracePt t="141933" x="3854450" y="4552950"/>
          <p14:tracePt t="141947" x="3867150" y="4476750"/>
          <p14:tracePt t="141957" x="3886200" y="4368800"/>
          <p14:tracePt t="141975" x="3930650" y="4083050"/>
          <p14:tracePt t="141991" x="3943350" y="3943350"/>
          <p14:tracePt t="142008" x="3987800" y="3651250"/>
          <p14:tracePt t="142025" x="4019550" y="3321050"/>
          <p14:tracePt t="142041" x="4019550" y="3162300"/>
          <p14:tracePt t="142058" x="4019550" y="3003550"/>
          <p14:tracePt t="142074" x="3994150" y="2540000"/>
          <p14:tracePt t="142091" x="3981450" y="2425700"/>
          <p14:tracePt t="142107" x="3962400" y="2324100"/>
          <p14:tracePt t="142124" x="3943350" y="2139950"/>
          <p14:tracePt t="142140" x="3917950" y="2044700"/>
          <p14:tracePt t="142158" x="3911600" y="2006600"/>
          <p14:tracePt t="142174" x="3905250" y="2000250"/>
          <p14:tracePt t="142190" x="3905250" y="1987550"/>
          <p14:tracePt t="142208" x="3898900" y="1981200"/>
          <p14:tracePt t="142284" x="3898900" y="1968500"/>
          <p14:tracePt t="142298" x="3898900" y="1943100"/>
          <p14:tracePt t="142305" x="3892550" y="1911350"/>
          <p14:tracePt t="142319" x="3886200" y="1873250"/>
          <p14:tracePt t="142327" x="3873500" y="1828800"/>
          <p14:tracePt t="142342" x="3867150" y="1778000"/>
          <p14:tracePt t="142357" x="3829050" y="1676400"/>
          <p14:tracePt t="142373" x="3822700" y="1638300"/>
          <p14:tracePt t="142390" x="3810000" y="1600200"/>
          <p14:tracePt t="142406" x="3803650" y="1587500"/>
          <p14:tracePt t="142423" x="3797300" y="1581150"/>
          <p14:tracePt t="142439" x="3797300" y="1574800"/>
          <p14:tracePt t="142741" x="3797300" y="1581150"/>
          <p14:tracePt t="142768" x="3797300" y="1587500"/>
          <p14:tracePt t="142776" x="3803650" y="1593850"/>
          <p14:tracePt t="142791" x="3810000" y="1600200"/>
          <p14:tracePt t="142805" x="3835400" y="1612900"/>
          <p14:tracePt t="142821" x="3898900" y="1651000"/>
          <p14:tracePt t="142839" x="3994150" y="1701800"/>
          <p14:tracePt t="142855" x="4064000" y="1727200"/>
          <p14:tracePt t="142871" x="4210050" y="1758950"/>
          <p14:tracePt t="142888" x="4286250" y="1765300"/>
          <p14:tracePt t="142905" x="4445000" y="1784350"/>
          <p14:tracePt t="142921" x="4508500" y="1797050"/>
          <p14:tracePt t="142938" x="4622800" y="1803400"/>
          <p14:tracePt t="142954" x="4679950" y="1803400"/>
          <p14:tracePt t="142972" x="4718050" y="1803400"/>
          <p14:tracePt t="142974" x="4743450" y="1803400"/>
          <p14:tracePt t="142988" x="4768850" y="1803400"/>
          <p14:tracePt t="143004" x="4787900" y="1803400"/>
          <p14:tracePt t="143021" x="4794250" y="1803400"/>
          <p14:tracePt t="143037" x="4800600" y="1797050"/>
          <p14:tracePt t="143071" x="4806950" y="1797050"/>
          <p14:tracePt t="143091" x="4813300" y="1790700"/>
          <p14:tracePt t="143344" x="4743450" y="1809750"/>
          <p14:tracePt t="143352" x="4635500" y="1828800"/>
          <p14:tracePt t="143359" x="4533900" y="1860550"/>
          <p14:tracePt t="143373" x="4419600" y="1892300"/>
          <p14:tracePt t="143386" x="4311650" y="1924050"/>
          <p14:tracePt t="143403" x="4127500" y="1974850"/>
          <p14:tracePt t="143419" x="4051300" y="1987550"/>
          <p14:tracePt t="143436" x="3911600" y="2006600"/>
          <p14:tracePt t="143453" x="3790950" y="2012950"/>
          <p14:tracePt t="143470" x="3740150" y="2012950"/>
          <p14:tracePt t="143487" x="3657600" y="2012950"/>
          <p14:tracePt t="143502" x="3556000" y="2012950"/>
          <p14:tracePt t="143519" x="3498850" y="2012950"/>
          <p14:tracePt t="143536" x="3409950" y="2025650"/>
          <p14:tracePt t="143552" x="3340100" y="2025650"/>
          <p14:tracePt t="143570" x="3295650" y="2025650"/>
          <p14:tracePt t="143585" x="3276600" y="2025650"/>
          <p14:tracePt t="143602" x="3251200" y="2025650"/>
          <p14:tracePt t="143619" x="3206750" y="2019300"/>
          <p14:tracePt t="143636" x="3194050" y="2019300"/>
          <p14:tracePt t="143652" x="3187700" y="2019300"/>
          <p14:tracePt t="143669" x="3181350" y="2012950"/>
          <p14:tracePt t="143685" x="3175000" y="2006600"/>
          <p14:tracePt t="143702" x="3168650" y="2006600"/>
          <p14:tracePt t="143719" x="3162300" y="2006600"/>
          <p14:tracePt t="143735" x="3149600" y="2006600"/>
          <p14:tracePt t="143752" x="3143250" y="2006600"/>
          <p14:tracePt t="143786" x="3130550" y="2006600"/>
          <p14:tracePt t="143802" x="3117850" y="2006600"/>
          <p14:tracePt t="143835" x="3105150" y="2006600"/>
          <p14:tracePt t="143852" x="3105150" y="2012950"/>
          <p14:tracePt t="143868" x="3098800" y="2012950"/>
          <p14:tracePt t="143886" x="3092450" y="2012950"/>
          <p14:tracePt t="143901" x="3086100" y="2012950"/>
          <p14:tracePt t="143935" x="3079750" y="2012950"/>
          <p14:tracePt t="143963" x="3073400" y="2012950"/>
          <p14:tracePt t="144005" x="3079750" y="2019300"/>
          <p14:tracePt t="144026" x="3092450" y="2019300"/>
          <p14:tracePt t="144034" x="3098800" y="2019300"/>
          <p14:tracePt t="144040" x="3117850" y="2019300"/>
          <p14:tracePt t="144054" x="3136900" y="2019300"/>
          <p14:tracePt t="144067" x="3175000" y="2019300"/>
          <p14:tracePt t="144084" x="3270250" y="2019300"/>
          <p14:tracePt t="144100" x="3321050" y="2012950"/>
          <p14:tracePt t="144118" x="3429000" y="2000250"/>
          <p14:tracePt t="144134" x="3505200" y="1993900"/>
          <p14:tracePt t="144151" x="3536950" y="1987550"/>
          <p14:tracePt t="144167" x="3575050" y="1987550"/>
          <p14:tracePt t="144184" x="3594100" y="1981200"/>
          <p14:tracePt t="144200" x="3606800" y="1981200"/>
          <p14:tracePt t="144237" x="3600450" y="1981200"/>
          <p14:tracePt t="144250" x="3594100" y="1981200"/>
          <p14:tracePt t="144266" x="3556000" y="1993900"/>
          <p14:tracePt t="144283" x="3524250" y="2012950"/>
          <p14:tracePt t="144300" x="3429000" y="2038350"/>
          <p14:tracePt t="144316" x="3321050" y="2063750"/>
          <p14:tracePt t="144333" x="3270250" y="2082800"/>
          <p14:tracePt t="144350" x="3168650" y="2120900"/>
          <p14:tracePt t="144366" x="3092450" y="2159000"/>
          <p14:tracePt t="144383" x="3073400" y="2178050"/>
          <p14:tracePt t="144400" x="3035300" y="2203450"/>
          <p14:tracePt t="144416" x="3022600" y="2222500"/>
          <p14:tracePt t="144433" x="3022600" y="2235200"/>
          <p14:tracePt t="144449" x="3022600" y="2247900"/>
          <p14:tracePt t="144466" x="3028950" y="2254250"/>
          <p14:tracePt t="144483" x="3041650" y="2266950"/>
          <p14:tracePt t="144499" x="3048000" y="2273300"/>
          <p14:tracePt t="144516" x="3054350" y="2286000"/>
          <p14:tracePt t="144533" x="3073400" y="2298700"/>
          <p14:tracePt t="144549" x="3086100" y="2305050"/>
          <p14:tracePt t="144566" x="3098800" y="2317750"/>
          <p14:tracePt t="144582" x="3136900" y="2330450"/>
          <p14:tracePt t="144599" x="3181350" y="2349500"/>
          <p14:tracePt t="144616" x="3213100" y="2355850"/>
          <p14:tracePt t="144632" x="3282950" y="2362200"/>
          <p14:tracePt t="144648" x="3333750" y="2368550"/>
          <p14:tracePt t="144666" x="3371850" y="2368550"/>
          <p14:tracePt t="144682" x="3390900" y="2368550"/>
          <p14:tracePt t="144698" x="3422650" y="2368550"/>
          <p14:tracePt t="144715" x="3460750" y="2368550"/>
          <p14:tracePt t="144732" x="3479800" y="2368550"/>
          <p14:tracePt t="144748" x="3530600" y="2368550"/>
          <p14:tracePt t="144765" x="3613150" y="2381250"/>
          <p14:tracePt t="144781" x="3663950" y="2400300"/>
          <p14:tracePt t="144799" x="3740150" y="2406650"/>
          <p14:tracePt t="144814" x="4051300" y="2425700"/>
          <p14:tracePt t="144831" x="4152900" y="2425700"/>
          <p14:tracePt t="144849" x="4375150" y="2425700"/>
          <p14:tracePt t="144865" x="4457700" y="2425700"/>
          <p14:tracePt t="144882" x="4559300" y="2425700"/>
          <p14:tracePt t="144898" x="4597400" y="2425700"/>
          <p14:tracePt t="144914" x="4603750" y="2425700"/>
          <p14:tracePt t="144931" x="4610100" y="2425700"/>
          <p14:tracePt t="144948" x="4610100" y="2419350"/>
          <p14:tracePt t="146078" x="4572000" y="2432050"/>
          <p14:tracePt t="146092" x="4495800" y="2470150"/>
          <p14:tracePt t="146099" x="4400550" y="2514600"/>
          <p14:tracePt t="146113" x="4292600" y="2565400"/>
          <p14:tracePt t="146127" x="4191000" y="2628900"/>
          <p14:tracePt t="146143" x="3911600" y="2800350"/>
          <p14:tracePt t="146160" x="3752850" y="2901950"/>
          <p14:tracePt t="146177" x="3276600" y="3244850"/>
          <p14:tracePt t="146193" x="3162300" y="3340100"/>
          <p14:tracePt t="146210" x="3054350" y="3409950"/>
          <p14:tracePt t="146226" x="2863850" y="3575050"/>
          <p14:tracePt t="146243" x="2711450" y="3727450"/>
          <p14:tracePt t="146260" x="2603500" y="3835400"/>
          <p14:tracePt t="146276" x="2546350" y="3873500"/>
          <p14:tracePt t="146293" x="2470150" y="3911600"/>
          <p14:tracePt t="146310" x="2419350" y="3937000"/>
          <p14:tracePt t="146326" x="2387600" y="3937000"/>
          <p14:tracePt t="146343" x="2355850" y="3937000"/>
          <p14:tracePt t="146359" x="2336800" y="3937000"/>
          <p14:tracePt t="146725" x="2311400" y="3981450"/>
          <p14:tracePt t="146732" x="2273300" y="4038600"/>
          <p14:tracePt t="146745" x="2222500" y="4108450"/>
          <p14:tracePt t="146758" x="2171700" y="4178300"/>
          <p14:tracePt t="146775" x="2063750" y="4305300"/>
          <p14:tracePt t="146791" x="2025650" y="4375150"/>
          <p14:tracePt t="146808" x="1949450" y="4457700"/>
          <p14:tracePt t="146825" x="1892300" y="4514850"/>
          <p14:tracePt t="146841" x="1873250" y="4533900"/>
          <p14:tracePt t="146858" x="1822450" y="4591050"/>
          <p14:tracePt t="146874" x="1784350" y="4635500"/>
          <p14:tracePt t="146891" x="1765300" y="4654550"/>
          <p14:tracePt t="146908" x="1733550" y="4692650"/>
          <p14:tracePt t="146924" x="1695450" y="4730750"/>
          <p14:tracePt t="146941" x="1682750" y="4756150"/>
          <p14:tracePt t="146957" x="1651000" y="4800600"/>
          <p14:tracePt t="146974" x="1631950" y="4832350"/>
          <p14:tracePt t="146991" x="1612900" y="4857750"/>
          <p14:tracePt t="147007" x="1606550" y="4864100"/>
          <p14:tracePt t="147024" x="1600200" y="4870450"/>
          <p14:tracePt t="147041" x="1587500" y="4883150"/>
          <p14:tracePt t="147057" x="1581150" y="4889500"/>
          <p14:tracePt t="147074" x="1574800" y="4895850"/>
          <p14:tracePt t="147090" x="1543050" y="4927600"/>
          <p14:tracePt t="147107" x="1530350" y="4940300"/>
          <p14:tracePt t="147123" x="1517650" y="4953000"/>
          <p14:tracePt t="147140" x="1492250" y="4972050"/>
          <p14:tracePt t="148227" x="1498600" y="4978400"/>
          <p14:tracePt t="148241" x="1504950" y="4991100"/>
          <p14:tracePt t="148248" x="1511300" y="5003800"/>
          <p14:tracePt t="148256" x="1524000" y="5016500"/>
          <p14:tracePt t="148272" x="1549400" y="5022850"/>
          <p14:tracePt t="148286" x="1568450" y="5029200"/>
          <p14:tracePt t="148303" x="1625600" y="5048250"/>
          <p14:tracePt t="148319" x="1720850" y="5073650"/>
          <p14:tracePt t="148336" x="1778000" y="5080000"/>
          <p14:tracePt t="148354" x="1924050" y="5111750"/>
          <p14:tracePt t="148369" x="2114550" y="5143500"/>
          <p14:tracePt t="148386" x="2228850" y="5149850"/>
          <p14:tracePt t="148403" x="2444750" y="5181600"/>
          <p14:tracePt t="148419" x="2667000" y="5226050"/>
          <p14:tracePt t="148436" x="2755900" y="5232400"/>
          <p14:tracePt t="148452" x="2914650" y="5251450"/>
          <p14:tracePt t="148469" x="2990850" y="5264150"/>
          <p14:tracePt t="148485" x="3022600" y="5264150"/>
          <p14:tracePt t="148502" x="3035300" y="5264150"/>
          <p14:tracePt t="148518" x="3041650" y="5264150"/>
          <p14:tracePt t="148536" x="3048000" y="5264150"/>
          <p14:tracePt t="148578" x="3048000" y="5257800"/>
          <p14:tracePt t="148620" x="3054350" y="5257800"/>
          <p14:tracePt t="148663" x="3060700" y="5257800"/>
          <p14:tracePt t="148669" x="3073400" y="5245100"/>
          <p14:tracePt t="148676" x="3079750" y="5232400"/>
          <p14:tracePt t="148691" x="3092450" y="5226050"/>
          <p14:tracePt t="148704" x="3111500" y="5207000"/>
          <p14:tracePt t="148718" x="3136900" y="5187950"/>
          <p14:tracePt t="148734" x="3168650" y="5168900"/>
          <p14:tracePt t="148751" x="3219450" y="5124450"/>
          <p14:tracePt t="148768" x="3251200" y="5105400"/>
          <p14:tracePt t="148784" x="3295650" y="5067300"/>
          <p14:tracePt t="148801" x="3308350" y="5054600"/>
          <p14:tracePt t="148818" x="3327400" y="5041900"/>
          <p14:tracePt t="148834" x="3327400" y="5035550"/>
          <p14:tracePt t="148851" x="3333750" y="5029200"/>
          <p14:tracePt t="148887" x="3340100" y="5029200"/>
          <p14:tracePt t="149175" x="3314700" y="5029200"/>
          <p14:tracePt t="149183" x="3270250" y="5041900"/>
          <p14:tracePt t="149189" x="3206750" y="5073650"/>
          <p14:tracePt t="149203" x="3124200" y="5105400"/>
          <p14:tracePt t="149216" x="3048000" y="5124450"/>
          <p14:tracePt t="149233" x="2851150" y="5156200"/>
          <p14:tracePt t="149249" x="2762250" y="5162550"/>
          <p14:tracePt t="149266" x="2584450" y="5162550"/>
          <p14:tracePt t="149282" x="2457450" y="5162550"/>
          <p14:tracePt t="149299" x="2400300" y="5143500"/>
          <p14:tracePt t="149316" x="2298700" y="5105400"/>
          <p14:tracePt t="149333" x="2222500" y="5067300"/>
          <p14:tracePt t="149349" x="2197100" y="5048250"/>
          <p14:tracePt t="149366" x="2139950" y="5010150"/>
          <p14:tracePt t="149382" x="2114550" y="4991100"/>
          <p14:tracePt t="149400" x="2101850" y="4984750"/>
          <p14:tracePt t="149416" x="2076450" y="4978400"/>
          <p14:tracePt t="149432" x="2070100" y="4972050"/>
          <p14:tracePt t="149449" x="2057400" y="4965700"/>
          <p14:tracePt t="149465" x="2051050" y="4965700"/>
          <p14:tracePt t="149482" x="2044700" y="4965700"/>
          <p14:tracePt t="149562" x="2044700" y="4959350"/>
          <p14:tracePt t="149653" x="2044700" y="4953000"/>
          <p14:tracePt t="149694" x="2051050" y="4953000"/>
          <p14:tracePt t="149716" x="2057400" y="4953000"/>
          <p14:tracePt t="149723" x="2063750" y="4953000"/>
          <p14:tracePt t="149731" x="2070100" y="4953000"/>
          <p14:tracePt t="149747" x="2076450" y="4953000"/>
          <p14:tracePt t="149767" x="2089150" y="4953000"/>
          <p14:tracePt t="149781" x="2095500" y="4953000"/>
          <p14:tracePt t="149797" x="2133600" y="4965700"/>
          <p14:tracePt t="149815" x="2209800" y="4991100"/>
          <p14:tracePt t="149831" x="2260600" y="4997450"/>
          <p14:tracePt t="149847" x="2432050" y="5022850"/>
          <p14:tracePt t="149864" x="2647950" y="5054600"/>
          <p14:tracePt t="149880" x="2787650" y="5060950"/>
          <p14:tracePt t="149897" x="2914650" y="5073650"/>
          <p14:tracePt t="149914" x="3213100" y="5092700"/>
          <p14:tracePt t="149930" x="3530600" y="5118100"/>
          <p14:tracePt t="149948" x="3670300" y="5130800"/>
          <p14:tracePt t="149963" x="4025900" y="5137150"/>
          <p14:tracePt t="149980" x="4127500" y="5137150"/>
          <p14:tracePt t="149998" x="4343400" y="5137150"/>
          <p14:tracePt t="150013" x="4521200" y="5137150"/>
          <p14:tracePt t="150030" x="4597400" y="5118100"/>
          <p14:tracePt t="150047" x="4756150" y="5105400"/>
          <p14:tracePt t="150063" x="4819650" y="5099050"/>
          <p14:tracePt t="150066" x="4870450" y="5099050"/>
          <p14:tracePt t="150081" x="4921250" y="5086350"/>
          <p14:tracePt t="150096" x="5003800" y="5086350"/>
          <p14:tracePt t="150113" x="5029200" y="5086350"/>
          <p14:tracePt t="150130" x="5073650" y="5080000"/>
          <p14:tracePt t="150146" x="5105400" y="5073650"/>
          <p14:tracePt t="150163" x="5124450" y="5067300"/>
          <p14:tracePt t="150180" x="5149850" y="5060950"/>
          <p14:tracePt t="150196" x="5187950" y="5048250"/>
          <p14:tracePt t="150213" x="5207000" y="5048250"/>
          <p14:tracePt t="150230" x="5238750" y="5048250"/>
          <p14:tracePt t="150246" x="5264150" y="5041900"/>
          <p14:tracePt t="150263" x="5276850" y="5035550"/>
          <p14:tracePt t="150279" x="5289550" y="5035550"/>
          <p14:tracePt t="150296" x="5295900" y="5035550"/>
          <p14:tracePt t="150348" x="5302250" y="5035550"/>
          <p14:tracePt t="150412" x="5308600" y="5029200"/>
          <p14:tracePt t="150481" x="5314950" y="5029200"/>
          <p14:tracePt t="150538" x="5321300" y="5029200"/>
          <p14:tracePt t="150615" x="5314950" y="5029200"/>
          <p14:tracePt t="150629" x="5308600" y="5029200"/>
          <p14:tracePt t="150636" x="5302250" y="5029200"/>
          <p14:tracePt t="151238" x="5327650" y="5029200"/>
          <p14:tracePt t="151245" x="5346700" y="5022850"/>
          <p14:tracePt t="151262" x="5372100" y="5016500"/>
          <p14:tracePt t="151276" x="5403850" y="5003800"/>
          <p14:tracePt t="151292" x="5448300" y="4991100"/>
          <p14:tracePt t="151309" x="5486400" y="4978400"/>
          <p14:tracePt t="151325" x="5511800" y="4972050"/>
          <p14:tracePt t="151342" x="5518150" y="4972050"/>
          <p14:tracePt t="151359" x="5543550" y="4965700"/>
          <p14:tracePt t="151375" x="5549900" y="4959350"/>
          <p14:tracePt t="151392" x="5556250" y="4953000"/>
          <p14:tracePt t="151409" x="5575300" y="4946650"/>
          <p14:tracePt t="151425" x="5581650" y="4940300"/>
          <p14:tracePt t="151442" x="5588000" y="4940300"/>
          <p14:tracePt t="151533" x="5594350" y="4933950"/>
          <p14:tracePt t="152018" x="5600700" y="4927600"/>
          <p14:tracePt t="152038" x="5594350" y="4933950"/>
          <p14:tracePt t="152362" x="5562600" y="4946650"/>
          <p14:tracePt t="152369" x="5486400" y="4997450"/>
          <p14:tracePt t="152375" x="5403850" y="5041900"/>
          <p14:tracePt t="152391" x="5334000" y="5080000"/>
          <p14:tracePt t="152405" x="5162550" y="5149850"/>
          <p14:tracePt t="152421" x="5054600" y="5168900"/>
          <p14:tracePt t="152439" x="4838700" y="5226050"/>
          <p14:tracePt t="152455" x="4584700" y="5264150"/>
          <p14:tracePt t="152471" x="4457700" y="5289550"/>
          <p14:tracePt t="152488" x="4191000" y="5321300"/>
          <p14:tracePt t="152505" x="3898900" y="5365750"/>
          <p14:tracePt t="152521" x="3752850" y="5384800"/>
          <p14:tracePt t="152538" x="3524250" y="5403850"/>
          <p14:tracePt t="152555" x="3333750" y="5416550"/>
          <p14:tracePt t="152572" x="3181350" y="5416550"/>
          <p14:tracePt t="152588" x="3111500" y="5429250"/>
          <p14:tracePt t="152605" x="2997200" y="5435600"/>
          <p14:tracePt t="152621" x="2933700" y="5435600"/>
          <p14:tracePt t="152638" x="2889250" y="5435600"/>
          <p14:tracePt t="152654" x="2819400" y="5416550"/>
          <p14:tracePt t="152671" x="2749550" y="5403850"/>
          <p14:tracePt t="152687" x="2717800" y="5384800"/>
          <p14:tracePt t="152704" x="2686050" y="5372100"/>
          <p14:tracePt t="152721" x="2609850" y="5321300"/>
          <p14:tracePt t="152737" x="2527300" y="5257800"/>
          <p14:tracePt t="152754" x="2495550" y="5226050"/>
          <p14:tracePt t="152770" x="2438400" y="5168900"/>
          <p14:tracePt t="152787" x="2393950" y="5124450"/>
          <p14:tracePt t="152804" x="2368550" y="5099050"/>
          <p14:tracePt t="152821" x="2336800" y="5073650"/>
          <p14:tracePt t="152837" x="2311400" y="5035550"/>
          <p14:tracePt t="152854" x="2279650" y="5010150"/>
          <p14:tracePt t="152870" x="2273300" y="4997450"/>
          <p14:tracePt t="152887" x="2247900" y="4972050"/>
          <p14:tracePt t="152904" x="2228850" y="4953000"/>
          <p14:tracePt t="152920" x="2222500" y="4946650"/>
          <p14:tracePt t="152937" x="2209800" y="4940300"/>
          <p14:tracePt t="152953" x="2197100" y="4927600"/>
          <p14:tracePt t="152970" x="2197100" y="4921250"/>
          <p14:tracePt t="152987" x="2184400" y="4921250"/>
          <p14:tracePt t="153003" x="2184400" y="4914900"/>
          <p14:tracePt t="153036" x="2178050" y="4908550"/>
          <p14:tracePt t="153366" x="2178050" y="4914900"/>
          <p14:tracePt t="153373" x="2184400" y="4927600"/>
          <p14:tracePt t="153388" x="2197100" y="4940300"/>
          <p14:tracePt t="153402" x="2222500" y="4953000"/>
          <p14:tracePt t="153418" x="2286000" y="5003800"/>
          <p14:tracePt t="153435" x="2330450" y="5016500"/>
          <p14:tracePt t="153451" x="2444750" y="5086350"/>
          <p14:tracePt t="153468" x="2578100" y="5156200"/>
          <p14:tracePt t="153485" x="2743200" y="5232400"/>
          <p14:tracePt t="153501" x="2838450" y="5276850"/>
          <p14:tracePt t="153518" x="3028950" y="5314950"/>
          <p14:tracePt t="153535" x="3244850" y="5346700"/>
          <p14:tracePt t="153551" x="3359150" y="5346700"/>
          <p14:tracePt t="153568" x="3473450" y="5346700"/>
          <p14:tracePt t="153584" x="3841750" y="5314950"/>
          <p14:tracePt t="153601" x="3987800" y="5276850"/>
          <p14:tracePt t="153618" x="4127500" y="5232400"/>
          <p14:tracePt t="153634" x="4368800" y="5168900"/>
          <p14:tracePt t="153651" x="4565650" y="5118100"/>
          <p14:tracePt t="153668" x="4667250" y="5099050"/>
          <p14:tracePt t="153684" x="4826000" y="5060950"/>
          <p14:tracePt t="153701" x="4972050" y="5022850"/>
          <p14:tracePt t="153717" x="5092700" y="4991100"/>
          <p14:tracePt t="153734" x="5156200" y="4972050"/>
          <p14:tracePt t="153750" x="5257800" y="4914900"/>
          <p14:tracePt t="153767" x="5334000" y="4883150"/>
          <p14:tracePt t="153783" x="5353050" y="4870450"/>
          <p14:tracePt t="153801" x="5391150" y="4857750"/>
          <p14:tracePt t="153817" x="5397500" y="4857750"/>
          <p14:tracePt t="153851" x="5397500" y="4851400"/>
          <p14:tracePt t="153900" x="5403850" y="4851400"/>
          <p14:tracePt t="154181" x="5372100" y="4857750"/>
          <p14:tracePt t="154188" x="5289550" y="4876800"/>
          <p14:tracePt t="154202" x="5200650" y="4895850"/>
          <p14:tracePt t="154216" x="4940300" y="4953000"/>
          <p14:tracePt t="154232" x="4775200" y="4965700"/>
          <p14:tracePt t="154249" x="4603750" y="4991100"/>
          <p14:tracePt t="154266" x="4191000" y="5029200"/>
          <p14:tracePt t="154282" x="3822700" y="5041900"/>
          <p14:tracePt t="154299" x="3638550" y="5041900"/>
          <p14:tracePt t="154315" x="3314700" y="5035550"/>
          <p14:tracePt t="154332" x="3035300" y="5035550"/>
          <p14:tracePt t="154349" x="2908300" y="5022850"/>
          <p14:tracePt t="154365" x="2711450" y="4997450"/>
          <p14:tracePt t="154381" x="2597150" y="4984750"/>
          <p14:tracePt t="154399" x="2501900" y="4959350"/>
          <p14:tracePt t="154415" x="2457450" y="4940300"/>
          <p14:tracePt t="154431" x="2406650" y="4927600"/>
          <p14:tracePt t="154448" x="2362200" y="4895850"/>
          <p14:tracePt t="154465" x="2343150" y="4889500"/>
          <p14:tracePt t="154481" x="2324100" y="4876800"/>
          <p14:tracePt t="154498" x="2273300" y="4857750"/>
          <p14:tracePt t="154515" x="2260600" y="4851400"/>
          <p14:tracePt t="154532" x="2228850" y="4838700"/>
          <p14:tracePt t="154548" x="2209800" y="4832350"/>
          <p14:tracePt t="154564" x="2171700" y="4832350"/>
          <p14:tracePt t="154581" x="2133600" y="4832350"/>
          <p14:tracePt t="154597" x="2108200" y="4832350"/>
          <p14:tracePt t="154614" x="2070100" y="4832350"/>
          <p14:tracePt t="154631" x="2038350" y="4826000"/>
          <p14:tracePt t="154647" x="2032000" y="4826000"/>
          <p14:tracePt t="154664" x="2025650" y="4826000"/>
          <p14:tracePt t="154681" x="2025650" y="4819650"/>
          <p14:tracePt t="154778" x="2019300" y="4819650"/>
          <p14:tracePt t="155432" x="2032000" y="4832350"/>
          <p14:tracePt t="155446" x="2051050" y="4851400"/>
          <p14:tracePt t="155453" x="2070100" y="4864100"/>
          <p14:tracePt t="155462" x="2095500" y="4883150"/>
          <p14:tracePt t="155478" x="2108200" y="4895850"/>
          <p14:tracePt t="155495" x="2159000" y="4921250"/>
          <p14:tracePt t="155511" x="2184400" y="4946650"/>
          <p14:tracePt t="155528" x="2247900" y="4984750"/>
          <p14:tracePt t="155545" x="2311400" y="5016500"/>
          <p14:tracePt t="155561" x="2343150" y="5035550"/>
          <p14:tracePt t="155578" x="2400300" y="5048250"/>
          <p14:tracePt t="155594" x="2438400" y="5060950"/>
          <p14:tracePt t="155611" x="2444750" y="5060950"/>
          <p14:tracePt t="155627" x="2463800" y="5067300"/>
          <p14:tracePt t="155644" x="2470150" y="5067300"/>
          <p14:tracePt t="155705" x="2476500" y="5067300"/>
          <p14:tracePt t="155712" x="2476500" y="5060950"/>
          <p14:tracePt t="155728" x="2476500" y="5054600"/>
          <p14:tracePt t="155734" x="2482850" y="5054600"/>
          <p14:tracePt t="155743" x="2482850" y="5048250"/>
          <p14:tracePt t="156807" x="2482850" y="5054600"/>
          <p14:tracePt t="156814" x="2482850" y="5073650"/>
          <p14:tracePt t="156828" x="2470150" y="5092700"/>
          <p14:tracePt t="156839" x="2463800" y="5111750"/>
          <p14:tracePt t="156857" x="2444750" y="5149850"/>
          <p14:tracePt t="156873" x="2432050" y="5168900"/>
          <p14:tracePt t="156889" x="2400300" y="5219700"/>
          <p14:tracePt t="156906" x="2381250" y="5270500"/>
          <p14:tracePt t="156923" x="2374900" y="5295900"/>
          <p14:tracePt t="156940" x="2355850" y="5314950"/>
          <p14:tracePt t="156956" x="2324100" y="5378450"/>
          <p14:tracePt t="156973" x="2311400" y="5397500"/>
          <p14:tracePt t="156990" x="2298700" y="5429250"/>
          <p14:tracePt t="157006" x="2292350" y="5435600"/>
          <p14:tracePt t="157022" x="2279650" y="5448300"/>
          <p14:tracePt t="157039" x="2266950" y="5454650"/>
          <p14:tracePt t="157056" x="2260600" y="5454650"/>
          <p14:tracePt t="157073" x="2254250" y="5461000"/>
          <p14:tracePt t="157089" x="2235200" y="5473700"/>
          <p14:tracePt t="157105" x="2222500" y="5473700"/>
          <p14:tracePt t="157122" x="2203450" y="5480050"/>
          <p14:tracePt t="157139" x="2171700" y="5492750"/>
          <p14:tracePt t="157156" x="2159000" y="5499100"/>
          <p14:tracePt t="157172" x="2120900" y="5505450"/>
          <p14:tracePt t="157189" x="2070100" y="5518150"/>
          <p14:tracePt t="157205" x="2038350" y="5518150"/>
          <p14:tracePt t="157222" x="1993900" y="5524500"/>
          <p14:tracePt t="157238" x="1943100" y="5524500"/>
          <p14:tracePt t="157255" x="1911350" y="5518150"/>
          <p14:tracePt t="157272" x="1873250" y="5505450"/>
          <p14:tracePt t="157288" x="1841500" y="5499100"/>
          <p14:tracePt t="157305" x="1809750" y="5473700"/>
          <p14:tracePt t="157321" x="1778000" y="5454650"/>
          <p14:tracePt t="157338" x="1771650" y="5441950"/>
          <p14:tracePt t="157355" x="1765300" y="5422900"/>
          <p14:tracePt t="157371" x="1752600" y="5403850"/>
          <p14:tracePt t="157388" x="1746250" y="5397500"/>
          <p14:tracePt t="157405" x="1739900" y="5378450"/>
          <p14:tracePt t="157421" x="1739900" y="5359400"/>
          <p14:tracePt t="157438" x="1733550" y="5353050"/>
          <p14:tracePt t="157454" x="1733550" y="5346700"/>
          <p14:tracePt t="157470" x="1733550" y="5340350"/>
          <p14:tracePt t="157503" x="1727200" y="5334000"/>
          <p14:tracePt t="157552" x="1727200" y="5327650"/>
          <p14:tracePt t="157580" x="1720850" y="5327650"/>
          <p14:tracePt t="157588" x="1714500" y="5327650"/>
          <p14:tracePt t="157622" x="1708150" y="5327650"/>
          <p14:tracePt t="157629" x="1701800" y="5327650"/>
          <p14:tracePt t="157650" x="1695450" y="5327650"/>
          <p14:tracePt t="157657" x="1682750" y="5327650"/>
          <p14:tracePt t="157673" x="1676400" y="5321300"/>
          <p14:tracePt t="157687" x="1670050" y="5314950"/>
          <p14:tracePt t="157704" x="1625600" y="5308600"/>
          <p14:tracePt t="157721" x="1593850" y="5295900"/>
          <p14:tracePt t="157737" x="1568450" y="5295900"/>
          <p14:tracePt t="157753" x="1530350" y="5295900"/>
          <p14:tracePt t="157770" x="1492250" y="5295900"/>
          <p14:tracePt t="157787" x="1479550" y="5295900"/>
          <p14:tracePt t="157803" x="1454150" y="5295900"/>
          <p14:tracePt t="157820" x="1441450" y="5295900"/>
          <p14:tracePt t="157853" x="1435100" y="5295900"/>
          <p14:tracePt t="157869" x="1428750" y="5295900"/>
          <p14:tracePt t="157959" x="1435100" y="5295900"/>
          <p14:tracePt t="157980" x="1441450" y="5295900"/>
          <p14:tracePt t="158009" x="1454150" y="5289550"/>
          <p14:tracePt t="158023" x="1460500" y="5289550"/>
          <p14:tracePt t="158044" x="1473200" y="5289550"/>
          <p14:tracePt t="158058" x="1485900" y="5289550"/>
          <p14:tracePt t="158071" x="1511300" y="5283200"/>
          <p14:tracePt t="158078" x="1530350" y="5283200"/>
          <p14:tracePt t="158093" x="1549400" y="5276850"/>
          <p14:tracePt t="158102" x="1587500" y="5276850"/>
          <p14:tracePt t="158119" x="1619250" y="5270500"/>
          <p14:tracePt t="158136" x="1714500" y="5245100"/>
          <p14:tracePt t="158152" x="1809750" y="5226050"/>
          <p14:tracePt t="158168" x="1860550" y="5213350"/>
          <p14:tracePt t="158172" x="1905000" y="5207000"/>
          <p14:tracePt t="158186" x="1943100" y="5207000"/>
          <p14:tracePt t="158201" x="1968500" y="5207000"/>
          <p14:tracePt t="158219" x="2038350" y="5207000"/>
          <p14:tracePt t="158235" x="2057400" y="5207000"/>
          <p14:tracePt t="158251" x="2070100" y="5207000"/>
          <p14:tracePt t="158269" x="2082800" y="5207000"/>
          <p14:tracePt t="158285" x="2089150" y="5207000"/>
          <p14:tracePt t="158301" x="2095500" y="5207000"/>
          <p14:tracePt t="158334" x="2101850" y="5207000"/>
          <p14:tracePt t="158360" x="2108200" y="5207000"/>
          <p14:tracePt t="158373" x="2114550" y="5207000"/>
          <p14:tracePt t="158395" x="2120900" y="5207000"/>
          <p14:tracePt t="158403" x="2127250" y="5207000"/>
          <p14:tracePt t="158417" x="2133600" y="5207000"/>
          <p14:tracePt t="158434" x="2139950" y="5207000"/>
          <p14:tracePt t="158486" x="2146300" y="5207000"/>
          <p14:tracePt t="158514" x="2146300" y="5200650"/>
          <p14:tracePt t="158521" x="2152650" y="5200650"/>
          <p14:tracePt t="158537" x="2159000" y="5200650"/>
          <p14:tracePt t="158563" x="2165350" y="5200650"/>
          <p14:tracePt t="158592" x="2171700" y="5200650"/>
          <p14:tracePt t="158613" x="2178050" y="5194300"/>
          <p14:tracePt t="158634" x="2190750" y="5194300"/>
          <p14:tracePt t="158655" x="2197100" y="5194300"/>
          <p14:tracePt t="158662" x="2203450" y="5194300"/>
          <p14:tracePt t="158676" x="2209800" y="5194300"/>
          <p14:tracePt t="158685" x="2222500" y="5194300"/>
          <p14:tracePt t="158704" x="2235200" y="5187950"/>
          <p14:tracePt t="158717" x="2241550" y="5187950"/>
          <p14:tracePt t="158733" x="2260600" y="5187950"/>
          <p14:tracePt t="158750" x="2266950" y="5187950"/>
          <p14:tracePt t="158767" x="2273300" y="5187950"/>
          <p14:tracePt t="158816" x="2279650" y="5187950"/>
          <p14:tracePt t="158851" x="2286000" y="5187950"/>
          <p14:tracePt t="158886" x="2292350" y="5187950"/>
          <p14:tracePt t="159549" x="2292350" y="5200650"/>
          <p14:tracePt t="159556" x="2292350" y="5219700"/>
          <p14:tracePt t="159570" x="2292350" y="5232400"/>
          <p14:tracePt t="159580" x="2286000" y="5257800"/>
          <p14:tracePt t="159598" x="2286000" y="5276850"/>
          <p14:tracePt t="159613" x="2273300" y="5314950"/>
          <p14:tracePt t="159630" x="2254250" y="5359400"/>
          <p14:tracePt t="159648" x="2235200" y="5403850"/>
          <p14:tracePt t="159663" x="2222500" y="5422900"/>
          <p14:tracePt t="159680" x="2190750" y="5473700"/>
          <p14:tracePt t="159697" x="2165350" y="5511800"/>
          <p14:tracePt t="159714" x="2139950" y="5530850"/>
          <p14:tracePt t="159730" x="2114550" y="5556250"/>
          <p14:tracePt t="159746" x="2082800" y="5594350"/>
          <p14:tracePt t="159763" x="2063750" y="5607050"/>
          <p14:tracePt t="159780" x="2044700" y="5619750"/>
          <p14:tracePt t="159796" x="1968500" y="5664200"/>
          <p14:tracePt t="159813" x="1936750" y="5689600"/>
          <p14:tracePt t="159830" x="1879600" y="5708650"/>
          <p14:tracePt t="159846" x="1822450" y="5715000"/>
          <p14:tracePt t="159863" x="1784350" y="5715000"/>
          <p14:tracePt t="159879" x="1714500" y="5715000"/>
          <p14:tracePt t="159896" x="1689100" y="5715000"/>
          <p14:tracePt t="159913" x="1638300" y="5715000"/>
          <p14:tracePt t="159929" x="1606550" y="5715000"/>
          <p14:tracePt t="159946" x="1587500" y="5715000"/>
          <p14:tracePt t="159963" x="1549400" y="5702300"/>
          <p14:tracePt t="159978" x="1536700" y="5695950"/>
          <p14:tracePt t="159996" x="1530350" y="5689600"/>
          <p14:tracePt t="160013" x="1524000" y="5683250"/>
          <p14:tracePt t="160045" x="1517650" y="5683250"/>
          <p14:tracePt t="160146" x="1517650" y="5676900"/>
          <p14:tracePt t="160196" x="1524000" y="5676900"/>
          <p14:tracePt t="160216" x="1530350" y="5676900"/>
          <p14:tracePt t="160237" x="1536700" y="5676900"/>
          <p14:tracePt t="160265" x="1543050" y="5676900"/>
          <p14:tracePt t="160307" x="1549400" y="5676900"/>
          <p14:tracePt t="160329" x="1555750" y="5676900"/>
          <p14:tracePt t="160371" x="1562100" y="5676900"/>
          <p14:tracePt t="160568" x="1568450" y="5676900"/>
          <p14:tracePt t="160588" x="1574800" y="5676900"/>
          <p14:tracePt t="160603" x="1574800" y="5670550"/>
          <p14:tracePt t="160610" x="1581150" y="5664200"/>
          <p14:tracePt t="160623" x="1587500" y="5664200"/>
          <p14:tracePt t="160631" x="1593850" y="5664200"/>
          <p14:tracePt t="160643" x="1600200" y="5657850"/>
          <p14:tracePt t="160659" x="1631950" y="5651500"/>
          <p14:tracePt t="160677" x="1651000" y="5651500"/>
          <p14:tracePt t="160694" x="1714500" y="5651500"/>
          <p14:tracePt t="160710" x="1797050" y="5645150"/>
          <p14:tracePt t="160726" x="1835150" y="5645150"/>
          <p14:tracePt t="160744" x="1917700" y="5645150"/>
          <p14:tracePt t="160760" x="1943100" y="5638800"/>
          <p14:tracePt t="160776" x="1987550" y="5638800"/>
          <p14:tracePt t="160793" x="2012950" y="5638800"/>
          <p14:tracePt t="160826" x="2019300" y="5638800"/>
          <p14:tracePt t="160862" x="2025650" y="5638800"/>
          <p14:tracePt t="160975" x="2032000" y="5638800"/>
          <p14:tracePt t="160982" x="2038350" y="5638800"/>
          <p14:tracePt t="160992" x="2044700" y="5638800"/>
          <p14:tracePt t="161008" x="2051050" y="5638800"/>
          <p14:tracePt t="161025" x="2070100" y="5645150"/>
          <p14:tracePt t="161042" x="2095500" y="5645150"/>
          <p14:tracePt t="161060" x="2203450" y="5657850"/>
          <p14:tracePt t="161075" x="2260600" y="5664200"/>
          <p14:tracePt t="161092" x="2311400" y="5676900"/>
          <p14:tracePt t="161109" x="2451100" y="5683250"/>
          <p14:tracePt t="161125" x="2584450" y="5702300"/>
          <p14:tracePt t="161141" x="2635250" y="5715000"/>
          <p14:tracePt t="161158" x="2717800" y="5727700"/>
          <p14:tracePt t="161175" x="2781300" y="5734050"/>
          <p14:tracePt t="161192" x="2800350" y="5734050"/>
          <p14:tracePt t="161208" x="2832100" y="5734050"/>
          <p14:tracePt t="161225" x="2863850" y="5746750"/>
          <p14:tracePt t="161242" x="2889250" y="5753100"/>
          <p14:tracePt t="161258" x="2901950" y="5753100"/>
          <p14:tracePt t="161275" x="2927350" y="5753100"/>
          <p14:tracePt t="161291" x="2940050" y="5753100"/>
          <p14:tracePt t="161308" x="2952750" y="5753100"/>
          <p14:tracePt t="161341" x="2959100" y="5753100"/>
          <p14:tracePt t="161424" x="2965450" y="5746750"/>
          <p14:tracePt t="161452" x="2978150" y="5746750"/>
          <p14:tracePt t="161467" x="2984500" y="5746750"/>
          <p14:tracePt t="161475" x="2990850" y="5740400"/>
          <p14:tracePt t="161490" x="2997200" y="5740400"/>
          <p14:tracePt t="161507" x="3028950" y="5727700"/>
          <p14:tracePt t="161524" x="3079750" y="5708650"/>
          <p14:tracePt t="161540" x="3111500" y="5702300"/>
          <p14:tracePt t="161557" x="3181350" y="5676900"/>
          <p14:tracePt t="161573" x="3232150" y="5657850"/>
          <p14:tracePt t="161590" x="3251200" y="5651500"/>
          <p14:tracePt t="161607" x="3289300" y="5638800"/>
          <p14:tracePt t="161623" x="3302000" y="5632450"/>
          <p14:tracePt t="161639" x="3308350" y="5626100"/>
          <p14:tracePt t="161657" x="3314700" y="5626100"/>
          <p14:tracePt t="161673" x="3321050" y="5626100"/>
          <p14:tracePt t="161692" x="3327400" y="5626100"/>
          <p14:tracePt t="161797" x="3333750" y="5626100"/>
          <p14:tracePt t="161832" x="3327400" y="5626100"/>
          <p14:tracePt t="161846" x="3321050" y="5626100"/>
          <p14:tracePt t="161853" x="3308350" y="5626100"/>
          <p14:tracePt t="161867" x="3302000" y="5626100"/>
          <p14:tracePt t="161875" x="3282950" y="5619750"/>
          <p14:tracePt t="161890" x="3257550" y="5619750"/>
          <p14:tracePt t="161906" x="3168650" y="5613400"/>
          <p14:tracePt t="161923" x="3022600" y="5600700"/>
          <p14:tracePt t="161938" x="2933700" y="5594350"/>
          <p14:tracePt t="161955" x="2844800" y="5581650"/>
          <p14:tracePt t="161973" x="2609850" y="5549900"/>
          <p14:tracePt t="161989" x="2546350" y="5549900"/>
          <p14:tracePt t="162006" x="2495550" y="5549900"/>
          <p14:tracePt t="162022" x="2438400" y="5543550"/>
          <p14:tracePt t="162038" x="2393950" y="5543550"/>
          <p14:tracePt t="162055" x="2381250" y="5543550"/>
          <p14:tracePt t="162071" x="2374900" y="5543550"/>
          <p14:tracePt t="162127" x="2374900" y="5537200"/>
          <p14:tracePt t="162133" x="2374900" y="5530850"/>
          <p14:tracePt t="162148" x="2387600" y="5530850"/>
          <p14:tracePt t="162158" x="2400300" y="5524500"/>
          <p14:tracePt t="162171" x="2425700" y="5518150"/>
          <p14:tracePt t="162188" x="2470150" y="5511800"/>
          <p14:tracePt t="162205" x="2578100" y="5499100"/>
          <p14:tracePt t="162221" x="2641600" y="5499100"/>
          <p14:tracePt t="162225" x="2705100" y="5499100"/>
          <p14:tracePt t="162240" x="2781300" y="5486400"/>
          <p14:tracePt t="162255" x="2908300" y="5486400"/>
          <p14:tracePt t="162271" x="2965450" y="5480050"/>
          <p14:tracePt t="162289" x="3054350" y="5480050"/>
          <p14:tracePt t="162304" x="3092450" y="5480050"/>
          <p14:tracePt t="162321" x="3124200" y="5480050"/>
          <p14:tracePt t="162338" x="3136900" y="5480050"/>
          <p14:tracePt t="162380" x="3143250" y="5473700"/>
          <p14:tracePt t="162436" x="3149600" y="5473700"/>
          <p14:tracePt t="162963" x="3136900" y="5461000"/>
          <p14:tracePt t="162970" x="3111500" y="5435600"/>
          <p14:tracePt t="162984" x="3092450" y="5416550"/>
          <p14:tracePt t="162991" x="3067050" y="5384800"/>
          <p14:tracePt t="163005" x="3048000" y="5353050"/>
          <p14:tracePt t="163019" x="3016250" y="5238750"/>
          <p14:tracePt t="163035" x="3003550" y="5187950"/>
          <p14:tracePt t="163052" x="3003550" y="5111750"/>
          <p14:tracePt t="163068" x="2997200" y="4959350"/>
          <p14:tracePt t="163085" x="2997200" y="4787900"/>
          <p14:tracePt t="163101" x="3009900" y="4711700"/>
          <p14:tracePt t="163118" x="3022600" y="4616450"/>
          <p14:tracePt t="163135" x="3041650" y="4584700"/>
          <p14:tracePt t="163152" x="3041650" y="4578350"/>
          <p14:tracePt t="163168" x="3041650" y="4572000"/>
          <p14:tracePt t="163184" x="3041650" y="4565650"/>
          <p14:tracePt t="163243" x="3041650" y="4578350"/>
          <p14:tracePt t="163252" x="3041650" y="4591050"/>
          <p14:tracePt t="163265" x="3041650" y="4610100"/>
          <p14:tracePt t="163272" x="3041650" y="4641850"/>
          <p14:tracePt t="163287" x="3041650" y="4667250"/>
          <p14:tracePt t="163301" x="3041650" y="4800600"/>
          <p14:tracePt t="163317" x="3054350" y="4883150"/>
          <p14:tracePt t="163334" x="3067050" y="4959350"/>
          <p14:tracePt t="163351" x="3092450" y="5105400"/>
          <p14:tracePt t="163367" x="3155950" y="5194300"/>
          <p14:tracePt t="163384" x="3232150" y="5226050"/>
          <p14:tracePt t="163400" x="3295650" y="5226050"/>
          <p14:tracePt t="163417" x="3435350" y="5156200"/>
          <p14:tracePt t="163434" x="3575050" y="4940300"/>
          <p14:tracePt t="163450" x="3657600" y="4743450"/>
          <p14:tracePt t="163467" x="3759200" y="4216400"/>
          <p14:tracePt t="163484" x="3771900" y="3733800"/>
          <p14:tracePt t="163500" x="3740150" y="3536950"/>
          <p14:tracePt t="163517" x="3644900" y="3219450"/>
          <p14:tracePt t="163533" x="3498850" y="3028950"/>
          <p14:tracePt t="163550" x="3435350" y="2946400"/>
          <p14:tracePt t="163567" x="3308350" y="2857500"/>
          <p14:tracePt t="163905" x="3270250" y="2781300"/>
          <p14:tracePt t="163919" x="3206750" y="2686050"/>
          <p14:tracePt t="163925" x="3124200" y="2559050"/>
          <p14:tracePt t="163934" x="3073400" y="2457450"/>
          <p14:tracePt t="163949" x="2990850" y="2298700"/>
          <p14:tracePt t="163965" x="2895600" y="2120900"/>
          <p14:tracePt t="163982" x="2736850" y="1822450"/>
          <p14:tracePt t="163998" x="2578100" y="1549400"/>
          <p14:tracePt t="164015" x="2527300" y="1454150"/>
          <p14:tracePt t="164032" x="2425700" y="1301750"/>
          <p14:tracePt t="164048" x="2355850" y="1187450"/>
          <p14:tracePt t="164065" x="2330450" y="1143000"/>
          <p14:tracePt t="164082" x="2311400" y="1092200"/>
          <p14:tracePt t="164098" x="2286000" y="1054100"/>
          <p14:tracePt t="164115" x="2266950" y="1016000"/>
          <p14:tracePt t="164131" x="2260600" y="1003300"/>
          <p14:tracePt t="164148" x="2235200" y="977900"/>
          <p14:tracePt t="164165" x="2197100" y="958850"/>
          <p14:tracePt t="164181" x="2184400" y="952500"/>
          <p14:tracePt t="164198" x="2159000" y="952500"/>
          <p14:tracePt t="164214" x="2101850" y="939800"/>
          <p14:tracePt t="164231" x="2095500" y="939800"/>
          <p14:tracePt t="164248" x="2076450" y="933450"/>
          <p14:tracePt t="164264" x="2063750" y="927100"/>
          <p14:tracePt t="164281" x="2051050" y="927100"/>
          <p14:tracePt t="164326" x="2044700" y="927100"/>
          <p14:tracePt t="164348" x="2051050" y="927100"/>
          <p14:tracePt t="164354" x="2063750" y="933450"/>
          <p14:tracePt t="164368" x="2082800" y="939800"/>
          <p14:tracePt t="164380" x="2120900" y="952500"/>
          <p14:tracePt t="164398" x="2247900" y="990600"/>
          <p14:tracePt t="164413" x="2336800" y="996950"/>
          <p14:tracePt t="164431" x="2552700" y="1047750"/>
          <p14:tracePt t="164446" x="2787650" y="1104900"/>
          <p14:tracePt t="164463" x="2889250" y="1123950"/>
          <p14:tracePt t="164481" x="3086100" y="1162050"/>
          <p14:tracePt t="164497" x="3194050" y="1181100"/>
          <p14:tracePt t="164513" x="3219450" y="1187450"/>
          <p14:tracePt t="164530" x="3251200" y="1193800"/>
          <p14:tracePt t="164547" x="3257550" y="1193800"/>
          <p14:tracePt t="164621" x="3263900" y="1193800"/>
          <p14:tracePt t="164698" x="3244850" y="1193800"/>
          <p14:tracePt t="164705" x="3232150" y="1193800"/>
          <p14:tracePt t="164719" x="3213100" y="1193800"/>
          <p14:tracePt t="164729" x="3175000" y="1193800"/>
          <p14:tracePt t="164746" x="3124200" y="1181100"/>
          <p14:tracePt t="164762" x="2978150" y="1174750"/>
          <p14:tracePt t="164779" x="2800350" y="1155700"/>
          <p14:tracePt t="164795" x="2711450" y="1143000"/>
          <p14:tracePt t="164812" x="2540000" y="1111250"/>
          <p14:tracePt t="164829" x="2489200" y="1104900"/>
          <p14:tracePt t="164846" x="2362200" y="1085850"/>
          <p14:tracePt t="164862" x="2343150" y="1079500"/>
          <p14:tracePt t="164879" x="2330450" y="1079500"/>
          <p14:tracePt t="164895" x="2324100" y="1079500"/>
          <p14:tracePt t="164912" x="2317750" y="1073150"/>
          <p14:tracePt t="164929" x="2311400" y="1073150"/>
          <p14:tracePt t="164951" x="2317750" y="1073150"/>
          <p14:tracePt t="164962" x="2324100" y="1073150"/>
          <p14:tracePt t="164978" x="2336800" y="1066800"/>
          <p14:tracePt t="164996" x="2400300" y="1066800"/>
          <p14:tracePt t="165012" x="2527300" y="1047750"/>
          <p14:tracePt t="165029" x="2724150" y="1028700"/>
          <p14:tracePt t="165046" x="2832100" y="1028700"/>
          <p14:tracePt t="165061" x="3067050" y="1009650"/>
          <p14:tracePt t="165078" x="3232150" y="996950"/>
          <p14:tracePt t="165095" x="3282950" y="996950"/>
          <p14:tracePt t="165111" x="3321050" y="996950"/>
          <p14:tracePt t="165128" x="3352800" y="996950"/>
          <p14:tracePt t="165161" x="3359150" y="996950"/>
          <p14:tracePt t="165183" x="3359150" y="990600"/>
          <p14:tracePt t="165212" x="3352800" y="990600"/>
          <p14:tracePt t="165218" x="3340100" y="990600"/>
          <p14:tracePt t="165232" x="3308350" y="996950"/>
          <p14:tracePt t="165244" x="3257550" y="1016000"/>
          <p14:tracePt t="165261" x="3111500" y="1035050"/>
          <p14:tracePt t="165278" x="3022600" y="1047750"/>
          <p14:tracePt t="165294" x="2800350" y="1079500"/>
          <p14:tracePt t="165310" x="2590800" y="1079500"/>
          <p14:tracePt t="165327" x="2501900" y="1079500"/>
          <p14:tracePt t="165344" x="2368550" y="1073150"/>
          <p14:tracePt t="165360" x="2311400" y="1073150"/>
          <p14:tracePt t="165377" x="2298700" y="1073150"/>
          <p14:tracePt t="165394" x="2292350" y="1073150"/>
          <p14:tracePt t="165410" x="2305050" y="1073150"/>
          <p14:tracePt t="165427" x="2324100" y="1092200"/>
          <p14:tracePt t="165443" x="2381250" y="1098550"/>
          <p14:tracePt t="165460" x="2438400" y="1104900"/>
          <p14:tracePt t="165476" x="2559050" y="1123950"/>
          <p14:tracePt t="165493" x="2711450" y="1143000"/>
          <p14:tracePt t="165510" x="2800350" y="1155700"/>
          <p14:tracePt t="165527" x="3009900" y="1187450"/>
          <p14:tracePt t="165544" x="3187700" y="1212850"/>
          <p14:tracePt t="165560" x="3263900" y="1225550"/>
          <p14:tracePt t="165577" x="3352800" y="1250950"/>
          <p14:tracePt t="165593" x="3384550" y="1263650"/>
          <p14:tracePt t="165609" x="3390900" y="1263650"/>
          <p14:tracePt t="165626" x="3397250" y="1289050"/>
          <p14:tracePt t="165643" x="3378200" y="1339850"/>
          <p14:tracePt t="165659" x="3365500" y="1371600"/>
          <p14:tracePt t="165676" x="3314700" y="1447800"/>
          <p14:tracePt t="165692" x="3282950" y="1479550"/>
          <p14:tracePt t="165710" x="3270250" y="1485900"/>
          <p14:tracePt t="165986" x="3257550" y="1549400"/>
          <p14:tracePt t="165993" x="3213100" y="1644650"/>
          <p14:tracePt t="166000" x="3168650" y="1758950"/>
          <p14:tracePt t="166013" x="3136900" y="1905000"/>
          <p14:tracePt t="166024" x="3098800" y="2057400"/>
          <p14:tracePt t="166042" x="3041650" y="2406650"/>
          <p14:tracePt t="166058" x="2997200" y="2628900"/>
          <p14:tracePt t="166075" x="2971800" y="3086100"/>
          <p14:tracePt t="166092" x="3003550" y="3467100"/>
          <p14:tracePt t="166107" x="3016250" y="3632200"/>
          <p14:tracePt t="166124" x="3016250" y="3816350"/>
          <p14:tracePt t="166141" x="3035300" y="4248150"/>
          <p14:tracePt t="166158" x="3035300" y="4349750"/>
          <p14:tracePt t="166175" x="3035300" y="4438650"/>
          <p14:tracePt t="166191" x="2990850" y="4629150"/>
          <p14:tracePt t="166208" x="2952750" y="4756150"/>
          <p14:tracePt t="166225" x="2921000" y="4826000"/>
          <p14:tracePt t="166241" x="2901950" y="4857750"/>
          <p14:tracePt t="166257" x="2895600" y="4902200"/>
          <p14:tracePt t="166274" x="2882900" y="4933950"/>
          <p14:tracePt t="166291" x="2876550" y="4953000"/>
          <p14:tracePt t="166307" x="2870200" y="4997450"/>
          <p14:tracePt t="166324" x="2857500" y="5054600"/>
          <p14:tracePt t="166340" x="2857500" y="5105400"/>
          <p14:tracePt t="166357" x="2832100" y="5187950"/>
          <p14:tracePt t="166373" x="2813050" y="5283200"/>
          <p14:tracePt t="166390" x="2794000" y="5340350"/>
          <p14:tracePt t="166408" x="2774950" y="5448300"/>
          <p14:tracePt t="166423" x="2768600" y="5568950"/>
          <p14:tracePt t="166440" x="2781300" y="5619750"/>
          <p14:tracePt t="166457" x="2794000" y="5670550"/>
          <p14:tracePt t="166473" x="2800350" y="5689600"/>
          <p14:tracePt t="166490" x="2813050" y="5702300"/>
          <p14:tracePt t="166506" x="2819400" y="5708650"/>
          <p14:tracePt t="166539" x="2825750" y="5708650"/>
          <p14:tracePt t="166597" x="2832100" y="5708650"/>
          <p14:tracePt t="166625" x="2838450" y="5708650"/>
          <p14:tracePt t="166632" x="2838450" y="5702300"/>
          <p14:tracePt t="166646" x="2844800" y="5689600"/>
          <p14:tracePt t="166655" x="2851150" y="5676900"/>
          <p14:tracePt t="166672" x="2857500" y="5664200"/>
          <p14:tracePt t="166689" x="2870200" y="5632450"/>
          <p14:tracePt t="166706" x="2889250" y="5588000"/>
          <p14:tracePt t="166723" x="2908300" y="5568950"/>
          <p14:tracePt t="166739" x="2927350" y="5524500"/>
          <p14:tracePt t="166755" x="2940050" y="5511800"/>
          <p14:tracePt t="166773" x="2959100" y="5480050"/>
          <p14:tracePt t="166789" x="2959100" y="5473700"/>
          <p14:tracePt t="166805" x="2965450" y="5467350"/>
          <p14:tracePt t="166822" x="2965450" y="5461000"/>
          <p14:tracePt t="166857" x="2971800" y="5461000"/>
          <p14:tracePt t="166864" x="2971800" y="5454650"/>
          <p14:tracePt t="166885" x="2971800" y="5448300"/>
          <p14:tracePt t="166899" x="2971800" y="5441950"/>
          <p14:tracePt t="166907" x="2971800" y="5435600"/>
          <p14:tracePt t="166922" x="2965450" y="5429250"/>
          <p14:tracePt t="166938" x="2965450" y="5422900"/>
          <p14:tracePt t="166957" x="2959100" y="5422900"/>
          <p14:tracePt t="166976" x="2952750" y="5422900"/>
          <p14:tracePt t="166987" x="2952750" y="5416550"/>
          <p14:tracePt t="167018" x="2946400" y="5410200"/>
          <p14:tracePt t="167046" x="2946400" y="5403850"/>
          <p14:tracePt t="167075" x="2946400" y="5397500"/>
          <p14:tracePt t="167082" x="2946400" y="5391150"/>
          <p14:tracePt t="167819" x="2908300" y="5391150"/>
          <p14:tracePt t="167826" x="2870200" y="5391150"/>
          <p14:tracePt t="167840" x="2844800" y="5391150"/>
          <p14:tracePt t="167851" x="2813050" y="5391150"/>
          <p14:tracePt t="167869" x="2762250" y="5378450"/>
          <p14:tracePt t="167884" x="2743200" y="5372100"/>
          <p14:tracePt t="167901" x="2698750" y="5353050"/>
          <p14:tracePt t="167918" x="2660650" y="5334000"/>
          <p14:tracePt t="167935" x="2635250" y="5327650"/>
          <p14:tracePt t="167952" x="2622550" y="5321300"/>
          <p14:tracePt t="167968" x="2584450" y="5321300"/>
          <p14:tracePt t="168002" x="2571750" y="5314950"/>
          <p14:tracePt t="168079" x="2565400" y="5314950"/>
          <p14:tracePt t="168684" x="2559050" y="5321300"/>
          <p14:tracePt t="168691" x="2546350" y="5340350"/>
          <p14:tracePt t="168705" x="2533650" y="5353050"/>
          <p14:tracePt t="168715" x="2508250" y="5365750"/>
          <p14:tracePt t="168733" x="2482850" y="5378450"/>
          <p14:tracePt t="168749" x="2393950" y="5403850"/>
          <p14:tracePt t="168766" x="2305050" y="5416550"/>
          <p14:tracePt t="168783" x="2209800" y="5416550"/>
          <p14:tracePt t="168798" x="2171700" y="5416550"/>
          <p14:tracePt t="168815" x="2089150" y="5403850"/>
          <p14:tracePt t="168832" x="2038350" y="5391150"/>
          <p14:tracePt t="168848" x="2025650" y="5384800"/>
          <p14:tracePt t="168865" x="2006600" y="5378450"/>
          <p14:tracePt t="168882" x="2000250" y="5372100"/>
          <p14:tracePt t="168944" x="1993900" y="5372100"/>
          <p14:tracePt t="168986" x="1993900" y="5365750"/>
          <p14:tracePt t="169014" x="1993900" y="5359400"/>
          <p14:tracePt t="169042" x="2000250" y="5353050"/>
          <p14:tracePt t="169063" x="2006600" y="5346700"/>
          <p14:tracePt t="169070" x="2012950" y="5346700"/>
          <p14:tracePt t="169092" x="2019300" y="5346700"/>
          <p14:tracePt t="169134" x="2025650" y="5346700"/>
          <p14:tracePt t="169155" x="2032000" y="5346700"/>
          <p14:tracePt t="169176" x="2038350" y="5346700"/>
          <p14:tracePt t="169183" x="2044700" y="5346700"/>
          <p14:tracePt t="169198" x="2051050" y="5346700"/>
          <p14:tracePt t="169203" x="2057400" y="5346700"/>
          <p14:tracePt t="169213" x="2076450" y="5346700"/>
          <p14:tracePt t="169230" x="2095500" y="5353050"/>
          <p14:tracePt t="169247" x="2165350" y="5365750"/>
          <p14:tracePt t="169263" x="2209800" y="5372100"/>
          <p14:tracePt t="169281" x="2311400" y="5391150"/>
          <p14:tracePt t="169296" x="2432050" y="5410200"/>
          <p14:tracePt t="169313" x="2482850" y="5422900"/>
          <p14:tracePt t="169330" x="2565400" y="5435600"/>
          <p14:tracePt t="169347" x="2609850" y="5435600"/>
          <p14:tracePt t="169363" x="2622550" y="5435600"/>
          <p14:tracePt t="169380" x="2641600" y="5441950"/>
          <p14:tracePt t="169396" x="2647950" y="5441950"/>
          <p14:tracePt t="169413" x="2654300" y="5441950"/>
          <p14:tracePt t="169485" x="2660650" y="5441950"/>
          <p14:tracePt t="169555" x="2647950" y="5441950"/>
          <p14:tracePt t="169563" x="2647950" y="5435600"/>
          <p14:tracePt t="169977" x="2641600" y="5435600"/>
          <p14:tracePt t="169984" x="2635250" y="5441950"/>
          <p14:tracePt t="169998" x="2609850" y="5454650"/>
          <p14:tracePt t="170011" x="2597150" y="5467350"/>
          <p14:tracePt t="170027" x="2546350" y="5492750"/>
          <p14:tracePt t="170044" x="2514600" y="5505450"/>
          <p14:tracePt t="170061" x="2457450" y="5524500"/>
          <p14:tracePt t="170077" x="2387600" y="5530850"/>
          <p14:tracePt t="170094" x="2355850" y="5530850"/>
          <p14:tracePt t="170111" x="2292350" y="5537200"/>
          <p14:tracePt t="170127" x="2222500" y="5537200"/>
          <p14:tracePt t="170144" x="2184400" y="5537200"/>
          <p14:tracePt t="170160" x="2127250" y="5543550"/>
          <p14:tracePt t="170177" x="2089150" y="5543550"/>
          <p14:tracePt t="170194" x="2019300" y="5543550"/>
          <p14:tracePt t="170210" x="2006600" y="5543550"/>
          <p14:tracePt t="170227" x="1993900" y="5543550"/>
          <p14:tracePt t="170244" x="1974850" y="5543550"/>
          <p14:tracePt t="170349" x="1974850" y="5537200"/>
          <p14:tracePt t="170369" x="1981200" y="5537200"/>
          <p14:tracePt t="170377" x="1987550" y="5537200"/>
          <p14:tracePt t="170391" x="1993900" y="5530850"/>
          <p14:tracePt t="170398" x="2000250" y="5530850"/>
          <p14:tracePt t="170409" x="2012950" y="5524500"/>
          <p14:tracePt t="170427" x="2051050" y="5511800"/>
          <p14:tracePt t="170443" x="2082800" y="5511800"/>
          <p14:tracePt t="170459" x="2120900" y="5505450"/>
          <p14:tracePt t="170476" x="2279650" y="5486400"/>
          <p14:tracePt t="170492" x="2343150" y="5486400"/>
          <p14:tracePt t="170509" x="2419350" y="5486400"/>
          <p14:tracePt t="170526" x="2584450" y="5480050"/>
          <p14:tracePt t="170542" x="2762250" y="5467350"/>
          <p14:tracePt t="170560" x="2908300" y="5461000"/>
          <p14:tracePt t="170575" x="2959100" y="5441950"/>
          <p14:tracePt t="170592" x="3028950" y="5441950"/>
          <p14:tracePt t="170609" x="3048000" y="5435600"/>
          <p14:tracePt t="170626" x="3054350" y="5435600"/>
          <p14:tracePt t="170642" x="3060700" y="5435600"/>
          <p14:tracePt t="171113" x="3105150" y="5441950"/>
          <p14:tracePt t="171120" x="3162300" y="5461000"/>
          <p14:tracePt t="171134" x="3225800" y="5467350"/>
          <p14:tracePt t="171143" x="3308350" y="5480050"/>
          <p14:tracePt t="171157" x="3384550" y="5486400"/>
          <p14:tracePt t="171173" x="3587750" y="5499100"/>
          <p14:tracePt t="171191" x="3790950" y="5505450"/>
          <p14:tracePt t="171206" x="3879850" y="5505450"/>
          <p14:tracePt t="171223" x="4013200" y="5480050"/>
          <p14:tracePt t="171240" x="4070350" y="5454650"/>
          <p14:tracePt t="171257" x="4083050" y="5454650"/>
          <p14:tracePt t="171273" x="4089400" y="5454650"/>
          <p14:tracePt t="171290" x="4102100" y="5448300"/>
          <p14:tracePt t="171345" x="4108450" y="5448300"/>
          <p14:tracePt t="171352" x="4114800" y="5448300"/>
          <p14:tracePt t="171374" x="4127500" y="5448300"/>
          <p14:tracePt t="171380" x="4140200" y="5448300"/>
          <p14:tracePt t="171394" x="4165600" y="5448300"/>
          <p14:tracePt t="171406" x="4171950" y="5448300"/>
          <p14:tracePt t="171423" x="4197350" y="5454650"/>
          <p14:tracePt t="171439" x="4210050" y="5461000"/>
          <p14:tracePt t="171456" x="4229100" y="5467350"/>
          <p14:tracePt t="171472" x="4248150" y="5480050"/>
          <p14:tracePt t="171489" x="4260850" y="5480050"/>
          <p14:tracePt t="171506" x="4292600" y="5486400"/>
          <p14:tracePt t="171522" x="4324350" y="5486400"/>
          <p14:tracePt t="171539" x="4349750" y="5492750"/>
          <p14:tracePt t="171556" x="4400550" y="5492750"/>
          <p14:tracePt t="171572" x="4464050" y="5492750"/>
          <p14:tracePt t="171588" x="4489450" y="5492750"/>
          <p14:tracePt t="171606" x="4533900" y="5492750"/>
          <p14:tracePt t="171622" x="4552950" y="5492750"/>
          <p14:tracePt t="171639" x="4559300" y="5492750"/>
          <p14:tracePt t="171655" x="4565650" y="5492750"/>
          <p14:tracePt t="171682" x="4572000" y="5492750"/>
          <p14:tracePt t="171967" x="4565650" y="5492750"/>
          <p14:tracePt t="171981" x="4546600" y="5486400"/>
          <p14:tracePt t="171990" x="4527550" y="5480050"/>
          <p14:tracePt t="172004" x="4495800" y="5467350"/>
          <p14:tracePt t="172020" x="4445000" y="5454650"/>
          <p14:tracePt t="172038" x="4311650" y="5435600"/>
          <p14:tracePt t="172054" x="4146550" y="5410200"/>
          <p14:tracePt t="172070" x="4057650" y="5410200"/>
          <p14:tracePt t="172087" x="3886200" y="5391150"/>
          <p14:tracePt t="172104" x="3746500" y="5391150"/>
          <p14:tracePt t="172120" x="3695700" y="5391150"/>
          <p14:tracePt t="172137" x="3644900" y="5391150"/>
          <p14:tracePt t="172153" x="3613150" y="5391150"/>
          <p14:tracePt t="172171" x="3600450" y="5391150"/>
          <p14:tracePt t="172340" x="3600450" y="5384800"/>
          <p14:tracePt t="172493" x="3594100" y="5384800"/>
          <p14:tracePt t="172501" x="3587750" y="5384800"/>
          <p14:tracePt t="172515" x="3581400" y="5384800"/>
          <p14:tracePt t="172522" x="3568700" y="5384800"/>
          <p14:tracePt t="172536" x="3543300" y="5384800"/>
          <p14:tracePt t="172552" x="3467100" y="5384800"/>
          <p14:tracePt t="172569" x="3409950" y="5384800"/>
          <p14:tracePt t="172586" x="3282950" y="5403850"/>
          <p14:tracePt t="172602" x="3149600" y="5422900"/>
          <p14:tracePt t="172618" x="3073400" y="5435600"/>
          <p14:tracePt t="172635" x="2971800" y="5467350"/>
          <p14:tracePt t="172652" x="2921000" y="5486400"/>
          <p14:tracePt t="172668" x="2857500" y="5518150"/>
          <p14:tracePt t="172685" x="2813050" y="5549900"/>
          <p14:tracePt t="172702" x="2806700" y="5556250"/>
          <p14:tracePt t="172719" x="2787650" y="5562600"/>
          <p14:tracePt t="172735" x="2787650" y="5568950"/>
          <p14:tracePt t="172751" x="2781300" y="5568950"/>
          <p14:tracePt t="173091" x="2787650" y="5562600"/>
          <p14:tracePt t="173112" x="2794000" y="5562600"/>
          <p14:tracePt t="173175" x="2800350" y="5562600"/>
          <p14:tracePt t="173184" x="2806700" y="5562600"/>
          <p14:tracePt t="173225" x="2806700" y="5556250"/>
          <p14:tracePt t="173233" x="2813050" y="5556250"/>
          <p14:tracePt t="173246" x="2825750" y="5549900"/>
          <p14:tracePt t="173253" x="2832100" y="5543550"/>
          <p14:tracePt t="173269" x="2838450" y="5537200"/>
          <p14:tracePt t="173283" x="2857500" y="5530850"/>
          <p14:tracePt t="173300" x="2914650" y="5511800"/>
          <p14:tracePt t="173316" x="3028950" y="5461000"/>
          <p14:tracePt t="173333" x="3105150" y="5441950"/>
          <p14:tracePt t="173349" x="3289300" y="5391150"/>
          <p14:tracePt t="173366" x="3486150" y="5359400"/>
          <p14:tracePt t="173382" x="3575050" y="5359400"/>
          <p14:tracePt t="173400" x="3752850" y="5365750"/>
          <p14:tracePt t="173416" x="3892550" y="5384800"/>
          <p14:tracePt t="173432" x="3975100" y="5403850"/>
          <p14:tracePt t="173449" x="4108450" y="5435600"/>
          <p14:tracePt t="173466" x="4222750" y="5441950"/>
          <p14:tracePt t="173482" x="4260850" y="5441950"/>
          <p14:tracePt t="173499" x="4337050" y="5461000"/>
          <p14:tracePt t="173516" x="4368800" y="5461000"/>
          <p14:tracePt t="173531" x="4375150" y="5461000"/>
          <p14:tracePt t="173549" x="4381500" y="5461000"/>
          <p14:tracePt t="173675" x="4387850" y="5467350"/>
          <p14:tracePt t="173716" x="4387850" y="5473700"/>
          <p14:tracePt t="174078" x="4432300" y="5473700"/>
          <p14:tracePt t="174086" x="4495800" y="5473700"/>
          <p14:tracePt t="174100" x="4584700" y="5473700"/>
          <p14:tracePt t="174114" x="4673600" y="5473700"/>
          <p14:tracePt t="174130" x="4889500" y="5473700"/>
          <p14:tracePt t="174146" x="5016500" y="5461000"/>
          <p14:tracePt t="174163" x="5232400" y="5467350"/>
          <p14:tracePt t="174180" x="5397500" y="5467350"/>
          <p14:tracePt t="174196" x="5461000" y="5467350"/>
          <p14:tracePt t="174213" x="5549900" y="5467350"/>
          <p14:tracePt t="174229" x="5581650" y="5473700"/>
          <p14:tracePt t="174247" x="5600700" y="5473700"/>
          <p14:tracePt t="174263" x="5613400" y="5473700"/>
          <p14:tracePt t="174332" x="5619750" y="5473700"/>
          <p14:tracePt t="174577" x="5530850" y="5467350"/>
          <p14:tracePt t="174592" x="5403850" y="5461000"/>
          <p14:tracePt t="174599" x="5276850" y="5448300"/>
          <p14:tracePt t="174614" x="5156200" y="5435600"/>
          <p14:tracePt t="174628" x="4991100" y="5416550"/>
          <p14:tracePt t="174645" x="4927600" y="5416550"/>
          <p14:tracePt t="174662" x="4876800" y="5410200"/>
          <p14:tracePt t="174678" x="4864100" y="5410200"/>
          <p14:tracePt t="174695" x="4857750" y="5410200"/>
          <p14:tracePt t="175013" x="4819650" y="5410200"/>
          <p14:tracePt t="175020" x="4756150" y="5410200"/>
          <p14:tracePt t="175034" x="4679950" y="5410200"/>
          <p14:tracePt t="175043" x="4591050" y="5410200"/>
          <p14:tracePt t="175061" x="4502150" y="5410200"/>
          <p14:tracePt t="175077" x="4324350" y="5403850"/>
          <p14:tracePt t="175094" x="4133850" y="5378450"/>
          <p14:tracePt t="175110" x="4044950" y="5378450"/>
          <p14:tracePt t="175127" x="3886200" y="5372100"/>
          <p14:tracePt t="175143" x="3759200" y="5372100"/>
          <p14:tracePt t="175160" x="3721100" y="5372100"/>
          <p14:tracePt t="175176" x="3625850" y="5384800"/>
          <p14:tracePt t="175193" x="3568700" y="5391150"/>
          <p14:tracePt t="175210" x="3536950" y="5391150"/>
          <p14:tracePt t="175226" x="3530600" y="5397500"/>
          <p14:tracePt t="175243" x="3517900" y="5397500"/>
          <p14:tracePt t="175260" x="3498850" y="5397500"/>
          <p14:tracePt t="175276" x="3498850" y="5391150"/>
          <p14:tracePt t="175293" x="3479800" y="5391150"/>
          <p14:tracePt t="175309" x="3473450" y="5391150"/>
          <p14:tracePt t="175343" x="3467100" y="5397500"/>
          <p14:tracePt t="175359" x="3460750" y="5397500"/>
          <p14:tracePt t="175394" x="3454400" y="5403850"/>
          <p14:tracePt t="175784" x="3429000" y="5403850"/>
          <p14:tracePt t="175792" x="3378200" y="5403850"/>
          <p14:tracePt t="175805" x="3327400" y="5410200"/>
          <p14:tracePt t="175812" x="3289300" y="5410200"/>
          <p14:tracePt t="175827" x="3251200" y="5410200"/>
          <p14:tracePt t="175841" x="3206750" y="5416550"/>
          <p14:tracePt t="175857" x="3124200" y="5416550"/>
          <p14:tracePt t="175875" x="3086100" y="5416550"/>
          <p14:tracePt t="175890" x="3048000" y="5410200"/>
          <p14:tracePt t="175907" x="3016250" y="5410200"/>
          <p14:tracePt t="175925" x="3003550" y="5410200"/>
          <p14:tracePt t="175941" x="2997200" y="5410200"/>
          <p14:tracePt t="176058" x="2990850" y="5410200"/>
          <p14:tracePt t="176928" x="2997200" y="5410200"/>
          <p14:tracePt t="176941" x="3003550" y="5416550"/>
          <p14:tracePt t="176953" x="3016250" y="5416550"/>
          <p14:tracePt t="176971" x="3035300" y="5422900"/>
          <p14:tracePt t="176987" x="3048000" y="5429250"/>
          <p14:tracePt t="177004" x="3098800" y="5441950"/>
          <p14:tracePt t="177020" x="3168650" y="5441950"/>
          <p14:tracePt t="177037" x="3206750" y="5435600"/>
          <p14:tracePt t="177054" x="3321050" y="5435600"/>
          <p14:tracePt t="177070" x="3498850" y="5441950"/>
          <p14:tracePt t="177086" x="3606800" y="5454650"/>
          <p14:tracePt t="177103" x="3860800" y="5486400"/>
          <p14:tracePt t="177120" x="4102100" y="5549900"/>
          <p14:tracePt t="177136" x="4248150" y="5581650"/>
          <p14:tracePt t="177153" x="4495800" y="5632450"/>
          <p14:tracePt t="177169" x="4711700" y="5664200"/>
          <p14:tracePt t="177187" x="4876800" y="5683250"/>
          <p14:tracePt t="177203" x="4946650" y="5683250"/>
          <p14:tracePt t="177219" x="4984750" y="5683250"/>
          <p14:tracePt t="177236" x="5073650" y="5664200"/>
          <p14:tracePt t="177252" x="5086350" y="5657850"/>
          <p14:tracePt t="177269" x="5092700" y="5657850"/>
          <p14:tracePt t="177286" x="5099050" y="5657850"/>
          <p14:tracePt t="177370" x="5105400" y="5657850"/>
          <p14:tracePt t="177447" x="5111750" y="5651500"/>
          <p14:tracePt t="177531" x="5118100" y="5651500"/>
          <p14:tracePt t="177553" x="5124450" y="5645150"/>
          <p14:tracePt t="177566" x="5137150" y="5645150"/>
          <p14:tracePt t="177580" x="5143500" y="5645150"/>
          <p14:tracePt t="177588" x="5162550" y="5645150"/>
          <p14:tracePt t="177604" x="5181600" y="5638800"/>
          <p14:tracePt t="177618" x="5238750" y="5638800"/>
          <p14:tracePt t="177634" x="5276850" y="5632450"/>
          <p14:tracePt t="177651" x="5359400" y="5632450"/>
          <p14:tracePt t="177669" x="5429250" y="5619750"/>
          <p14:tracePt t="177685" x="5454650" y="5619750"/>
          <p14:tracePt t="177701" x="5524500" y="5607050"/>
          <p14:tracePt t="177717" x="5537200" y="5600700"/>
          <p14:tracePt t="177735" x="5556250" y="5594350"/>
          <p14:tracePt t="177751" x="5568950" y="5594350"/>
          <p14:tracePt t="177767" x="5575300" y="5588000"/>
          <p14:tracePt t="177800" x="5568950" y="5588000"/>
          <p14:tracePt t="177817" x="5537200" y="5581650"/>
          <p14:tracePt t="177833" x="5505450" y="5581650"/>
          <p14:tracePt t="177850" x="5391150" y="5575300"/>
          <p14:tracePt t="177867" x="5314950" y="5562600"/>
          <p14:tracePt t="177884" x="4997450" y="5568950"/>
          <p14:tracePt t="177900" x="4883150" y="5581650"/>
          <p14:tracePt t="177917" x="4629150" y="5575300"/>
          <p14:tracePt t="177933" x="4362450" y="5562600"/>
          <p14:tracePt t="177950" x="4235450" y="5556250"/>
          <p14:tracePt t="177967" x="3943350" y="5556250"/>
          <p14:tracePt t="177983" x="3663950" y="5530850"/>
          <p14:tracePt t="178000" x="3524250" y="5530850"/>
          <p14:tracePt t="178017" x="3257550" y="5511800"/>
          <p14:tracePt t="178033" x="3041650" y="5480050"/>
          <p14:tracePt t="178050" x="2857500" y="5448300"/>
          <p14:tracePt t="178066" x="2794000" y="5441950"/>
          <p14:tracePt t="178083" x="2660650" y="5422900"/>
          <p14:tracePt t="178100" x="2565400" y="5397500"/>
          <p14:tracePt t="178116" x="2508250" y="5384800"/>
          <p14:tracePt t="178133" x="2438400" y="5353050"/>
          <p14:tracePt t="178150" x="2368550" y="5346700"/>
          <p14:tracePt t="178166" x="2343150" y="5346700"/>
          <p14:tracePt t="178183" x="2298700" y="5340350"/>
          <p14:tracePt t="178199" x="2241550" y="5321300"/>
          <p14:tracePt t="178216" x="2184400" y="5314950"/>
          <p14:tracePt t="178232" x="2152650" y="5308600"/>
          <p14:tracePt t="178249" x="2120900" y="5289550"/>
          <p14:tracePt t="178266" x="2108200" y="5270500"/>
          <p14:tracePt t="178284" x="2101850" y="5251450"/>
          <p14:tracePt t="178299" x="2101850" y="5238750"/>
          <p14:tracePt t="178316" x="2101850" y="5232400"/>
          <p14:tracePt t="178333" x="2114550" y="5219700"/>
          <p14:tracePt t="178349" x="2120900" y="5207000"/>
          <p14:tracePt t="178365" x="2146300" y="5194300"/>
          <p14:tracePt t="178382" x="2165350" y="5187950"/>
          <p14:tracePt t="178398" x="2178050" y="5181600"/>
          <p14:tracePt t="178415" x="2197100" y="5175250"/>
          <p14:tracePt t="178432" x="2222500" y="5168900"/>
          <p14:tracePt t="178449" x="2235200" y="5162550"/>
          <p14:tracePt t="178466" x="2279650" y="5156200"/>
          <p14:tracePt t="178482" x="2317750" y="5149850"/>
          <p14:tracePt t="178498" x="2336800" y="5149850"/>
          <p14:tracePt t="178515" x="2393950" y="5149850"/>
          <p14:tracePt t="178531" x="2425700" y="5143500"/>
          <p14:tracePt t="178548" x="2501900" y="5143500"/>
          <p14:tracePt t="178565" x="2584450" y="5124450"/>
          <p14:tracePt t="178581" x="2641600" y="5118100"/>
          <p14:tracePt t="178598" x="2711450" y="5111750"/>
          <p14:tracePt t="178615" x="2749550" y="5092700"/>
          <p14:tracePt t="178631" x="2762250" y="5092700"/>
          <p14:tracePt t="178648" x="2781300" y="5092700"/>
          <p14:tracePt t="178680" x="2774950" y="5092700"/>
          <p14:tracePt t="178698" x="2755900" y="5099050"/>
          <p14:tracePt t="178714" x="2724150" y="5111750"/>
          <p14:tracePt t="178731" x="2705100" y="5118100"/>
          <p14:tracePt t="178748" x="2641600" y="5162550"/>
          <p14:tracePt t="178764" x="2584450" y="5194300"/>
          <p14:tracePt t="178781" x="2552700" y="5219700"/>
          <p14:tracePt t="178797" x="2540000" y="5232400"/>
          <p14:tracePt t="178814" x="2527300" y="5232400"/>
          <p14:tracePt t="178831" x="2527300" y="5245100"/>
          <p14:tracePt t="178847" x="2540000" y="5251450"/>
          <p14:tracePt t="178864" x="2552700" y="5257800"/>
          <p14:tracePt t="178880" x="2584450" y="5264150"/>
          <p14:tracePt t="178897" x="2673350" y="5276850"/>
          <p14:tracePt t="178914" x="2743200" y="5289550"/>
          <p14:tracePt t="178930" x="2901950" y="5327650"/>
          <p14:tracePt t="178947" x="3143250" y="5359400"/>
          <p14:tracePt t="178965" x="3422650" y="5391150"/>
          <p14:tracePt t="178980" x="3613150" y="5403850"/>
          <p14:tracePt t="178996" x="4013200" y="5429250"/>
          <p14:tracePt t="179013" x="4203700" y="5441950"/>
          <p14:tracePt t="179030" x="4578350" y="5435600"/>
          <p14:tracePt t="179046" x="4768850" y="5422900"/>
          <p14:tracePt t="179063" x="5016500" y="5410200"/>
          <p14:tracePt t="179080" x="5213350" y="5391150"/>
          <p14:tracePt t="179096" x="5276850" y="5397500"/>
          <p14:tracePt t="179113" x="5391150" y="5403850"/>
          <p14:tracePt t="179129" x="5448300" y="5416550"/>
          <p14:tracePt t="179146" x="5486400" y="5422900"/>
          <p14:tracePt t="179162" x="5562600" y="5435600"/>
          <p14:tracePt t="179179" x="5632450" y="5454650"/>
          <p14:tracePt t="179197" x="5683250" y="5467350"/>
          <p14:tracePt t="179212" x="5708650" y="5467350"/>
          <p14:tracePt t="179229" x="5759450" y="5467350"/>
          <p14:tracePt t="179246" x="5810250" y="5480050"/>
          <p14:tracePt t="179262" x="5822950" y="5486400"/>
          <p14:tracePt t="179279" x="5848350" y="5486400"/>
          <p14:tracePt t="179295" x="5854700" y="5486400"/>
          <p14:tracePt t="179406" x="5848350" y="5486400"/>
          <p14:tracePt t="179413" x="5842000" y="5486400"/>
          <p14:tracePt t="179429" x="5822950" y="5492750"/>
          <p14:tracePt t="179435" x="5791200" y="5499100"/>
          <p14:tracePt t="179449" x="5765800" y="5499100"/>
          <p14:tracePt t="179464" x="5715000" y="5511800"/>
          <p14:tracePt t="179478" x="5651500" y="5518150"/>
          <p14:tracePt t="179495" x="5473700" y="5530850"/>
          <p14:tracePt t="179512" x="5283200" y="5537200"/>
          <p14:tracePt t="179528" x="5111750" y="5549900"/>
          <p14:tracePt t="179545" x="5035550" y="5556250"/>
          <p14:tracePt t="179562" x="4984750" y="5568950"/>
          <p14:tracePt t="179578" x="4889500" y="5581650"/>
          <p14:tracePt t="179594" x="4876800" y="5588000"/>
          <p14:tracePt t="179611" x="4870450" y="5594350"/>
          <p14:tracePt t="179627" x="4864100" y="5594350"/>
          <p14:tracePt t="179778" x="4864100" y="5588000"/>
          <p14:tracePt t="179799" x="4857750" y="5588000"/>
          <p14:tracePt t="179806" x="4851400" y="5588000"/>
          <p14:tracePt t="179828" x="4845050" y="5594350"/>
          <p14:tracePt t="180150" x="4813300" y="5594350"/>
          <p14:tracePt t="180157" x="4756150" y="5588000"/>
          <p14:tracePt t="180171" x="4705350" y="5575300"/>
          <p14:tracePt t="180179" x="4667250" y="5575300"/>
          <p14:tracePt t="180195" x="4610100" y="5568950"/>
          <p14:tracePt t="180209" x="4495800" y="5549900"/>
          <p14:tracePt t="180226" x="4432300" y="5549900"/>
          <p14:tracePt t="180242" x="4324350" y="5530850"/>
          <p14:tracePt t="180259" x="4273550" y="5530850"/>
          <p14:tracePt t="180275" x="4191000" y="5530850"/>
          <p14:tracePt t="180292" x="4152900" y="5530850"/>
          <p14:tracePt t="180308" x="4127500" y="5530850"/>
          <p14:tracePt t="180326" x="4121150" y="5530850"/>
          <p14:tracePt t="180342" x="4114800" y="5524500"/>
          <p14:tracePt t="180359" x="4108450" y="5524500"/>
          <p14:tracePt t="180410" x="4102100" y="5524500"/>
          <p14:tracePt t="180473" x="4102100" y="5518150"/>
          <p14:tracePt t="180480" x="4108450" y="5518150"/>
          <p14:tracePt t="180491" x="4114800" y="5511800"/>
          <p14:tracePt t="180509" x="4121150" y="5499100"/>
          <p14:tracePt t="180524" x="4127500" y="5499100"/>
          <p14:tracePt t="180541" x="4133850" y="5492750"/>
          <p14:tracePt t="180558" x="4146550" y="5486400"/>
          <p14:tracePt t="180574" x="4152900" y="5486400"/>
          <p14:tracePt t="180591" x="4165600" y="5480050"/>
          <p14:tracePt t="180608" x="4191000" y="5467350"/>
          <p14:tracePt t="180624" x="4241800" y="5441950"/>
          <p14:tracePt t="180641" x="4260850" y="5429250"/>
          <p14:tracePt t="180657" x="4337050" y="5391150"/>
          <p14:tracePt t="180674" x="4419600" y="5346700"/>
          <p14:tracePt t="180691" x="4495800" y="5308600"/>
          <p14:tracePt t="180707" x="4527550" y="5302250"/>
          <p14:tracePt t="180724" x="4552950" y="5283200"/>
          <p14:tracePt t="180741" x="4552950" y="5270500"/>
          <p14:tracePt t="180757" x="4533900" y="5257800"/>
          <p14:tracePt t="180774" x="4464050" y="5238750"/>
          <p14:tracePt t="180791" x="4318000" y="5187950"/>
          <p14:tracePt t="180807" x="4222750" y="5156200"/>
          <p14:tracePt t="180825" x="4013200" y="5080000"/>
          <p14:tracePt t="180840" x="3816350" y="4997450"/>
          <p14:tracePt t="180857" x="3721100" y="4959350"/>
          <p14:tracePt t="180874" x="3562350" y="4864100"/>
          <p14:tracePt t="180890" x="3505200" y="4819650"/>
          <p14:tracePt t="180907" x="3416300" y="4705350"/>
          <p14:tracePt t="180924" x="3359150" y="4540250"/>
          <p14:tracePt t="180940" x="3333750" y="4451350"/>
          <p14:tracePt t="180956" x="3314700" y="4260850"/>
          <p14:tracePt t="180973" x="3314700" y="4006850"/>
          <p14:tracePt t="180990" x="3321050" y="3848100"/>
          <p14:tracePt t="181006" x="3403600" y="3422650"/>
          <p14:tracePt t="181023" x="3441700" y="3225800"/>
          <p14:tracePt t="181039" x="3467100" y="3136900"/>
          <p14:tracePt t="181057" x="3467100" y="2971800"/>
          <p14:tracePt t="181072" x="3441700" y="2838450"/>
          <p14:tracePt t="181089" x="3429000" y="2806700"/>
          <p14:tracePt t="181105" x="3403600" y="2794000"/>
          <p14:tracePt t="181123" x="3352800" y="2794000"/>
          <p14:tracePt t="181139" x="3308350" y="2794000"/>
          <p14:tracePt t="181156" x="3289300" y="2794000"/>
          <p14:tracePt t="181444" x="3289300" y="2755900"/>
          <p14:tracePt t="181451" x="3289300" y="2717800"/>
          <p14:tracePt t="181465" x="3289300" y="2679700"/>
          <p14:tracePt t="181474" x="3289300" y="2628900"/>
          <p14:tracePt t="181487" x="3282950" y="2584450"/>
          <p14:tracePt t="181505" x="3276600" y="2546350"/>
          <p14:tracePt t="181521" x="3232150" y="2438400"/>
          <p14:tracePt t="181538" x="3219450" y="2419350"/>
          <p14:tracePt t="181554" x="3206750" y="2393950"/>
          <p14:tracePt t="181571" x="3187700" y="2362200"/>
          <p14:tracePt t="181587" x="3149600" y="2343150"/>
          <p14:tracePt t="181605" x="3130550" y="2336800"/>
          <p14:tracePt t="181621" x="3092450" y="2336800"/>
          <p14:tracePt t="181637" x="3016250" y="2349500"/>
          <p14:tracePt t="181655" x="2946400" y="2387600"/>
          <p14:tracePt t="181670" x="2901950" y="2393950"/>
          <p14:tracePt t="181687" x="2838450" y="2425700"/>
          <p14:tracePt t="181704" x="2800350" y="2432050"/>
          <p14:tracePt t="181720" x="2787650" y="2438400"/>
          <p14:tracePt t="181737" x="2768600" y="2444750"/>
          <p14:tracePt t="181754" x="2755900" y="2444750"/>
          <p14:tracePt t="181956" x="2774950" y="2451100"/>
          <p14:tracePt t="181963" x="2806700" y="2457450"/>
          <p14:tracePt t="181978" x="2863850" y="2476500"/>
          <p14:tracePt t="181986" x="2914650" y="2495550"/>
          <p14:tracePt t="182003" x="2984500" y="2514600"/>
          <p14:tracePt t="182020" x="3117850" y="2552700"/>
          <p14:tracePt t="182036" x="3225800" y="2597150"/>
          <p14:tracePt t="182053" x="3282950" y="2628900"/>
          <p14:tracePt t="182069" x="3327400" y="2654300"/>
          <p14:tracePt t="182086" x="3359150" y="2660650"/>
          <p14:tracePt t="182102" x="3365500" y="2667000"/>
          <p14:tracePt t="182119" x="3371850" y="2673350"/>
          <p14:tracePt t="182547" x="3378200" y="2673350"/>
          <p14:tracePt t="182666" x="3378200" y="2667000"/>
          <p14:tracePt t="182708" x="3378200" y="2654300"/>
          <p14:tracePt t="182715" x="3378200" y="2647950"/>
          <p14:tracePt t="182729" x="3384550" y="2635250"/>
          <p14:tracePt t="182737" x="3384550" y="2616200"/>
          <p14:tracePt t="182753" x="3384550" y="2597150"/>
          <p14:tracePt t="182767" x="3384550" y="2559050"/>
          <p14:tracePt t="182783" x="3378200" y="2451100"/>
          <p14:tracePt t="182800" x="3359150" y="2298700"/>
          <p14:tracePt t="182816" x="3340100" y="2216150"/>
          <p14:tracePt t="182834" x="3270250" y="2057400"/>
          <p14:tracePt t="182850" x="3200400" y="1905000"/>
          <p14:tracePt t="182866" x="3143250" y="1847850"/>
          <p14:tracePt t="182884" x="3041650" y="1733550"/>
          <p14:tracePt t="182899" x="2959100" y="1638300"/>
          <p14:tracePt t="182916" x="2933700" y="1593850"/>
          <p14:tracePt t="182934" x="2876550" y="1549400"/>
          <p14:tracePt t="182949" x="2857500" y="1530350"/>
          <p14:tracePt t="182966" x="2851150" y="1524000"/>
          <p14:tracePt t="183102" x="2844800" y="1524000"/>
          <p14:tracePt t="183108" x="2844800" y="1536700"/>
          <p14:tracePt t="183123" x="2838450" y="1549400"/>
          <p14:tracePt t="183132" x="2832100" y="1555750"/>
          <p14:tracePt t="183149" x="2825750" y="1574800"/>
          <p14:tracePt t="183165" x="2800350" y="1625600"/>
          <p14:tracePt t="183182" x="2774950" y="1720850"/>
          <p14:tracePt t="183199" x="2749550" y="1790700"/>
          <p14:tracePt t="183215" x="2711450" y="1924050"/>
          <p14:tracePt t="183232" x="2667000" y="2082800"/>
          <p14:tracePt t="183249" x="2647950" y="2216150"/>
          <p14:tracePt t="183265" x="2641600" y="2241550"/>
          <p14:tracePt t="183282" x="2635250" y="2292350"/>
          <p14:tracePt t="183298" x="2635250" y="2305050"/>
          <p14:tracePt t="183315" x="2635250" y="2311400"/>
          <p14:tracePt t="183331" x="2635250" y="2317750"/>
          <p14:tracePt t="183404" x="2635250" y="2311400"/>
          <p14:tracePt t="183411" x="2635250" y="2305050"/>
          <p14:tracePt t="183418" x="2635250" y="2292350"/>
          <p14:tracePt t="183434" x="2635250" y="2273300"/>
          <p14:tracePt t="183448" x="2635250" y="2235200"/>
          <p14:tracePt t="183464" x="2635250" y="2120900"/>
          <p14:tracePt t="183481" x="2647950" y="1930400"/>
          <p14:tracePt t="183497" x="2647950" y="1803400"/>
          <p14:tracePt t="183514" x="2667000" y="1517650"/>
          <p14:tracePt t="183531" x="2686050" y="1263650"/>
          <p14:tracePt t="183547" x="2686050" y="1187450"/>
          <p14:tracePt t="183564" x="2698750" y="1104900"/>
          <p14:tracePt t="183581" x="2698750" y="1073150"/>
          <p14:tracePt t="183597" x="2705100" y="1060450"/>
          <p14:tracePt t="183614" x="2705100" y="1054100"/>
          <p14:tracePt t="183630" x="2705100" y="1047750"/>
          <p14:tracePt t="184261" x="2730500" y="1136650"/>
          <p14:tracePt t="184274" x="2755900" y="1276350"/>
          <p14:tracePt t="184282" x="2813050" y="1511300"/>
          <p14:tracePt t="184298" x="2889250" y="1771650"/>
          <p14:tracePt t="184311" x="2952750" y="2051050"/>
          <p14:tracePt t="184328" x="3136900" y="2717800"/>
          <p14:tracePt t="184345" x="3213100" y="3028950"/>
          <p14:tracePt t="184361" x="3371850" y="3594100"/>
          <p14:tracePt t="184378" x="3473450" y="4025900"/>
          <p14:tracePt t="184395" x="3511550" y="4273550"/>
          <p14:tracePt t="184411" x="3524250" y="4362450"/>
          <p14:tracePt t="184428" x="3530600" y="4489450"/>
          <p14:tracePt t="184445" x="3543300" y="4572000"/>
          <p14:tracePt t="184461" x="3549650" y="4603750"/>
          <p14:tracePt t="184478" x="3556000" y="4660900"/>
          <p14:tracePt t="184494" x="3575050" y="4743450"/>
          <p14:tracePt t="184510" x="3587750" y="4787900"/>
          <p14:tracePt t="184528" x="3657600" y="4895850"/>
          <p14:tracePt t="184544" x="3752850" y="5003800"/>
          <p14:tracePt t="184561" x="3822700" y="5067300"/>
          <p14:tracePt t="184577" x="4000500" y="5181600"/>
          <p14:tracePt t="184594" x="4108450" y="5232400"/>
          <p14:tracePt t="184611" x="4381500" y="5346700"/>
          <p14:tracePt t="184628" x="4724400" y="5448300"/>
          <p14:tracePt t="184644" x="4908550" y="5518150"/>
          <p14:tracePt t="184662" x="5251450" y="5562600"/>
          <p14:tracePt t="184677" x="5391150" y="5575300"/>
          <p14:tracePt t="184694" x="5607050" y="5594350"/>
          <p14:tracePt t="184711" x="5721350" y="5594350"/>
          <p14:tracePt t="184727" x="5772150" y="5594350"/>
          <p14:tracePt t="184743" x="5791200" y="5588000"/>
          <p14:tracePt t="184760" x="5816600" y="5581650"/>
          <p14:tracePt t="184776" x="5842000" y="5568950"/>
          <p14:tracePt t="184793" x="5848350" y="5568950"/>
          <p14:tracePt t="184810" x="5861050" y="5562600"/>
          <p14:tracePt t="184826" x="5867400" y="5556250"/>
          <p14:tracePt t="184914" x="5873750" y="5556250"/>
          <p14:tracePt t="184978" x="5867400" y="5543550"/>
          <p14:tracePt t="184985" x="5861050" y="5537200"/>
          <p14:tracePt t="184998" x="5842000" y="5524500"/>
          <p14:tracePt t="185009" x="5810250" y="5511800"/>
          <p14:tracePt t="185027" x="5695950" y="5454650"/>
          <p14:tracePt t="185042" x="5619750" y="5416550"/>
          <p14:tracePt t="185059" x="5524500" y="5384800"/>
          <p14:tracePt t="185076" x="5137150" y="5289550"/>
          <p14:tracePt t="185092" x="5010150" y="5270500"/>
          <p14:tracePt t="185109" x="4806950" y="5245100"/>
          <p14:tracePt t="185126" x="4648200" y="5238750"/>
          <p14:tracePt t="185142" x="4597400" y="5238750"/>
          <p14:tracePt t="185159" x="4546600" y="5238750"/>
          <p14:tracePt t="185175" x="4457700" y="5245100"/>
          <p14:tracePt t="185192" x="4445000" y="5245100"/>
          <p14:tracePt t="185209" x="4438650" y="5251450"/>
          <p14:tracePt t="185225" x="4425950" y="5251450"/>
          <p14:tracePt t="185241" x="4419600" y="5257800"/>
          <p14:tracePt t="185259" x="4419600" y="5264150"/>
          <p14:tracePt t="185308" x="4413250" y="5264150"/>
          <p14:tracePt t="185315" x="4413250" y="5270500"/>
          <p14:tracePt t="185329" x="4406900" y="5270500"/>
          <p14:tracePt t="185341" x="4394200" y="5270500"/>
          <p14:tracePt t="185358" x="4362450" y="5276850"/>
          <p14:tracePt t="185375" x="4330700" y="5283200"/>
          <p14:tracePt t="185391" x="4254500" y="5289550"/>
          <p14:tracePt t="185408" x="4127500" y="5289550"/>
          <p14:tracePt t="185424" x="4051300" y="5289550"/>
          <p14:tracePt t="185442" x="3898900" y="5289550"/>
          <p14:tracePt t="185457" x="3721100" y="5289550"/>
          <p14:tracePt t="185474" x="3632200" y="5289550"/>
          <p14:tracePt t="185491" x="3435350" y="5327650"/>
          <p14:tracePt t="185507" x="3359150" y="5353050"/>
          <p14:tracePt t="185524" x="3181350" y="5422900"/>
          <p14:tracePt t="185527" x="3117850" y="5448300"/>
          <p14:tracePt t="185541" x="3035300" y="5499100"/>
          <p14:tracePt t="185557" x="2876550" y="5575300"/>
          <p14:tracePt t="185574" x="2806700" y="5600700"/>
          <p14:tracePt t="185590" x="2692400" y="5645150"/>
          <p14:tracePt t="185607" x="2667000" y="5657850"/>
          <p14:tracePt t="185624" x="2628900" y="5664200"/>
          <p14:tracePt t="185640" x="2622550" y="5670550"/>
          <p14:tracePt t="185736" x="2622550" y="5664200"/>
          <p14:tracePt t="185743" x="2628900" y="5651500"/>
          <p14:tracePt t="185759" x="2628900" y="5645150"/>
          <p14:tracePt t="186110" x="2597150" y="5638800"/>
          <p14:tracePt t="186123" x="2540000" y="5632450"/>
          <p14:tracePt t="186131" x="2476500" y="5613400"/>
          <p14:tracePt t="186139" x="2387600" y="5600700"/>
          <p14:tracePt t="186154" x="2305050" y="5568950"/>
          <p14:tracePt t="186172" x="2235200" y="5549900"/>
          <p14:tracePt t="186188" x="2089150" y="5480050"/>
          <p14:tracePt t="186205" x="1987550" y="5429250"/>
          <p14:tracePt t="186222" x="1911350" y="5378450"/>
          <p14:tracePt t="186238" x="1879600" y="5359400"/>
          <p14:tracePt t="186255" x="1841500" y="5314950"/>
          <p14:tracePt t="186272" x="1816100" y="5270500"/>
          <p14:tracePt t="186288" x="1797050" y="5251450"/>
          <p14:tracePt t="186305" x="1778000" y="5219700"/>
          <p14:tracePt t="186321" x="1752600" y="5181600"/>
          <p14:tracePt t="186338" x="1727200" y="5168900"/>
          <p14:tracePt t="186355" x="1689100" y="5149850"/>
          <p14:tracePt t="186370" x="1638300" y="5130800"/>
          <p14:tracePt t="186388" x="1619250" y="5118100"/>
          <p14:tracePt t="186405" x="1555750" y="5092700"/>
          <p14:tracePt t="186421" x="1511300" y="5080000"/>
          <p14:tracePt t="186438" x="1492250" y="5073650"/>
          <p14:tracePt t="186454" x="1466850" y="5060950"/>
          <p14:tracePt t="186471" x="1454150" y="5054600"/>
          <p14:tracePt t="186487" x="1447800" y="5048250"/>
          <p14:tracePt t="186531" x="1460500" y="5048250"/>
          <p14:tracePt t="186540" x="1473200" y="5054600"/>
          <p14:tracePt t="186554" x="1485900" y="5060950"/>
          <p14:tracePt t="186570" x="1504950" y="5060950"/>
          <p14:tracePt t="186587" x="1600200" y="5086350"/>
          <p14:tracePt t="186603" x="1746250" y="5105400"/>
          <p14:tracePt t="186621" x="1835150" y="5118100"/>
          <p14:tracePt t="186637" x="2012950" y="5130800"/>
          <p14:tracePt t="186653" x="2165350" y="5137150"/>
          <p14:tracePt t="186670" x="2235200" y="5137150"/>
          <p14:tracePt t="186687" x="2324100" y="5137150"/>
          <p14:tracePt t="186703" x="2374900" y="5130800"/>
          <p14:tracePt t="186720" x="2387600" y="5130800"/>
          <p14:tracePt t="186736" x="2400300" y="5124450"/>
          <p14:tracePt t="186770" x="2406650" y="5124450"/>
          <p14:tracePt t="187475" x="2400300" y="5099050"/>
          <p14:tracePt t="187482" x="2374900" y="5060950"/>
          <p14:tracePt t="187496" x="2349500" y="5016500"/>
          <p14:tracePt t="187503" x="2324100" y="4984750"/>
          <p14:tracePt t="187520" x="2298700" y="4940300"/>
          <p14:tracePt t="187534" x="2260600" y="4883150"/>
          <p14:tracePt t="187550" x="2197100" y="4794250"/>
          <p14:tracePt t="187567" x="2133600" y="4705350"/>
          <p14:tracePt t="187584" x="2101850" y="4667250"/>
          <p14:tracePt t="187600" x="2012950" y="4578350"/>
          <p14:tracePt t="187617" x="1955800" y="4508500"/>
          <p14:tracePt t="187633" x="1936750" y="4483100"/>
          <p14:tracePt t="187650" x="1898650" y="4438650"/>
          <p14:tracePt t="187666" x="1879600" y="4406900"/>
          <p14:tracePt t="187683" x="1866900" y="4394200"/>
          <p14:tracePt t="187700" x="1860550" y="4375150"/>
          <p14:tracePt t="187716" x="1854200" y="4368800"/>
          <p14:tracePt t="187752" x="1854200" y="4362450"/>
          <p14:tracePt t="187974" x="1866900" y="4362450"/>
          <p14:tracePt t="187988" x="1873250" y="4362450"/>
          <p14:tracePt t="187995" x="1879600" y="4362450"/>
          <p14:tracePt t="188009" x="1892300" y="4362450"/>
          <p14:tracePt t="188018" x="1911350" y="4362450"/>
          <p14:tracePt t="188032" x="1936750" y="4362450"/>
          <p14:tracePt t="188048" x="2019300" y="4375150"/>
          <p14:tracePt t="188066" x="2127250" y="4381500"/>
          <p14:tracePt t="188082" x="2178050" y="4387850"/>
          <p14:tracePt t="188099" x="2241550" y="4387850"/>
          <p14:tracePt t="188115" x="2413000" y="4387850"/>
          <p14:tracePt t="188132" x="2463800" y="4368800"/>
          <p14:tracePt t="188149" x="2533650" y="4356100"/>
          <p14:tracePt t="188165" x="2641600" y="4311650"/>
          <p14:tracePt t="188181" x="2730500" y="4286250"/>
          <p14:tracePt t="188199" x="2781300" y="4273550"/>
          <p14:tracePt t="188214" x="2781300" y="4267200"/>
          <p14:tracePt t="188231" x="2794000" y="4267200"/>
          <p14:tracePt t="188248" x="2800350" y="4267200"/>
          <p14:tracePt t="188290" x="2787650" y="4267200"/>
          <p14:tracePt t="188300" x="2768600" y="4267200"/>
          <p14:tracePt t="188314" x="2749550" y="4267200"/>
          <p14:tracePt t="188331" x="2660650" y="4267200"/>
          <p14:tracePt t="188348" x="2527300" y="4279900"/>
          <p14:tracePt t="188364" x="2438400" y="4279900"/>
          <p14:tracePt t="188383" x="2273300" y="4286250"/>
          <p14:tracePt t="188397" x="2108200" y="4298950"/>
          <p14:tracePt t="188414" x="2044700" y="4298950"/>
          <p14:tracePt t="188431" x="1924050" y="4318000"/>
          <p14:tracePt t="188447" x="1892300" y="4318000"/>
          <p14:tracePt t="188464" x="1873250" y="4324350"/>
          <p14:tracePt t="188481" x="1860550" y="4330700"/>
          <p14:tracePt t="188522" x="1854200" y="4330700"/>
          <p14:tracePt t="188712" x="1854200" y="4337050"/>
          <p14:tracePt t="188719" x="1854200" y="4343400"/>
          <p14:tracePt t="188733" x="1860550" y="4343400"/>
          <p14:tracePt t="188746" x="1866900" y="4349750"/>
          <p14:tracePt t="188762" x="1885950" y="4356100"/>
          <p14:tracePt t="188779" x="1898650" y="4362450"/>
          <p14:tracePt t="188796" x="1943100" y="4375150"/>
          <p14:tracePt t="188812" x="1981200" y="4381500"/>
          <p14:tracePt t="188829" x="2006600" y="4387850"/>
          <p14:tracePt t="188846" x="2038350" y="4394200"/>
          <p14:tracePt t="188862" x="2057400" y="4400550"/>
          <p14:tracePt t="188896" x="2063750" y="4406900"/>
          <p14:tracePt t="188912" x="2070100" y="4406900"/>
          <p14:tracePt t="188951" x="2076450" y="4413250"/>
          <p14:tracePt t="189063" x="2076450" y="4419600"/>
          <p14:tracePt t="189070" x="2076450" y="4425950"/>
          <p14:tracePt t="189084" x="2070100" y="4432300"/>
          <p14:tracePt t="189095" x="2063750" y="4432300"/>
          <p14:tracePt t="189119" x="2063750" y="4438650"/>
          <p14:tracePt t="189140" x="2063750" y="4445000"/>
          <p14:tracePt t="189189" x="2063750" y="4451350"/>
          <p14:tracePt t="189211" x="2070100" y="4457700"/>
          <p14:tracePt t="189225" x="2082800" y="4457700"/>
          <p14:tracePt t="189232" x="2101850" y="4457700"/>
          <p14:tracePt t="189245" x="2133600" y="4457700"/>
          <p14:tracePt t="189261" x="2222500" y="4470400"/>
          <p14:tracePt t="189278" x="2273300" y="4470400"/>
          <p14:tracePt t="189296" x="2419350" y="4483100"/>
          <p14:tracePt t="189311" x="2571750" y="4502150"/>
          <p14:tracePt t="189327" x="2641600" y="4514850"/>
          <p14:tracePt t="189345" x="2743200" y="4521200"/>
          <p14:tracePt t="189360" x="2774950" y="4521200"/>
          <p14:tracePt t="189378" x="2819400" y="4527550"/>
          <p14:tracePt t="189394" x="2844800" y="4527550"/>
          <p14:tracePt t="189427" x="2857500" y="4527550"/>
          <p14:tracePt t="189471" x="2863850" y="4527550"/>
          <p14:tracePt t="189717" x="2832100" y="4546600"/>
          <p14:tracePt t="189724" x="2755900" y="4578350"/>
          <p14:tracePt t="189731" x="2686050" y="4616450"/>
          <p14:tracePt t="189746" x="2590800" y="4673600"/>
          <p14:tracePt t="189759" x="2508250" y="4730750"/>
          <p14:tracePt t="189776" x="2355850" y="4857750"/>
          <p14:tracePt t="189792" x="2305050" y="4914900"/>
          <p14:tracePt t="189809" x="2228850" y="5041900"/>
          <p14:tracePt t="189826" x="2209800" y="5124450"/>
          <p14:tracePt t="189843" x="2235200" y="5207000"/>
          <p14:tracePt t="189859" x="2254250" y="5251450"/>
          <p14:tracePt t="189876" x="2311400" y="5314950"/>
          <p14:tracePt t="189893" x="2349500" y="5372100"/>
          <p14:tracePt t="189909" x="2374900" y="5384800"/>
          <p14:tracePt t="189926" x="2393950" y="5397500"/>
          <p14:tracePt t="189942" x="2438400" y="5435600"/>
          <p14:tracePt t="189959" x="2457450" y="5441950"/>
          <p14:tracePt t="189977" x="2489200" y="5448300"/>
          <p14:tracePt t="189992" x="2495550" y="5454650"/>
          <p14:tracePt t="190009" x="2501900" y="5461000"/>
          <p14:tracePt t="190026" x="2514600" y="5461000"/>
          <p14:tracePt t="190068" x="2520950" y="5461000"/>
          <p14:tracePt t="190187" x="2527300" y="5461000"/>
          <p14:tracePt t="190209" x="2533650" y="5461000"/>
          <p14:tracePt t="190222" x="2546350" y="5461000"/>
          <p14:tracePt t="190236" x="2552700" y="5461000"/>
          <p14:tracePt t="190244" x="2565400" y="5461000"/>
          <p14:tracePt t="190260" x="2578100" y="5461000"/>
          <p14:tracePt t="190274" x="2597150" y="5461000"/>
          <p14:tracePt t="190291" x="2654300" y="5461000"/>
          <p14:tracePt t="190307" x="2711450" y="5467350"/>
          <p14:tracePt t="190324" x="2762250" y="5467350"/>
          <p14:tracePt t="190341" x="2851150" y="5473700"/>
          <p14:tracePt t="190357" x="2971800" y="5486400"/>
          <p14:tracePt t="190373" x="3048000" y="5492750"/>
          <p14:tracePt t="190391" x="3187700" y="5505450"/>
          <p14:tracePt t="190407" x="3270250" y="5511800"/>
          <p14:tracePt t="190423" x="3333750" y="5511800"/>
          <p14:tracePt t="190441" x="3543300" y="5543550"/>
          <p14:tracePt t="190457" x="3594100" y="5562600"/>
          <p14:tracePt t="190474" x="3657600" y="5568950"/>
          <p14:tracePt t="190490" x="3683000" y="5575300"/>
          <p14:tracePt t="190507" x="3683000" y="5581650"/>
          <p14:tracePt t="190540" x="3683000" y="5588000"/>
          <p14:tracePt t="190556" x="3670300" y="5600700"/>
          <p14:tracePt t="190899" x="3714750" y="5600700"/>
          <p14:tracePt t="190906" x="3803650" y="5600700"/>
          <p14:tracePt t="190920" x="3886200" y="5594350"/>
          <p14:tracePt t="190927" x="3987800" y="5581650"/>
          <p14:tracePt t="190941" x="4108450" y="5581650"/>
          <p14:tracePt t="190956" x="4375150" y="5575300"/>
          <p14:tracePt t="190972" x="4514850" y="5575300"/>
          <p14:tracePt t="190989" x="4654550" y="5575300"/>
          <p14:tracePt t="191006" x="4895850" y="5562600"/>
          <p14:tracePt t="191021" x="5073650" y="5556250"/>
          <p14:tracePt t="191039" x="5149850" y="5543550"/>
          <p14:tracePt t="191055" x="5219700" y="5537200"/>
          <p14:tracePt t="191071" x="5257800" y="5530850"/>
          <p14:tracePt t="191088" x="5270500" y="5530850"/>
          <p14:tracePt t="191105" x="5289550" y="5530850"/>
          <p14:tracePt t="191121" x="5302250" y="5530850"/>
          <p14:tracePt t="191138" x="5327650" y="5530850"/>
          <p14:tracePt t="191154" x="5340350" y="5530850"/>
          <p14:tracePt t="191171" x="5365750" y="5530850"/>
          <p14:tracePt t="191188" x="5410200" y="5537200"/>
          <p14:tracePt t="191204" x="5467350" y="5537200"/>
          <p14:tracePt t="191221" x="5492750" y="5537200"/>
          <p14:tracePt t="191237" x="5575300" y="5543550"/>
          <p14:tracePt t="191254" x="5594350" y="5549900"/>
          <p14:tracePt t="191272" x="5645150" y="5556250"/>
          <p14:tracePt t="191287" x="5657850" y="5556250"/>
          <p14:tracePt t="191304" x="5695950" y="5556250"/>
          <p14:tracePt t="191321" x="5727700" y="5556250"/>
          <p14:tracePt t="191337" x="5746750" y="5556250"/>
          <p14:tracePt t="191354" x="5765800" y="5556250"/>
          <p14:tracePt t="191370" x="5778500" y="5556250"/>
          <p14:tracePt t="191387" x="5784850" y="5556250"/>
          <p14:tracePt t="191440" x="5772150" y="5549900"/>
          <p14:tracePt t="191447" x="5759450" y="5549900"/>
          <p14:tracePt t="191461" x="5740400" y="5549900"/>
          <p14:tracePt t="191474" x="5708650" y="5543550"/>
          <p14:tracePt t="191490" x="5657850" y="5537200"/>
          <p14:tracePt t="191504" x="5499100" y="5524500"/>
          <p14:tracePt t="191520" x="5410200" y="5524500"/>
          <p14:tracePt t="191537" x="5245100" y="5518150"/>
          <p14:tracePt t="191554" x="5130800" y="5518150"/>
          <p14:tracePt t="191570" x="5092700" y="5518150"/>
          <p14:tracePt t="191587" x="5048250" y="5518150"/>
          <p14:tracePt t="191603" x="5035550" y="5518150"/>
          <p14:tracePt t="191651" x="5054600" y="5511800"/>
          <p14:tracePt t="191665" x="5073650" y="5511800"/>
          <p14:tracePt t="191678" x="5099050" y="5505450"/>
          <p14:tracePt t="191700" x="5149850" y="5505450"/>
          <p14:tracePt t="191706" x="5232400" y="5492750"/>
          <p14:tracePt t="191722" x="5334000" y="5480050"/>
          <p14:tracePt t="191736" x="5435600" y="5473700"/>
          <p14:tracePt t="191752" x="5524500" y="5461000"/>
          <p14:tracePt t="191770" x="5695950" y="5441950"/>
          <p14:tracePt t="191785" x="5746750" y="5435600"/>
          <p14:tracePt t="191802" x="5784850" y="5422900"/>
          <p14:tracePt t="191820" x="5822950" y="5416550"/>
          <p14:tracePt t="191835" x="5829300" y="5416550"/>
          <p14:tracePt t="191871" x="5822950" y="5416550"/>
          <p14:tracePt t="191885" x="5784850" y="5416550"/>
          <p14:tracePt t="191901" x="5727700" y="5416550"/>
          <p14:tracePt t="191918" x="5638800" y="5416550"/>
          <p14:tracePt t="191935" x="5340350" y="5410200"/>
          <p14:tracePt t="191952" x="5124450" y="5397500"/>
          <p14:tracePt t="191968" x="4679950" y="5403850"/>
          <p14:tracePt t="191985" x="4464050" y="5416550"/>
          <p14:tracePt t="192002" x="4165600" y="5429250"/>
          <p14:tracePt t="192018" x="3937000" y="5435600"/>
          <p14:tracePt t="192035" x="3714750" y="5448300"/>
          <p14:tracePt t="192052" x="3556000" y="5454650"/>
          <p14:tracePt t="192068" x="3492500" y="5454650"/>
          <p14:tracePt t="192085" x="3378200" y="5454650"/>
          <p14:tracePt t="192100" x="3257550" y="5454650"/>
          <p14:tracePt t="192117" x="3206750" y="5448300"/>
          <p14:tracePt t="192135" x="3124200" y="5422900"/>
          <p14:tracePt t="192151" x="3067050" y="5410200"/>
          <p14:tracePt t="192168" x="3035300" y="5403850"/>
          <p14:tracePt t="192185" x="2965450" y="5378450"/>
          <p14:tracePt t="192201" x="2895600" y="5372100"/>
          <p14:tracePt t="192217" x="2863850" y="5365750"/>
          <p14:tracePt t="192234" x="2774950" y="5359400"/>
          <p14:tracePt t="192251" x="2711450" y="5346700"/>
          <p14:tracePt t="192267" x="2673350" y="5346700"/>
          <p14:tracePt t="192284" x="2641600" y="5346700"/>
          <p14:tracePt t="192885" x="2635250" y="5346700"/>
          <p14:tracePt t="192892" x="2622550" y="5346700"/>
          <p14:tracePt t="192906" x="2616200" y="5353050"/>
          <p14:tracePt t="192915" x="2609850" y="5353050"/>
          <p14:tracePt t="192931" x="2603500" y="5359400"/>
          <p14:tracePt t="192955" x="2603500" y="5365750"/>
          <p14:tracePt t="192965" x="2603500" y="5372100"/>
          <p14:tracePt t="192982" x="2603500" y="5378450"/>
          <p14:tracePt t="192998" x="2641600" y="5391150"/>
          <p14:tracePt t="193015" x="2686050" y="5397500"/>
          <p14:tracePt t="193032" x="2882900" y="5429250"/>
          <p14:tracePt t="193048" x="3136900" y="5448300"/>
          <p14:tracePt t="193065" x="3308350" y="5448300"/>
          <p14:tracePt t="193082" x="3727450" y="5448300"/>
          <p14:tracePt t="193098" x="4044950" y="5448300"/>
          <p14:tracePt t="193114" x="4159250" y="5435600"/>
          <p14:tracePt t="193132" x="4362450" y="5422900"/>
          <p14:tracePt t="193148" x="4508500" y="5403850"/>
          <p14:tracePt t="193165" x="4559300" y="5397500"/>
          <p14:tracePt t="193181" x="4622800" y="5391150"/>
          <p14:tracePt t="193197" x="4660900" y="5378450"/>
          <p14:tracePt t="193214" x="4667250" y="5372100"/>
          <p14:tracePt t="193231" x="4673600" y="5372100"/>
          <p14:tracePt t="193247" x="4692650" y="5353050"/>
          <p14:tracePt t="193264" x="4692650" y="5346700"/>
          <p14:tracePt t="193587" x="4705350" y="5346700"/>
          <p14:tracePt t="193594" x="4724400" y="5353050"/>
          <p14:tracePt t="193608" x="4756150" y="5359400"/>
          <p14:tracePt t="193616" x="4800600" y="5384800"/>
          <p14:tracePt t="193632" x="4838700" y="5397500"/>
          <p14:tracePt t="193646" x="4895850" y="5416550"/>
          <p14:tracePt t="193663" x="5029200" y="5441950"/>
          <p14:tracePt t="193679" x="5194300" y="5473700"/>
          <p14:tracePt t="193696" x="5276850" y="5480050"/>
          <p14:tracePt t="193712" x="5416550" y="5499100"/>
          <p14:tracePt t="193729" x="5499100" y="5511800"/>
          <p14:tracePt t="193745" x="5511800" y="5518150"/>
          <p14:tracePt t="193762" x="5530850" y="5518150"/>
          <p14:tracePt t="193967" x="5530850" y="5524500"/>
          <p14:tracePt t="193980" x="5524500" y="5524500"/>
          <p14:tracePt t="193988" x="5518150" y="5524500"/>
          <p14:tracePt t="194009" x="5511800" y="5524500"/>
          <p14:tracePt t="194100" x="5505450" y="5524500"/>
          <p14:tracePt t="194128" x="5499100" y="5524500"/>
          <p14:tracePt t="194142" x="5492750" y="5524500"/>
          <p14:tracePt t="194157" x="5486400" y="5524500"/>
          <p14:tracePt t="194170" x="5486400" y="5518150"/>
          <p14:tracePt t="194180" x="5480050" y="5518150"/>
          <p14:tracePt t="194283" x="5492750" y="5518150"/>
          <p14:tracePt t="194290" x="5505450" y="5518150"/>
          <p14:tracePt t="194297" x="5537200" y="5524500"/>
          <p14:tracePt t="194313" x="5562600" y="5524500"/>
          <p14:tracePt t="194326" x="5613400" y="5530850"/>
          <p14:tracePt t="194344" x="5664200" y="5530850"/>
          <p14:tracePt t="194360" x="5810250" y="5518150"/>
          <p14:tracePt t="194377" x="5873750" y="5511800"/>
          <p14:tracePt t="194393" x="5937250" y="5492750"/>
          <p14:tracePt t="194410" x="6038850" y="5467350"/>
          <p14:tracePt t="194427" x="6083300" y="5429250"/>
          <p14:tracePt t="194443" x="6083300" y="5410200"/>
          <p14:tracePt t="194460" x="6013450" y="5321300"/>
          <p14:tracePt t="194476" x="5956300" y="5302250"/>
          <p14:tracePt t="194493" x="5886450" y="5270500"/>
          <p14:tracePt t="194510" x="5689600" y="5232400"/>
          <p14:tracePt t="194526" x="5626100" y="5238750"/>
          <p14:tracePt t="194543" x="5524500" y="5270500"/>
          <p14:tracePt t="194559" x="5492750" y="5308600"/>
          <p14:tracePt t="194576" x="5441950" y="5372100"/>
          <p14:tracePt t="194593" x="5429250" y="5441950"/>
          <p14:tracePt t="194609" x="5429250" y="5473700"/>
          <p14:tracePt t="194627" x="5435600" y="5524500"/>
          <p14:tracePt t="194642" x="5480050" y="5575300"/>
          <p14:tracePt t="194659" x="5499100" y="5588000"/>
          <p14:tracePt t="194676" x="5562600" y="5613400"/>
          <p14:tracePt t="194693" x="5657850" y="5632450"/>
          <p14:tracePt t="194709" x="5708650" y="5632450"/>
          <p14:tracePt t="194726" x="5797550" y="5632450"/>
          <p14:tracePt t="194742" x="5873750" y="5613400"/>
          <p14:tracePt t="194759" x="5892800" y="5607050"/>
          <p14:tracePt t="194776" x="5918200" y="5594350"/>
          <p14:tracePt t="194792" x="5924550" y="5581650"/>
          <p14:tracePt t="194810" x="5924550" y="5556250"/>
          <p14:tracePt t="194825" x="5911850" y="5530850"/>
          <p14:tracePt t="194842" x="5886450" y="5499100"/>
          <p14:tracePt t="194859" x="5765800" y="5416550"/>
          <p14:tracePt t="194875" x="5715000" y="5378450"/>
          <p14:tracePt t="194891" x="5676900" y="5359400"/>
          <p14:tracePt t="194908" x="5568950" y="5340350"/>
          <p14:tracePt t="194925" x="5499100" y="5346700"/>
          <p14:tracePt t="194941" x="5480050" y="5353050"/>
          <p14:tracePt t="194958" x="5435600" y="5384800"/>
          <p14:tracePt t="194975" x="5410200" y="5435600"/>
          <p14:tracePt t="194992" x="5410200" y="5461000"/>
          <p14:tracePt t="195008" x="5403850" y="5511800"/>
          <p14:tracePt t="195025" x="5422900" y="5549900"/>
          <p14:tracePt t="195042" x="5461000" y="5594350"/>
          <p14:tracePt t="195058" x="5492750" y="5613400"/>
          <p14:tracePt t="195074" x="5568950" y="5645150"/>
          <p14:tracePt t="195091" x="5664200" y="5670550"/>
          <p14:tracePt t="195108" x="5708650" y="5670550"/>
          <p14:tracePt t="195124" x="5746750" y="5670550"/>
          <p14:tracePt t="195141" x="5848350" y="5626100"/>
          <p14:tracePt t="195157" x="5867400" y="5613400"/>
          <p14:tracePt t="195174" x="5886450" y="5607050"/>
          <p14:tracePt t="195177" x="5886450" y="5594350"/>
          <p14:tracePt t="195191" x="5892800" y="5581650"/>
          <p14:tracePt t="195207" x="5886450" y="5543550"/>
          <p14:tracePt t="195225" x="5848350" y="5486400"/>
          <p14:tracePt t="195240" x="5816600" y="5461000"/>
          <p14:tracePt t="195257" x="5734050" y="5403850"/>
          <p14:tracePt t="195274" x="5638800" y="5378450"/>
          <p14:tracePt t="195290" x="5588000" y="5365750"/>
          <p14:tracePt t="195307" x="5492750" y="5365750"/>
          <p14:tracePt t="195324" x="5391150" y="5416550"/>
          <p14:tracePt t="195340" x="5359400" y="5435600"/>
          <p14:tracePt t="195357" x="5321300" y="5480050"/>
          <p14:tracePt t="195373" x="5302250" y="5524500"/>
          <p14:tracePt t="195390" x="5302250" y="5543550"/>
          <p14:tracePt t="195408" x="5302250" y="5588000"/>
          <p14:tracePt t="195423" x="5334000" y="5638800"/>
          <p14:tracePt t="195440" x="5353050" y="5657850"/>
          <p14:tracePt t="195457" x="5422900" y="5708650"/>
          <p14:tracePt t="195473" x="5467350" y="5734050"/>
          <p14:tracePt t="195490" x="5575300" y="5765800"/>
          <p14:tracePt t="195506" x="5689600" y="5772150"/>
          <p14:tracePt t="195522" x="5759450" y="5753100"/>
          <p14:tracePt t="195540" x="5848350" y="5695950"/>
          <p14:tracePt t="195556" x="5892800" y="5638800"/>
          <p14:tracePt t="195573" x="5899150" y="5613400"/>
          <p14:tracePt t="195589" x="5899150" y="5556250"/>
          <p14:tracePt t="195605" x="5886450" y="5492750"/>
          <p14:tracePt t="195622" x="5861050" y="5461000"/>
          <p14:tracePt t="195639" x="5816600" y="5403850"/>
          <p14:tracePt t="195655" x="5721350" y="5340350"/>
          <p14:tracePt t="195672" x="5676900" y="5314950"/>
          <p14:tracePt t="195675" x="5619750" y="5289550"/>
          <p14:tracePt t="195689" x="5556250" y="5276850"/>
          <p14:tracePt t="195705" x="5454650" y="5270500"/>
          <p14:tracePt t="195722" x="5397500" y="5270500"/>
          <p14:tracePt t="195739" x="5321300" y="5308600"/>
          <p14:tracePt t="195756" x="5302250" y="5340350"/>
          <p14:tracePt t="195772" x="5270500" y="5391150"/>
          <p14:tracePt t="195790" x="5264150" y="5429250"/>
          <p14:tracePt t="195805" x="5264150" y="5461000"/>
          <p14:tracePt t="195822" x="5283200" y="5505450"/>
          <p14:tracePt t="195838" x="5314950" y="5543550"/>
          <p14:tracePt t="195855" x="5334000" y="5562600"/>
          <p14:tracePt t="195872" x="5391150" y="5600700"/>
          <p14:tracePt t="195888" x="5461000" y="5632450"/>
          <p14:tracePt t="195906" x="5543550" y="5638800"/>
          <p14:tracePt t="195921" x="5594350" y="5638800"/>
          <p14:tracePt t="195938" x="5670550" y="5613400"/>
          <p14:tracePt t="195955" x="5702300" y="5588000"/>
          <p14:tracePt t="195971" x="5753100" y="5518150"/>
          <p14:tracePt t="195988" x="5778500" y="5461000"/>
          <p14:tracePt t="196005" x="5784850" y="5416550"/>
          <p14:tracePt t="196021" x="5784850" y="5397500"/>
          <p14:tracePt t="196037" x="5784850" y="5384800"/>
          <p14:tracePt t="196054" x="5778500" y="5365750"/>
          <p14:tracePt t="196090" x="5778500" y="5359400"/>
          <p14:tracePt t="196580" x="5746750" y="5359400"/>
          <p14:tracePt t="196587" x="5657850" y="5365750"/>
          <p14:tracePt t="196602" x="5568950" y="5378450"/>
          <p14:tracePt t="196608" x="5467350" y="5378450"/>
          <p14:tracePt t="196618" x="5340350" y="5397500"/>
          <p14:tracePt t="196636" x="5041900" y="5416550"/>
          <p14:tracePt t="196652" x="4895850" y="5441950"/>
          <p14:tracePt t="196669" x="4730750" y="5454650"/>
          <p14:tracePt t="196686" x="4311650" y="5530850"/>
          <p14:tracePt t="196702" x="4191000" y="5562600"/>
          <p14:tracePt t="196719" x="4064000" y="5594350"/>
          <p14:tracePt t="196735" x="3714750" y="5702300"/>
          <p14:tracePt t="196752" x="3613150" y="5734050"/>
          <p14:tracePt t="196768" x="3517900" y="5765800"/>
          <p14:tracePt t="196785" x="3384550" y="5803900"/>
          <p14:tracePt t="196802" x="3282950" y="5803900"/>
          <p14:tracePt t="196820" x="3200400" y="5816600"/>
          <p14:tracePt t="196835" x="3168650" y="5816600"/>
          <p14:tracePt t="196852" x="3136900" y="5816600"/>
          <p14:tracePt t="196868" x="3117850" y="5810250"/>
          <p14:tracePt t="196884" x="3117850" y="5803900"/>
          <p14:tracePt t="196901" x="3111500" y="5803900"/>
          <p14:tracePt t="196918" x="3111500" y="5797550"/>
          <p14:tracePt t="196935" x="3111500" y="5791200"/>
          <p14:tracePt t="196951" x="3117850" y="5791200"/>
          <p14:tracePt t="197287" x="3130550" y="5784850"/>
          <p14:tracePt t="197302" x="3162300" y="5765800"/>
          <p14:tracePt t="197308" x="3194050" y="5753100"/>
          <p14:tracePt t="197323" x="3225800" y="5734050"/>
          <p14:tracePt t="197333" x="3282950" y="5708650"/>
          <p14:tracePt t="197350" x="3346450" y="5670550"/>
          <p14:tracePt t="197366" x="3359150" y="5645150"/>
          <p14:tracePt t="197383" x="3403600" y="5613400"/>
          <p14:tracePt t="197400" x="3416300" y="5568950"/>
          <p14:tracePt t="197416" x="3416300" y="5549900"/>
          <p14:tracePt t="197433" x="3416300" y="5467350"/>
          <p14:tracePt t="197450" x="3384550" y="5397500"/>
          <p14:tracePt t="197466" x="3359150" y="5359400"/>
          <p14:tracePt t="197482" x="3333750" y="5327650"/>
          <p14:tracePt t="197499" x="3225800" y="5257800"/>
          <p14:tracePt t="197515" x="3175000" y="5251450"/>
          <p14:tracePt t="197533" x="3117850" y="5251450"/>
          <p14:tracePt t="197549" x="3016250" y="5264150"/>
          <p14:tracePt t="197566" x="2889250" y="5308600"/>
          <p14:tracePt t="197583" x="2774950" y="5378450"/>
          <p14:tracePt t="197599" x="2743200" y="5422900"/>
          <p14:tracePt t="197615" x="2705100" y="5473700"/>
          <p14:tracePt t="197632" x="2686050" y="5518150"/>
          <p14:tracePt t="197648" x="2679700" y="5537200"/>
          <p14:tracePt t="197666" x="2692400" y="5581650"/>
          <p14:tracePt t="197682" x="2717800" y="5613400"/>
          <p14:tracePt t="197698" x="2736850" y="5638800"/>
          <p14:tracePt t="197702" x="2768600" y="5651500"/>
          <p14:tracePt t="197715" x="2800350" y="5664200"/>
          <p14:tracePt t="197731" x="2908300" y="5676900"/>
          <p14:tracePt t="197748" x="2946400" y="5676900"/>
          <p14:tracePt t="197766" x="3067050" y="5657850"/>
          <p14:tracePt t="197781" x="3181350" y="5588000"/>
          <p14:tracePt t="197798" x="3225800" y="5556250"/>
          <p14:tracePt t="197815" x="3282950" y="5486400"/>
          <p14:tracePt t="197831" x="3295650" y="5454650"/>
          <p14:tracePt t="197848" x="3289300" y="5391150"/>
          <p14:tracePt t="197865" x="3257550" y="5327650"/>
          <p14:tracePt t="197881" x="3225800" y="5283200"/>
          <p14:tracePt t="197898" x="3155950" y="5213350"/>
          <p14:tracePt t="197914" x="3060700" y="5149850"/>
          <p14:tracePt t="197931" x="3009900" y="5130800"/>
          <p14:tracePt t="197948" x="2876550" y="5111750"/>
          <p14:tracePt t="197964" x="2755900" y="5130800"/>
          <p14:tracePt t="197981" x="2698750" y="5168900"/>
          <p14:tracePt t="197998" x="2609850" y="5245100"/>
          <p14:tracePt t="198014" x="2546350" y="5321300"/>
          <p14:tracePt t="198031" x="2527300" y="5365750"/>
          <p14:tracePt t="198047" x="2527300" y="5422900"/>
          <p14:tracePt t="198064" x="2546350" y="5486400"/>
          <p14:tracePt t="198081" x="2571750" y="5537200"/>
          <p14:tracePt t="198097" x="2622550" y="5607050"/>
          <p14:tracePt t="198114" x="2660650" y="5638800"/>
          <p14:tracePt t="198131" x="2832100" y="5695950"/>
          <p14:tracePt t="198147" x="2901950" y="5702300"/>
          <p14:tracePt t="198163" x="2965450" y="5702300"/>
          <p14:tracePt t="198180" x="3111500" y="5664200"/>
          <p14:tracePt t="198197" x="3251200" y="5581650"/>
          <p14:tracePt t="198213" x="3295650" y="5549900"/>
          <p14:tracePt t="198217" x="3327400" y="5524500"/>
          <p14:tracePt t="198230" x="3352800" y="5499100"/>
          <p14:tracePt t="198247" x="3365500" y="5461000"/>
          <p14:tracePt t="198264" x="3352800" y="5391150"/>
          <p14:tracePt t="198280" x="3346450" y="5346700"/>
          <p14:tracePt t="198296" x="3295650" y="5283200"/>
          <p14:tracePt t="198313" x="3270250" y="5251450"/>
          <p14:tracePt t="198329" x="3194050" y="5187950"/>
          <p14:tracePt t="198346" x="3111500" y="5162550"/>
          <p14:tracePt t="198363" x="3028950" y="5162550"/>
          <p14:tracePt t="198379" x="2978150" y="5162550"/>
          <p14:tracePt t="198396" x="2933700" y="5175250"/>
          <p14:tracePt t="198413" x="2838450" y="5219700"/>
          <p14:tracePt t="198430" x="2819400" y="5232400"/>
          <p14:tracePt t="198446" x="2794000" y="5257800"/>
          <p14:tracePt t="198463" x="2774950" y="5308600"/>
          <p14:tracePt t="198479" x="2768600" y="5353050"/>
          <p14:tracePt t="198497" x="2768600" y="5422900"/>
          <p14:tracePt t="198512" x="2774950" y="5454650"/>
          <p14:tracePt t="198529" x="2813050" y="5537200"/>
          <p14:tracePt t="198546" x="2870200" y="5619750"/>
          <p14:tracePt t="198562" x="2908300" y="5651500"/>
          <p14:tracePt t="198579" x="3003550" y="5695950"/>
          <p14:tracePt t="198596" x="3111500" y="5708650"/>
          <p14:tracePt t="198612" x="3162300" y="5702300"/>
          <p14:tracePt t="198629" x="3263900" y="5651500"/>
          <p14:tracePt t="198645" x="3340100" y="5568950"/>
          <p14:tracePt t="198662" x="3352800" y="5537200"/>
          <p14:tracePt t="198679" x="3359150" y="5480050"/>
          <p14:tracePt t="198695" x="3352800" y="5429250"/>
          <p14:tracePt t="198711" x="3346450" y="5410200"/>
          <p14:tracePt t="198729" x="3327400" y="5378450"/>
          <p14:tracePt t="198745" x="3321050" y="5365750"/>
          <p14:tracePt t="198762" x="3295650" y="5353050"/>
          <p14:tracePt t="198778" x="3276600" y="5346700"/>
          <p14:tracePt t="198795" x="3263900" y="5346700"/>
          <p14:tracePt t="198812" x="3244850" y="5346700"/>
          <p14:tracePt t="198828" x="3238500" y="5346700"/>
          <p14:tracePt t="198844" x="3232150" y="5346700"/>
          <p14:tracePt t="198890" x="3225800" y="5340350"/>
          <p14:tracePt t="198898" x="3225800" y="5334000"/>
          <p14:tracePt t="199529" x="3213100" y="5321300"/>
          <p14:tracePt t="199536" x="3187700" y="5308600"/>
          <p14:tracePt t="199550" x="3168650" y="5289550"/>
          <p14:tracePt t="199558" x="3149600" y="5276850"/>
          <p14:tracePt t="199575" x="3124200" y="5264150"/>
          <p14:tracePt t="199592" x="3073400" y="5232400"/>
          <p14:tracePt t="199608" x="3035300" y="5226050"/>
          <p14:tracePt t="199625" x="3009900" y="5226050"/>
          <p14:tracePt t="199642" x="2978150" y="5226050"/>
          <p14:tracePt t="199659" x="2971800" y="5232400"/>
          <p14:tracePt t="199676" x="2946400" y="5245100"/>
          <p14:tracePt t="199692" x="2927350" y="5264150"/>
          <p14:tracePt t="199708" x="2927350" y="5276850"/>
          <p14:tracePt t="199725" x="2921000" y="5295900"/>
          <p14:tracePt t="199741" x="2921000" y="5308600"/>
          <p14:tracePt t="199761" x="2921000" y="5314950"/>
          <p14:tracePt t="199775" x="2921000" y="5321300"/>
          <p14:tracePt t="199791" x="2952750" y="5321300"/>
          <p14:tracePt t="199808" x="2984500" y="5321300"/>
          <p14:tracePt t="199825" x="3073400" y="5264150"/>
          <p14:tracePt t="199841" x="3130550" y="5194300"/>
          <p14:tracePt t="199858" x="3308350" y="5003800"/>
          <p14:tracePt t="199874" x="3473450" y="4724400"/>
          <p14:tracePt t="199891" x="3619500" y="4387850"/>
          <p14:tracePt t="199908" x="3695700" y="4013200"/>
          <p14:tracePt t="199924" x="3708400" y="3797300"/>
          <p14:tracePt t="199941" x="3708400" y="3587750"/>
          <p14:tracePt t="199958" x="3549650" y="2806700"/>
          <p14:tracePt t="199974" x="3467100" y="2520950"/>
          <p14:tracePt t="199991" x="3397250" y="2286000"/>
          <p14:tracePt t="200008" x="3282950" y="1936750"/>
          <p14:tracePt t="200024" x="3200400" y="1765300"/>
          <p14:tracePt t="200041" x="3155950" y="1695450"/>
          <p14:tracePt t="200057" x="3092450" y="1568450"/>
          <p14:tracePt t="200074" x="3048000" y="1466850"/>
          <p14:tracePt t="200091" x="3003550" y="1428750"/>
          <p14:tracePt t="200107" x="2978150" y="1416050"/>
          <p14:tracePt t="200124" x="2946400" y="1409700"/>
          <p14:tracePt t="200140" x="2927350" y="1409700"/>
          <p14:tracePt t="200157" x="2921000" y="1409700"/>
          <p14:tracePt t="200173" x="2895600" y="1409700"/>
          <p14:tracePt t="200454" x="2895600" y="1371600"/>
          <p14:tracePt t="200461" x="2895600" y="1295400"/>
          <p14:tracePt t="200475" x="2895600" y="1225550"/>
          <p14:tracePt t="200490" x="2914650" y="1111250"/>
          <p14:tracePt t="200505" x="2927350" y="1041400"/>
          <p14:tracePt t="200522" x="2927350" y="990600"/>
          <p14:tracePt t="200539" x="2927350" y="901700"/>
          <p14:tracePt t="200555" x="2914650" y="850900"/>
          <p14:tracePt t="200572" x="2914650" y="838200"/>
          <p14:tracePt t="200588" x="2901950" y="812800"/>
          <p14:tracePt t="200605" x="2876550" y="793750"/>
          <p14:tracePt t="200622" x="2863850" y="781050"/>
          <p14:tracePt t="200638" x="2832100" y="755650"/>
          <p14:tracePt t="200655" x="2794000" y="749300"/>
          <p14:tracePt t="200673" x="2768600" y="749300"/>
          <p14:tracePt t="200688" x="2755900" y="762000"/>
          <p14:tracePt t="200705" x="2736850" y="781050"/>
          <p14:tracePt t="200722" x="2717800" y="806450"/>
          <p14:tracePt t="200738" x="2705100" y="825500"/>
          <p14:tracePt t="200755" x="2705100" y="857250"/>
          <p14:tracePt t="200758" x="2705100" y="882650"/>
          <p14:tracePt t="200771" x="2705100" y="933450"/>
          <p14:tracePt t="200788" x="2730500" y="965200"/>
          <p14:tracePt t="200805" x="2755900" y="996950"/>
          <p14:tracePt t="200821" x="2844800" y="1041400"/>
          <p14:tracePt t="200838" x="2965450" y="1079500"/>
          <p14:tracePt t="200855" x="3155950" y="1092200"/>
          <p14:tracePt t="200871" x="3244850" y="1092200"/>
          <p14:tracePt t="200887" x="3429000" y="1054100"/>
          <p14:tracePt t="200904" x="3549650" y="996950"/>
          <p14:tracePt t="200921" x="3581400" y="971550"/>
          <p14:tracePt t="200937" x="3606800" y="914400"/>
          <p14:tracePt t="200954" x="3600450" y="857250"/>
          <p14:tracePt t="200970" x="3568700" y="812800"/>
          <p14:tracePt t="200987" x="3492500" y="736600"/>
          <p14:tracePt t="201004" x="3365500" y="692150"/>
          <p14:tracePt t="201020" x="3302000" y="673100"/>
          <p14:tracePt t="201037" x="3225800" y="660400"/>
          <p14:tracePt t="201054" x="3022600" y="704850"/>
          <p14:tracePt t="201070" x="2978150" y="730250"/>
          <p14:tracePt t="201087" x="2889250" y="812800"/>
          <p14:tracePt t="201104" x="2851150" y="869950"/>
          <p14:tracePt t="201120" x="2813050" y="971550"/>
          <p14:tracePt t="201137" x="2806700" y="1054100"/>
          <p14:tracePt t="201153" x="2806700" y="1092200"/>
          <p14:tracePt t="201171" x="2825750" y="1149350"/>
          <p14:tracePt t="201186" x="2882900" y="1200150"/>
          <p14:tracePt t="201203" x="2927350" y="1225550"/>
          <p14:tracePt t="201220" x="3035300" y="1250950"/>
          <p14:tracePt t="201236" x="3155950" y="1270000"/>
          <p14:tracePt t="201253" x="3219450" y="1270000"/>
          <p14:tracePt t="201256" x="3289300" y="1270000"/>
          <p14:tracePt t="201270" x="3340100" y="1257300"/>
          <p14:tracePt t="201286" x="3416300" y="1206500"/>
          <p14:tracePt t="201303" x="3429000" y="1187450"/>
          <p14:tracePt t="201319" x="3448050" y="1136650"/>
          <p14:tracePt t="201336" x="3448050" y="1066800"/>
          <p14:tracePt t="201353" x="3429000" y="1035050"/>
          <p14:tracePt t="201369" x="3378200" y="971550"/>
          <p14:tracePt t="201386" x="3352800" y="939800"/>
          <p14:tracePt t="201403" x="3225800" y="876300"/>
          <p14:tracePt t="201419" x="3168650" y="869950"/>
          <p14:tracePt t="201436" x="3117850" y="869950"/>
          <p14:tracePt t="201452" x="3009900" y="889000"/>
          <p14:tracePt t="201469" x="2946400" y="927100"/>
          <p14:tracePt t="201486" x="2927350" y="939800"/>
          <p14:tracePt t="201502" x="2895600" y="971550"/>
          <p14:tracePt t="201518" x="2889250" y="984250"/>
          <p14:tracePt t="201536" x="2882900" y="996950"/>
          <p14:tracePt t="201887" x="2876550" y="1035050"/>
          <p14:tracePt t="201894" x="2863850" y="1085850"/>
          <p14:tracePt t="201909" x="2857500" y="1136650"/>
          <p14:tracePt t="201917" x="2851150" y="1193800"/>
          <p14:tracePt t="201934" x="2838450" y="1244600"/>
          <p14:tracePt t="201951" x="2832100" y="1352550"/>
          <p14:tracePt t="201967" x="2819400" y="1441450"/>
          <p14:tracePt t="201984" x="2819400" y="1498600"/>
          <p14:tracePt t="202000" x="2825750" y="1555750"/>
          <p14:tracePt t="202017" x="2832100" y="1587500"/>
          <p14:tracePt t="202034" x="2844800" y="1612900"/>
          <p14:tracePt t="202050" x="2863850" y="1631950"/>
          <p14:tracePt t="202067" x="2882900" y="1631950"/>
          <p14:tracePt t="202084" x="2921000" y="1638300"/>
          <p14:tracePt t="202100" x="2965450" y="1631950"/>
          <p14:tracePt t="202117" x="2984500" y="1619250"/>
          <p14:tracePt t="202134" x="3048000" y="1574800"/>
          <p14:tracePt t="202150" x="3086100" y="1536700"/>
          <p14:tracePt t="202167" x="3098800" y="1504950"/>
          <p14:tracePt t="202183" x="3105150" y="1447800"/>
          <p14:tracePt t="202199" x="3105150" y="1390650"/>
          <p14:tracePt t="202216" x="3092450" y="1358900"/>
          <p14:tracePt t="202233" x="3048000" y="1320800"/>
          <p14:tracePt t="202249" x="2971800" y="1289050"/>
          <p14:tracePt t="202267" x="2895600" y="1282700"/>
          <p14:tracePt t="202282" x="2851150" y="1282700"/>
          <p14:tracePt t="202299" x="2825750" y="1282700"/>
          <p14:tracePt t="202316" x="2730500" y="1327150"/>
          <p14:tracePt t="202332" x="2705100" y="1352550"/>
          <p14:tracePt t="202349" x="2692400" y="1371600"/>
          <p14:tracePt t="202366" x="2673350" y="1422400"/>
          <p14:tracePt t="202382" x="2654300" y="1492250"/>
          <p14:tracePt t="202399" x="2654300" y="1530350"/>
          <p14:tracePt t="202415" x="2686050" y="1638300"/>
          <p14:tracePt t="202432" x="2711450" y="1657350"/>
          <p14:tracePt t="202450" x="2768600" y="1682750"/>
          <p14:tracePt t="202465" x="2825750" y="1689100"/>
          <p14:tracePt t="202482" x="2901950" y="1689100"/>
          <p14:tracePt t="202499" x="2946400" y="1676400"/>
          <p14:tracePt t="202515" x="3035300" y="1631950"/>
          <p14:tracePt t="202532" x="3086100" y="1587500"/>
          <p14:tracePt t="202548" x="3098800" y="1543050"/>
          <p14:tracePt t="202565" x="3098800" y="1517650"/>
          <p14:tracePt t="202582" x="3092450" y="1485900"/>
          <p14:tracePt t="202598" x="3009900" y="1409700"/>
          <p14:tracePt t="202615" x="2971800" y="1390650"/>
          <p14:tracePt t="202632" x="2882900" y="1365250"/>
          <p14:tracePt t="202648" x="2844800" y="1365250"/>
          <p14:tracePt t="202665" x="2781300" y="1365250"/>
          <p14:tracePt t="202682" x="2724150" y="1403350"/>
          <p14:tracePt t="202698" x="2705100" y="1422400"/>
          <p14:tracePt t="202714" x="2679700" y="1498600"/>
          <p14:tracePt t="202731" x="2660650" y="1568450"/>
          <p14:tracePt t="202748" x="2667000" y="1600200"/>
          <p14:tracePt t="202765" x="2679700" y="1657350"/>
          <p14:tracePt t="202781" x="2711450" y="1689100"/>
          <p14:tracePt t="202798" x="2736850" y="1708150"/>
          <p14:tracePt t="202801" x="2768600" y="1720850"/>
          <p14:tracePt t="202815" x="2800350" y="1739900"/>
          <p14:tracePt t="202831" x="2863850" y="1739900"/>
          <p14:tracePt t="202847" x="2895600" y="1733550"/>
          <p14:tracePt t="202864" x="2946400" y="1708150"/>
          <p14:tracePt t="202880" x="2959100" y="1663700"/>
          <p14:tracePt t="202897" x="2959100" y="1638300"/>
          <p14:tracePt t="202914" x="2940050" y="1587500"/>
          <p14:tracePt t="202930" x="2921000" y="1562100"/>
          <p14:tracePt t="202947" x="2882900" y="1524000"/>
          <p14:tracePt t="202964" x="2844800" y="1517650"/>
          <p14:tracePt t="202980" x="2825750" y="1517650"/>
          <p14:tracePt t="202997" x="2787650" y="1568450"/>
          <p14:tracePt t="203013" x="2774950" y="1581150"/>
          <p14:tracePt t="203030" x="2768600" y="1612900"/>
          <p14:tracePt t="203063" x="2787650" y="1625600"/>
          <p14:tracePt t="203378" x="2787650" y="1701800"/>
          <p14:tracePt t="203384" x="2787650" y="1816100"/>
          <p14:tracePt t="203395" x="2781300" y="1955800"/>
          <p14:tracePt t="203413" x="2768600" y="2222500"/>
          <p14:tracePt t="203429" x="2768600" y="2343150"/>
          <p14:tracePt t="203446" x="2768600" y="2654300"/>
          <p14:tracePt t="203463" x="2800350" y="3016250"/>
          <p14:tracePt t="203479" x="2838450" y="3194050"/>
          <p14:tracePt t="203495" x="2965450" y="3587750"/>
          <p14:tracePt t="203512" x="3130550" y="3968750"/>
          <p14:tracePt t="203529" x="3219450" y="4121150"/>
          <p14:tracePt t="203545" x="3289300" y="4267200"/>
          <p14:tracePt t="203562" x="3435350" y="4546600"/>
          <p14:tracePt t="203578" x="3473450" y="4603750"/>
          <p14:tracePt t="203595" x="3498850" y="4648200"/>
          <p14:tracePt t="203611" x="3549650" y="4705350"/>
          <p14:tracePt t="203628" x="3600450" y="4737100"/>
          <p14:tracePt t="203645" x="3644900" y="4743450"/>
          <p14:tracePt t="203661" x="3670300" y="4743450"/>
          <p14:tracePt t="203678" x="3708400" y="4743450"/>
          <p14:tracePt t="203695" x="3746500" y="4743450"/>
          <p14:tracePt t="203728" x="3759200" y="4743450"/>
          <p14:tracePt t="203744" x="3771900" y="4743450"/>
          <p14:tracePt t="203761" x="3778250" y="4743450"/>
          <p14:tracePt t="203778" x="3810000" y="4756150"/>
          <p14:tracePt t="203794" x="3848100" y="4768850"/>
          <p14:tracePt t="203811" x="3873500" y="4787900"/>
          <p14:tracePt t="203828" x="3917950" y="4826000"/>
          <p14:tracePt t="203844" x="3949700" y="4870450"/>
          <p14:tracePt t="203861" x="3968750" y="4889500"/>
          <p14:tracePt t="203877" x="4000500" y="4933950"/>
          <p14:tracePt t="203894" x="4006850" y="4946650"/>
          <p14:tracePt t="203910" x="4019550" y="4965700"/>
          <p14:tracePt t="203927" x="4025900" y="4972050"/>
          <p14:tracePt t="203943" x="4025900" y="4978400"/>
          <p14:tracePt t="203976" x="4013200" y="4959350"/>
          <p14:tracePt t="205247" x="3956050" y="4959350"/>
          <p14:tracePt t="205261" x="3879850" y="4972050"/>
          <p14:tracePt t="205267" x="3797300" y="4978400"/>
          <p14:tracePt t="205282" x="3721100" y="4991100"/>
          <p14:tracePt t="205291" x="3619500" y="5010150"/>
          <p14:tracePt t="205305" x="3524250" y="5029200"/>
          <p14:tracePt t="205323" x="3308350" y="5080000"/>
          <p14:tracePt t="205339" x="3098800" y="5137150"/>
          <p14:tracePt t="205355" x="2984500" y="5156200"/>
          <p14:tracePt t="205374" x="2787650" y="5194300"/>
          <p14:tracePt t="205388" x="2584450" y="5245100"/>
          <p14:tracePt t="205406" x="2501900" y="5270500"/>
          <p14:tracePt t="205422" x="2311400" y="5308600"/>
          <p14:tracePt t="205438" x="2203450" y="5334000"/>
          <p14:tracePt t="205455" x="2171700" y="5353050"/>
          <p14:tracePt t="205472" x="2095500" y="5384800"/>
          <p14:tracePt t="205488" x="2076450" y="5397500"/>
          <p14:tracePt t="205505" x="2019300" y="5429250"/>
          <p14:tracePt t="205521" x="1968500" y="5467350"/>
          <p14:tracePt t="205538" x="1955800" y="5473700"/>
          <p14:tracePt t="205557" x="1917700" y="5505450"/>
          <p14:tracePt t="205571" x="1905000" y="5524500"/>
          <p14:tracePt t="205588" x="1905000" y="5537200"/>
          <p14:tracePt t="205605" x="1905000" y="5556250"/>
          <p14:tracePt t="205621" x="1917700" y="5556250"/>
          <p14:tracePt t="205961" x="1911350" y="5575300"/>
          <p14:tracePt t="205969" x="1892300" y="5600700"/>
          <p14:tracePt t="205982" x="1873250" y="5632450"/>
          <p14:tracePt t="205990" x="1854200" y="5651500"/>
          <p14:tracePt t="206006" x="1835150" y="5676900"/>
          <p14:tracePt t="206020" x="1816100" y="5695950"/>
          <p14:tracePt t="206036" x="1790700" y="5721350"/>
          <p14:tracePt t="206054" x="1758950" y="5753100"/>
          <p14:tracePt t="206069" x="1746250" y="5772150"/>
          <p14:tracePt t="206086" x="1714500" y="5784850"/>
          <p14:tracePt t="206103" x="1695450" y="5797550"/>
          <p14:tracePt t="206119" x="1682750" y="5803900"/>
          <p14:tracePt t="206136" x="1657350" y="5810250"/>
          <p14:tracePt t="206152" x="1638300" y="5810250"/>
          <p14:tracePt t="206169" x="1625600" y="5810250"/>
          <p14:tracePt t="206186" x="1612900" y="5810250"/>
          <p14:tracePt t="206202" x="1587500" y="5810250"/>
          <p14:tracePt t="206219" x="1574800" y="5810250"/>
          <p14:tracePt t="206237" x="1549400" y="5810250"/>
          <p14:tracePt t="206252" x="1517650" y="5816600"/>
          <p14:tracePt t="206269" x="1511300" y="5816600"/>
          <p14:tracePt t="206286" x="1498600" y="5816600"/>
          <p14:tracePt t="206342" x="1504950" y="5816600"/>
          <p14:tracePt t="206355" x="1511300" y="5816600"/>
          <p14:tracePt t="206363" x="1524000" y="5816600"/>
          <p14:tracePt t="206376" x="1543050" y="5816600"/>
          <p14:tracePt t="206385" x="1562100" y="5816600"/>
          <p14:tracePt t="206402" x="1593850" y="5816600"/>
          <p14:tracePt t="206419" x="1695450" y="5816600"/>
          <p14:tracePt t="206435" x="1847850" y="5816600"/>
          <p14:tracePt t="206451" x="1949450" y="5822950"/>
          <p14:tracePt t="206468" x="2139950" y="5829300"/>
          <p14:tracePt t="206485" x="2368550" y="5854700"/>
          <p14:tracePt t="206501" x="2457450" y="5854700"/>
          <p14:tracePt t="206518" x="2622550" y="5873750"/>
          <p14:tracePt t="206535" x="2717800" y="5880100"/>
          <p14:tracePt t="206551" x="2736850" y="5886450"/>
          <p14:tracePt t="206568" x="2755900" y="5886450"/>
          <p14:tracePt t="206584" x="2762250" y="5886450"/>
          <p14:tracePt t="206601" x="2768600" y="5886450"/>
          <p14:tracePt t="207077" x="2762250" y="5899150"/>
          <p14:tracePt t="207084" x="2730500" y="5930900"/>
          <p14:tracePt t="207099" x="2705100" y="5962650"/>
          <p14:tracePt t="207105" x="2667000" y="5994400"/>
          <p14:tracePt t="207119" x="2641600" y="6026150"/>
          <p14:tracePt t="207134" x="2578100" y="6076950"/>
          <p14:tracePt t="207149" x="2546350" y="6102350"/>
          <p14:tracePt t="207166" x="2514600" y="6121400"/>
          <p14:tracePt t="207183" x="2470150" y="6153150"/>
          <p14:tracePt t="207199" x="2425700" y="6184900"/>
          <p14:tracePt t="207216" x="2406650" y="6197600"/>
          <p14:tracePt t="207232" x="2374900" y="6216650"/>
          <p14:tracePt t="207249" x="2336800" y="6229350"/>
          <p14:tracePt t="207265" x="2324100" y="6235700"/>
          <p14:tracePt t="207282" x="2298700" y="6235700"/>
          <p14:tracePt t="207298" x="2273300" y="6235700"/>
          <p14:tracePt t="207316" x="2266950" y="6235700"/>
          <p14:tracePt t="207332" x="2254250" y="6235700"/>
          <p14:tracePt t="207348" x="2241550" y="6235700"/>
          <p14:tracePt t="207365" x="2235200" y="6235700"/>
          <p14:tracePt t="207435" x="2228850" y="6235700"/>
          <p14:tracePt t="207477" x="2222500" y="6235700"/>
          <p14:tracePt t="207485" x="2216150" y="6229350"/>
          <p14:tracePt t="207506" x="2209800" y="6229350"/>
          <p14:tracePt t="207520" x="2203450" y="6229350"/>
          <p14:tracePt t="207531" x="2197100" y="6229350"/>
          <p14:tracePt t="207548" x="2184400" y="6223000"/>
          <p14:tracePt t="207564" x="2171700" y="6223000"/>
          <p14:tracePt t="207581" x="2127250" y="6216650"/>
          <p14:tracePt t="207598" x="2063750" y="6216650"/>
          <p14:tracePt t="207614" x="2025650" y="6216650"/>
          <p14:tracePt t="207631" x="1930400" y="6216650"/>
          <p14:tracePt t="207647" x="1828800" y="6216650"/>
          <p14:tracePt t="207664" x="1790700" y="6216650"/>
          <p14:tracePt t="207681" x="1708150" y="6210300"/>
          <p14:tracePt t="207697" x="1638300" y="6197600"/>
          <p14:tracePt t="207714" x="1606550" y="6191250"/>
          <p14:tracePt t="207731" x="1568450" y="6184900"/>
          <p14:tracePt t="207747" x="1555750" y="6178550"/>
          <p14:tracePt t="207764" x="1530350" y="6165850"/>
          <p14:tracePt t="207780" x="1517650" y="6159500"/>
          <p14:tracePt t="207813" x="1511300" y="6153150"/>
          <p14:tracePt t="208067" x="1511300" y="6146800"/>
          <p14:tracePt t="208089" x="1517650" y="6146800"/>
          <p14:tracePt t="208117" x="1524000" y="6146800"/>
          <p14:tracePt t="208138" x="1530350" y="6146800"/>
          <p14:tracePt t="208159" x="1536700" y="6146800"/>
          <p14:tracePt t="208187" x="1543050" y="6146800"/>
          <p14:tracePt t="208208" x="1549400" y="6146800"/>
          <p14:tracePt t="208215" x="1555750" y="6146800"/>
          <p14:tracePt t="208236" x="1562100" y="6146800"/>
          <p14:tracePt t="208257" x="1574800" y="6140450"/>
          <p14:tracePt t="208293" x="1581150" y="6140450"/>
          <p14:tracePt t="208299" x="1593850" y="6140450"/>
          <p14:tracePt t="208315" x="1606550" y="6140450"/>
          <p14:tracePt t="208329" x="1644650" y="6140450"/>
          <p14:tracePt t="208345" x="1676400" y="6140450"/>
          <p14:tracePt t="208361" x="1714500" y="6146800"/>
          <p14:tracePt t="208378" x="1835150" y="6153150"/>
          <p14:tracePt t="208395" x="1987550" y="6172200"/>
          <p14:tracePt t="208398" x="2076450" y="6184900"/>
          <p14:tracePt t="208414" x="2165350" y="6191250"/>
          <p14:tracePt t="208427" x="2279650" y="6191250"/>
          <p14:tracePt t="208445" x="2482850" y="6203950"/>
          <p14:tracePt t="208462" x="2698750" y="6203950"/>
          <p14:tracePt t="208478" x="2813050" y="6197600"/>
          <p14:tracePt t="208495" x="3016250" y="6197600"/>
          <p14:tracePt t="208512" x="3206750" y="6191250"/>
          <p14:tracePt t="208528" x="3282950" y="6191250"/>
          <p14:tracePt t="208545" x="3441700" y="6178550"/>
          <p14:tracePt t="208561" x="3594100" y="6172200"/>
          <p14:tracePt t="208577" x="3657600" y="6172200"/>
          <p14:tracePt t="208596" x="3778250" y="6153150"/>
          <p14:tracePt t="208611" x="3854450" y="6146800"/>
          <p14:tracePt t="208627" x="3879850" y="6146800"/>
          <p14:tracePt t="208644" x="3911600" y="6134100"/>
          <p14:tracePt t="208660" x="3924300" y="6134100"/>
          <p14:tracePt t="208677" x="3949700" y="6134100"/>
          <p14:tracePt t="208694" x="3956050" y="6134100"/>
          <p14:tracePt t="208710" x="3968750" y="6134100"/>
          <p14:tracePt t="208728" x="3981450" y="6134100"/>
          <p14:tracePt t="208743" x="3987800" y="6127750"/>
          <p14:tracePt t="208791" x="3994150" y="6127750"/>
          <p14:tracePt t="208875" x="4000500" y="6127750"/>
          <p14:tracePt t="208904" x="4000500" y="6121400"/>
          <p14:tracePt t="208918" x="4006850" y="6121400"/>
          <p14:tracePt t="208932" x="4013200" y="6121400"/>
          <p14:tracePt t="208939" x="4025900" y="6121400"/>
          <p14:tracePt t="208946" x="4038600" y="6121400"/>
          <p14:tracePt t="208962" x="4057650" y="6121400"/>
          <p14:tracePt t="208975" x="4121150" y="6121400"/>
          <p14:tracePt t="208994" x="4178300" y="6115050"/>
          <p14:tracePt t="209009" x="4305300" y="6115050"/>
          <p14:tracePt t="209026" x="4445000" y="6115050"/>
          <p14:tracePt t="209043" x="4508500" y="6102350"/>
          <p14:tracePt t="209059" x="4648200" y="6102350"/>
          <p14:tracePt t="209076" x="4768850" y="6096000"/>
          <p14:tracePt t="209093" x="4819650" y="6096000"/>
          <p14:tracePt t="209109" x="4876800" y="6089650"/>
          <p14:tracePt t="209126" x="4908550" y="6089650"/>
          <p14:tracePt t="209143" x="4921250" y="6089650"/>
          <p14:tracePt t="209159" x="4927600" y="6089650"/>
          <p14:tracePt t="209175" x="4933950" y="6083300"/>
          <p14:tracePt t="209663" x="4933950" y="6076950"/>
          <p14:tracePt t="209726" x="4927600" y="6076950"/>
          <p14:tracePt t="209732" x="4914900" y="6076950"/>
          <p14:tracePt t="209747" x="4902200" y="6076950"/>
          <p14:tracePt t="209757" x="4864100" y="6076950"/>
          <p14:tracePt t="209773" x="4826000" y="6076950"/>
          <p14:tracePt t="209790" x="4660900" y="6096000"/>
          <p14:tracePt t="209807" x="4533900" y="6102350"/>
          <p14:tracePt t="209825" x="3956050" y="6115050"/>
          <p14:tracePt t="209839" x="3689350" y="6134100"/>
          <p14:tracePt t="209856" x="3397250" y="6146800"/>
          <p14:tracePt t="209874" x="2552700" y="6191250"/>
          <p14:tracePt t="209889" x="2286000" y="6223000"/>
          <p14:tracePt t="209906" x="2044700" y="6235700"/>
          <p14:tracePt t="209910" x="1803400" y="6248400"/>
          <p14:tracePt t="209923" x="1612900" y="6261100"/>
          <p14:tracePt t="209940" x="1295400" y="6286500"/>
          <p14:tracePt t="209956" x="1174750" y="6299200"/>
          <p14:tracePt t="209973" x="1003300" y="6318250"/>
          <p14:tracePt t="209989" x="876300" y="6324600"/>
          <p14:tracePt t="210007" x="793750" y="6343650"/>
          <p14:tracePt t="210022" x="749300" y="6343650"/>
          <p14:tracePt t="210039" x="666750" y="6362700"/>
          <p14:tracePt t="210056" x="622300" y="6362700"/>
          <p14:tracePt t="210073" x="609600" y="6369050"/>
          <p14:tracePt t="210089" x="565150" y="6369050"/>
          <p14:tracePt t="210106" x="539750" y="6369050"/>
          <p14:tracePt t="210123" x="533400" y="6369050"/>
          <p14:tracePt t="210140" x="514350" y="6369050"/>
          <p14:tracePt t="210156" x="488950" y="6369050"/>
          <p14:tracePt t="210173" x="476250" y="6375400"/>
          <p14:tracePt t="210190" x="450850" y="6381750"/>
          <p14:tracePt t="210205" x="431800" y="6381750"/>
          <p14:tracePt t="210222" x="431800" y="6388100"/>
          <p14:tracePt t="210239" x="425450" y="6388100"/>
          <p14:tracePt t="210255" x="425450" y="6394450"/>
          <p14:tracePt t="210272" x="419100" y="6394450"/>
          <p14:tracePt t="210309" x="412750" y="6400800"/>
          <p14:tracePt t="210344" x="412750" y="6407150"/>
          <p14:tracePt t="210365" x="419100" y="6413500"/>
          <p14:tracePt t="210386" x="419100" y="6419850"/>
          <p14:tracePt t="210407" x="425450" y="6419850"/>
          <p14:tracePt t="210449" x="431800" y="6419850"/>
          <p14:tracePt t="210456" x="431800" y="6426200"/>
          <p14:tracePt t="210478" x="444500" y="6426200"/>
          <p14:tracePt t="210506" x="450850" y="6432550"/>
          <p14:tracePt t="210541" x="457200" y="6432550"/>
          <p14:tracePt t="210548" x="463550" y="6432550"/>
          <p14:tracePt t="210590" x="469900" y="6432550"/>
          <p14:tracePt t="210597" x="476250" y="6432550"/>
          <p14:tracePt t="210625" x="482600" y="6432550"/>
          <p14:tracePt t="210646" x="488950" y="6432550"/>
          <p14:tracePt t="210695" x="495300" y="6432550"/>
          <p14:tracePt t="210716" x="501650" y="6432550"/>
          <p14:tracePt t="210751" x="508000" y="6432550"/>
          <p14:tracePt t="210758" x="514350" y="6432550"/>
          <p14:tracePt t="210780" x="520700" y="6432550"/>
          <p14:tracePt t="210789" x="527050" y="6432550"/>
          <p14:tracePt t="210803" x="533400" y="6432550"/>
          <p14:tracePt t="210820" x="539750" y="6432550"/>
          <p14:tracePt t="210837" x="558800" y="6432550"/>
          <p14:tracePt t="210853" x="590550" y="6432550"/>
          <p14:tracePt t="210870" x="622300" y="6432550"/>
          <p14:tracePt t="210886" x="679450" y="6432550"/>
          <p14:tracePt t="210902" x="755650" y="6432550"/>
          <p14:tracePt t="210920" x="850900" y="6432550"/>
          <p14:tracePt t="210936" x="901700" y="6432550"/>
          <p14:tracePt t="210953" x="984250" y="6432550"/>
          <p14:tracePt t="210970" x="1041400" y="6432550"/>
          <p14:tracePt t="210986" x="1060450" y="6432550"/>
          <p14:tracePt t="211002" x="1079500" y="6432550"/>
          <p14:tracePt t="211019" x="1085850" y="6432550"/>
          <p14:tracePt t="211334" x="1066800" y="6438900"/>
          <p14:tracePt t="211341" x="1035050" y="6464300"/>
          <p14:tracePt t="211351" x="990600" y="6483350"/>
          <p14:tracePt t="212050" x="2254250" y="6508750"/>
          <p14:tracePt t="212066" x="2311400" y="6508750"/>
          <p14:tracePt t="212072" x="2362200" y="6508750"/>
          <p14:tracePt t="212085" x="2413000" y="6521450"/>
          <p14:tracePt t="212099" x="2451100" y="6521450"/>
          <p14:tracePt t="212115" x="2546350" y="6527800"/>
          <p14:tracePt t="212131" x="2584450" y="6534150"/>
          <p14:tracePt t="212149" x="2654300" y="6546850"/>
          <p14:tracePt t="212166" x="2679700" y="6546850"/>
          <p14:tracePt t="212182" x="2711450" y="6553200"/>
          <p14:tracePt t="212199" x="2794000" y="6578600"/>
          <p14:tracePt t="212215" x="2876550" y="6591300"/>
          <p14:tracePt t="212232" x="2921000" y="6604000"/>
          <p14:tracePt t="212249" x="2990850" y="6623050"/>
          <p14:tracePt t="212265" x="3022600" y="6635750"/>
          <p14:tracePt t="212282" x="3092450" y="6642100"/>
          <p14:tracePt t="212298" x="3111500" y="6642100"/>
          <p14:tracePt t="212315" x="3136900" y="6642100"/>
          <p14:tracePt t="212332" x="3187700" y="6648450"/>
          <p14:tracePt t="212348" x="3206750" y="6648450"/>
          <p14:tracePt t="212364" x="3219450" y="6648450"/>
          <p14:tracePt t="212381" x="3251200" y="6654800"/>
          <p14:tracePt t="212398" x="3270250" y="6661150"/>
          <p14:tracePt t="212415" x="3289300" y="6661150"/>
          <p14:tracePt t="212431" x="3321050" y="6673850"/>
          <p14:tracePt t="212447" x="3352800" y="6680200"/>
          <p14:tracePt t="212451" x="3371850" y="6699250"/>
          <p14:tracePt t="212467" x="3403600" y="6705600"/>
          <p14:tracePt t="212481" x="3422650" y="6711950"/>
          <p14:tracePt t="212497" x="3454400" y="6718300"/>
          <p14:tracePt t="212515" x="3498850" y="6731000"/>
          <p14:tracePt t="212530" x="3524250" y="6737350"/>
          <p14:tracePt t="212547" x="3543300" y="6737350"/>
          <p14:tracePt t="212564" x="3581400" y="6737350"/>
          <p14:tracePt t="212580" x="3606800" y="6737350"/>
          <p14:tracePt t="212597" x="3625850" y="6737350"/>
          <p14:tracePt t="212613" x="3651250" y="6731000"/>
          <p14:tracePt t="212630" x="3663950" y="6731000"/>
          <p14:tracePt t="212647" x="3683000" y="6724650"/>
          <p14:tracePt t="212663" x="3683000" y="6718300"/>
          <p14:tracePt t="212680" x="3689350" y="6718300"/>
          <p14:tracePt t="212697" x="3702050" y="6718300"/>
          <p14:tracePt t="212730" x="3708400" y="6718300"/>
          <p14:tracePt t="212760" x="3714750" y="6711950"/>
          <p14:tracePt t="212788" x="3721100" y="6705600"/>
          <p14:tracePt t="213169" x="3721100" y="6673850"/>
          <p14:tracePt t="213176" x="3702050" y="6629400"/>
          <p14:tracePt t="213190" x="3670300" y="6572250"/>
          <p14:tracePt t="213198" x="3657600" y="6515100"/>
          <p14:tracePt t="213214" x="3625850" y="6457950"/>
          <p14:tracePt t="213228" x="3594100" y="6394450"/>
          <p14:tracePt t="213245" x="3568700" y="6337300"/>
          <p14:tracePt t="213261" x="3486150" y="6172200"/>
          <p14:tracePt t="213278" x="3397250" y="6000750"/>
          <p14:tracePt t="213295" x="3333750" y="5905500"/>
          <p14:tracePt t="213311" x="3181350" y="5708650"/>
          <p14:tracePt t="213328" x="3136900" y="5657850"/>
          <p14:tracePt t="213345" x="3060700" y="5600700"/>
          <p14:tracePt t="213361" x="2997200" y="5575300"/>
          <p14:tracePt t="213377" x="2978150" y="5568950"/>
          <p14:tracePt t="213394" x="2946400" y="5568950"/>
          <p14:tracePt t="213411" x="2889250" y="5588000"/>
          <p14:tracePt t="213427" x="2863850" y="5594350"/>
          <p14:tracePt t="213444" x="2813050" y="5619750"/>
          <p14:tracePt t="213461" x="2768600" y="5657850"/>
          <p14:tracePt t="213479" x="2730500" y="5702300"/>
          <p14:tracePt t="213494" x="2711450" y="5721350"/>
          <p14:tracePt t="213510" x="2679700" y="5784850"/>
          <p14:tracePt t="213528" x="2660650" y="5854700"/>
          <p14:tracePt t="213544" x="2654300" y="5899150"/>
          <p14:tracePt t="213560" x="2647950" y="5937250"/>
          <p14:tracePt t="213577" x="2628900" y="6121400"/>
          <p14:tracePt t="213593" x="2616200" y="6184900"/>
          <p14:tracePt t="213610" x="2616200" y="6223000"/>
          <p14:tracePt t="213627" x="2616200" y="6324600"/>
          <p14:tracePt t="213643" x="2616200" y="6343650"/>
          <p14:tracePt t="213661" x="2616200" y="6356350"/>
          <p14:tracePt t="213676" x="2616200" y="6362700"/>
          <p14:tracePt t="213693" x="2616200" y="6369050"/>
          <p14:tracePt t="213726" x="2622550" y="6362700"/>
          <p14:tracePt t="213742" x="2635250" y="6356350"/>
          <p14:tracePt t="214169" x="2679700" y="6292850"/>
          <p14:tracePt t="214183" x="2730500" y="6210300"/>
          <p14:tracePt t="214190" x="2794000" y="6115050"/>
          <p14:tracePt t="214205" x="2876550" y="5975350"/>
          <p14:tracePt t="214212" x="2940050" y="5854700"/>
          <p14:tracePt t="214225" x="3022600" y="5683250"/>
          <p14:tracePt t="214241" x="3200400" y="5295900"/>
          <p14:tracePt t="214258" x="3289300" y="5054600"/>
          <p14:tracePt t="214275" x="3390900" y="4743450"/>
          <p14:tracePt t="214291" x="3505200" y="4114800"/>
          <p14:tracePt t="214308" x="3517900" y="3746500"/>
          <p14:tracePt t="214325" x="3492500" y="3111500"/>
          <p14:tracePt t="214341" x="3467100" y="2921000"/>
          <p14:tracePt t="214358" x="3390900" y="2622550"/>
          <p14:tracePt t="214374" x="3295650" y="2476500"/>
          <p14:tracePt t="214391" x="3263900" y="2451100"/>
          <p14:tracePt t="214408" x="3194050" y="2374900"/>
          <p14:tracePt t="214424" x="3175000" y="2355850"/>
          <p14:tracePt t="214440" x="3162300" y="2343150"/>
          <p14:tracePt t="214457" x="3117850" y="2305050"/>
          <p14:tracePt t="214474" x="3048000" y="2292350"/>
          <p14:tracePt t="214490" x="3035300" y="2292350"/>
          <p14:tracePt t="214825" x="3035300" y="2241550"/>
          <p14:tracePt t="214832" x="3035300" y="2165350"/>
          <p14:tracePt t="214842" x="3035300" y="2095500"/>
          <p14:tracePt t="214856" x="3048000" y="2019300"/>
          <p14:tracePt t="214872" x="3073400" y="1962150"/>
          <p14:tracePt t="214889" x="3111500" y="1841500"/>
          <p14:tracePt t="214906" x="3136900" y="1790700"/>
          <p14:tracePt t="214923" x="3149600" y="1771650"/>
          <p14:tracePt t="214939" x="3162300" y="1752600"/>
          <p14:tracePt t="214956" x="3162300" y="1739900"/>
          <p14:tracePt t="214989" x="3162300" y="1733550"/>
          <p14:tracePt t="215253" x="3162300" y="1727200"/>
          <p14:tracePt t="215260" x="3162300" y="1701800"/>
          <p14:tracePt t="215274" x="3168650" y="1682750"/>
          <p14:tracePt t="215288" x="3168650" y="1663700"/>
          <p14:tracePt t="215304" x="3168650" y="1631950"/>
          <p14:tracePt t="215321" x="3175000" y="1619250"/>
          <p14:tracePt t="215338" x="3175000" y="1606550"/>
          <p14:tracePt t="215354" x="3175000" y="1600200"/>
          <p14:tracePt t="215394" x="3175000" y="1612900"/>
          <p14:tracePt t="215405" x="3175000" y="1625600"/>
          <p14:tracePt t="215421" x="3175000" y="1644650"/>
          <p14:tracePt t="215438" x="3155950" y="1727200"/>
          <p14:tracePt t="215455" x="3149600" y="1778000"/>
          <p14:tracePt t="215471" x="3130550" y="1911350"/>
          <p14:tracePt t="215487" x="3111500" y="2038350"/>
          <p14:tracePt t="215504" x="3105150" y="2108200"/>
          <p14:tracePt t="215521" x="3086100" y="2209800"/>
          <p14:tracePt t="215537" x="3079750" y="2279650"/>
          <p14:tracePt t="215553" x="3079750" y="2311400"/>
          <p14:tracePt t="215571" x="3073400" y="2343150"/>
          <p14:tracePt t="215587" x="3073400" y="2355850"/>
          <p14:tracePt t="215620" x="3073400" y="2362200"/>
          <p14:tracePt t="216106" x="3054350" y="2419350"/>
          <p14:tracePt t="216119" x="3016250" y="2501900"/>
          <p14:tracePt t="216127" x="2984500" y="2616200"/>
          <p14:tracePt t="216135" x="2940050" y="2749550"/>
          <p14:tracePt t="216151" x="2889250" y="2933700"/>
          <p14:tracePt t="216169" x="2749550" y="3333750"/>
          <p14:tracePt t="216185" x="2686050" y="3492500"/>
          <p14:tracePt t="216202" x="2590800" y="3790950"/>
          <p14:tracePt t="216219" x="2501900" y="4057650"/>
          <p14:tracePt t="216234" x="2470150" y="4159250"/>
          <p14:tracePt t="216251" x="2419350" y="4368800"/>
          <p14:tracePt t="216268" x="2400300" y="4552950"/>
          <p14:tracePt t="216284" x="2387600" y="4641850"/>
          <p14:tracePt t="216301" x="2387600" y="4794250"/>
          <p14:tracePt t="216317" x="2413000" y="4940300"/>
          <p14:tracePt t="216334" x="2432050" y="5003800"/>
          <p14:tracePt t="216351" x="2470150" y="5124450"/>
          <p14:tracePt t="216367" x="2533650" y="5251450"/>
          <p14:tracePt t="216384" x="2565400" y="5308600"/>
          <p14:tracePt t="216401" x="2609850" y="5403850"/>
          <p14:tracePt t="216417" x="2673350" y="5499100"/>
          <p14:tracePt t="216434" x="2705100" y="5530850"/>
          <p14:tracePt t="216450" x="2762250" y="5568950"/>
          <p14:tracePt t="216467" x="2781300" y="5588000"/>
          <p14:tracePt t="216485" x="2825750" y="5600700"/>
          <p14:tracePt t="216500" x="2863850" y="5607050"/>
          <p14:tracePt t="216517" x="2876550" y="5613400"/>
          <p14:tracePt t="216520" x="2882900" y="5613400"/>
          <p14:tracePt t="216534" x="2895600" y="5613400"/>
          <p14:tracePt t="216550" x="2914650" y="5619750"/>
          <p14:tracePt t="216567" x="2921000" y="5619750"/>
          <p14:tracePt t="216584" x="2927350" y="5619750"/>
          <p14:tracePt t="216600" x="2933700" y="5619750"/>
          <p14:tracePt t="219275" x="2933700" y="5626100"/>
          <p14:tracePt t="219290" x="2940050" y="5645150"/>
          <p14:tracePt t="219297" x="2946400" y="5664200"/>
          <p14:tracePt t="219307" x="2946400" y="5689600"/>
          <p14:tracePt t="219325" x="2971800" y="5721350"/>
          <p14:tracePt t="219340" x="2978150" y="5740400"/>
          <p14:tracePt t="219357" x="2990850" y="5753100"/>
          <p14:tracePt t="219374" x="3016250" y="5810250"/>
          <p14:tracePt t="219390" x="3028950" y="5835650"/>
          <p14:tracePt t="219407" x="3035300" y="5848350"/>
          <p14:tracePt t="219423" x="3060700" y="5873750"/>
          <p14:tracePt t="219440" x="3073400" y="5892800"/>
          <p14:tracePt t="219457" x="3079750" y="5892800"/>
          <p14:tracePt t="219473" x="3098800" y="5905500"/>
          <p14:tracePt t="219490" x="3117850" y="5918200"/>
          <p14:tracePt t="219507" x="3124200" y="5924550"/>
          <p14:tracePt t="219539" x="3130550" y="5930900"/>
          <p14:tracePt t="219559" x="3136900" y="5930900"/>
          <p14:tracePt t="219626" x="3143250" y="5937250"/>
          <p14:tracePt t="219753" x="3143250" y="5930900"/>
          <p14:tracePt t="219788" x="3149600" y="5924550"/>
          <p14:tracePt t="220580" x="3149600" y="5905500"/>
          <p14:tracePt t="220587" x="3155950" y="5873750"/>
          <p14:tracePt t="220602" x="3162300" y="5848350"/>
          <p14:tracePt t="220609" x="3162300" y="5816600"/>
          <p14:tracePt t="220623" x="3168650" y="5791200"/>
          <p14:tracePt t="220638" x="3168650" y="5759450"/>
          <p14:tracePt t="220653" x="3175000" y="5702300"/>
          <p14:tracePt t="220669" x="3187700" y="5683250"/>
          <p14:tracePt t="220686" x="3187700" y="5651500"/>
          <p14:tracePt t="220702" x="3194050" y="5619750"/>
          <p14:tracePt t="220718" x="3194050" y="5607050"/>
          <p14:tracePt t="220736" x="3200400" y="5568950"/>
          <p14:tracePt t="220752" x="3200400" y="5524500"/>
          <p14:tracePt t="220769" x="3206750" y="5499100"/>
          <p14:tracePt t="220785" x="3206750" y="5422900"/>
          <p14:tracePt t="220802" x="3206750" y="5359400"/>
          <p14:tracePt t="220819" x="3206750" y="5308600"/>
          <p14:tracePt t="220835" x="3206750" y="5283200"/>
          <p14:tracePt t="220852" x="3206750" y="5257800"/>
          <p14:tracePt t="220869" x="3206750" y="5207000"/>
          <p14:tracePt t="220885" x="3200400" y="5187950"/>
          <p14:tracePt t="220902" x="3200400" y="5168900"/>
          <p14:tracePt t="220918" x="3200400" y="5118100"/>
          <p14:tracePt t="220935" x="3194050" y="5067300"/>
          <p14:tracePt t="220952" x="3181350" y="5029200"/>
          <p14:tracePt t="220968" x="3168650" y="4972050"/>
          <p14:tracePt t="220985" x="3155950" y="4908550"/>
          <p14:tracePt t="221002" x="3143250" y="4870450"/>
          <p14:tracePt t="221018" x="3130550" y="4845050"/>
          <p14:tracePt t="221035" x="3117850" y="4806950"/>
          <p14:tracePt t="221051" x="3105150" y="4781550"/>
          <p14:tracePt t="221068" x="3098800" y="4775200"/>
          <p14:tracePt t="221084" x="3098800" y="4762500"/>
          <p14:tracePt t="221101" x="3098800" y="4756150"/>
          <p14:tracePt t="221142" x="3098800" y="4749800"/>
          <p14:tracePt t="221150" x="3098800" y="4743450"/>
          <p14:tracePt t="221167" x="3092450" y="4737100"/>
          <p14:tracePt t="221185" x="3092450" y="4724400"/>
          <p14:tracePt t="221201" x="3092450" y="4718050"/>
          <p14:tracePt t="221217" x="3086100" y="4711700"/>
          <p14:tracePt t="222670" x="3086100" y="4705350"/>
          <p14:tracePt t="222684" x="3086100" y="4699000"/>
          <p14:tracePt t="222698" x="3098800" y="4692650"/>
          <p14:tracePt t="222705" x="3105150" y="4679950"/>
          <p14:tracePt t="222719" x="3111500" y="4673600"/>
          <p14:tracePt t="222728" x="3117850" y="4660900"/>
          <p14:tracePt t="222746" x="3124200" y="4641850"/>
          <p14:tracePt t="222762" x="3149600" y="4591050"/>
          <p14:tracePt t="222778" x="3187700" y="4527550"/>
          <p14:tracePt t="222796" x="3219450" y="4464050"/>
          <p14:tracePt t="222812" x="3238500" y="4419600"/>
          <p14:tracePt t="222828" x="3257550" y="4349750"/>
          <p14:tracePt t="222845" x="3295650" y="4273550"/>
          <p14:tracePt t="222861" x="3308350" y="4241800"/>
          <p14:tracePt t="222878" x="3327400" y="4197350"/>
          <p14:tracePt t="222895" x="3378200" y="4083050"/>
          <p14:tracePt t="222911" x="3390900" y="4051300"/>
          <p14:tracePt t="222928" x="3397250" y="4019550"/>
          <p14:tracePt t="222944" x="3409950" y="3987800"/>
          <p14:tracePt t="222961" x="3409950" y="3975100"/>
          <p14:tracePt t="222978" x="3416300" y="3968750"/>
          <p14:tracePt t="222994" x="3416300" y="3962400"/>
          <p14:tracePt t="223070" x="3422650" y="3962400"/>
          <p14:tracePt t="223140" x="3416300" y="3962400"/>
          <p14:tracePt t="223168" x="3416300" y="395605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wrapper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('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</a:t>
            </a:r>
            <a:r>
              <a:rPr lang="en-US" altLang="en-US" sz="2400" spc="-1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ething before function cal</a:t>
            </a:r>
            <a:r>
              <a:rPr lang="en-US" altLang="en-US" sz="2400" spc="-1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  <a:endParaRPr lang="en-US" altLang="en-US" sz="2400" spc="-1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</a:t>
            </a:r>
            <a:r>
              <a:rPr lang="en-US" altLang="en-US" sz="2400" spc="-10" dirty="0" smtClean="0">
                <a:latin typeface="Lucida Console" panose="020B0609040504020204" pitchFamily="49" charset="0"/>
              </a:rPr>
              <a:t>t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('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after </a:t>
            </a:r>
            <a:r>
              <a:rPr lang="en-US" altLang="en-US" sz="2400" spc="-10" dirty="0">
                <a:solidFill>
                  <a:srgbClr val="7030A0"/>
                </a:solidFill>
                <a:latin typeface="Lucida Console" panose="020B0609040504020204" pitchFamily="49" charset="0"/>
              </a:rPr>
              <a:t>function 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</a:t>
            </a:r>
            <a:r>
              <a:rPr lang="en-US" altLang="en-US" sz="2400" spc="-1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>
                <a:latin typeface="Lucida Console" panose="020B0609040504020204" pitchFamily="49" charset="0"/>
              </a:rPr>
              <a:t>wrapper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#W</a:t>
            </a:r>
            <a:r>
              <a:rPr lang="en-US" altLang="en-US" sz="2400" b="1" spc="-3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h</a:t>
            </a:r>
            <a:r>
              <a:rPr lang="en-US" altLang="en-US" sz="2400" b="1" spc="-1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a-</a:t>
            </a:r>
            <a:r>
              <a:rPr lang="en-US" altLang="en-US" sz="2400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2400" b="1" spc="-3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h</a:t>
            </a:r>
            <a:r>
              <a:rPr lang="en-US" altLang="en-US" sz="2400" b="1" spc="-1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b="1" spc="-2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-</a:t>
            </a:r>
            <a:r>
              <a:rPr lang="en-US" altLang="en-US" sz="2400" b="1" i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2400" b="1" i="1" spc="-2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en-US" sz="2400" b="1" i="1" spc="-8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?!?</a:t>
            </a:r>
            <a:r>
              <a:rPr lang="en-US" altLang="en-US" sz="2400" b="1" i="1" spc="-4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b="1" i="1" spc="-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endParaRPr lang="en-US" altLang="en-US" sz="2400" spc="-60" dirty="0" smtClean="0">
              <a:solidFill>
                <a:schemeClr val="bg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6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strike="sngStrike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trike="sngStrike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strike="sngStrik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strike="sngStrik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trike="sngStrike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strike="sngStrike" dirty="0" err="1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say_whee</a:t>
            </a:r>
            <a:r>
              <a:rPr lang="en-US" altLang="en-US" sz="2400" strike="sngStrike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0x6ffffd92ea0&gt;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trike="sngStrike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strike="sngStrike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strike="sngStrike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strike="sngStrike" dirty="0">
                <a:latin typeface="Lucida Console" panose="020B0609040504020204" pitchFamily="49" charset="0"/>
              </a:rPr>
              <a:t> = </a:t>
            </a:r>
            <a:r>
              <a:rPr lang="en-US" altLang="en-US" sz="2400" b="1" strike="sngStrike" dirty="0" err="1">
                <a:solidFill>
                  <a:srgbClr val="D97311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strike="sngStrike" dirty="0">
                <a:latin typeface="Lucida Console" panose="020B0609040504020204" pitchFamily="49" charset="0"/>
              </a:rPr>
              <a:t>(</a:t>
            </a:r>
            <a:r>
              <a:rPr lang="en-US" altLang="en-US" sz="2400" strike="sngStrik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strike="sngStrike" dirty="0">
                <a:latin typeface="Lucida Console" panose="020B0609040504020204" pitchFamily="49" charset="0"/>
              </a:rPr>
              <a:t>) </a:t>
            </a:r>
            <a:r>
              <a:rPr lang="en-US" altLang="en-US" sz="2400" b="1" strike="sngStrike" dirty="0">
                <a:solidFill>
                  <a:srgbClr val="00B050"/>
                </a:solidFill>
                <a:latin typeface="Lucida Console" panose="020B0609040504020204" pitchFamily="49" charset="0"/>
              </a:rPr>
              <a:t># What</a:t>
            </a:r>
            <a:r>
              <a:rPr lang="en-US" altLang="en-US" sz="2400" b="1" strike="sngStrike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?!?!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spc="-30" dirty="0" err="1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my_decorator</a:t>
            </a:r>
            <a:r>
              <a:rPr lang="en-US" altLang="en-US" sz="2400" spc="-30" dirty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.&lt;locals&gt;.</a:t>
            </a:r>
            <a:r>
              <a:rPr lang="en-US" altLang="en-US" sz="2400" b="1" spc="-30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wrapper</a:t>
            </a: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0x6ffffd92e18&gt;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before function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after function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Putting it all together</a:t>
            </a:r>
            <a:endParaRPr lang="en-US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3922776"/>
            <a:ext cx="838200" cy="2133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76200" y="3962400"/>
            <a:ext cx="9067800" cy="9906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0" y="3043535"/>
            <a:ext cx="28562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spc="-8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Redo</a:t>
            </a:r>
            <a:r>
              <a:rPr lang="en-US" altLang="en-US" sz="2400" spc="-5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fr</a:t>
            </a:r>
            <a:r>
              <a:rPr lang="en-US" altLang="en-US" sz="2400" spc="-8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om slide </a:t>
            </a:r>
            <a:r>
              <a:rPr lang="en-US" altLang="en-US" sz="2400" spc="-8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</a:t>
            </a:r>
            <a:r>
              <a:rPr lang="en-US" altLang="en-US" sz="2400" spc="-11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</a:t>
            </a:r>
            <a:endParaRPr lang="en-US" sz="24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7763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049"/>
    </mc:Choice>
    <mc:Fallback>
      <p:transition spd="slow" advTm="171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/>
    </p:bldLst>
  </p:timing>
  <p:extLst>
    <p:ext uri="{3A86A75C-4F4B-4683-9AE1-C65F6400EC91}">
      <p14:laserTraceLst xmlns:p14="http://schemas.microsoft.com/office/powerpoint/2010/main">
        <p14:tracePtLst>
          <p14:tracePt t="1017" x="3409950" y="3949700"/>
          <p14:tracePt t="1024" x="3390900" y="3937000"/>
          <p14:tracePt t="1038" x="3378200" y="3930650"/>
          <p14:tracePt t="1046" x="3359150" y="3917950"/>
          <p14:tracePt t="1060" x="3340100" y="3905250"/>
          <p14:tracePt t="1076" x="3276600" y="3873500"/>
          <p14:tracePt t="1093" x="3244850" y="3854450"/>
          <p14:tracePt t="1110" x="3143250" y="3803650"/>
          <p14:tracePt t="1126" x="3035300" y="3759200"/>
          <p14:tracePt t="1144" x="2978150" y="3740150"/>
          <p14:tracePt t="1160" x="2857500" y="3702050"/>
          <p14:tracePt t="1176" x="2787650" y="3683000"/>
          <p14:tracePt t="1180" x="2736850" y="3663950"/>
          <p14:tracePt t="1193" x="2628900" y="3644900"/>
          <p14:tracePt t="1209" x="2571750" y="3625850"/>
          <p14:tracePt t="1226" x="2520950" y="3619500"/>
          <p14:tracePt t="1243" x="2400300" y="3587750"/>
          <p14:tracePt t="1259" x="2286000" y="3556000"/>
          <p14:tracePt t="1276" x="2235200" y="3543300"/>
          <p14:tracePt t="1292" x="2139950" y="3517900"/>
          <p14:tracePt t="1309" x="2057400" y="3492500"/>
          <p14:tracePt t="1326" x="2012950" y="3473450"/>
          <p14:tracePt t="1342" x="1955800" y="3460750"/>
          <p14:tracePt t="1358" x="1873250" y="3441700"/>
          <p14:tracePt t="1376" x="1797050" y="3429000"/>
          <p14:tracePt t="1392" x="1758950" y="3422650"/>
          <p14:tracePt t="1408" x="1689100" y="3403600"/>
          <p14:tracePt t="1426" x="1625600" y="3397250"/>
          <p14:tracePt t="1442" x="1587500" y="3390900"/>
          <p14:tracePt t="1458" x="1536700" y="3371850"/>
          <p14:tracePt t="1475" x="1479550" y="3365500"/>
          <p14:tracePt t="1491" x="1435100" y="3352800"/>
          <p14:tracePt t="1509" x="1409700" y="3352800"/>
          <p14:tracePt t="1525" x="1333500" y="3327400"/>
          <p14:tracePt t="1541" x="1263650" y="3308350"/>
          <p14:tracePt t="1558" x="1225550" y="3302000"/>
          <p14:tracePt t="1575" x="1168400" y="3295650"/>
          <p14:tracePt t="1591" x="1117600" y="3282950"/>
          <p14:tracePt t="1608" x="1079500" y="3270250"/>
          <p14:tracePt t="1624" x="1060450" y="3263900"/>
          <p14:tracePt t="1641" x="1028700" y="3257550"/>
          <p14:tracePt t="1658" x="1003300" y="3244850"/>
          <p14:tracePt t="1674" x="990600" y="3244850"/>
          <p14:tracePt t="1678" x="977900" y="3244850"/>
          <p14:tracePt t="1691" x="971550" y="3244850"/>
          <p14:tracePt t="1726" x="965200" y="3244850"/>
          <p14:tracePt t="1811" x="965200" y="3238500"/>
          <p14:tracePt t="1846" x="971550" y="3238500"/>
          <p14:tracePt t="1860" x="977900" y="3238500"/>
          <p14:tracePt t="1867" x="984250" y="3238500"/>
          <p14:tracePt t="1888" x="990600" y="3238500"/>
          <p14:tracePt t="1916" x="996950" y="3238500"/>
          <p14:tracePt t="1937" x="1003300" y="3238500"/>
          <p14:tracePt t="1951" x="1009650" y="3238500"/>
          <p14:tracePt t="1959" x="1016000" y="3238500"/>
          <p14:tracePt t="1973" x="1022350" y="3238500"/>
          <p14:tracePt t="1990" x="1035050" y="3238500"/>
          <p14:tracePt t="2008" x="1041400" y="3238500"/>
          <p14:tracePt t="2023" x="1073150" y="3238500"/>
          <p14:tracePt t="2039" x="1098550" y="3244850"/>
          <p14:tracePt t="2057" x="1123950" y="3244850"/>
          <p14:tracePt t="2073" x="1136650" y="3244850"/>
          <p14:tracePt t="2090" x="1149350" y="3244850"/>
          <p14:tracePt t="2106" x="1181100" y="3244850"/>
          <p14:tracePt t="2123" x="1187450" y="3244850"/>
          <p14:tracePt t="2139" x="1193800" y="3244850"/>
          <p14:tracePt t="2156" x="1212850" y="3244850"/>
          <p14:tracePt t="2172" x="1238250" y="3244850"/>
          <p14:tracePt t="2190" x="1263650" y="3251200"/>
          <p14:tracePt t="2206" x="1276350" y="3251200"/>
          <p14:tracePt t="2223" x="1301750" y="3263900"/>
          <p14:tracePt t="2239" x="1333500" y="3270250"/>
          <p14:tracePt t="2255" x="1346200" y="3276600"/>
          <p14:tracePt t="2272" x="1377950" y="3282950"/>
          <p14:tracePt t="2289" x="1403350" y="3295650"/>
          <p14:tracePt t="2306" x="1416050" y="3295650"/>
          <p14:tracePt t="2322" x="1441450" y="3302000"/>
          <p14:tracePt t="2338" x="1466850" y="3302000"/>
          <p14:tracePt t="2355" x="1485900" y="3308350"/>
          <p14:tracePt t="2372" x="1511300" y="3308350"/>
          <p14:tracePt t="2388" x="1549400" y="3308350"/>
          <p14:tracePt t="2405" x="1574800" y="3308350"/>
          <p14:tracePt t="2422" x="1612900" y="3308350"/>
          <p14:tracePt t="2438" x="1631950" y="3308350"/>
          <p14:tracePt t="2455" x="1663700" y="3308350"/>
          <p14:tracePt t="2472" x="1701800" y="3308350"/>
          <p14:tracePt t="2488" x="1708150" y="3308350"/>
          <p14:tracePt t="2505" x="1727200" y="3308350"/>
          <p14:tracePt t="2521" x="1739900" y="3308350"/>
          <p14:tracePt t="2555" x="1746250" y="3308350"/>
          <p14:tracePt t="2597" x="1752600" y="3308350"/>
          <p14:tracePt t="2681" x="1758950" y="3308350"/>
          <p14:tracePt t="3573" x="1771650" y="3327400"/>
          <p14:tracePt t="3580" x="1790700" y="3359150"/>
          <p14:tracePt t="3594" x="1816100" y="3390900"/>
          <p14:tracePt t="3604" x="1841500" y="3435350"/>
          <p14:tracePt t="3617" x="1879600" y="3492500"/>
          <p14:tracePt t="3634" x="1905000" y="3549650"/>
          <p14:tracePt t="3651" x="2012950" y="3740150"/>
          <p14:tracePt t="3667" x="2044700" y="3810000"/>
          <p14:tracePt t="3684" x="2070100" y="3879850"/>
          <p14:tracePt t="3700" x="2127250" y="3987800"/>
          <p14:tracePt t="3717" x="2178050" y="4102100"/>
          <p14:tracePt t="3735" x="2228850" y="4203700"/>
          <p14:tracePt t="3751" x="2241550" y="4241800"/>
          <p14:tracePt t="3767" x="2273300" y="4330700"/>
          <p14:tracePt t="3784" x="2286000" y="4368800"/>
          <p14:tracePt t="3800" x="2286000" y="4394200"/>
          <p14:tracePt t="3817" x="2286000" y="4406900"/>
          <p14:tracePt t="3833" x="2292350" y="4406900"/>
          <p14:tracePt t="3875" x="2292350" y="4413250"/>
          <p14:tracePt t="4177" x="2311400" y="4451350"/>
          <p14:tracePt t="4184" x="2336800" y="4495800"/>
          <p14:tracePt t="4198" x="2368550" y="4540250"/>
          <p14:tracePt t="4205" x="2400300" y="4597400"/>
          <p14:tracePt t="4215" x="2425700" y="4654550"/>
          <p14:tracePt t="4232" x="2463800" y="4699000"/>
          <p14:tracePt t="4249" x="2501900" y="4762500"/>
          <p14:tracePt t="4265" x="2520950" y="4781550"/>
          <p14:tracePt t="4282" x="2552700" y="4826000"/>
          <p14:tracePt t="4298" x="2552700" y="4832350"/>
          <p14:tracePt t="4315" x="2552700" y="4838700"/>
          <p14:tracePt t="4348" x="2559050" y="4838700"/>
          <p14:tracePt t="4549" x="2533650" y="4794250"/>
          <p14:tracePt t="4556" x="2495550" y="4724400"/>
          <p14:tracePt t="4565" x="2457450" y="4654550"/>
          <p14:tracePt t="4580" x="2425700" y="4597400"/>
          <p14:tracePt t="4598" x="2387600" y="4527550"/>
          <p14:tracePt t="4614" x="2355850" y="4464050"/>
          <p14:tracePt t="4631" x="2336800" y="4419600"/>
          <p14:tracePt t="4648" x="2317750" y="4400550"/>
          <p14:tracePt t="4680" x="2317750" y="4394200"/>
          <p14:tracePt t="4718" x="2317750" y="4400550"/>
          <p14:tracePt t="4725" x="2324100" y="4419600"/>
          <p14:tracePt t="4739" x="2336800" y="4438650"/>
          <p14:tracePt t="4748" x="2349500" y="4464050"/>
          <p14:tracePt t="4763" x="2374900" y="4502150"/>
          <p14:tracePt t="4781" x="2432050" y="4603750"/>
          <p14:tracePt t="4797" x="2514600" y="4730750"/>
          <p14:tracePt t="4813" x="2565400" y="4800600"/>
          <p14:tracePt t="4830" x="2628900" y="4889500"/>
          <p14:tracePt t="4847" x="2673350" y="4959350"/>
          <p14:tracePt t="4864" x="2686050" y="4972050"/>
          <p14:tracePt t="4880" x="2698750" y="4984750"/>
          <p14:tracePt t="4936" x="2698750" y="4972050"/>
          <p14:tracePt t="4950" x="2698750" y="4959350"/>
          <p14:tracePt t="4957" x="2692400" y="4940300"/>
          <p14:tracePt t="4971" x="2686050" y="4895850"/>
          <p14:tracePt t="4979" x="2667000" y="4857750"/>
          <p14:tracePt t="4996" x="2641600" y="4800600"/>
          <p14:tracePt t="5013" x="2584450" y="4660900"/>
          <p14:tracePt t="5029" x="2514600" y="4514850"/>
          <p14:tracePt t="5046" x="2476500" y="4445000"/>
          <p14:tracePt t="5062" x="2406650" y="4318000"/>
          <p14:tracePt t="5079" x="2349500" y="4216400"/>
          <p14:tracePt t="5096" x="2336800" y="4184650"/>
          <p14:tracePt t="5112" x="2317750" y="4159250"/>
          <p14:tracePt t="5129" x="2311400" y="4152900"/>
          <p14:tracePt t="5209" x="2311400" y="4165600"/>
          <p14:tracePt t="5216" x="2324100" y="4178300"/>
          <p14:tracePt t="5232" x="2336800" y="4191000"/>
          <p14:tracePt t="5245" x="2355850" y="4222750"/>
          <p14:tracePt t="5263" x="2425700" y="4318000"/>
          <p14:tracePt t="5278" x="2463800" y="4362450"/>
          <p14:tracePt t="5295" x="2565400" y="4464050"/>
          <p14:tracePt t="5311" x="2660650" y="4552950"/>
          <p14:tracePt t="5329" x="2717800" y="4597400"/>
          <p14:tracePt t="5345" x="2730500" y="4610100"/>
          <p14:tracePt t="5362" x="2743200" y="4616450"/>
          <p14:tracePt t="5378" x="2743200" y="4622800"/>
          <p14:tracePt t="5441" x="2743200" y="4616450"/>
          <p14:tracePt t="5448" x="2743200" y="4603750"/>
          <p14:tracePt t="5463" x="2730500" y="4584700"/>
          <p14:tracePt t="5477" x="2711450" y="4540250"/>
          <p14:tracePt t="5494" x="2686050" y="4495800"/>
          <p14:tracePt t="5512" x="2616200" y="4381500"/>
          <p14:tracePt t="5527" x="2578100" y="4324350"/>
          <p14:tracePt t="5544" x="2489200" y="4184650"/>
          <p14:tracePt t="5561" x="2425700" y="4083050"/>
          <p14:tracePt t="5577" x="2400300" y="4051300"/>
          <p14:tracePt t="5594" x="2381250" y="4019550"/>
          <p14:tracePt t="5611" x="2368550" y="4006850"/>
          <p14:tracePt t="5644" x="2362200" y="4000500"/>
          <p14:tracePt t="5680" x="2362200" y="4013200"/>
          <p14:tracePt t="5687" x="2368550" y="4019550"/>
          <p14:tracePt t="5700" x="2387600" y="4038600"/>
          <p14:tracePt t="5710" x="2393950" y="4057650"/>
          <p14:tracePt t="5726" x="2413000" y="4089400"/>
          <p14:tracePt t="5744" x="2489200" y="4184650"/>
          <p14:tracePt t="5760" x="2590800" y="4286250"/>
          <p14:tracePt t="5777" x="2641600" y="4337050"/>
          <p14:tracePt t="5793" x="2724150" y="4425950"/>
          <p14:tracePt t="5810" x="2755900" y="4464050"/>
          <p14:tracePt t="5827" x="2794000" y="4495800"/>
          <p14:tracePt t="5860" x="2800350" y="4495800"/>
          <p14:tracePt t="5877" x="2806700" y="4495800"/>
          <p14:tracePt t="5940" x="2813050" y="4495800"/>
          <p14:tracePt t="5961" x="2819400" y="4489450"/>
          <p14:tracePt t="5983" x="2819400" y="4483100"/>
          <p14:tracePt t="6991" x="2813050" y="4476750"/>
          <p14:tracePt t="7007" x="2781300" y="4464050"/>
          <p14:tracePt t="7013" x="2749550" y="4451350"/>
          <p14:tracePt t="7027" x="2717800" y="4425950"/>
          <p14:tracePt t="7039" x="2673350" y="4406900"/>
          <p14:tracePt t="7056" x="2578100" y="4368800"/>
          <p14:tracePt t="7072" x="2520950" y="4343400"/>
          <p14:tracePt t="7089" x="2425700" y="4305300"/>
          <p14:tracePt t="7105" x="2336800" y="4273550"/>
          <p14:tracePt t="7122" x="2317750" y="4260850"/>
          <p14:tracePt t="7139" x="2273300" y="4254500"/>
          <p14:tracePt t="7155" x="2247900" y="4235450"/>
          <p14:tracePt t="7172" x="2235200" y="4235450"/>
          <p14:tracePt t="7189" x="2209800" y="4235450"/>
          <p14:tracePt t="7205" x="2197100" y="4235450"/>
          <p14:tracePt t="7221" x="2184400" y="4235450"/>
          <p14:tracePt t="7238" x="2165350" y="4248150"/>
          <p14:tracePt t="7255" x="2139950" y="4267200"/>
          <p14:tracePt t="7272" x="2127250" y="4273550"/>
          <p14:tracePt t="7275" x="2120900" y="4279900"/>
          <p14:tracePt t="7289" x="2108200" y="4286250"/>
          <p14:tracePt t="7305" x="2101850" y="4298950"/>
          <p14:tracePt t="7322" x="2089150" y="4318000"/>
          <p14:tracePt t="7338" x="2076450" y="4337050"/>
          <p14:tracePt t="7354" x="2076450" y="4349750"/>
          <p14:tracePt t="7372" x="2063750" y="4381500"/>
          <p14:tracePt t="7388" x="2057400" y="4413250"/>
          <p14:tracePt t="7404" x="2057400" y="4425950"/>
          <p14:tracePt t="7421" x="2051050" y="4476750"/>
          <p14:tracePt t="7438" x="2051050" y="4527550"/>
          <p14:tracePt t="7455" x="2051050" y="4546600"/>
          <p14:tracePt t="7470" x="2051050" y="4597400"/>
          <p14:tracePt t="7487" x="2070100" y="4635500"/>
          <p14:tracePt t="7505" x="2101850" y="4673600"/>
          <p14:tracePt t="7521" x="2114550" y="4686300"/>
          <p14:tracePt t="7537" x="2120900" y="4692650"/>
          <p14:tracePt t="7554" x="2139950" y="4711700"/>
          <p14:tracePt t="7587" x="2146300" y="4711700"/>
          <p14:tracePt t="7604" x="2152650" y="4711700"/>
          <p14:tracePt t="7620" x="2165350" y="4686300"/>
          <p14:tracePt t="7637" x="2171700" y="4673600"/>
          <p14:tracePt t="7653" x="2171700" y="4629150"/>
          <p14:tracePt t="7670" x="2171700" y="4565650"/>
          <p14:tracePt t="7687" x="2165350" y="4495800"/>
          <p14:tracePt t="7703" x="2152650" y="4464050"/>
          <p14:tracePt t="7720" x="2120900" y="4413250"/>
          <p14:tracePt t="7737" x="2095500" y="4368800"/>
          <p14:tracePt t="7753" x="2082800" y="4356100"/>
          <p14:tracePt t="7770" x="2051050" y="4318000"/>
          <p14:tracePt t="7787" x="2019300" y="4298950"/>
          <p14:tracePt t="7803" x="2012950" y="4292600"/>
          <p14:tracePt t="7820" x="1987550" y="4273550"/>
          <p14:tracePt t="7836" x="1968500" y="4267200"/>
          <p14:tracePt t="7853" x="1968500" y="4260850"/>
          <p14:tracePt t="7870" x="1955800" y="4248150"/>
          <p14:tracePt t="7886" x="1949450" y="4241800"/>
          <p14:tracePt t="7903" x="1943100" y="4235450"/>
          <p14:tracePt t="7936" x="1936750" y="4229100"/>
          <p14:tracePt t="8285" x="1943100" y="4229100"/>
          <p14:tracePt t="8298" x="1949450" y="4229100"/>
          <p14:tracePt t="8319" x="1955800" y="4229100"/>
          <p14:tracePt t="8325" x="1962150" y="4229100"/>
          <p14:tracePt t="8347" x="1968500" y="4229100"/>
          <p14:tracePt t="8389" x="1962150" y="4229100"/>
          <p14:tracePt t="8396" x="1955800" y="4229100"/>
          <p14:tracePt t="8410" x="1949450" y="4229100"/>
          <p14:tracePt t="8420" x="1943100" y="4229100"/>
          <p14:tracePt t="8434" x="1936750" y="4229100"/>
          <p14:tracePt t="8452" x="1905000" y="4229100"/>
          <p14:tracePt t="8468" x="1866900" y="4229100"/>
          <p14:tracePt t="8484" x="1847850" y="4229100"/>
          <p14:tracePt t="8501" x="1797050" y="4216400"/>
          <p14:tracePt t="8517" x="1758950" y="4216400"/>
          <p14:tracePt t="8534" x="1733550" y="4216400"/>
          <p14:tracePt t="8551" x="1720850" y="4216400"/>
          <p14:tracePt t="8567" x="1701800" y="4216400"/>
          <p14:tracePt t="8601" x="1695450" y="4216400"/>
          <p14:tracePt t="8621" x="1689100" y="4216400"/>
          <p14:tracePt t="8698" x="1695450" y="4216400"/>
          <p14:tracePt t="8726" x="1701800" y="4216400"/>
          <p14:tracePt t="8747" x="1708150" y="4216400"/>
          <p14:tracePt t="8768" x="1714500" y="4216400"/>
          <p14:tracePt t="8775" x="1720850" y="4216400"/>
          <p14:tracePt t="8789" x="1727200" y="4216400"/>
          <p14:tracePt t="8810" x="1739900" y="4216400"/>
          <p14:tracePt t="8819" x="1752600" y="4216400"/>
          <p14:tracePt t="8833" x="1771650" y="4216400"/>
          <p14:tracePt t="8849" x="1809750" y="4222750"/>
          <p14:tracePt t="8867" x="1860550" y="4229100"/>
          <p14:tracePt t="8883" x="1879600" y="4229100"/>
          <p14:tracePt t="8899" x="1892300" y="4229100"/>
          <p14:tracePt t="8916" x="1936750" y="4235450"/>
          <p14:tracePt t="8932" x="1943100" y="4241800"/>
          <p14:tracePt t="8949" x="1949450" y="4241800"/>
          <p14:tracePt t="8966" x="1949450" y="4248150"/>
          <p14:tracePt t="8993" x="1949450" y="4254500"/>
          <p14:tracePt t="9001" x="1943100" y="4260850"/>
          <p14:tracePt t="9016" x="1943100" y="4267200"/>
          <p14:tracePt t="9032" x="1930400" y="4279900"/>
          <p14:tracePt t="9049" x="1917700" y="4279900"/>
          <p14:tracePt t="9065" x="1911350" y="4286250"/>
          <p14:tracePt t="9099" x="1911350" y="4292600"/>
          <p14:tracePt t="9115" x="1905000" y="4298950"/>
          <p14:tracePt t="9133" x="1898650" y="4298950"/>
          <p14:tracePt t="9148" x="1898650" y="4305300"/>
          <p14:tracePt t="9183" x="1905000" y="4311650"/>
          <p14:tracePt t="9190" x="1905000" y="4318000"/>
          <p14:tracePt t="9210" x="1917700" y="4318000"/>
          <p14:tracePt t="9225" x="1930400" y="4337050"/>
          <p14:tracePt t="9234" x="1962150" y="4343400"/>
          <p14:tracePt t="9248" x="2006600" y="4368800"/>
          <p14:tracePt t="9264" x="2114550" y="4406900"/>
          <p14:tracePt t="9281" x="2260600" y="4432300"/>
          <p14:tracePt t="9298" x="2336800" y="4445000"/>
          <p14:tracePt t="9315" x="2508250" y="4464050"/>
          <p14:tracePt t="9331" x="2673350" y="4464050"/>
          <p14:tracePt t="9347" x="2724150" y="4464050"/>
          <p14:tracePt t="9365" x="2813050" y="4457700"/>
          <p14:tracePt t="9381" x="2870200" y="4451350"/>
          <p14:tracePt t="9398" x="2882900" y="4445000"/>
          <p14:tracePt t="9415" x="2895600" y="4445000"/>
          <p14:tracePt t="9450" x="2895600" y="4438650"/>
          <p14:tracePt t="9464" x="2882900" y="4438650"/>
          <p14:tracePt t="9480" x="2857500" y="4432300"/>
          <p14:tracePt t="9497" x="2813050" y="4432300"/>
          <p14:tracePt t="9514" x="2717800" y="4425950"/>
          <p14:tracePt t="9530" x="2654300" y="4413250"/>
          <p14:tracePt t="9548" x="2508250" y="4394200"/>
          <p14:tracePt t="9563" x="2368550" y="4375150"/>
          <p14:tracePt t="9580" x="2298700" y="4368800"/>
          <p14:tracePt t="9597" x="2184400" y="4356100"/>
          <p14:tracePt t="9614" x="2114550" y="4356100"/>
          <p14:tracePt t="9630" x="2101850" y="4349750"/>
          <p14:tracePt t="9647" x="2089150" y="4349750"/>
          <p14:tracePt t="9663" x="2082800" y="4349750"/>
          <p14:tracePt t="9723" x="2082800" y="4343400"/>
          <p14:tracePt t="9744" x="2089150" y="4343400"/>
          <p14:tracePt t="9751" x="2095500" y="4343400"/>
          <p14:tracePt t="9765" x="2108200" y="4343400"/>
          <p14:tracePt t="9780" x="2114550" y="4343400"/>
          <p14:tracePt t="9796" x="2139950" y="4343400"/>
          <p14:tracePt t="9813" x="2152650" y="4337050"/>
          <p14:tracePt t="9816" x="2178050" y="4324350"/>
          <p14:tracePt t="9829" x="2197100" y="4324350"/>
          <p14:tracePt t="9846" x="2254250" y="4318000"/>
          <p14:tracePt t="9862" x="2292350" y="4318000"/>
          <p14:tracePt t="9879" x="2374900" y="4324350"/>
          <p14:tracePt t="9896" x="2470150" y="4337050"/>
          <p14:tracePt t="9913" x="2565400" y="4375150"/>
          <p14:tracePt t="9929" x="2622550" y="4394200"/>
          <p14:tracePt t="9946" x="2711450" y="4438650"/>
          <p14:tracePt t="9963" x="2794000" y="4451350"/>
          <p14:tracePt t="9979" x="2825750" y="4476750"/>
          <p14:tracePt t="9995" x="2851150" y="4483100"/>
          <p14:tracePt t="10012" x="2946400" y="4521200"/>
          <p14:tracePt t="10029" x="2984500" y="4533900"/>
          <p14:tracePt t="10046" x="3016250" y="4540250"/>
          <p14:tracePt t="10061" x="3067050" y="4546600"/>
          <p14:tracePt t="10078" x="3098800" y="4546600"/>
          <p14:tracePt t="10096" x="3124200" y="4546600"/>
          <p14:tracePt t="10128" x="3136900" y="4546600"/>
          <p14:tracePt t="10889" x="3124200" y="4559300"/>
          <p14:tracePt t="10896" x="3092450" y="4572000"/>
          <p14:tracePt t="10911" x="3048000" y="4603750"/>
          <p14:tracePt t="10926" x="2984500" y="4641850"/>
          <p14:tracePt t="10942" x="2959100" y="4660900"/>
          <p14:tracePt t="10959" x="2927350" y="4692650"/>
          <p14:tracePt t="10975" x="2901950" y="4705350"/>
          <p14:tracePt t="10992" x="2882900" y="4718050"/>
          <p14:tracePt t="11009" x="2876550" y="4730750"/>
          <p14:tracePt t="11051" x="2870200" y="4730750"/>
          <p14:tracePt t="11177" x="2876550" y="4730750"/>
          <p14:tracePt t="11192" x="2882900" y="4730750"/>
          <p14:tracePt t="11198" x="2889250" y="4730750"/>
          <p14:tracePt t="11208" x="2895600" y="4730750"/>
          <p14:tracePt t="11228" x="2914650" y="4730750"/>
          <p14:tracePt t="11242" x="2927350" y="4730750"/>
          <p14:tracePt t="11258" x="2946400" y="4730750"/>
          <p14:tracePt t="11274" x="3016250" y="4730750"/>
          <p14:tracePt t="11291" x="3111500" y="4711700"/>
          <p14:tracePt t="11307" x="3162300" y="4699000"/>
          <p14:tracePt t="11325" x="3270250" y="4686300"/>
          <p14:tracePt t="11341" x="3352800" y="4667250"/>
          <p14:tracePt t="11357" x="3384550" y="4660900"/>
          <p14:tracePt t="11374" x="3429000" y="4654550"/>
          <p14:tracePt t="11391" x="3454400" y="4648200"/>
          <p14:tracePt t="11407" x="3460750" y="4648200"/>
          <p14:tracePt t="11424" x="3473450" y="4648200"/>
          <p14:tracePt t="11521" x="3479800" y="4648200"/>
          <p14:tracePt t="11550" x="3486150" y="4648200"/>
          <p14:tracePt t="11571" x="3498850" y="4648200"/>
          <p14:tracePt t="11577" x="3505200" y="4648200"/>
          <p14:tracePt t="11593" x="3524250" y="4654550"/>
          <p14:tracePt t="11607" x="3543300" y="4654550"/>
          <p14:tracePt t="11624" x="3625850" y="4667250"/>
          <p14:tracePt t="11640" x="3676650" y="4667250"/>
          <p14:tracePt t="11657" x="3803650" y="4673600"/>
          <p14:tracePt t="11673" x="3879850" y="4673600"/>
          <p14:tracePt t="11690" x="4076700" y="4686300"/>
          <p14:tracePt t="11706" x="4260850" y="4686300"/>
          <p14:tracePt t="11723" x="4356100" y="4679950"/>
          <p14:tracePt t="11740" x="4559300" y="4679950"/>
          <p14:tracePt t="11756" x="4610100" y="4673600"/>
          <p14:tracePt t="11773" x="4705350" y="4673600"/>
          <p14:tracePt t="11789" x="4775200" y="4660900"/>
          <p14:tracePt t="11806" x="4813300" y="4660900"/>
          <p14:tracePt t="11823" x="4838700" y="4660900"/>
          <p14:tracePt t="11825" x="4870450" y="4654550"/>
          <p14:tracePt t="11839" x="4908550" y="4654550"/>
          <p14:tracePt t="11856" x="4921250" y="4654550"/>
          <p14:tracePt t="11873" x="4946650" y="4648200"/>
          <p14:tracePt t="11889" x="4959350" y="4648200"/>
          <p14:tracePt t="11905" x="4984750" y="4648200"/>
          <p14:tracePt t="11922" x="5010150" y="4648200"/>
          <p14:tracePt t="11939" x="5016500" y="4648200"/>
          <p14:tracePt t="11955" x="5035550" y="4648200"/>
          <p14:tracePt t="11972" x="5067300" y="4660900"/>
          <p14:tracePt t="11989" x="5086350" y="4667250"/>
          <p14:tracePt t="12005" x="5137150" y="4692650"/>
          <p14:tracePt t="12022" x="5187950" y="4711700"/>
          <p14:tracePt t="12038" x="5207000" y="4724400"/>
          <p14:tracePt t="12056" x="5257800" y="4756150"/>
          <p14:tracePt t="12071" x="5302250" y="4775200"/>
          <p14:tracePt t="12088" x="5314950" y="4794250"/>
          <p14:tracePt t="12105" x="5334000" y="4794250"/>
          <p14:tracePt t="12121" x="5340350" y="4800600"/>
          <p14:tracePt t="12155" x="5340350" y="4806950"/>
          <p14:tracePt t="12171" x="5334000" y="4813300"/>
          <p14:tracePt t="12188" x="5276850" y="4819650"/>
          <p14:tracePt t="12204" x="5149850" y="4832350"/>
          <p14:tracePt t="12221" x="5048250" y="4826000"/>
          <p14:tracePt t="12238" x="4781550" y="4806950"/>
          <p14:tracePt t="12254" x="4451350" y="4756150"/>
          <p14:tracePt t="12272" x="4254500" y="4730750"/>
          <p14:tracePt t="12288" x="3892550" y="4692650"/>
          <p14:tracePt t="12304" x="3727450" y="4667250"/>
          <p14:tracePt t="12320" x="3473450" y="4660900"/>
          <p14:tracePt t="12324" x="3384550" y="4660900"/>
          <p14:tracePt t="12337" x="3333750" y="4660900"/>
          <p14:tracePt t="12354" x="3251200" y="4660900"/>
          <p14:tracePt t="12371" x="3213100" y="4673600"/>
          <p14:tracePt t="12404" x="3200400" y="4679950"/>
          <p14:tracePt t="12421" x="3194050" y="4679950"/>
          <p14:tracePt t="12681" x="3168650" y="4686300"/>
          <p14:tracePt t="12695" x="3117850" y="4686300"/>
          <p14:tracePt t="12702" x="3067050" y="4686300"/>
          <p14:tracePt t="12715" x="2990850" y="4686300"/>
          <p14:tracePt t="12723" x="2901950" y="4679950"/>
          <p14:tracePt t="12739" x="2813050" y="4679950"/>
          <p14:tracePt t="12752" x="2616200" y="4673600"/>
          <p14:tracePt t="12769" x="2514600" y="4673600"/>
          <p14:tracePt t="12786" x="2336800" y="4654550"/>
          <p14:tracePt t="12802" x="2260600" y="4654550"/>
          <p14:tracePt t="12819" x="2120900" y="4654550"/>
          <p14:tracePt t="12836" x="2025650" y="4654550"/>
          <p14:tracePt t="12853" x="2006600" y="4660900"/>
          <p14:tracePt t="12869" x="1968500" y="4667250"/>
          <p14:tracePt t="12886" x="1943100" y="4673600"/>
          <p14:tracePt t="12902" x="1930400" y="4679950"/>
          <p14:tracePt t="12919" x="1911350" y="4686300"/>
          <p14:tracePt t="12935" x="1885950" y="4692650"/>
          <p14:tracePt t="12952" x="1879600" y="4692650"/>
          <p14:tracePt t="12969" x="1860550" y="4699000"/>
          <p14:tracePt t="12985" x="1854200" y="4699000"/>
          <p14:tracePt t="13002" x="1835150" y="4705350"/>
          <p14:tracePt t="13018" x="1835150" y="4711700"/>
          <p14:tracePt t="13035" x="1828800" y="4711700"/>
          <p14:tracePt t="13068" x="1822450" y="4711700"/>
          <p14:tracePt t="13123" x="1828800" y="4711700"/>
          <p14:tracePt t="13144" x="1841500" y="4711700"/>
          <p14:tracePt t="13158" x="1854200" y="4705350"/>
          <p14:tracePt t="13165" x="1885950" y="4705350"/>
          <p14:tracePt t="13172" x="1924050" y="4705350"/>
          <p14:tracePt t="13188" x="1974850" y="4699000"/>
          <p14:tracePt t="13201" x="2038350" y="4699000"/>
          <p14:tracePt t="13217" x="2197100" y="4699000"/>
          <p14:tracePt t="13234" x="2286000" y="4711700"/>
          <p14:tracePt t="13251" x="2476500" y="4743450"/>
          <p14:tracePt t="13267" x="2692400" y="4762500"/>
          <p14:tracePt t="13285" x="2921000" y="4781550"/>
          <p14:tracePt t="13301" x="3022600" y="4781550"/>
          <p14:tracePt t="13317" x="3206750" y="4794250"/>
          <p14:tracePt t="13334" x="3333750" y="4800600"/>
          <p14:tracePt t="13351" x="3371850" y="4800600"/>
          <p14:tracePt t="13367" x="3403600" y="4800600"/>
          <p14:tracePt t="13384" x="3429000" y="4800600"/>
          <p14:tracePt t="13401" x="3435350" y="4800600"/>
          <p14:tracePt t="13417" x="3441700" y="4800600"/>
          <p14:tracePt t="13488" x="3448050" y="4800600"/>
          <p14:tracePt t="13523" x="3448050" y="4806950"/>
          <p14:tracePt t="13907" x="3448050" y="4787900"/>
          <p14:tracePt t="13921" x="3441700" y="4756150"/>
          <p14:tracePt t="13928" x="3441700" y="4705350"/>
          <p14:tracePt t="13935" x="3422650" y="4667250"/>
          <p14:tracePt t="13951" x="3416300" y="4622800"/>
          <p14:tracePt t="13965" x="3403600" y="4591050"/>
          <p14:tracePt t="13981" x="3371850" y="4508500"/>
          <p14:tracePt t="13999" x="3346450" y="4419600"/>
          <p14:tracePt t="14015" x="3321050" y="4368800"/>
          <p14:tracePt t="14031" x="3263900" y="4254500"/>
          <p14:tracePt t="14048" x="3181350" y="4114800"/>
          <p14:tracePt t="14065" x="3143250" y="4044950"/>
          <p14:tracePt t="14082" x="3054350" y="3917950"/>
          <p14:tracePt t="14098" x="2959100" y="3803650"/>
          <p14:tracePt t="14115" x="2908300" y="3746500"/>
          <p14:tracePt t="14132" x="2819400" y="3651250"/>
          <p14:tracePt t="14148" x="2698750" y="3562350"/>
          <p14:tracePt t="14164" x="2641600" y="3524250"/>
          <p14:tracePt t="14181" x="2540000" y="3460750"/>
          <p14:tracePt t="14198" x="2482850" y="3435350"/>
          <p14:tracePt t="14214" x="2387600" y="3378200"/>
          <p14:tracePt t="14231" x="2298700" y="3352800"/>
          <p14:tracePt t="14247" x="2260600" y="3333750"/>
          <p14:tracePt t="14264" x="2178050" y="3321050"/>
          <p14:tracePt t="14280" x="2095500" y="3302000"/>
          <p14:tracePt t="14297" x="2051050" y="3295650"/>
          <p14:tracePt t="14314" x="1974850" y="3295650"/>
          <p14:tracePt t="14330" x="1905000" y="3282950"/>
          <p14:tracePt t="14347" x="1866900" y="3282950"/>
          <p14:tracePt t="14364" x="1809750" y="3276600"/>
          <p14:tracePt t="14380" x="1758950" y="3263900"/>
          <p14:tracePt t="14397" x="1727200" y="3257550"/>
          <p14:tracePt t="14413" x="1689100" y="3244850"/>
          <p14:tracePt t="14430" x="1663700" y="3238500"/>
          <p14:tracePt t="14447" x="1657350" y="3232150"/>
          <p14:tracePt t="14463" x="1644650" y="3225800"/>
          <p14:tracePt t="14532" x="1638300" y="3219450"/>
          <p14:tracePt t="14595" x="1638300" y="3225800"/>
          <p14:tracePt t="15047" x="1631950" y="3244850"/>
          <p14:tracePt t="15062" x="1625600" y="3263900"/>
          <p14:tracePt t="15068" x="1606550" y="3276600"/>
          <p14:tracePt t="15077" x="1600200" y="3302000"/>
          <p14:tracePt t="15094" x="1581150" y="3321050"/>
          <p14:tracePt t="15111" x="1568450" y="3352800"/>
          <p14:tracePt t="15128" x="1562100" y="3365500"/>
          <p14:tracePt t="15145" x="1549400" y="3384550"/>
          <p14:tracePt t="15160" x="1549400" y="3397250"/>
          <p14:tracePt t="15177" x="1549400" y="3403600"/>
          <p14:tracePt t="15211" x="1543050" y="3409950"/>
          <p14:tracePt t="15468" x="1536700" y="3416300"/>
          <p14:tracePt t="15476" x="1536700" y="3429000"/>
          <p14:tracePt t="15490" x="1536700" y="3435350"/>
          <p14:tracePt t="15496" x="1530350" y="3448050"/>
          <p14:tracePt t="15512" x="1530350" y="3460750"/>
          <p14:tracePt t="15527" x="1524000" y="3486150"/>
          <p14:tracePt t="15543" x="1517650" y="3498850"/>
          <p14:tracePt t="15561" x="1517650" y="3511550"/>
          <p14:tracePt t="15593" x="1511300" y="3524250"/>
          <p14:tracePt t="15626" x="1511300" y="3530600"/>
          <p14:tracePt t="15664" x="1511300" y="3536950"/>
          <p14:tracePt t="15700" x="1504950" y="3536950"/>
          <p14:tracePt t="15707" x="1498600" y="3536950"/>
          <p14:tracePt t="15728" x="1492250" y="3543300"/>
          <p14:tracePt t="15743" x="1479550" y="3549650"/>
          <p14:tracePt t="15770" x="1473200" y="3549650"/>
          <p14:tracePt t="15777" x="1466850" y="3549650"/>
          <p14:tracePt t="15799" x="1454150" y="3549650"/>
          <p14:tracePt t="15806" x="1447800" y="3556000"/>
          <p14:tracePt t="15820" x="1441450" y="3556000"/>
          <p14:tracePt t="15828" x="1441450" y="3562350"/>
          <p14:tracePt t="15848" x="1435100" y="3562350"/>
          <p14:tracePt t="15862" x="1428750" y="3562350"/>
          <p14:tracePt t="15878" x="1422400" y="3568700"/>
          <p14:tracePt t="15897" x="1416050" y="3568700"/>
          <p14:tracePt t="15918" x="1409700" y="3568700"/>
          <p14:tracePt t="15946" x="1403350" y="3575050"/>
          <p14:tracePt t="16009" x="1409700" y="3575050"/>
          <p14:tracePt t="16024" x="1422400" y="3575050"/>
          <p14:tracePt t="16037" x="1435100" y="3575050"/>
          <p14:tracePt t="16051" x="1447800" y="3575050"/>
          <p14:tracePt t="16060" x="1466850" y="3575050"/>
          <p14:tracePt t="16074" x="1498600" y="3581400"/>
          <p14:tracePt t="16091" x="1536700" y="3581400"/>
          <p14:tracePt t="16108" x="1663700" y="3581400"/>
          <p14:tracePt t="16124" x="1803400" y="3581400"/>
          <p14:tracePt t="16141" x="1892300" y="3581400"/>
          <p14:tracePt t="16158" x="2051050" y="3568700"/>
          <p14:tracePt t="16174" x="2178050" y="3562350"/>
          <p14:tracePt t="16191" x="2228850" y="3562350"/>
          <p14:tracePt t="16208" x="2279650" y="3562350"/>
          <p14:tracePt t="16224" x="2305050" y="3562350"/>
          <p14:tracePt t="16241" x="2311400" y="3562350"/>
          <p14:tracePt t="16257" x="2317750" y="3562350"/>
          <p14:tracePt t="16339" x="2324100" y="3562350"/>
          <p14:tracePt t="16585" x="2349500" y="3562350"/>
          <p14:tracePt t="16599" x="2381250" y="3562350"/>
          <p14:tracePt t="16614" x="2419350" y="3562350"/>
          <p14:tracePt t="16627" x="2444750" y="3562350"/>
          <p14:tracePt t="16639" x="2482850" y="3562350"/>
          <p14:tracePt t="16656" x="2514600" y="3568700"/>
          <p14:tracePt t="16672" x="2565400" y="3575050"/>
          <p14:tracePt t="16689" x="2590800" y="3575050"/>
          <p14:tracePt t="16706" x="2609850" y="3581400"/>
          <p14:tracePt t="16722" x="2647950" y="3581400"/>
          <p14:tracePt t="16739" x="2654300" y="3581400"/>
          <p14:tracePt t="16755" x="2673350" y="3587750"/>
          <p14:tracePt t="16772" x="2705100" y="3587750"/>
          <p14:tracePt t="16789" x="2717800" y="3587750"/>
          <p14:tracePt t="16805" x="2755900" y="3587750"/>
          <p14:tracePt t="16822" x="2774950" y="3587750"/>
          <p14:tracePt t="16838" x="2794000" y="3587750"/>
          <p14:tracePt t="16855" x="2844800" y="3587750"/>
          <p14:tracePt t="16872" x="2876550" y="3587750"/>
          <p14:tracePt t="16888" x="2921000" y="3594100"/>
          <p14:tracePt t="16905" x="2952750" y="3594100"/>
          <p14:tracePt t="16922" x="2971800" y="3606800"/>
          <p14:tracePt t="16938" x="3028950" y="3606800"/>
          <p14:tracePt t="16955" x="3048000" y="3606800"/>
          <p14:tracePt t="16972" x="3079750" y="3606800"/>
          <p14:tracePt t="16988" x="3098800" y="3606800"/>
          <p14:tracePt t="17004" x="3117850" y="3606800"/>
          <p14:tracePt t="17021" x="3143250" y="3600450"/>
          <p14:tracePt t="17038" x="3162300" y="3600450"/>
          <p14:tracePt t="17054" x="3168650" y="3600450"/>
          <p14:tracePt t="17091" x="3175000" y="3600450"/>
          <p14:tracePt t="17190" x="3181350" y="3600450"/>
          <p14:tracePt t="17724" x="3155950" y="3587750"/>
          <p14:tracePt t="17739" x="3098800" y="3581400"/>
          <p14:tracePt t="17745" x="3048000" y="3562350"/>
          <p14:tracePt t="17759" x="2978150" y="3543300"/>
          <p14:tracePt t="17769" x="2927350" y="3536950"/>
          <p14:tracePt t="17785" x="2844800" y="3505200"/>
          <p14:tracePt t="17802" x="2686050" y="3454400"/>
          <p14:tracePt t="17818" x="2584450" y="3422650"/>
          <p14:tracePt t="17835" x="2387600" y="3359150"/>
          <p14:tracePt t="17852" x="2190750" y="3308350"/>
          <p14:tracePt t="17868" x="2057400" y="3282950"/>
          <p14:tracePt t="17885" x="1981200" y="3263900"/>
          <p14:tracePt t="17888" x="1924050" y="3251200"/>
          <p14:tracePt t="17901" x="1879600" y="3232150"/>
          <p14:tracePt t="17918" x="1854200" y="3232150"/>
          <p14:tracePt t="17936" x="1797050" y="3213100"/>
          <p14:tracePt t="17951" x="1784350" y="3206750"/>
          <p14:tracePt t="17968" x="1778000" y="3206750"/>
          <p14:tracePt t="17985" x="1771650" y="3206750"/>
          <p14:tracePt t="18001" x="1752600" y="3206750"/>
          <p14:tracePt t="18018" x="1746250" y="3206750"/>
          <p14:tracePt t="18034" x="1733550" y="3213100"/>
          <p14:tracePt t="18051" x="1708150" y="3225800"/>
          <p14:tracePt t="18084" x="1689100" y="3238500"/>
          <p14:tracePt t="18101" x="1676400" y="3244850"/>
          <p14:tracePt t="18119" x="1670050" y="3251200"/>
          <p14:tracePt t="18150" x="1676400" y="3263900"/>
          <p14:tracePt t="18168" x="1714500" y="3282950"/>
          <p14:tracePt t="18184" x="1746250" y="3289300"/>
          <p14:tracePt t="18200" x="1797050" y="3302000"/>
          <p14:tracePt t="18217" x="1974850" y="3321050"/>
          <p14:tracePt t="18234" x="2089150" y="3333750"/>
          <p14:tracePt t="18250" x="2247900" y="3333750"/>
          <p14:tracePt t="18267" x="2520950" y="3340100"/>
          <p14:tracePt t="18283" x="2717800" y="3340100"/>
          <p14:tracePt t="18301" x="2806700" y="3321050"/>
          <p14:tracePt t="18317" x="2832100" y="3321050"/>
          <p14:tracePt t="18333" x="2844800" y="3308350"/>
          <p14:tracePt t="18350" x="2832100" y="3302000"/>
          <p14:tracePt t="18367" x="2819400" y="3295650"/>
          <p14:tracePt t="18383" x="2749550" y="3289300"/>
          <p14:tracePt t="18400" x="2628900" y="3263900"/>
          <p14:tracePt t="18416" x="2552700" y="3263900"/>
          <p14:tracePt t="18433" x="2362200" y="3251200"/>
          <p14:tracePt t="18449" x="2146300" y="3232150"/>
          <p14:tracePt t="18466" x="2057400" y="3232150"/>
          <p14:tracePt t="18483" x="1879600" y="3219450"/>
          <p14:tracePt t="18499" x="1758950" y="3219450"/>
          <p14:tracePt t="18516" x="1720850" y="3219450"/>
          <p14:tracePt t="18533" x="1689100" y="3219450"/>
          <p14:tracePt t="18549" x="1682750" y="3219450"/>
          <p14:tracePt t="18566" x="1676400" y="3219450"/>
          <p14:tracePt t="18582" x="1714500" y="3238500"/>
          <p14:tracePt t="18599" x="1739900" y="3257550"/>
          <p14:tracePt t="18617" x="1816100" y="3282950"/>
          <p14:tracePt t="18632" x="1936750" y="3308350"/>
          <p14:tracePt t="18649" x="2012950" y="3308350"/>
          <p14:tracePt t="18666" x="2216150" y="3314700"/>
          <p14:tracePt t="18682" x="2444750" y="3314700"/>
          <p14:tracePt t="18699" x="2559050" y="3314700"/>
          <p14:tracePt t="18716" x="2762250" y="3302000"/>
          <p14:tracePt t="18732" x="2876550" y="3302000"/>
          <p14:tracePt t="18748" x="2895600" y="3302000"/>
          <p14:tracePt t="18765" x="2921000" y="3302000"/>
          <p14:tracePt t="18781" x="2927350" y="3302000"/>
          <p14:tracePt t="18800" x="2933700" y="3302000"/>
          <p14:tracePt t="18835" x="2940050" y="3295650"/>
          <p14:tracePt t="18912" x="2946400" y="3289300"/>
          <p14:tracePt t="18919" x="2952750" y="3289300"/>
          <p14:tracePt t="19624" x="2959100" y="3295650"/>
          <p14:tracePt t="19631" x="2971800" y="3314700"/>
          <p14:tracePt t="19647" x="2990850" y="3327400"/>
          <p14:tracePt t="19662" x="3009900" y="3333750"/>
          <p14:tracePt t="19680" x="3060700" y="3352800"/>
          <p14:tracePt t="19696" x="3143250" y="3378200"/>
          <p14:tracePt t="19712" x="3194050" y="3378200"/>
          <p14:tracePt t="19729" x="3276600" y="3390900"/>
          <p14:tracePt t="19745" x="3333750" y="3390900"/>
          <p14:tracePt t="19761" x="3359150" y="3390900"/>
          <p14:tracePt t="19779" x="3371850" y="3390900"/>
          <p14:tracePt t="19795" x="3384550" y="3390900"/>
          <p14:tracePt t="19926" x="3378200" y="3390900"/>
          <p14:tracePt t="19948" x="3365500" y="3390900"/>
          <p14:tracePt t="19955" x="3352800" y="3390900"/>
          <p14:tracePt t="19969" x="3340100" y="3390900"/>
          <p14:tracePt t="19978" x="3308350" y="3390900"/>
          <p14:tracePt t="19994" x="3282950" y="3390900"/>
          <p14:tracePt t="20011" x="3206750" y="3384550"/>
          <p14:tracePt t="20028" x="3111500" y="3378200"/>
          <p14:tracePt t="20044" x="3060700" y="3378200"/>
          <p14:tracePt t="20061" x="2927350" y="3359150"/>
          <p14:tracePt t="20077" x="2800350" y="3340100"/>
          <p14:tracePt t="20094" x="2730500" y="3327400"/>
          <p14:tracePt t="20110" x="2590800" y="3308350"/>
          <p14:tracePt t="20127" x="2470150" y="3289300"/>
          <p14:tracePt t="20145" x="2362200" y="3263900"/>
          <p14:tracePt t="20160" x="2311400" y="3257550"/>
          <p14:tracePt t="20177" x="2254250" y="3244850"/>
          <p14:tracePt t="20194" x="2159000" y="3213100"/>
          <p14:tracePt t="20210" x="2070100" y="3187700"/>
          <p14:tracePt t="20227" x="2044700" y="3181350"/>
          <p14:tracePt t="20244" x="1974850" y="3162300"/>
          <p14:tracePt t="20260" x="1962150" y="3162300"/>
          <p14:tracePt t="20277" x="1936750" y="3162300"/>
          <p14:tracePt t="20293" x="1924050" y="3175000"/>
          <p14:tracePt t="20310" x="1917700" y="3175000"/>
          <p14:tracePt t="20708" x="1898650" y="3175000"/>
          <p14:tracePt t="20722" x="1866900" y="3175000"/>
          <p14:tracePt t="20728" x="1841500" y="3168650"/>
          <p14:tracePt t="20743" x="1797050" y="3162300"/>
          <p14:tracePt t="20759" x="1714500" y="3143250"/>
          <p14:tracePt t="20775" x="1676400" y="3136900"/>
          <p14:tracePt t="20792" x="1555750" y="3124200"/>
          <p14:tracePt t="20808" x="1466850" y="3117850"/>
          <p14:tracePt t="20824" x="1409700" y="3117850"/>
          <p14:tracePt t="20842" x="1352550" y="3117850"/>
          <p14:tracePt t="20858" x="1333500" y="3117850"/>
          <p14:tracePt t="20874" x="1308100" y="3124200"/>
          <p14:tracePt t="20891" x="1295400" y="3130550"/>
          <p14:tracePt t="20908" x="1289050" y="3130550"/>
          <p14:tracePt t="20939" x="1282700" y="3130550"/>
          <p14:tracePt t="21214" x="1276350" y="3136900"/>
          <p14:tracePt t="21220" x="1276350" y="3143250"/>
          <p14:tracePt t="21227" x="1276350" y="3149600"/>
          <p14:tracePt t="21243" x="1276350" y="3155950"/>
          <p14:tracePt t="21270" x="1276350" y="3162300"/>
          <p14:tracePt t="21291" x="1276350" y="3168650"/>
          <p14:tracePt t="21333" x="1270000" y="3175000"/>
          <p14:tracePt t="21368" x="1270000" y="3181350"/>
          <p14:tracePt t="21389" x="1270000" y="3187700"/>
          <p14:tracePt t="21410" x="1270000" y="3194050"/>
          <p14:tracePt t="21474" x="1270000" y="3200400"/>
          <p14:tracePt t="21530" x="1270000" y="3206750"/>
          <p14:tracePt t="21572" x="1270000" y="3213100"/>
          <p14:tracePt t="21579" x="1263650" y="3219450"/>
          <p14:tracePt t="21593" x="1263650" y="3225800"/>
          <p14:tracePt t="21614" x="1257300" y="3225800"/>
          <p14:tracePt t="21623" x="1257300" y="3232150"/>
          <p14:tracePt t="21638" x="1250950" y="3232150"/>
          <p14:tracePt t="21655" x="1250950" y="3244850"/>
          <p14:tracePt t="21671" x="1244600" y="3251200"/>
          <p14:tracePt t="21705" x="1238250" y="3257550"/>
          <p14:tracePt t="21722" x="1238250" y="3270250"/>
          <p14:tracePt t="21741" x="1231900" y="3270250"/>
          <p14:tracePt t="21761" x="1231900" y="3276600"/>
          <p14:tracePt t="21790" x="1231900" y="3282950"/>
          <p14:tracePt t="21827" x="1225550" y="3289300"/>
          <p14:tracePt t="21860" x="1225550" y="3295650"/>
          <p14:tracePt t="21881" x="1225550" y="3302000"/>
          <p14:tracePt t="21902" x="1219200" y="3308350"/>
          <p14:tracePt t="21943" x="1225550" y="3308350"/>
          <p14:tracePt t="21965" x="1231900" y="3308350"/>
          <p14:tracePt t="21994" x="1244600" y="3308350"/>
          <p14:tracePt t="22021" x="1250950" y="3308350"/>
          <p14:tracePt t="22057" x="1257300" y="3308350"/>
          <p14:tracePt t="22071" x="1263650" y="3308350"/>
          <p14:tracePt t="22106" x="1270000" y="3308350"/>
          <p14:tracePt t="22113" x="1276350" y="3308350"/>
          <p14:tracePt t="22127" x="1282700" y="3308350"/>
          <p14:tracePt t="22137" x="1289050" y="3308350"/>
          <p14:tracePt t="22153" x="1301750" y="3308350"/>
          <p14:tracePt t="22170" x="1339850" y="3308350"/>
          <p14:tracePt t="22187" x="1390650" y="3308350"/>
          <p14:tracePt t="22204" x="1447800" y="3308350"/>
          <p14:tracePt t="22220" x="1473200" y="3308350"/>
          <p14:tracePt t="22237" x="1562100" y="3308350"/>
          <p14:tracePt t="22253" x="1619250" y="3308350"/>
          <p14:tracePt t="22270" x="1720850" y="3308350"/>
          <p14:tracePt t="22286" x="1835150" y="3308350"/>
          <p14:tracePt t="22303" x="1917700" y="3321050"/>
          <p14:tracePt t="22319" x="1955800" y="3327400"/>
          <p14:tracePt t="22337" x="1987550" y="3333750"/>
          <p14:tracePt t="22353" x="2070100" y="3333750"/>
          <p14:tracePt t="22370" x="2076450" y="3333750"/>
          <p14:tracePt t="22386" x="2089150" y="3333750"/>
          <p14:tracePt t="22402" x="2114550" y="3333750"/>
          <p14:tracePt t="22419" x="2133600" y="3333750"/>
          <p14:tracePt t="22436" x="2146300" y="3333750"/>
          <p14:tracePt t="22439" x="2159000" y="3333750"/>
          <p14:tracePt t="22452" x="2165350" y="3333750"/>
          <p14:tracePt t="22469" x="2178050" y="3333750"/>
          <p14:tracePt t="22486" x="2203450" y="3333750"/>
          <p14:tracePt t="22502" x="2209800" y="3333750"/>
          <p14:tracePt t="22519" x="2228850" y="3333750"/>
          <p14:tracePt t="22536" x="2228850" y="3327400"/>
          <p14:tracePt t="22552" x="2235200" y="3327400"/>
          <p14:tracePt t="22569" x="2241550" y="3327400"/>
          <p14:tracePt t="22585" x="2247900" y="3327400"/>
          <p14:tracePt t="22621" x="2254250" y="3327400"/>
          <p14:tracePt t="22647" x="2260600" y="3327400"/>
          <p14:tracePt t="22682" x="2266950" y="3321050"/>
          <p14:tracePt t="22703" x="2266950" y="3314700"/>
          <p14:tracePt t="23038" x="2286000" y="3295650"/>
          <p14:tracePt t="23045" x="2311400" y="3257550"/>
          <p14:tracePt t="23059" x="2324100" y="3206750"/>
          <p14:tracePt t="23069" x="2368550" y="3136900"/>
          <p14:tracePt t="23084" x="2406650" y="3054350"/>
          <p14:tracePt t="23100" x="2438400" y="2965450"/>
          <p14:tracePt t="23117" x="2584450" y="2635250"/>
          <p14:tracePt t="23134" x="2628900" y="2514600"/>
          <p14:tracePt t="23151" x="2692400" y="2330450"/>
          <p14:tracePt t="23166" x="2711450" y="2152650"/>
          <p14:tracePt t="23184" x="2717800" y="2076450"/>
          <p14:tracePt t="23200" x="2717800" y="1936750"/>
          <p14:tracePt t="23217" x="2717800" y="1866900"/>
          <p14:tracePt t="23232" x="2705100" y="1739900"/>
          <p14:tracePt t="23250" x="2705100" y="1612900"/>
          <p14:tracePt t="23266" x="2711450" y="1543050"/>
          <p14:tracePt t="23284" x="2711450" y="1441450"/>
          <p14:tracePt t="23300" x="2711450" y="1377950"/>
          <p14:tracePt t="23316" x="2711450" y="1365250"/>
          <p14:tracePt t="23333" x="2711450" y="1346200"/>
          <p14:tracePt t="23349" x="2711450" y="1333500"/>
          <p14:tracePt t="23383" x="2711450" y="1327150"/>
          <p14:tracePt t="23411" x="2711450" y="1320800"/>
          <p14:tracePt t="23643" x="2724150" y="1314450"/>
          <p14:tracePt t="23650" x="2730500" y="1301750"/>
          <p14:tracePt t="23656" x="2743200" y="1289050"/>
          <p14:tracePt t="23671" x="2762250" y="1276350"/>
          <p14:tracePt t="23681" x="2806700" y="1250950"/>
          <p14:tracePt t="23699" x="2889250" y="1206500"/>
          <p14:tracePt t="23714" x="2946400" y="1181100"/>
          <p14:tracePt t="23731" x="3086100" y="1123950"/>
          <p14:tracePt t="23748" x="3219450" y="1073150"/>
          <p14:tracePt t="23765" x="3282950" y="1054100"/>
          <p14:tracePt t="23781" x="3352800" y="1035050"/>
          <p14:tracePt t="23798" x="3498850" y="1016000"/>
          <p14:tracePt t="23814" x="3562350" y="996950"/>
          <p14:tracePt t="23831" x="3702050" y="990600"/>
          <p14:tracePt t="23847" x="3835400" y="977900"/>
          <p14:tracePt t="23864" x="3886200" y="971550"/>
          <p14:tracePt t="23881" x="3994150" y="965200"/>
          <p14:tracePt t="23897" x="4019550" y="952500"/>
          <p14:tracePt t="23914" x="4057650" y="946150"/>
          <p14:tracePt t="23931" x="4089400" y="939800"/>
          <p14:tracePt t="23948" x="4102100" y="933450"/>
          <p14:tracePt t="23951" x="4108450" y="933450"/>
          <p14:tracePt t="23973" x="4114800" y="933450"/>
          <p14:tracePt t="24022" x="4121150" y="927100"/>
          <p14:tracePt t="24078" x="4114800" y="927100"/>
          <p14:tracePt t="24092" x="4108450" y="927100"/>
          <p14:tracePt t="24106" x="4095750" y="927100"/>
          <p14:tracePt t="24116" x="4076700" y="927100"/>
          <p14:tracePt t="24129" x="4038600" y="927100"/>
          <p14:tracePt t="24147" x="3987800" y="927100"/>
          <p14:tracePt t="24163" x="3695700" y="952500"/>
          <p14:tracePt t="24180" x="3568700" y="958850"/>
          <p14:tracePt t="24196" x="3327400" y="984250"/>
          <p14:tracePt t="24213" x="3073400" y="1016000"/>
          <p14:tracePt t="24230" x="2946400" y="1035050"/>
          <p14:tracePt t="24247" x="2711450" y="1073150"/>
          <p14:tracePt t="24263" x="2533650" y="1098550"/>
          <p14:tracePt t="24279" x="2457450" y="1117600"/>
          <p14:tracePt t="24296" x="2336800" y="1136650"/>
          <p14:tracePt t="24312" x="2273300" y="1149350"/>
          <p14:tracePt t="24329" x="2241550" y="1149350"/>
          <p14:tracePt t="24346" x="2222500" y="1149350"/>
          <p14:tracePt t="24362" x="2197100" y="1149350"/>
          <p14:tracePt t="24379" x="2190750" y="1149350"/>
          <p14:tracePt t="24396" x="2159000" y="1149350"/>
          <p14:tracePt t="24412" x="2146300" y="1149350"/>
          <p14:tracePt t="24430" x="2108200" y="1143000"/>
          <p14:tracePt t="24445" x="2089150" y="1136650"/>
          <p14:tracePt t="24462" x="2070100" y="1136650"/>
          <p14:tracePt t="24465" x="2038350" y="1136650"/>
          <p14:tracePt t="24479" x="2019300" y="1136650"/>
          <p14:tracePt t="24496" x="1987550" y="1136650"/>
          <p14:tracePt t="24512" x="1974850" y="1136650"/>
          <p14:tracePt t="24529" x="1962150" y="1136650"/>
          <p14:tracePt t="24545" x="1955800" y="1130300"/>
          <p14:tracePt t="24562" x="1949450" y="1123950"/>
          <p14:tracePt t="24578" x="1924050" y="1111250"/>
          <p14:tracePt t="24595" x="1898650" y="1098550"/>
          <p14:tracePt t="24612" x="1854200" y="1079500"/>
          <p14:tracePt t="24628" x="1822450" y="1066800"/>
          <p14:tracePt t="24645" x="1752600" y="1041400"/>
          <p14:tracePt t="24662" x="1689100" y="1016000"/>
          <p14:tracePt t="24678" x="1663700" y="1009650"/>
          <p14:tracePt t="24695" x="1631950" y="990600"/>
          <p14:tracePt t="24711" x="1600200" y="965200"/>
          <p14:tracePt t="24728" x="1593850" y="965200"/>
          <p14:tracePt t="24745" x="1593850" y="958850"/>
          <p14:tracePt t="24761" x="1587500" y="958850"/>
          <p14:tracePt t="24795" x="1587500" y="952500"/>
          <p14:tracePt t="24816" x="1581150" y="946150"/>
          <p14:tracePt t="24836" x="1581150" y="939800"/>
          <p14:tracePt t="24847" x="1581150" y="933450"/>
          <p14:tracePt t="24861" x="1587500" y="933450"/>
          <p14:tracePt t="24877" x="1587500" y="927100"/>
          <p14:tracePt t="24907" x="1593850" y="927100"/>
          <p14:tracePt t="24914" x="1600200" y="927100"/>
          <p14:tracePt t="24956" x="1612900" y="927100"/>
          <p14:tracePt t="24963" x="1619250" y="946150"/>
          <p14:tracePt t="24979" x="1644650" y="958850"/>
          <p14:tracePt t="24994" x="1720850" y="1016000"/>
          <p14:tracePt t="25010" x="1778000" y="1066800"/>
          <p14:tracePt t="25027" x="1943100" y="1187450"/>
          <p14:tracePt t="25043" x="2051050" y="1263650"/>
          <p14:tracePt t="25060" x="2298700" y="1416050"/>
          <p14:tracePt t="25077" x="2571750" y="1555750"/>
          <p14:tracePt t="25094" x="2711450" y="1612900"/>
          <p14:tracePt t="25110" x="2921000" y="1695450"/>
          <p14:tracePt t="25127" x="3079750" y="1758950"/>
          <p14:tracePt t="25143" x="3136900" y="1771650"/>
          <p14:tracePt t="25160" x="3187700" y="1797050"/>
          <p14:tracePt t="25176" x="3213100" y="1803400"/>
          <p14:tracePt t="25210" x="3219450" y="1803400"/>
          <p14:tracePt t="25245" x="3225800" y="1803400"/>
          <p14:tracePt t="25266" x="3225800" y="1797050"/>
          <p14:tracePt t="25273" x="3225800" y="1784350"/>
          <p14:tracePt t="25287" x="3219450" y="1765300"/>
          <p14:tracePt t="25295" x="3213100" y="1746250"/>
          <p14:tracePt t="25309" x="3206750" y="1708150"/>
          <p14:tracePt t="25326" x="3181350" y="1663700"/>
          <p14:tracePt t="25343" x="3048000" y="1511300"/>
          <p14:tracePt t="25359" x="2978150" y="1466850"/>
          <p14:tracePt t="25375" x="2895600" y="1428750"/>
          <p14:tracePt t="25392" x="2730500" y="1390650"/>
          <p14:tracePt t="25409" x="2559050" y="1377950"/>
          <p14:tracePt t="25426" x="2482850" y="1377950"/>
          <p14:tracePt t="25442" x="2355850" y="1390650"/>
          <p14:tracePt t="25459" x="2247900" y="1403350"/>
          <p14:tracePt t="25476" x="2216150" y="1397000"/>
          <p14:tracePt t="25492" x="2184400" y="1384300"/>
          <p14:tracePt t="25509" x="2165350" y="1371600"/>
          <p14:tracePt t="25554" x="2165350" y="1377950"/>
          <p14:tracePt t="25568" x="2171700" y="1403350"/>
          <p14:tracePt t="25577" x="2190750" y="1447800"/>
          <p14:tracePt t="25591" x="2228850" y="1517650"/>
          <p14:tracePt t="25608" x="2279650" y="1600200"/>
          <p14:tracePt t="25625" x="2514600" y="1885950"/>
          <p14:tracePt t="25641" x="2635250" y="2012950"/>
          <p14:tracePt t="25658" x="2755900" y="2114550"/>
          <p14:tracePt t="25674" x="2971800" y="2254250"/>
          <p14:tracePt t="25691" x="3149600" y="2305050"/>
          <p14:tracePt t="25708" x="3295650" y="2292350"/>
          <p14:tracePt t="25724" x="3352800" y="2254250"/>
          <p14:tracePt t="25741" x="3422650" y="2127250"/>
          <p14:tracePt t="25758" x="3422650" y="1924050"/>
          <p14:tracePt t="25774" x="3390900" y="1797050"/>
          <p14:tracePt t="25791" x="3295650" y="1549400"/>
          <p14:tracePt t="25807" x="3143250" y="1333500"/>
          <p14:tracePt t="25824" x="3048000" y="1250950"/>
          <p14:tracePt t="25841" x="2889250" y="1136650"/>
          <p14:tracePt t="25857" x="2705100" y="1085850"/>
          <p14:tracePt t="25874" x="2616200" y="1085850"/>
          <p14:tracePt t="25891" x="2470150" y="1117600"/>
          <p14:tracePt t="25907" x="2317750" y="1187450"/>
          <p14:tracePt t="25924" x="2260600" y="1225550"/>
          <p14:tracePt t="25941" x="2152650" y="1333500"/>
          <p14:tracePt t="25957" x="2127250" y="1390650"/>
          <p14:tracePt t="25960" x="2114550" y="1454150"/>
          <p14:tracePt t="25974" x="2114550" y="1517650"/>
          <p14:tracePt t="25990" x="2139950" y="1625600"/>
          <p14:tracePt t="26007" x="2178050" y="1695450"/>
          <p14:tracePt t="26023" x="2292350" y="1847850"/>
          <p14:tracePt t="26040" x="2438400" y="2012950"/>
          <p14:tracePt t="26057" x="2508250" y="2101850"/>
          <p14:tracePt t="26074" x="2673350" y="2209800"/>
          <p14:tracePt t="26089" x="2832100" y="2260600"/>
          <p14:tracePt t="26107" x="2908300" y="2260600"/>
          <p14:tracePt t="26123" x="3054350" y="2228850"/>
          <p14:tracePt t="26140" x="3168650" y="2152650"/>
          <p14:tracePt t="26156" x="3200400" y="2120900"/>
          <p14:tracePt t="26173" x="3257550" y="2032000"/>
          <p14:tracePt t="26189" x="3282950" y="1955800"/>
          <p14:tracePt t="26207" x="3282950" y="1879600"/>
          <p14:tracePt t="26223" x="3263900" y="1689100"/>
          <p14:tracePt t="26239" x="3232150" y="1574800"/>
          <p14:tracePt t="26256" x="3098800" y="1270000"/>
          <p14:tracePt t="26272" x="3028950" y="1193800"/>
          <p14:tracePt t="26289" x="2952750" y="1123950"/>
          <p14:tracePt t="26306" x="2825750" y="1047750"/>
          <p14:tracePt t="26322" x="2673350" y="1028700"/>
          <p14:tracePt t="26339" x="2609850" y="1028700"/>
          <p14:tracePt t="26356" x="2520950" y="1073150"/>
          <p14:tracePt t="26372" x="2438400" y="1149350"/>
          <p14:tracePt t="26389" x="2413000" y="1193800"/>
          <p14:tracePt t="26405" x="2374900" y="1301750"/>
          <p14:tracePt t="26422" x="2368550" y="1441450"/>
          <p14:tracePt t="26439" x="2368550" y="1524000"/>
          <p14:tracePt t="26455" x="2432050" y="1682750"/>
          <p14:tracePt t="26472" x="2508250" y="1797050"/>
          <p14:tracePt t="26489" x="2603500" y="1879600"/>
          <p14:tracePt t="26505" x="2660650" y="1905000"/>
          <p14:tracePt t="26521" x="2724150" y="1924050"/>
          <p14:tracePt t="26538" x="2882900" y="1917700"/>
          <p14:tracePt t="26555" x="2952750" y="1898650"/>
          <p14:tracePt t="26573" x="3060700" y="1841500"/>
          <p14:tracePt t="26588" x="3111500" y="1790700"/>
          <p14:tracePt t="26605" x="3187700" y="1714500"/>
          <p14:tracePt t="26623" x="3244850" y="1625600"/>
          <p14:tracePt t="26638" x="3257550" y="1600200"/>
          <p14:tracePt t="26654" x="3263900" y="1581150"/>
          <p14:tracePt t="26671" x="3263900" y="1562100"/>
          <p14:tracePt t="26688" x="3244850" y="1530350"/>
          <p14:tracePt t="26704" x="3200400" y="1428750"/>
          <p14:tracePt t="26721" x="3105150" y="1333500"/>
          <p14:tracePt t="26738" x="3048000" y="1289050"/>
          <p14:tracePt t="26754" x="2889250" y="1206500"/>
          <p14:tracePt t="26771" x="2711450" y="1193800"/>
          <p14:tracePt t="26787" x="2616200" y="1200150"/>
          <p14:tracePt t="26804" x="2470150" y="1282700"/>
          <p14:tracePt t="26820" x="2336800" y="1422400"/>
          <p14:tracePt t="26837" x="2286000" y="1504950"/>
          <p14:tracePt t="26854" x="2235200" y="1689100"/>
          <p14:tracePt t="26870" x="2235200" y="1765300"/>
          <p14:tracePt t="26887" x="2273300" y="1911350"/>
          <p14:tracePt t="26904" x="2355850" y="2038350"/>
          <p14:tracePt t="26920" x="2406650" y="2108200"/>
          <p14:tracePt t="26938" x="2514600" y="2235200"/>
          <p14:tracePt t="26953" x="2673350" y="2330450"/>
          <p14:tracePt t="26970" x="2768600" y="2362200"/>
          <p14:tracePt t="26973" x="2870200" y="2368550"/>
          <p14:tracePt t="26987" x="2959100" y="2368550"/>
          <p14:tracePt t="27003" x="3130550" y="2336800"/>
          <p14:tracePt t="27020" x="3213100" y="2286000"/>
          <p14:tracePt t="27037" x="3378200" y="2184400"/>
          <p14:tracePt t="27053" x="3454400" y="2057400"/>
          <p14:tracePt t="27070" x="3460750" y="1993900"/>
          <p14:tracePt t="27086" x="3435350" y="1835150"/>
          <p14:tracePt t="27103" x="3333750" y="1638300"/>
          <p14:tracePt t="27120" x="3257550" y="1530350"/>
          <p14:tracePt t="27136" x="3079750" y="1384300"/>
          <p14:tracePt t="27153" x="2971800" y="1295400"/>
          <p14:tracePt t="27170" x="2641600" y="1174750"/>
          <p14:tracePt t="27186" x="2540000" y="1168400"/>
          <p14:tracePt t="27203" x="2451100" y="1168400"/>
          <p14:tracePt t="27220" x="2305050" y="1231900"/>
          <p14:tracePt t="27236" x="2171700" y="1358900"/>
          <p14:tracePt t="27252" x="2120900" y="1441450"/>
          <p14:tracePt t="27269" x="2051050" y="1593850"/>
          <p14:tracePt t="27286" x="2025650" y="1733550"/>
          <p14:tracePt t="27303" x="2025650" y="1816100"/>
          <p14:tracePt t="27319" x="2082800" y="1936750"/>
          <p14:tracePt t="27336" x="2178050" y="2057400"/>
          <p14:tracePt t="27353" x="2298700" y="2139950"/>
          <p14:tracePt t="27369" x="2374900" y="2171700"/>
          <p14:tracePt t="27385" x="2508250" y="2209800"/>
          <p14:tracePt t="27402" x="2628900" y="2209800"/>
          <p14:tracePt t="27418" x="2673350" y="2190750"/>
          <p14:tracePt t="27435" x="2705100" y="2165350"/>
          <p14:tracePt t="27452" x="2755900" y="2070100"/>
          <p14:tracePt t="27468" x="2755900" y="2025650"/>
          <p14:tracePt t="27472" x="2743200" y="1968500"/>
          <p14:tracePt t="27501" x="2686050" y="1841500"/>
          <p14:tracePt t="27518" x="2622550" y="1739900"/>
          <p14:tracePt t="27535" x="2552700" y="1670050"/>
          <p14:tracePt t="27551" x="2527300" y="1638300"/>
          <p14:tracePt t="27568" x="2470150" y="1600200"/>
          <p14:tracePt t="27585" x="2444750" y="1581150"/>
          <p14:tracePt t="27601" x="2438400" y="1574800"/>
          <p14:tracePt t="27618" x="2413000" y="1568450"/>
          <p14:tracePt t="27635" x="2381250" y="1555750"/>
          <p14:tracePt t="27651" x="2355850" y="1555750"/>
          <p14:tracePt t="27668" x="2305050" y="1549400"/>
          <p14:tracePt t="27684" x="2247900" y="1543050"/>
          <p14:tracePt t="27701" x="2203450" y="1530350"/>
          <p14:tracePt t="27718" x="2133600" y="1511300"/>
          <p14:tracePt t="27734" x="2057400" y="1466850"/>
          <p14:tracePt t="27751" x="2025650" y="1447800"/>
          <p14:tracePt t="27768" x="1968500" y="1409700"/>
          <p14:tracePt t="27784" x="1936750" y="1390650"/>
          <p14:tracePt t="27800" x="1892300" y="1346200"/>
          <p14:tracePt t="27817" x="1847850" y="1289050"/>
          <p14:tracePt t="27834" x="1822450" y="1263650"/>
          <p14:tracePt t="27850" x="1778000" y="1219200"/>
          <p14:tracePt t="27867" x="1727200" y="1193800"/>
          <p14:tracePt t="27883" x="1708150" y="1174750"/>
          <p14:tracePt t="27901" x="1631950" y="1155700"/>
          <p14:tracePt t="27917" x="1619250" y="1149350"/>
          <p14:tracePt t="27950" x="1606550" y="1149350"/>
          <p14:tracePt t="27967" x="1600200" y="1149350"/>
          <p14:tracePt t="28076" x="1600200" y="1143000"/>
          <p14:tracePt t="28386" x="1612900" y="1143000"/>
          <p14:tracePt t="28406" x="1625600" y="1143000"/>
          <p14:tracePt t="28428" x="1638300" y="1143000"/>
          <p14:tracePt t="28435" x="1644650" y="1143000"/>
          <p14:tracePt t="28450" x="1663700" y="1143000"/>
          <p14:tracePt t="28465" x="1682750" y="1143000"/>
          <p14:tracePt t="28482" x="1739900" y="1143000"/>
          <p14:tracePt t="28499" x="1828800" y="1143000"/>
          <p14:tracePt t="28515" x="1879600" y="1143000"/>
          <p14:tracePt t="28531" x="2025650" y="1117600"/>
          <p14:tracePt t="28548" x="2197100" y="1092200"/>
          <p14:tracePt t="28565" x="2298700" y="1066800"/>
          <p14:tracePt t="28581" x="2470150" y="1028700"/>
          <p14:tracePt t="28598" x="2603500" y="1003300"/>
          <p14:tracePt t="28614" x="2654300" y="990600"/>
          <p14:tracePt t="28632" x="2711450" y="984250"/>
          <p14:tracePt t="28647" x="2730500" y="984250"/>
          <p14:tracePt t="28664" x="2736850" y="984250"/>
          <p14:tracePt t="28681" x="2743200" y="984250"/>
          <p14:tracePt t="28698" x="2749550" y="977900"/>
          <p14:tracePt t="28786" x="2749550" y="971550"/>
          <p14:tracePt t="29123" x="2736850" y="971550"/>
          <p14:tracePt t="29130" x="2717800" y="990600"/>
          <p14:tracePt t="29137" x="2679700" y="1003300"/>
          <p14:tracePt t="29151" x="2654300" y="1009650"/>
          <p14:tracePt t="29162" x="2609850" y="1028700"/>
          <p14:tracePt t="29180" x="2495550" y="1066800"/>
          <p14:tracePt t="29196" x="2432050" y="1085850"/>
          <p14:tracePt t="29212" x="2279650" y="1162050"/>
          <p14:tracePt t="29229" x="2127250" y="1295400"/>
          <p14:tracePt t="29246" x="2051050" y="1377950"/>
          <p14:tracePt t="29262" x="1981200" y="1485900"/>
          <p14:tracePt t="29279" x="1816100" y="1860550"/>
          <p14:tracePt t="29296" x="1784350" y="1974850"/>
          <p14:tracePt t="29313" x="1739900" y="2216150"/>
          <p14:tracePt t="29329" x="1708150" y="2324100"/>
          <p14:tracePt t="29345" x="1676400" y="2489200"/>
          <p14:tracePt t="29362" x="1631950" y="2603500"/>
          <p14:tracePt t="29378" x="1612900" y="2641600"/>
          <p14:tracePt t="29395" x="1562100" y="2736850"/>
          <p14:tracePt t="29412" x="1530350" y="2787650"/>
          <p14:tracePt t="29428" x="1517650" y="2800350"/>
          <p14:tracePt t="29445" x="1504950" y="2832100"/>
          <p14:tracePt t="29462" x="1504950" y="2857500"/>
          <p14:tracePt t="29478" x="1504950" y="2870200"/>
          <p14:tracePt t="29495" x="1504950" y="2914650"/>
          <p14:tracePt t="29511" x="1511300" y="2959100"/>
          <p14:tracePt t="29528" x="1530350" y="2990850"/>
          <p14:tracePt t="29545" x="1549400" y="3041650"/>
          <p14:tracePt t="29561" x="1574800" y="3105150"/>
          <p14:tracePt t="29578" x="1600200" y="3136900"/>
          <p14:tracePt t="29595" x="1625600" y="3181350"/>
          <p14:tracePt t="29611" x="1638300" y="3200400"/>
          <p14:tracePt t="29627" x="1670050" y="3225800"/>
          <p14:tracePt t="29644" x="1689100" y="3244850"/>
          <p14:tracePt t="29661" x="1695450" y="3244850"/>
          <p14:tracePt t="29678" x="1695450" y="3251200"/>
          <p14:tracePt t="29770" x="1701800" y="3251200"/>
          <p14:tracePt t="29861" x="1708150" y="3251200"/>
          <p14:tracePt t="29875" x="1714500" y="3251200"/>
          <p14:tracePt t="29882" x="1727200" y="3251200"/>
          <p14:tracePt t="29897" x="1739900" y="3251200"/>
          <p14:tracePt t="29911" x="1778000" y="3251200"/>
          <p14:tracePt t="29927" x="1809750" y="3251200"/>
          <p14:tracePt t="29943" x="1847850" y="3257550"/>
          <p14:tracePt t="29960" x="1974850" y="3276600"/>
          <p14:tracePt t="29976" x="2146300" y="3295650"/>
          <p14:tracePt t="29993" x="2235200" y="3321050"/>
          <p14:tracePt t="30010" x="2444750" y="3346450"/>
          <p14:tracePt t="30027" x="2622550" y="3371850"/>
          <p14:tracePt t="30044" x="2774950" y="3390900"/>
          <p14:tracePt t="30059" x="2844800" y="3397250"/>
          <p14:tracePt t="30076" x="2921000" y="3397250"/>
          <p14:tracePt t="30093" x="2971800" y="3397250"/>
          <p14:tracePt t="30109" x="2984500" y="3397250"/>
          <p14:tracePt t="30126" x="2997200" y="3390900"/>
          <p14:tracePt t="30213" x="2984500" y="3390900"/>
          <p14:tracePt t="30227" x="2978150" y="3390900"/>
          <p14:tracePt t="30234" x="2952750" y="3390900"/>
          <p14:tracePt t="30247" x="2933700" y="3384550"/>
          <p14:tracePt t="30259" x="2895600" y="3384550"/>
          <p14:tracePt t="30276" x="2762250" y="3365500"/>
          <p14:tracePt t="30293" x="2673350" y="3359150"/>
          <p14:tracePt t="30308" x="2482850" y="3333750"/>
          <p14:tracePt t="30326" x="2273300" y="3302000"/>
          <p14:tracePt t="30342" x="2184400" y="3302000"/>
          <p14:tracePt t="30358" x="2019300" y="3295650"/>
          <p14:tracePt t="30375" x="1943100" y="3295650"/>
          <p14:tracePt t="30391" x="1911350" y="3295650"/>
          <p14:tracePt t="30409" x="1885950" y="3295650"/>
          <p14:tracePt t="30472" x="1879600" y="3295650"/>
          <p14:tracePt t="30507" x="1885950" y="3295650"/>
          <p14:tracePt t="30529" x="1905000" y="3295650"/>
          <p14:tracePt t="30536" x="1936750" y="3295650"/>
          <p14:tracePt t="30544" x="1974850" y="3295650"/>
          <p14:tracePt t="30559" x="2025650" y="3295650"/>
          <p14:tracePt t="30575" x="2101850" y="3295650"/>
          <p14:tracePt t="30591" x="2305050" y="3282950"/>
          <p14:tracePt t="30607" x="2520950" y="3282950"/>
          <p14:tracePt t="30624" x="2609850" y="3282950"/>
          <p14:tracePt t="30641" x="2762250" y="3282950"/>
          <p14:tracePt t="30657" x="2882900" y="3282950"/>
          <p14:tracePt t="30674" x="2933700" y="3295650"/>
          <p14:tracePt t="30691" x="2971800" y="3295650"/>
          <p14:tracePt t="30707" x="2984500" y="3295650"/>
          <p14:tracePt t="30747" x="2978150" y="3302000"/>
          <p14:tracePt t="30757" x="2959100" y="3302000"/>
          <p14:tracePt t="30775" x="2901950" y="3308350"/>
          <p14:tracePt t="30790" x="2851150" y="3308350"/>
          <p14:tracePt t="30807" x="2787650" y="3308350"/>
          <p14:tracePt t="30824" x="2489200" y="3302000"/>
          <p14:tracePt t="30841" x="2381250" y="3302000"/>
          <p14:tracePt t="30857" x="2260600" y="3282950"/>
          <p14:tracePt t="30874" x="2070100" y="3251200"/>
          <p14:tracePt t="30890" x="1936750" y="3225800"/>
          <p14:tracePt t="30906" x="1905000" y="3219450"/>
          <p14:tracePt t="30923" x="1879600" y="3219450"/>
          <p14:tracePt t="30940" x="1866900" y="3213100"/>
          <p14:tracePt t="30978" x="1879600" y="3213100"/>
          <p14:tracePt t="30985" x="1898650" y="3213100"/>
          <p14:tracePt t="30999" x="1924050" y="3213100"/>
          <p14:tracePt t="31009" x="1943100" y="3213100"/>
          <p14:tracePt t="31023" x="1968500" y="3213100"/>
          <p14:tracePt t="31039" x="2057400" y="3213100"/>
          <p14:tracePt t="31056" x="2152650" y="3219450"/>
          <p14:tracePt t="31072" x="2203450" y="3219450"/>
          <p14:tracePt t="31089" x="2254250" y="3219450"/>
          <p14:tracePt t="31106" x="2413000" y="3206750"/>
          <p14:tracePt t="31122" x="2432050" y="3200400"/>
          <p14:tracePt t="31140" x="2457450" y="3200400"/>
          <p14:tracePt t="31155" x="2470150" y="3194050"/>
          <p14:tracePt t="31172" x="2476500" y="3194050"/>
          <p14:tracePt t="31189" x="2457450" y="3194050"/>
          <p14:tracePt t="31206" x="2413000" y="3206750"/>
          <p14:tracePt t="31222" x="2324100" y="3213100"/>
          <p14:tracePt t="31239" x="2152650" y="3232150"/>
          <p14:tracePt t="31255" x="2076450" y="3238500"/>
          <p14:tracePt t="31272" x="1924050" y="3238500"/>
          <p14:tracePt t="31288" x="1822450" y="3238500"/>
          <p14:tracePt t="31305" x="1790700" y="3238500"/>
          <p14:tracePt t="31322" x="1765300" y="3238500"/>
          <p14:tracePt t="31338" x="1752600" y="3238500"/>
          <p14:tracePt t="31428" x="1752600" y="3232150"/>
          <p14:tracePt t="31449" x="1752600" y="3225800"/>
          <p14:tracePt t="31456" x="1752600" y="3219450"/>
          <p14:tracePt t="31871" x="1739900" y="3194050"/>
          <p14:tracePt t="31878" x="1727200" y="3149600"/>
          <p14:tracePt t="31892" x="1714500" y="3111500"/>
          <p14:tracePt t="31903" x="1708150" y="3054350"/>
          <p14:tracePt t="31920" x="1708150" y="2990850"/>
          <p14:tracePt t="31937" x="1720850" y="2838450"/>
          <p14:tracePt t="31953" x="1771650" y="2654300"/>
          <p14:tracePt t="31970" x="1879600" y="2438400"/>
          <p14:tracePt t="31986" x="1943100" y="2317750"/>
          <p14:tracePt t="32003" x="2006600" y="2216150"/>
          <p14:tracePt t="32019" x="2159000" y="1879600"/>
          <p14:tracePt t="32035" x="2178050" y="1784350"/>
          <p14:tracePt t="32053" x="2197100" y="1720850"/>
          <p14:tracePt t="32055" x="2209800" y="1663700"/>
          <p14:tracePt t="32069" x="2209800" y="1625600"/>
          <p14:tracePt t="32086" x="2197100" y="1530350"/>
          <p14:tracePt t="32103" x="2171700" y="1422400"/>
          <p14:tracePt t="32119" x="2152650" y="1358900"/>
          <p14:tracePt t="32136" x="2127250" y="1270000"/>
          <p14:tracePt t="32152" x="2108200" y="1206500"/>
          <p14:tracePt t="32169" x="2108200" y="1200150"/>
          <p14:tracePt t="32185" x="2101850" y="1193800"/>
          <p14:tracePt t="32202" x="2095500" y="1193800"/>
          <p14:tracePt t="32235" x="2089150" y="1193800"/>
          <p14:tracePt t="32606" x="2101850" y="1168400"/>
          <p14:tracePt t="32613" x="2114550" y="1155700"/>
          <p14:tracePt t="32620" x="2127250" y="1143000"/>
          <p14:tracePt t="32637" x="2139950" y="1123950"/>
          <p14:tracePt t="32650" x="2152650" y="1104900"/>
          <p14:tracePt t="32667" x="2165350" y="1098550"/>
          <p14:tracePt t="32684" x="2171700" y="1085850"/>
          <p14:tracePt t="32717" x="2159000" y="1079500"/>
          <p14:tracePt t="32734" x="2146300" y="1066800"/>
          <p14:tracePt t="32751" x="2139950" y="1066800"/>
          <p14:tracePt t="32767" x="2120900" y="1060450"/>
          <p14:tracePt t="32784" x="2101850" y="1054100"/>
          <p14:tracePt t="32800" x="2095500" y="1054100"/>
          <p14:tracePt t="32818" x="2082800" y="1047750"/>
          <p14:tracePt t="32833" x="2076450" y="1047750"/>
          <p14:tracePt t="32867" x="2070100" y="1047750"/>
          <p14:tracePt t="32895" x="2076450" y="1047750"/>
          <p14:tracePt t="32917" x="2082800" y="1054100"/>
          <p14:tracePt t="32923" x="2089150" y="1054100"/>
          <p14:tracePt t="32936" x="2101850" y="1060450"/>
          <p14:tracePt t="32950" x="2133600" y="1079500"/>
          <p14:tracePt t="32966" x="2228850" y="1104900"/>
          <p14:tracePt t="32982" x="2311400" y="1123950"/>
          <p14:tracePt t="33000" x="2501900" y="1155700"/>
          <p14:tracePt t="33016" x="2730500" y="1162050"/>
          <p14:tracePt t="33032" x="2857500" y="1162050"/>
          <p14:tracePt t="33049" x="3105150" y="1162050"/>
          <p14:tracePt t="33066" x="3206750" y="1162050"/>
          <p14:tracePt t="33083" x="3409950" y="1162050"/>
          <p14:tracePt t="33099" x="3530600" y="1162050"/>
          <p14:tracePt t="33115" x="3568700" y="1155700"/>
          <p14:tracePt t="33132" x="3619500" y="1155700"/>
          <p14:tracePt t="33149" x="3644900" y="1149350"/>
          <p14:tracePt t="33165" x="3657600" y="1149350"/>
          <p14:tracePt t="33183" x="3676650" y="1143000"/>
          <p14:tracePt t="33198" x="3689350" y="1136650"/>
          <p14:tracePt t="33215" x="3702050" y="1130300"/>
          <p14:tracePt t="33232" x="3727450" y="1130300"/>
          <p14:tracePt t="33248" x="3746500" y="1123950"/>
          <p14:tracePt t="33265" x="3752850" y="1123950"/>
          <p14:tracePt t="33282" x="3759200" y="1123950"/>
          <p14:tracePt t="33298" x="3765550" y="1117600"/>
          <p14:tracePt t="33365" x="3771900" y="1117600"/>
          <p14:tracePt t="33710" x="3771900" y="1136650"/>
          <p14:tracePt t="33717" x="3752850" y="1155700"/>
          <p14:tracePt t="33732" x="3727450" y="1200150"/>
          <p14:tracePt t="33747" x="3695700" y="1257300"/>
          <p14:tracePt t="33763" x="3657600" y="1339850"/>
          <p14:tracePt t="33780" x="3562350" y="1536700"/>
          <p14:tracePt t="33796" x="3416300" y="1847850"/>
          <p14:tracePt t="33813" x="3333750" y="2012950"/>
          <p14:tracePt t="33830" x="3098800" y="2546350"/>
          <p14:tracePt t="33846" x="3035300" y="2711450"/>
          <p14:tracePt t="33863" x="2940050" y="2921000"/>
          <p14:tracePt t="33879" x="2857500" y="3073400"/>
          <p14:tracePt t="33896" x="2819400" y="3143250"/>
          <p14:tracePt t="33913" x="2743200" y="3244850"/>
          <p14:tracePt t="33929" x="2698750" y="3295650"/>
          <p14:tracePt t="33946" x="2686050" y="3327400"/>
          <p14:tracePt t="33963" x="2647950" y="3365500"/>
          <p14:tracePt t="33979" x="2641600" y="3390900"/>
          <p14:tracePt t="33997" x="2635250" y="3397250"/>
          <p14:tracePt t="34013" x="2628900" y="3403600"/>
          <p14:tracePt t="34230" x="2635250" y="3403600"/>
          <p14:tracePt t="34236" x="2641600" y="3397250"/>
          <p14:tracePt t="34251" x="2647950" y="3397250"/>
          <p14:tracePt t="34261" x="2654300" y="3384550"/>
          <p14:tracePt t="34279" x="2679700" y="3371850"/>
          <p14:tracePt t="34295" x="2698750" y="3359150"/>
          <p14:tracePt t="34311" x="2755900" y="3308350"/>
          <p14:tracePt t="34328" x="2813050" y="3251200"/>
          <p14:tracePt t="34345" x="2844800" y="3225800"/>
          <p14:tracePt t="34361" x="2863850" y="3206750"/>
          <p14:tracePt t="34378" x="2914650" y="3162300"/>
          <p14:tracePt t="34394" x="2927350" y="3149600"/>
          <p14:tracePt t="34412" x="2933700" y="3143250"/>
          <p14:tracePt t="34427" x="2940050" y="3143250"/>
          <p14:tracePt t="34658" x="2952750" y="3136900"/>
          <p14:tracePt t="34672" x="2952750" y="3130550"/>
          <p14:tracePt t="34686" x="2959100" y="3117850"/>
          <p14:tracePt t="34696" x="2978150" y="3092450"/>
          <p14:tracePt t="34709" x="2990850" y="3073400"/>
          <p14:tracePt t="34727" x="3022600" y="3022600"/>
          <p14:tracePt t="34743" x="3105150" y="2863850"/>
          <p14:tracePt t="34760" x="3149600" y="2730500"/>
          <p14:tracePt t="34777" x="3257550" y="2317750"/>
          <p14:tracePt t="34793" x="3384550" y="1778000"/>
          <p14:tracePt t="34809" x="3441700" y="1524000"/>
          <p14:tracePt t="34827" x="3511550" y="1054100"/>
          <p14:tracePt t="34843" x="3568700" y="774700"/>
          <p14:tracePt t="34860" x="3581400" y="673100"/>
          <p14:tracePt t="34876" x="3606800" y="565150"/>
          <p14:tracePt t="34893" x="3613150" y="520700"/>
          <p14:tracePt t="34909" x="3613150" y="508000"/>
          <p14:tracePt t="34926" x="3619500" y="508000"/>
          <p14:tracePt t="34959" x="3613150" y="508000"/>
          <p14:tracePt t="34976" x="3594100" y="476250"/>
          <p14:tracePt t="34992" x="3575050" y="469900"/>
          <p14:tracePt t="35009" x="3549650" y="450850"/>
          <p14:tracePt t="35026" x="3498850" y="400050"/>
          <p14:tracePt t="35042" x="3416300" y="342900"/>
          <p14:tracePt t="35059" x="3352800" y="298450"/>
          <p14:tracePt t="35076" x="3308350" y="292100"/>
          <p14:tracePt t="35092" x="3289300" y="292100"/>
          <p14:tracePt t="35109" x="3238500" y="304800"/>
          <p14:tracePt t="35125" x="3200400" y="330200"/>
          <p14:tracePt t="35142" x="3168650" y="355600"/>
          <p14:tracePt t="35158" x="3086100" y="425450"/>
          <p14:tracePt t="35175" x="2984500" y="508000"/>
          <p14:tracePt t="35193" x="2851150" y="622300"/>
          <p14:tracePt t="35208" x="2794000" y="666750"/>
          <p14:tracePt t="35225" x="2679700" y="755650"/>
          <p14:tracePt t="35242" x="2590800" y="806450"/>
          <p14:tracePt t="35258" x="2546350" y="825500"/>
          <p14:tracePt t="35275" x="2501900" y="844550"/>
          <p14:tracePt t="35291" x="2387600" y="895350"/>
          <p14:tracePt t="35308" x="2355850" y="901700"/>
          <p14:tracePt t="35325" x="2330450" y="908050"/>
          <p14:tracePt t="35341" x="2279650" y="908050"/>
          <p14:tracePt t="35358" x="2235200" y="908050"/>
          <p14:tracePt t="35375" x="2222500" y="901700"/>
          <p14:tracePt t="35391" x="2216150" y="901700"/>
          <p14:tracePt t="35407" x="2209800" y="895350"/>
          <p14:tracePt t="35424" x="2203450" y="895350"/>
          <p14:tracePt t="35571" x="2203450" y="901700"/>
          <p14:tracePt t="35585" x="2216150" y="901700"/>
          <p14:tracePt t="35593" x="2222500" y="908050"/>
          <p14:tracePt t="35610" x="2241550" y="914400"/>
          <p14:tracePt t="35624" x="2266950" y="920750"/>
          <p14:tracePt t="35640" x="2400300" y="946150"/>
          <p14:tracePt t="35657" x="2616200" y="977900"/>
          <p14:tracePt t="35673" x="2743200" y="1003300"/>
          <p14:tracePt t="35690" x="2978150" y="1035050"/>
          <p14:tracePt t="35707" x="3092450" y="1041400"/>
          <p14:tracePt t="35723" x="3295650" y="1054100"/>
          <p14:tracePt t="35740" x="3371850" y="1054100"/>
          <p14:tracePt t="35756" x="3435350" y="1054100"/>
          <p14:tracePt t="35773" x="3536950" y="1054100"/>
          <p14:tracePt t="35790" x="3568700" y="1041400"/>
          <p14:tracePt t="35806" x="3613150" y="1028700"/>
          <p14:tracePt t="35839" x="3625850" y="1028700"/>
          <p14:tracePt t="35856" x="3632200" y="1028700"/>
          <p14:tracePt t="35875" x="3638550" y="1028700"/>
          <p14:tracePt t="35916" x="3644900" y="1028700"/>
          <p14:tracePt t="35930" x="3651250" y="1028700"/>
          <p14:tracePt t="35937" x="3657600" y="1028700"/>
          <p14:tracePt t="35944" x="3683000" y="1028700"/>
          <p14:tracePt t="35959" x="3695700" y="1028700"/>
          <p14:tracePt t="35973" x="3708400" y="1028700"/>
          <p14:tracePt t="35989" x="3740150" y="1028700"/>
          <p14:tracePt t="36005" x="3759200" y="1028700"/>
          <p14:tracePt t="36023" x="3784600" y="1028700"/>
          <p14:tracePt t="36039" x="3797300" y="1028700"/>
          <p14:tracePt t="36057" x="3803650" y="1028700"/>
          <p14:tracePt t="36099" x="3810000" y="1028700"/>
          <p14:tracePt t="36156" x="3816350" y="1028700"/>
          <p14:tracePt t="36197" x="3816350" y="1035050"/>
          <p14:tracePt t="36499" x="3835400" y="1073150"/>
          <p14:tracePt t="36507" x="3873500" y="1104900"/>
          <p14:tracePt t="36522" x="3911600" y="1149350"/>
          <p14:tracePt t="36537" x="3956050" y="1181100"/>
          <p14:tracePt t="36554" x="4064000" y="1231900"/>
          <p14:tracePt t="36571" x="4222750" y="1282700"/>
          <p14:tracePt t="36587" x="4311650" y="1295400"/>
          <p14:tracePt t="36604" x="4483100" y="1301750"/>
          <p14:tracePt t="36620" x="4635500" y="1301750"/>
          <p14:tracePt t="36637" x="4686300" y="1289050"/>
          <p14:tracePt t="36640" x="4743450" y="1276350"/>
          <p14:tracePt t="36654" x="4775200" y="1263650"/>
          <p14:tracePt t="36670" x="4794250" y="1250950"/>
          <p14:tracePt t="36703" x="4800600" y="1250950"/>
          <p14:tracePt t="36731" x="4800600" y="1238250"/>
          <p14:tracePt t="36739" x="4800600" y="1225550"/>
          <p14:tracePt t="36755" x="4800600" y="1187450"/>
          <p14:tracePt t="36770" x="4800600" y="1098550"/>
          <p14:tracePt t="36786" x="4800600" y="1054100"/>
          <p14:tracePt t="36803" x="4787900" y="952500"/>
          <p14:tracePt t="36819" x="4781550" y="895350"/>
          <p14:tracePt t="36836" x="4749800" y="831850"/>
          <p14:tracePt t="36852" x="4718050" y="806450"/>
          <p14:tracePt t="36869" x="4686300" y="800100"/>
          <p14:tracePt t="36886" x="4616450" y="800100"/>
          <p14:tracePt t="36902" x="4540250" y="844550"/>
          <p14:tracePt t="36919" x="4495800" y="869950"/>
          <p14:tracePt t="36936" x="4406900" y="952500"/>
          <p14:tracePt t="36952" x="4337050" y="1035050"/>
          <p14:tracePt t="36969" x="4311650" y="1054100"/>
          <p14:tracePt t="36986" x="4292600" y="1079500"/>
          <p14:tracePt t="37002" x="4286250" y="1092200"/>
          <p14:tracePt t="37019" x="4298950" y="1111250"/>
          <p14:tracePt t="37035" x="4318000" y="1123950"/>
          <p14:tracePt t="37052" x="4381500" y="1155700"/>
          <p14:tracePt t="37069" x="4470400" y="1187450"/>
          <p14:tracePt t="37085" x="4508500" y="1200150"/>
          <p14:tracePt t="37102" x="4559300" y="1200150"/>
          <p14:tracePt t="37118" x="4667250" y="1174750"/>
          <p14:tracePt t="37135" x="4686300" y="1149350"/>
          <p14:tracePt t="37152" x="4699000" y="1130300"/>
          <p14:tracePt t="37155" x="4705350" y="1111250"/>
          <p14:tracePt t="37168" x="4705350" y="1085850"/>
          <p14:tracePt t="37185" x="4686300" y="1035050"/>
          <p14:tracePt t="37202" x="4635500" y="971550"/>
          <p14:tracePt t="37218" x="4597400" y="933450"/>
          <p14:tracePt t="37234" x="4521200" y="901700"/>
          <p14:tracePt t="37252" x="4445000" y="901700"/>
          <p14:tracePt t="37268" x="4413250" y="901700"/>
          <p14:tracePt t="37284" x="4349750" y="933450"/>
          <p14:tracePt t="37301" x="4298950" y="990600"/>
          <p14:tracePt t="37318" x="4279900" y="1035050"/>
          <p14:tracePt t="37334" x="4260850" y="1092200"/>
          <p14:tracePt t="37351" x="4273550" y="1155700"/>
          <p14:tracePt t="37367" x="4286250" y="1181100"/>
          <p14:tracePt t="37385" x="4343400" y="1231900"/>
          <p14:tracePt t="37400" x="4406900" y="1263650"/>
          <p14:tracePt t="37417" x="4457700" y="1263650"/>
          <p14:tracePt t="37435" x="4540250" y="1270000"/>
          <p14:tracePt t="37450" x="4584700" y="1250950"/>
          <p14:tracePt t="37467" x="4635500" y="1225550"/>
          <p14:tracePt t="37484" x="4667250" y="1187450"/>
          <p14:tracePt t="37500" x="4667250" y="1162050"/>
          <p14:tracePt t="37517" x="4654550" y="1111250"/>
          <p14:tracePt t="37534" x="4603750" y="1060450"/>
          <p14:tracePt t="37550" x="4572000" y="1047750"/>
          <p14:tracePt t="37567" x="4495800" y="1022350"/>
          <p14:tracePt t="37583" x="4406900" y="1022350"/>
          <p14:tracePt t="37600" x="4368800" y="1022350"/>
          <p14:tracePt t="37617" x="4286250" y="1079500"/>
          <p14:tracePt t="37633" x="4229100" y="1123950"/>
          <p14:tracePt t="37650" x="4216400" y="1149350"/>
          <p14:tracePt t="37667" x="4210050" y="1193800"/>
          <p14:tracePt t="37683" x="4216400" y="1238250"/>
          <p14:tracePt t="37700" x="4235450" y="1257300"/>
          <p14:tracePt t="37717" x="4286250" y="1282700"/>
          <p14:tracePt t="37732" x="4330700" y="1289050"/>
          <p14:tracePt t="37750" x="4387850" y="1289050"/>
          <p14:tracePt t="37766" x="4476750" y="1231900"/>
          <p14:tracePt t="37783" x="4508500" y="1200150"/>
          <p14:tracePt t="37800" x="4565650" y="1123950"/>
          <p14:tracePt t="37816" x="4578350" y="1073150"/>
          <p14:tracePt t="37832" x="4578350" y="1047750"/>
          <p14:tracePt t="37849" x="4572000" y="1016000"/>
          <p14:tracePt t="37866" x="4527550" y="996950"/>
          <p14:tracePt t="37882" x="4508500" y="996950"/>
          <p14:tracePt t="37899" x="4451350" y="1003300"/>
          <p14:tracePt t="37916" x="4381500" y="1060450"/>
          <p14:tracePt t="37933" x="4324350" y="1123950"/>
          <p14:tracePt t="37949" x="4305300" y="1155700"/>
          <p14:tracePt t="37965" x="4286250" y="1187450"/>
          <p14:tracePt t="37982" x="4279900" y="1206500"/>
          <p14:tracePt t="37998" x="4279900" y="1219200"/>
          <p14:tracePt t="38015" x="4292600" y="1225550"/>
          <p14:tracePt t="38032" x="4381500" y="1231900"/>
          <p14:tracePt t="38048" x="4425950" y="1219200"/>
          <p14:tracePt t="38065" x="4483100" y="1193800"/>
          <p14:tracePt t="38082" x="4584700" y="1117600"/>
          <p14:tracePt t="38098" x="4654550" y="1047750"/>
          <p14:tracePt t="38116" x="4667250" y="1028700"/>
          <p14:tracePt t="38131" x="4667250" y="971550"/>
          <p14:tracePt t="38148" x="4622800" y="927100"/>
          <p14:tracePt t="38165" x="4559300" y="901700"/>
          <p14:tracePt t="38181" x="4521200" y="895350"/>
          <p14:tracePt t="38198" x="4451350" y="901700"/>
          <p14:tracePt t="38215" x="4362450" y="927100"/>
          <p14:tracePt t="38231" x="4330700" y="946150"/>
          <p14:tracePt t="38248" x="4286250" y="990600"/>
          <p14:tracePt t="38264" x="4273550" y="1041400"/>
          <p14:tracePt t="38281" x="4273550" y="1060450"/>
          <p14:tracePt t="38298" x="4273550" y="1079500"/>
          <p14:tracePt t="38314" x="4349750" y="1155700"/>
          <p14:tracePt t="38331" x="4381500" y="1168400"/>
          <p14:tracePt t="38348" x="4413250" y="1168400"/>
          <p14:tracePt t="38364" x="4476750" y="1168400"/>
          <p14:tracePt t="38380" x="4546600" y="1130300"/>
          <p14:tracePt t="38397" x="4572000" y="1073150"/>
          <p14:tracePt t="38414" x="4578350" y="1054100"/>
          <p14:tracePt t="38431" x="4578350" y="1022350"/>
          <p14:tracePt t="38447" x="4546600" y="1003300"/>
          <p14:tracePt t="38464" x="4527550" y="996950"/>
          <p14:tracePt t="38481" x="4476750" y="984250"/>
          <p14:tracePt t="38497" x="4413250" y="1003300"/>
          <p14:tracePt t="38513" x="4387850" y="1035050"/>
          <p14:tracePt t="38530" x="4349750" y="1073150"/>
          <p14:tracePt t="38547" x="4330700" y="1130300"/>
          <p14:tracePt t="38563" x="4330700" y="1162050"/>
          <p14:tracePt t="38580" x="4337050" y="1193800"/>
          <p14:tracePt t="38597" x="4381500" y="1212850"/>
          <p14:tracePt t="38613" x="4394200" y="1212850"/>
          <p14:tracePt t="38630" x="4451350" y="1212850"/>
          <p14:tracePt t="38646" x="4470400" y="1200150"/>
          <p14:tracePt t="38663" x="4527550" y="1143000"/>
          <p14:tracePt t="38679" x="4559300" y="1111250"/>
          <p14:tracePt t="38696" x="4565650" y="1098550"/>
          <p14:tracePt t="38700" x="4572000" y="1098550"/>
          <p14:tracePt t="38713" x="4572000" y="1092200"/>
          <p14:tracePt t="38733" x="4559300" y="1092200"/>
          <p14:tracePt t="38749" x="4546600" y="1104900"/>
          <p14:tracePt t="38763" x="4521200" y="1117600"/>
          <p14:tracePt t="38779" x="4476750" y="1174750"/>
          <p14:tracePt t="38796" x="4445000" y="1206500"/>
          <p14:tracePt t="38812" x="4400550" y="1270000"/>
          <p14:tracePt t="38829" x="4381500" y="1314450"/>
          <p14:tracePt t="38846" x="4375150" y="1333500"/>
          <p14:tracePt t="38862" x="4375150" y="1339850"/>
          <p14:tracePt t="39158" x="4318000" y="1384300"/>
          <p14:tracePt t="39172" x="4191000" y="1479550"/>
          <p14:tracePt t="39180" x="4070350" y="1587500"/>
          <p14:tracePt t="39195" x="3911600" y="1708150"/>
          <p14:tracePt t="39212" x="3575050" y="2000250"/>
          <p14:tracePt t="39228" x="3314700" y="2247900"/>
          <p14:tracePt t="39244" x="3181350" y="2393950"/>
          <p14:tracePt t="39261" x="2978150" y="2597150"/>
          <p14:tracePt t="39278" x="2813050" y="2762250"/>
          <p14:tracePt t="39294" x="2724150" y="2870200"/>
          <p14:tracePt t="39311" x="2660650" y="2965450"/>
          <p14:tracePt t="39327" x="2508250" y="3238500"/>
          <p14:tracePt t="39344" x="2463800" y="3308350"/>
          <p14:tracePt t="39361" x="2400300" y="3409950"/>
          <p14:tracePt t="39377" x="2374900" y="3441700"/>
          <p14:tracePt t="39394" x="2343150" y="3505200"/>
          <p14:tracePt t="39411" x="2324100" y="3536950"/>
          <p14:tracePt t="39427" x="2317750" y="3543300"/>
          <p14:tracePt t="39443" x="2317750" y="3549650"/>
          <p14:tracePt t="39488" x="2324100" y="3549650"/>
          <p14:tracePt t="39509" x="2336800" y="3549650"/>
          <p14:tracePt t="39523" x="2343150" y="3556000"/>
          <p14:tracePt t="39530" x="2355850" y="3556000"/>
          <p14:tracePt t="39544" x="2368550" y="3556000"/>
          <p14:tracePt t="39560" x="2406650" y="3562350"/>
          <p14:tracePt t="39576" x="2425700" y="3562350"/>
          <p14:tracePt t="39594" x="2451100" y="3568700"/>
          <p14:tracePt t="39610" x="2476500" y="3587750"/>
          <p14:tracePt t="39626" x="2489200" y="3594100"/>
          <p14:tracePt t="39643" x="2527300" y="3619500"/>
          <p14:tracePt t="39660" x="2533650" y="3619500"/>
          <p14:tracePt t="39676" x="2559050" y="3625850"/>
          <p14:tracePt t="39693" x="2597150" y="3606800"/>
          <p14:tracePt t="39709" x="2622550" y="3575050"/>
          <p14:tracePt t="39712" x="2635250" y="3530600"/>
          <p14:tracePt t="39726" x="2654300" y="3486150"/>
          <p14:tracePt t="39742" x="2641600" y="3403600"/>
          <p14:tracePt t="39759" x="2635250" y="3384550"/>
          <p14:tracePt t="39777" x="2590800" y="3346450"/>
          <p14:tracePt t="39792" x="2559050" y="3340100"/>
          <p14:tracePt t="39809" x="2540000" y="3346450"/>
          <p14:tracePt t="39826" x="2495550" y="3371850"/>
          <p14:tracePt t="39842" x="2463800" y="3422650"/>
          <p14:tracePt t="39859" x="2457450" y="3441700"/>
          <p14:tracePt t="39875" x="2451100" y="3505200"/>
          <p14:tracePt t="39892" x="2451100" y="3562350"/>
          <p14:tracePt t="39909" x="2457450" y="3581400"/>
          <p14:tracePt t="39925" x="2495550" y="3619500"/>
          <p14:tracePt t="39942" x="2527300" y="3625850"/>
          <p14:tracePt t="39959" x="2609850" y="3613150"/>
          <p14:tracePt t="39975" x="2730500" y="3556000"/>
          <p14:tracePt t="39992" x="2787650" y="3517900"/>
          <p14:tracePt t="40008" x="2863850" y="3467100"/>
          <p14:tracePt t="40025" x="2889250" y="3441700"/>
          <p14:tracePt t="40041" x="2889250" y="3422650"/>
          <p14:tracePt t="40058" x="2857500" y="3397250"/>
          <p14:tracePt t="40075" x="2794000" y="3390900"/>
          <p14:tracePt t="40092" x="2698750" y="3384550"/>
          <p14:tracePt t="40108" x="2673350" y="3384550"/>
          <p14:tracePt t="40125" x="2622550" y="3384550"/>
          <p14:tracePt t="40142" x="2590800" y="3397250"/>
          <p14:tracePt t="40158" x="2584450" y="3403600"/>
          <p14:tracePt t="40174" x="2578100" y="3429000"/>
          <p14:tracePt t="40191" x="2584450" y="3454400"/>
          <p14:tracePt t="40207" x="2584450" y="3460750"/>
          <p14:tracePt t="43404" x="2603500" y="3467100"/>
          <p14:tracePt t="43411" x="2628900" y="3473450"/>
          <p14:tracePt t="43426" x="2654300" y="3492500"/>
          <p14:tracePt t="43433" x="2711450" y="3511550"/>
          <p14:tracePt t="43449" x="2762250" y="3530600"/>
          <p14:tracePt t="43463" x="2832100" y="3543300"/>
          <p14:tracePt t="43479" x="2997200" y="3549650"/>
          <p14:tracePt t="43497" x="3225800" y="3536950"/>
          <p14:tracePt t="43513" x="3352800" y="3505200"/>
          <p14:tracePt t="43530" x="3619500" y="3422650"/>
          <p14:tracePt t="43547" x="3829050" y="3365500"/>
          <p14:tracePt t="43563" x="3892550" y="3346450"/>
          <p14:tracePt t="43580" x="3975100" y="3327400"/>
          <p14:tracePt t="43596" x="4019550" y="3321050"/>
          <p14:tracePt t="43612" x="4032250" y="3321050"/>
          <p14:tracePt t="43629" x="4057650" y="3308350"/>
          <p14:tracePt t="43646" x="4083050" y="3302000"/>
          <p14:tracePt t="43662" x="4095750" y="3302000"/>
          <p14:tracePt t="43679" x="4102100" y="3295650"/>
          <p14:tracePt t="43695" x="4108450" y="3295650"/>
          <p14:tracePt t="43729" x="4114800" y="3295650"/>
          <p14:tracePt t="43735" x="4121150" y="3295650"/>
          <p14:tracePt t="43777" x="4121150" y="3289300"/>
          <p14:tracePt t="43833" x="4127500" y="3289300"/>
          <p14:tracePt t="45275" x="4121150" y="3289300"/>
          <p14:tracePt t="45282" x="4095750" y="3289300"/>
          <p14:tracePt t="45290" x="4064000" y="3289300"/>
          <p14:tracePt t="45306" x="4025900" y="3289300"/>
          <p14:tracePt t="45324" x="3943350" y="3295650"/>
          <p14:tracePt t="45340" x="3905250" y="3295650"/>
          <p14:tracePt t="45357" x="3816350" y="3308350"/>
          <p14:tracePt t="45374" x="3746500" y="3314700"/>
          <p14:tracePt t="45390" x="3714750" y="3321050"/>
          <p14:tracePt t="45406" x="3644900" y="3321050"/>
          <p14:tracePt t="45424" x="3581400" y="3321050"/>
          <p14:tracePt t="45439" x="3549650" y="3321050"/>
          <p14:tracePt t="45458" x="3486150" y="3314700"/>
          <p14:tracePt t="45473" x="3429000" y="3314700"/>
          <p14:tracePt t="45489" x="3403600" y="3302000"/>
          <p14:tracePt t="45507" x="3359150" y="3295650"/>
          <p14:tracePt t="45522" x="3308350" y="3295650"/>
          <p14:tracePt t="45539" x="3289300" y="3295650"/>
          <p14:tracePt t="45556" x="3238500" y="3289300"/>
          <p14:tracePt t="45573" x="3200400" y="3282950"/>
          <p14:tracePt t="45589" x="3175000" y="3282950"/>
          <p14:tracePt t="45606" x="3130550" y="3282950"/>
          <p14:tracePt t="45622" x="3098800" y="3289300"/>
          <p14:tracePt t="45639" x="3054350" y="3302000"/>
          <p14:tracePt t="45656" x="3022600" y="3314700"/>
          <p14:tracePt t="45673" x="3003550" y="3321050"/>
          <p14:tracePt t="45689" x="2984500" y="3327400"/>
          <p14:tracePt t="45706" x="2965450" y="3340100"/>
          <p14:tracePt t="46166" x="2965450" y="3346450"/>
          <p14:tracePt t="46173" x="2959100" y="3365500"/>
          <p14:tracePt t="46188" x="2959100" y="3371850"/>
          <p14:tracePt t="46194" x="2952750" y="3397250"/>
          <p14:tracePt t="46208" x="2952750" y="3416300"/>
          <p14:tracePt t="46220" x="2946400" y="3435350"/>
          <p14:tracePt t="46237" x="2940050" y="3486150"/>
          <p14:tracePt t="46253" x="2940050" y="3517900"/>
          <p14:tracePt t="46270" x="2946400" y="3575050"/>
          <p14:tracePt t="46287" x="2952750" y="3651250"/>
          <p14:tracePt t="46303" x="2965450" y="3695700"/>
          <p14:tracePt t="46306" x="2971800" y="3733800"/>
          <p14:tracePt t="46320" x="2978150" y="3778250"/>
          <p14:tracePt t="46336" x="3003550" y="3841750"/>
          <p14:tracePt t="46353" x="3009900" y="3860800"/>
          <p14:tracePt t="46370" x="3022600" y="3892550"/>
          <p14:tracePt t="46386" x="3028950" y="3905250"/>
          <p14:tracePt t="46426" x="3035300" y="3905250"/>
          <p14:tracePt t="46524" x="3028950" y="3911600"/>
          <p14:tracePt t="46539" x="3022600" y="3911600"/>
          <p14:tracePt t="46545" x="3016250" y="3911600"/>
          <p14:tracePt t="46560" x="3009900" y="3911600"/>
          <p14:tracePt t="46573" x="3003550" y="3911600"/>
          <p14:tracePt t="46589" x="2997200" y="3911600"/>
          <p14:tracePt t="46602" x="2990850" y="3911600"/>
          <p14:tracePt t="46619" x="2978150" y="3898900"/>
          <p14:tracePt t="46636" x="2965450" y="3898900"/>
          <p14:tracePt t="46652" x="2933700" y="3892550"/>
          <p14:tracePt t="46668" x="2882900" y="3879850"/>
          <p14:tracePt t="46687" x="2838450" y="3873500"/>
          <p14:tracePt t="46702" x="2813050" y="3867150"/>
          <p14:tracePt t="46718" x="2762250" y="3848100"/>
          <p14:tracePt t="46736" x="2724150" y="3822700"/>
          <p14:tracePt t="46752" x="2698750" y="3810000"/>
          <p14:tracePt t="46769" x="2679700" y="3790950"/>
          <p14:tracePt t="46785" x="2635250" y="3727450"/>
          <p14:tracePt t="46801" x="2622550" y="3708400"/>
          <p14:tracePt t="46819" x="2616200" y="3676650"/>
          <p14:tracePt t="46822" x="2597150" y="3657600"/>
          <p14:tracePt t="46835" x="2597150" y="3625850"/>
          <p14:tracePt t="46851" x="2584450" y="3587750"/>
          <p14:tracePt t="46869" x="2584450" y="3556000"/>
          <p14:tracePt t="46884" x="2584450" y="3543300"/>
          <p14:tracePt t="46901" x="2584450" y="3517900"/>
          <p14:tracePt t="46918" x="2584450" y="3486150"/>
          <p14:tracePt t="46934" x="2584450" y="3473450"/>
          <p14:tracePt t="46951" x="2584450" y="3441700"/>
          <p14:tracePt t="46967" x="2597150" y="3397250"/>
          <p14:tracePt t="46984" x="2597150" y="3384550"/>
          <p14:tracePt t="47407" x="2597150" y="3378200"/>
          <p14:tracePt t="47421" x="2597150" y="3371850"/>
          <p14:tracePt t="47428" x="2597150" y="3359150"/>
          <p14:tracePt t="47441" x="2590800" y="3346450"/>
          <p14:tracePt t="47452" x="2584450" y="3333750"/>
          <p14:tracePt t="47466" x="2578100" y="3333750"/>
          <p14:tracePt t="47482" x="2559050" y="3321050"/>
          <p14:tracePt t="47499" x="2527300" y="3321050"/>
          <p14:tracePt t="47516" x="2514600" y="3321050"/>
          <p14:tracePt t="47533" x="2482850" y="3321050"/>
          <p14:tracePt t="47549" x="2451100" y="3333750"/>
          <p14:tracePt t="47566" x="2438400" y="3340100"/>
          <p14:tracePt t="47583" x="2393950" y="3359150"/>
          <p14:tracePt t="47599" x="2381250" y="3371850"/>
          <p14:tracePt t="47615" x="2336800" y="3390900"/>
          <p14:tracePt t="47632" x="2324100" y="3397250"/>
          <p14:tracePt t="47648" x="2311400" y="3397250"/>
          <p14:tracePt t="47665" x="2305050" y="3403600"/>
          <p14:tracePt t="47698" x="2298700" y="3409950"/>
          <p14:tracePt t="47751" x="2298700" y="3416300"/>
          <p14:tracePt t="47850" x="2292350" y="3416300"/>
          <p14:tracePt t="47885" x="2292350" y="3422650"/>
          <p14:tracePt t="47891" x="2292350" y="3435350"/>
          <p14:tracePt t="47913" x="2292350" y="3448050"/>
          <p14:tracePt t="47934" x="2292350" y="3460750"/>
          <p14:tracePt t="47941" x="2298700" y="3473450"/>
          <p14:tracePt t="47955" x="2298700" y="3486150"/>
          <p14:tracePt t="47964" x="2305050" y="3498850"/>
          <p14:tracePt t="47981" x="2311400" y="3524250"/>
          <p14:tracePt t="47997" x="2317750" y="3549650"/>
          <p14:tracePt t="48014" x="2330450" y="3575050"/>
          <p14:tracePt t="48031" x="2330450" y="3581400"/>
          <p14:tracePt t="48047" x="2343150" y="3587750"/>
          <p14:tracePt t="48064" x="2355850" y="3606800"/>
          <p14:tracePt t="48081" x="2368550" y="3613150"/>
          <p14:tracePt t="48097" x="2400300" y="3632200"/>
          <p14:tracePt t="48114" x="2419350" y="3651250"/>
          <p14:tracePt t="48131" x="2463800" y="3676650"/>
          <p14:tracePt t="48147" x="2501900" y="3708400"/>
          <p14:tracePt t="48163" x="2508250" y="3721100"/>
          <p14:tracePt t="48180" x="2527300" y="3733800"/>
          <p14:tracePt t="48197" x="2533650" y="3733800"/>
          <p14:tracePt t="48292" x="2540000" y="3733800"/>
          <p14:tracePt t="48298" x="2546350" y="3733800"/>
          <p14:tracePt t="48315" x="2546350" y="3727450"/>
          <p14:tracePt t="48330" x="2552700" y="3714750"/>
          <p14:tracePt t="48346" x="2552700" y="3708400"/>
          <p14:tracePt t="48363" x="2552700" y="3702050"/>
          <p14:tracePt t="49676" x="2552700" y="3708400"/>
          <p14:tracePt t="49691" x="2552700" y="3714750"/>
          <p14:tracePt t="49697" x="2552700" y="3721100"/>
          <p14:tracePt t="49711" x="2552700" y="3727450"/>
          <p14:tracePt t="49725" x="2552700" y="3740150"/>
          <p14:tracePt t="49741" x="2552700" y="3746500"/>
          <p14:tracePt t="49758" x="2552700" y="3752850"/>
          <p14:tracePt t="49775" x="2552700" y="3765550"/>
          <p14:tracePt t="49808" x="2552700" y="3771900"/>
          <p14:tracePt t="50000" x="2520950" y="3759200"/>
          <p14:tracePt t="50006" x="2470150" y="3740150"/>
          <p14:tracePt t="50021" x="2438400" y="3727450"/>
          <p14:tracePt t="50028" x="2406650" y="3727450"/>
          <p14:tracePt t="50043" x="2381250" y="3714750"/>
          <p14:tracePt t="50057" x="2355850" y="3695700"/>
          <p14:tracePt t="50073" x="2330450" y="3683000"/>
          <p14:tracePt t="50091" x="2317750" y="3676650"/>
          <p14:tracePt t="50147" x="2317750" y="3670300"/>
          <p14:tracePt t="50161" x="2317750" y="3663950"/>
          <p14:tracePt t="50168" x="2317750" y="3651250"/>
          <p14:tracePt t="50182" x="2317750" y="3638550"/>
          <p14:tracePt t="50190" x="2317750" y="3625850"/>
          <p14:tracePt t="50206" x="2317750" y="3606800"/>
          <p14:tracePt t="50223" x="2317750" y="3568700"/>
          <p14:tracePt t="50240" x="2324100" y="3524250"/>
          <p14:tracePt t="50256" x="2330450" y="3505200"/>
          <p14:tracePt t="50274" x="2336800" y="3460750"/>
          <p14:tracePt t="50289" x="2343150" y="3435350"/>
          <p14:tracePt t="50306" x="2349500" y="3422650"/>
          <p14:tracePt t="50324" x="2355850" y="3416300"/>
          <p14:tracePt t="50339" x="2355850" y="3409950"/>
          <p14:tracePt t="50356" x="2362200" y="3403600"/>
          <p14:tracePt t="50360" x="2368550" y="3397250"/>
          <p14:tracePt t="50375" x="2368550" y="3390900"/>
          <p14:tracePt t="50389" x="2374900" y="3378200"/>
          <p14:tracePt t="50406" x="2381250" y="3365500"/>
          <p14:tracePt t="50423" x="2387600" y="3359150"/>
          <p14:tracePt t="50439" x="2387600" y="3346450"/>
          <p14:tracePt t="50457" x="2387600" y="3333750"/>
          <p14:tracePt t="50472" x="2387600" y="3327400"/>
          <p14:tracePt t="50489" x="2381250" y="3321050"/>
          <p14:tracePt t="50506" x="2368550" y="3308350"/>
          <p14:tracePt t="50522" x="2330450" y="3295650"/>
          <p14:tracePt t="50538" x="2311400" y="3289300"/>
          <p14:tracePt t="50555" x="2254250" y="3282950"/>
          <p14:tracePt t="50572" x="2171700" y="3295650"/>
          <p14:tracePt t="50589" x="2114550" y="3314700"/>
          <p14:tracePt t="50605" x="2006600" y="3352800"/>
          <p14:tracePt t="50622" x="1892300" y="3397250"/>
          <p14:tracePt t="50639" x="1854200" y="3409950"/>
          <p14:tracePt t="50655" x="1797050" y="3422650"/>
          <p14:tracePt t="50671" x="1784350" y="3422650"/>
          <p14:tracePt t="50689" x="1752600" y="3422650"/>
          <p14:tracePt t="50704" x="1746250" y="3422650"/>
          <p14:tracePt t="50721" x="1739900" y="3422650"/>
          <p14:tracePt t="50738" x="1739900" y="3416300"/>
          <p14:tracePt t="50754" x="1733550" y="3409950"/>
          <p14:tracePt t="50794" x="1727200" y="3409950"/>
          <p14:tracePt t="50863" x="1720850" y="3409950"/>
          <p14:tracePt t="50885" x="1714500" y="3409950"/>
          <p14:tracePt t="50892" x="1714500" y="3403600"/>
          <p14:tracePt t="50904" x="1708150" y="3403600"/>
          <p14:tracePt t="50923" x="1701800" y="3397250"/>
          <p14:tracePt t="50941" x="1695450" y="3390900"/>
          <p14:tracePt t="50962" x="1689100" y="3390900"/>
          <p14:tracePt t="50977" x="1682750" y="3390900"/>
          <p14:tracePt t="50987" x="1676400" y="3384550"/>
          <p14:tracePt t="51005" x="1670050" y="3378200"/>
          <p14:tracePt t="51020" x="1663700" y="3378200"/>
          <p14:tracePt t="51054" x="1657350" y="3371850"/>
          <p14:tracePt t="51070" x="1651000" y="3371850"/>
          <p14:tracePt t="51087" x="1644650" y="3365500"/>
          <p14:tracePt t="51103" x="1638300" y="3365500"/>
          <p14:tracePt t="51120" x="1631950" y="3365500"/>
          <p14:tracePt t="51137" x="1625600" y="3359150"/>
          <p14:tracePt t="51153" x="1606550" y="3359150"/>
          <p14:tracePt t="51170" x="1587500" y="3352800"/>
          <p14:tracePt t="51187" x="1543050" y="3346450"/>
          <p14:tracePt t="51203" x="1504950" y="3346450"/>
          <p14:tracePt t="51220" x="1485900" y="3346450"/>
          <p14:tracePt t="51237" x="1454150" y="3340100"/>
          <p14:tracePt t="51253" x="1441450" y="3340100"/>
          <p14:tracePt t="51269" x="1422400" y="3333750"/>
          <p14:tracePt t="51286" x="1416050" y="3333750"/>
          <p14:tracePt t="51303" x="1416050" y="3327400"/>
          <p14:tracePt t="51336" x="1422400" y="3327400"/>
          <p14:tracePt t="51342" x="1428750" y="3321050"/>
          <p14:tracePt t="51363" x="1435100" y="3314700"/>
          <p14:tracePt t="51454" x="1435100" y="3308350"/>
          <p14:tracePt t="51615" x="1435100" y="3302000"/>
          <p14:tracePt t="51637" x="1441450" y="3302000"/>
          <p14:tracePt t="51644" x="1447800" y="3302000"/>
          <p14:tracePt t="51658" x="1454150" y="3302000"/>
          <p14:tracePt t="51668" x="1460500" y="3302000"/>
          <p14:tracePt t="51685" x="1473200" y="3302000"/>
          <p14:tracePt t="51701" x="1492250" y="3308350"/>
          <p14:tracePt t="51718" x="1543050" y="3308350"/>
          <p14:tracePt t="51736" x="1593850" y="3327400"/>
          <p14:tracePt t="51751" x="1619250" y="3327400"/>
          <p14:tracePt t="51768" x="1682750" y="3340100"/>
          <p14:tracePt t="51785" x="1739900" y="3346450"/>
          <p14:tracePt t="51801" x="1784350" y="3352800"/>
          <p14:tracePt t="51817" x="1809750" y="3365500"/>
          <p14:tracePt t="51834" x="1917700" y="3371850"/>
          <p14:tracePt t="51851" x="1987550" y="3378200"/>
          <p14:tracePt t="51867" x="2038350" y="3390900"/>
          <p14:tracePt t="51884" x="2165350" y="3390900"/>
          <p14:tracePt t="51901" x="2266950" y="3390900"/>
          <p14:tracePt t="51918" x="2387600" y="3378200"/>
          <p14:tracePt t="51934" x="2425700" y="3378200"/>
          <p14:tracePt t="51950" x="2533650" y="3378200"/>
          <p14:tracePt t="51968" x="2603500" y="3378200"/>
          <p14:tracePt t="51983" x="2622550" y="3384550"/>
          <p14:tracePt t="52001" x="2660650" y="3384550"/>
          <p14:tracePt t="52018" x="2686050" y="3390900"/>
          <p14:tracePt t="52033" x="2692400" y="3390900"/>
          <p14:tracePt t="52050" x="2711450" y="3397250"/>
          <p14:tracePt t="52067" x="2736850" y="3403600"/>
          <p14:tracePt t="52083" x="2743200" y="3403600"/>
          <p14:tracePt t="52101" x="2762250" y="3403600"/>
          <p14:tracePt t="52116" x="2787650" y="3409950"/>
          <p14:tracePt t="52133" x="2800350" y="3409950"/>
          <p14:tracePt t="52150" x="2819400" y="3409950"/>
          <p14:tracePt t="52166" x="2825750" y="3409950"/>
          <p14:tracePt t="52183" x="2832100" y="3403600"/>
          <p14:tracePt t="52227" x="2838450" y="3403600"/>
          <p14:tracePt t="52297" x="2844800" y="3403600"/>
          <p14:tracePt t="52396" x="2851150" y="3403600"/>
          <p14:tracePt t="52459" x="2851150" y="3397250"/>
          <p14:tracePt t="52712" x="2851150" y="3390900"/>
          <p14:tracePt t="52831" x="2857500" y="3390900"/>
          <p14:tracePt t="52860" x="2857500" y="3378200"/>
          <p14:tracePt t="52874" x="2857500" y="3371850"/>
          <p14:tracePt t="52888" x="2857500" y="3359150"/>
          <p14:tracePt t="52897" x="2851150" y="3352800"/>
          <p14:tracePt t="53213" x="2844800" y="3359150"/>
          <p14:tracePt t="53220" x="2832100" y="3384550"/>
          <p14:tracePt t="53234" x="2806700" y="3422650"/>
          <p14:tracePt t="53245" x="2794000" y="3441700"/>
          <p14:tracePt t="53263" x="2762250" y="3511550"/>
          <p14:tracePt t="53279" x="2730500" y="3556000"/>
          <p14:tracePt t="53296" x="2705100" y="3638550"/>
          <p14:tracePt t="53313" x="2686050" y="3714750"/>
          <p14:tracePt t="53329" x="2686050" y="3752850"/>
          <p14:tracePt t="53346" x="2673350" y="3835400"/>
          <p14:tracePt t="53362" x="2679700" y="3924300"/>
          <p14:tracePt t="53379" x="2686050" y="3968750"/>
          <p14:tracePt t="53396" x="2705100" y="4089400"/>
          <p14:tracePt t="53412" x="2743200" y="4222750"/>
          <p14:tracePt t="53429" x="2762250" y="4286250"/>
          <p14:tracePt t="53445" x="2800350" y="4406900"/>
          <p14:tracePt t="53462" x="2806700" y="4476750"/>
          <p14:tracePt t="53478" x="2838450" y="4610100"/>
          <p14:tracePt t="53495" x="2838450" y="4737100"/>
          <p14:tracePt t="53511" x="2825750" y="4800600"/>
          <p14:tracePt t="53529" x="2806700" y="4883150"/>
          <p14:tracePt t="53545" x="2806700" y="4921250"/>
          <p14:tracePt t="53561" x="2800350" y="4921250"/>
          <p14:tracePt t="53578" x="2800350" y="4933950"/>
          <p14:tracePt t="53595" x="2787650" y="4933950"/>
          <p14:tracePt t="53628" x="2762250" y="4940300"/>
          <p14:tracePt t="53645" x="2717800" y="4940300"/>
          <p14:tracePt t="53662" x="2660650" y="4927600"/>
          <p14:tracePt t="53678" x="2641600" y="4927600"/>
          <p14:tracePt t="53695" x="2584450" y="4908550"/>
          <p14:tracePt t="53712" x="2508250" y="4895850"/>
          <p14:tracePt t="53727" x="2482850" y="4889500"/>
          <p14:tracePt t="53744" x="2451100" y="4883150"/>
          <p14:tracePt t="53761" x="2374900" y="4870450"/>
          <p14:tracePt t="53778" x="2343150" y="4870450"/>
          <p14:tracePt t="53795" x="2305050" y="4864100"/>
          <p14:tracePt t="53811" x="2235200" y="4864100"/>
          <p14:tracePt t="53827" x="2216150" y="4864100"/>
          <p14:tracePt t="53845" x="2197100" y="4857750"/>
          <p14:tracePt t="53861" x="2165350" y="4851400"/>
          <p14:tracePt t="53877" x="2133600" y="4838700"/>
          <p14:tracePt t="53895" x="2114550" y="4832350"/>
          <p14:tracePt t="53910" x="2108200" y="4826000"/>
          <p14:tracePt t="53927" x="2095500" y="4826000"/>
          <p14:tracePt t="53944" x="2076450" y="4819650"/>
          <p14:tracePt t="53960" x="2070100" y="4813300"/>
          <p14:tracePt t="53977" x="2063750" y="4813300"/>
          <p14:tracePt t="53993" x="2044700" y="4800600"/>
          <p14:tracePt t="54010" x="2038350" y="4800600"/>
          <p14:tracePt t="54027" x="2025650" y="4794250"/>
          <p14:tracePt t="54043" x="2025650" y="4787900"/>
          <p14:tracePt t="54079" x="2019300" y="4787900"/>
          <p14:tracePt t="54126" x="2019300" y="4781550"/>
          <p14:tracePt t="54197" x="2012950" y="4781550"/>
          <p14:tracePt t="54274" x="2006600" y="4781550"/>
          <p14:tracePt t="54337" x="2000250" y="4781550"/>
          <p14:tracePt t="54724" x="2006600" y="4781550"/>
          <p14:tracePt t="54786" x="2012950" y="4787900"/>
          <p14:tracePt t="55137" x="2019300" y="4787900"/>
          <p14:tracePt t="55145" x="2025650" y="4787900"/>
          <p14:tracePt t="55159" x="2032000" y="4787900"/>
          <p14:tracePt t="55180" x="2038350" y="4787900"/>
          <p14:tracePt t="55201" x="2044700" y="4794250"/>
          <p14:tracePt t="55209" x="2051050" y="4794250"/>
          <p14:tracePt t="55229" x="2051050" y="4800600"/>
          <p14:tracePt t="55238" x="2063750" y="4800600"/>
          <p14:tracePt t="55255" x="2070100" y="4800600"/>
          <p14:tracePt t="55272" x="2089150" y="4800600"/>
          <p14:tracePt t="55289" x="2108200" y="4800600"/>
          <p14:tracePt t="55306" x="2139950" y="4813300"/>
          <p14:tracePt t="55322" x="2197100" y="4813300"/>
          <p14:tracePt t="55339" x="2216150" y="4813300"/>
          <p14:tracePt t="55356" x="2286000" y="4813300"/>
          <p14:tracePt t="55372" x="2362200" y="4813300"/>
          <p14:tracePt t="55388" x="2400300" y="4813300"/>
          <p14:tracePt t="55405" x="2508250" y="4806950"/>
          <p14:tracePt t="55422" x="2622550" y="4806950"/>
          <p14:tracePt t="55438" x="2673350" y="4800600"/>
          <p14:tracePt t="55455" x="2781300" y="4800600"/>
          <p14:tracePt t="55472" x="2882900" y="4800600"/>
          <p14:tracePt t="55489" x="2940050" y="4813300"/>
          <p14:tracePt t="55504" x="3028950" y="4819650"/>
          <p14:tracePt t="55521" x="3143250" y="4819650"/>
          <p14:tracePt t="55539" x="3263900" y="4838700"/>
          <p14:tracePt t="55555" x="3314700" y="4838700"/>
          <p14:tracePt t="55571" x="3378200" y="4838700"/>
          <p14:tracePt t="55588" x="3536950" y="4845050"/>
          <p14:tracePt t="55604" x="3587750" y="4845050"/>
          <p14:tracePt t="55621" x="3632200" y="4845050"/>
          <p14:tracePt t="55637" x="3727450" y="4826000"/>
          <p14:tracePt t="55654" x="3841750" y="4806950"/>
          <p14:tracePt t="55671" x="3911600" y="4787900"/>
          <p14:tracePt t="55687" x="4044950" y="4749800"/>
          <p14:tracePt t="55704" x="4159250" y="4743450"/>
          <p14:tracePt t="55721" x="4216400" y="4743450"/>
          <p14:tracePt t="55738" x="4273550" y="4743450"/>
          <p14:tracePt t="55754" x="4298950" y="4743450"/>
          <p14:tracePt t="55771" x="4356100" y="4743450"/>
          <p14:tracePt t="55787" x="4381500" y="4743450"/>
          <p14:tracePt t="55804" x="4413250" y="4743450"/>
          <p14:tracePt t="55820" x="4470400" y="4743450"/>
          <p14:tracePt t="55837" x="4521200" y="4743450"/>
          <p14:tracePt t="55854" x="4540250" y="4749800"/>
          <p14:tracePt t="55870" x="4584700" y="4749800"/>
          <p14:tracePt t="55887" x="4629150" y="4756150"/>
          <p14:tracePt t="55904" x="4679950" y="4762500"/>
          <p14:tracePt t="55920" x="4711700" y="4762500"/>
          <p14:tracePt t="55937" x="4756150" y="4762500"/>
          <p14:tracePt t="55954" x="4806950" y="4768850"/>
          <p14:tracePt t="55970" x="4826000" y="4775200"/>
          <p14:tracePt t="55987" x="4870450" y="4787900"/>
          <p14:tracePt t="56003" x="4895850" y="4794250"/>
          <p14:tracePt t="56020" x="4908550" y="4800600"/>
          <p14:tracePt t="56037" x="4933950" y="4813300"/>
          <p14:tracePt t="56053" x="4959350" y="4819650"/>
          <p14:tracePt t="56069" x="4965700" y="4826000"/>
          <p14:tracePt t="56087" x="4978400" y="4832350"/>
          <p14:tracePt t="56150" x="4984750" y="4832350"/>
          <p14:tracePt t="56213" x="4984750" y="4838700"/>
          <p14:tracePt t="56220" x="4972050" y="4838700"/>
          <p14:tracePt t="56235" x="4959350" y="4838700"/>
          <p14:tracePt t="56241" x="4927600" y="4838700"/>
          <p14:tracePt t="56255" x="4902200" y="4838700"/>
          <p14:tracePt t="56269" x="4864100" y="4838700"/>
          <p14:tracePt t="56285" x="4762500" y="4838700"/>
          <p14:tracePt t="56303" x="4699000" y="4838700"/>
          <p14:tracePt t="56319" x="4552950" y="4838700"/>
          <p14:tracePt t="56335" x="4464050" y="4838700"/>
          <p14:tracePt t="56352" x="4375150" y="4826000"/>
          <p14:tracePt t="56368" x="4083050" y="4806950"/>
          <p14:tracePt t="56385" x="3994150" y="4806950"/>
          <p14:tracePt t="56402" x="3829050" y="4794250"/>
          <p14:tracePt t="56418" x="3663950" y="4794250"/>
          <p14:tracePt t="56435" x="3587750" y="4794250"/>
          <p14:tracePt t="56452" x="3340100" y="4800600"/>
          <p14:tracePt t="56468" x="3263900" y="4800600"/>
          <p14:tracePt t="56485" x="3187700" y="4806950"/>
          <p14:tracePt t="56502" x="3035300" y="4819650"/>
          <p14:tracePt t="56518" x="2870200" y="4819650"/>
          <p14:tracePt t="56534" x="2794000" y="4819650"/>
          <p14:tracePt t="56551" x="2654300" y="4819650"/>
          <p14:tracePt t="56568" x="2546350" y="4813300"/>
          <p14:tracePt t="56584" x="2482850" y="4806950"/>
          <p14:tracePt t="56601" x="2393950" y="4781550"/>
          <p14:tracePt t="56617" x="2324100" y="4768850"/>
          <p14:tracePt t="56635" x="2286000" y="4768850"/>
          <p14:tracePt t="56651" x="2228850" y="4756150"/>
          <p14:tracePt t="56667" x="2171700" y="4756150"/>
          <p14:tracePt t="56684" x="2120900" y="4756150"/>
          <p14:tracePt t="56701" x="2101850" y="4756150"/>
          <p14:tracePt t="56717" x="2051050" y="4749800"/>
          <p14:tracePt t="56734" x="2019300" y="4749800"/>
          <p14:tracePt t="56750" x="2006600" y="4749800"/>
          <p14:tracePt t="56767" x="1981200" y="4749800"/>
          <p14:tracePt t="56784" x="1962150" y="4749800"/>
          <p14:tracePt t="56801" x="1949450" y="4749800"/>
          <p14:tracePt t="56818" x="1930400" y="4749800"/>
          <p14:tracePt t="56833" x="1917700" y="4749800"/>
          <p14:tracePt t="56850" x="1911350" y="4749800"/>
          <p14:tracePt t="56888" x="1905000" y="4749800"/>
          <p14:tracePt t="56965" x="1911350" y="4756150"/>
          <p14:tracePt t="56979" x="1917700" y="4756150"/>
          <p14:tracePt t="56986" x="1930400" y="4756150"/>
          <p14:tracePt t="57000" x="1949450" y="4762500"/>
          <p14:tracePt t="57016" x="2044700" y="4781550"/>
          <p14:tracePt t="57033" x="2120900" y="4787900"/>
          <p14:tracePt t="57050" x="2222500" y="4800600"/>
          <p14:tracePt t="57066" x="2660650" y="4819650"/>
          <p14:tracePt t="57083" x="2895600" y="4819650"/>
          <p14:tracePt t="57099" x="3371850" y="4813300"/>
          <p14:tracePt t="57116" x="3606800" y="4800600"/>
          <p14:tracePt t="57132" x="4006850" y="4787900"/>
          <p14:tracePt t="57149" x="4292600" y="4787900"/>
          <p14:tracePt t="57166" x="4400550" y="4787900"/>
          <p14:tracePt t="57183" x="4572000" y="4787900"/>
          <p14:tracePt t="57199" x="4635500" y="4787900"/>
          <p14:tracePt t="57216" x="4686300" y="4787900"/>
          <p14:tracePt t="57233" x="4775200" y="4787900"/>
          <p14:tracePt t="57249" x="4813300" y="4787900"/>
          <p14:tracePt t="57265" x="4851400" y="4787900"/>
          <p14:tracePt t="57282" x="4857750" y="4787900"/>
          <p14:tracePt t="57298" x="4870450" y="4787900"/>
          <p14:tracePt t="57527" x="4851400" y="4787900"/>
          <p14:tracePt t="57534" x="4826000" y="4787900"/>
          <p14:tracePt t="57548" x="4787900" y="4787900"/>
          <p14:tracePt t="57564" x="4641850" y="4787900"/>
          <p14:tracePt t="57581" x="4425950" y="4775200"/>
          <p14:tracePt t="57598" x="4159250" y="4756150"/>
          <p14:tracePt t="57614" x="4000500" y="4730750"/>
          <p14:tracePt t="57631" x="3587750" y="4679950"/>
          <p14:tracePt t="57647" x="3162300" y="4610100"/>
          <p14:tracePt t="57664" x="3009900" y="4572000"/>
          <p14:tracePt t="57680" x="2838450" y="4533900"/>
          <p14:tracePt t="57697" x="2444750" y="4438650"/>
          <p14:tracePt t="57714" x="2355850" y="4413250"/>
          <p14:tracePt t="57731" x="2235200" y="4387850"/>
          <p14:tracePt t="57747" x="2178050" y="4381500"/>
          <p14:tracePt t="57763" x="2120900" y="4362450"/>
          <p14:tracePt t="57781" x="2101850" y="4349750"/>
          <p14:tracePt t="57797" x="2063750" y="4330700"/>
          <p14:tracePt t="57813" x="2038350" y="4298950"/>
          <p14:tracePt t="57830" x="2025650" y="4254500"/>
          <p14:tracePt t="57847" x="2012950" y="4229100"/>
          <p14:tracePt t="57864" x="2000250" y="4191000"/>
          <p14:tracePt t="57880" x="1981200" y="4152900"/>
          <p14:tracePt t="57896" x="1974850" y="4133850"/>
          <p14:tracePt t="57914" x="1955800" y="4114800"/>
          <p14:tracePt t="57930" x="1936750" y="4095750"/>
          <p14:tracePt t="57946" x="1924050" y="4089400"/>
          <p14:tracePt t="57963" x="1892300" y="4083050"/>
          <p14:tracePt t="57979" x="1866900" y="4083050"/>
          <p14:tracePt t="57996" x="1854200" y="4095750"/>
          <p14:tracePt t="57999" x="1828800" y="4114800"/>
          <p14:tracePt t="58015" x="1809750" y="4133850"/>
          <p14:tracePt t="58029" x="1784350" y="4178300"/>
          <p14:tracePt t="58046" x="1733550" y="4267200"/>
          <p14:tracePt t="58063" x="1708150" y="4337050"/>
          <p14:tracePt t="58079" x="1708150" y="4368800"/>
          <p14:tracePt t="58096" x="1708150" y="4425950"/>
          <p14:tracePt t="58112" x="1714500" y="4457700"/>
          <p14:tracePt t="58129" x="1720850" y="4464050"/>
          <p14:tracePt t="58146" x="1727200" y="4483100"/>
          <p14:tracePt t="58162" x="1727200" y="4489450"/>
          <p14:tracePt t="58223" x="1733550" y="4489450"/>
          <p14:tracePt t="58230" x="1733550" y="4476750"/>
          <p14:tracePt t="58244" x="1733550" y="4464050"/>
          <p14:tracePt t="58251" x="1733550" y="4445000"/>
          <p14:tracePt t="58262" x="1733550" y="4413250"/>
          <p14:tracePt t="58279" x="1733550" y="4349750"/>
          <p14:tracePt t="58295" x="1733550" y="4318000"/>
          <p14:tracePt t="58312" x="1733550" y="4279900"/>
          <p14:tracePt t="58330" x="1714500" y="4210050"/>
          <p14:tracePt t="58345" x="1714500" y="4197350"/>
          <p14:tracePt t="58362" x="1708150" y="4191000"/>
          <p14:tracePt t="58395" x="1714500" y="4216400"/>
          <p14:tracePt t="58411" x="1727200" y="4248150"/>
          <p14:tracePt t="58429" x="1784350" y="4337050"/>
          <p14:tracePt t="58445" x="1828800" y="4432300"/>
          <p14:tracePt t="58461" x="1854200" y="4489450"/>
          <p14:tracePt t="58478" x="1898650" y="4552950"/>
          <p14:tracePt t="58494" x="1911350" y="4578350"/>
          <p14:tracePt t="58511" x="1917700" y="4584700"/>
          <p14:tracePt t="58528" x="1917700" y="4578350"/>
          <p14:tracePt t="58544" x="1917700" y="4540250"/>
          <p14:tracePt t="58561" x="1911350" y="4483100"/>
          <p14:tracePt t="58577" x="1905000" y="4451350"/>
          <p14:tracePt t="58594" x="1892300" y="4381500"/>
          <p14:tracePt t="58611" x="1879600" y="4349750"/>
          <p14:tracePt t="58627" x="1879600" y="4343400"/>
          <p14:tracePt t="58644" x="1873250" y="4337050"/>
          <p14:tracePt t="58660" x="1873250" y="4330700"/>
          <p14:tracePt t="58695" x="1873250" y="4337050"/>
          <p14:tracePt t="58701" x="1873250" y="4356100"/>
          <p14:tracePt t="58715" x="1879600" y="4368800"/>
          <p14:tracePt t="58726" x="1885950" y="4387850"/>
          <p14:tracePt t="58744" x="1905000" y="4425950"/>
          <p14:tracePt t="58760" x="1917700" y="4445000"/>
          <p14:tracePt t="58777" x="1936750" y="4476750"/>
          <p14:tracePt t="58793" x="1943100" y="4483100"/>
          <p14:tracePt t="58810" x="1949450" y="4470400"/>
          <p14:tracePt t="58828" x="1949450" y="4432300"/>
          <p14:tracePt t="58843" x="1949450" y="4375150"/>
          <p14:tracePt t="58860" x="1943100" y="4330700"/>
          <p14:tracePt t="58877" x="1936750" y="4292600"/>
          <p14:tracePt t="58893" x="1930400" y="4267200"/>
          <p14:tracePt t="58910" x="1930400" y="4260850"/>
          <p14:tracePt t="58943" x="1930400" y="4292600"/>
          <p14:tracePt t="58961" x="1949450" y="4343400"/>
          <p14:tracePt t="58976" x="1968500" y="4375150"/>
          <p14:tracePt t="58993" x="1981200" y="4413250"/>
          <p14:tracePt t="59009" x="2012950" y="4457700"/>
          <p14:tracePt t="59013" x="2012950" y="4470400"/>
          <p14:tracePt t="59026" x="2025650" y="4476750"/>
          <p14:tracePt t="59042" x="2025650" y="4483100"/>
          <p14:tracePt t="59059" x="2025650" y="4476750"/>
          <p14:tracePt t="59075" x="2019300" y="4451350"/>
          <p14:tracePt t="59092" x="2012950" y="4438650"/>
          <p14:tracePt t="59109" x="2000250" y="4413250"/>
          <p14:tracePt t="59126" x="1993900" y="4400550"/>
          <p14:tracePt t="59142" x="1987550" y="4400550"/>
          <p14:tracePt t="59159" x="1987550" y="4394200"/>
          <p14:tracePt t="59175" x="1987550" y="4400550"/>
          <p14:tracePt t="59192" x="1987550" y="4406900"/>
          <p14:tracePt t="59208" x="1993900" y="4419600"/>
          <p14:tracePt t="59225" x="2000250" y="4425950"/>
          <p14:tracePt t="59242" x="2000250" y="4432300"/>
          <p14:tracePt t="59284" x="2000250" y="4425950"/>
          <p14:tracePt t="59312" x="2000250" y="4419600"/>
          <p14:tracePt t="59326" x="2000250" y="4413250"/>
          <p14:tracePt t="59334" x="2000250" y="4406900"/>
          <p14:tracePt t="59355" x="2000250" y="4400550"/>
          <p14:tracePt t="59361" x="2000250" y="4394200"/>
          <p14:tracePt t="59418" x="2000250" y="4400550"/>
          <p14:tracePt t="59425" x="2000250" y="4406900"/>
          <p14:tracePt t="59439" x="2000250" y="4413250"/>
          <p14:tracePt t="59445" x="2000250" y="4419600"/>
          <p14:tracePt t="59457" x="2006600" y="4419600"/>
          <p14:tracePt t="59475" x="2012950" y="4432300"/>
          <p14:tracePt t="59491" x="2019300" y="4438650"/>
          <p14:tracePt t="59508" x="2025650" y="4445000"/>
          <p14:tracePt t="59524" x="2025650" y="4438650"/>
          <p14:tracePt t="59541" x="2025650" y="4432300"/>
          <p14:tracePt t="59558" x="2025650" y="4413250"/>
          <p14:tracePt t="59573" x="2019300" y="4387850"/>
          <p14:tracePt t="59591" x="2012950" y="4362450"/>
          <p14:tracePt t="59608" x="2006600" y="4330700"/>
          <p14:tracePt t="59624" x="2000250" y="4324350"/>
          <p14:tracePt t="59659" x="2006600" y="4337050"/>
          <p14:tracePt t="59674" x="2006600" y="4349750"/>
          <p14:tracePt t="59690" x="2025650" y="4381500"/>
          <p14:tracePt t="59707" x="2051050" y="4419600"/>
          <p14:tracePt t="59723" x="2063750" y="4432300"/>
          <p14:tracePt t="59741" x="2082800" y="4445000"/>
          <p14:tracePt t="59756" x="2095500" y="4432300"/>
          <p14:tracePt t="59773" x="2095500" y="4413250"/>
          <p14:tracePt t="59790" x="2095500" y="4356100"/>
          <p14:tracePt t="59806" x="2082800" y="4286250"/>
          <p14:tracePt t="59823" x="2063750" y="4267200"/>
          <p14:tracePt t="59840" x="2051050" y="4229100"/>
          <p14:tracePt t="59857" x="2051050" y="4222750"/>
          <p14:tracePt t="59873" x="2044700" y="4216400"/>
          <p14:tracePt t="59890" x="2051050" y="4254500"/>
          <p14:tracePt t="59906" x="2057400" y="4273550"/>
          <p14:tracePt t="59923" x="2082800" y="4324350"/>
          <p14:tracePt t="59939" x="2114550" y="4375150"/>
          <p14:tracePt t="59956" x="2120900" y="4387850"/>
          <p14:tracePt t="59973" x="2127250" y="4400550"/>
          <p14:tracePt t="59990" x="2127250" y="4406900"/>
          <p14:tracePt t="60023" x="2133600" y="4406900"/>
          <p14:tracePt t="60100" x="2133600" y="4413250"/>
          <p14:tracePt t="60177" x="2133600" y="4419600"/>
          <p14:tracePt t="60247" x="2133600" y="4425950"/>
          <p14:tracePt t="60282" x="2146300" y="4432300"/>
          <p14:tracePt t="60289" x="2165350" y="4432300"/>
          <p14:tracePt t="60296" x="2178050" y="4432300"/>
          <p14:tracePt t="60310" x="2216150" y="4432300"/>
          <p14:tracePt t="60321" x="2254250" y="4432300"/>
          <p14:tracePt t="60338" x="2311400" y="4432300"/>
          <p14:tracePt t="60354" x="2438400" y="4419600"/>
          <p14:tracePt t="60371" x="2559050" y="4400550"/>
          <p14:tracePt t="60388" x="2641600" y="4375150"/>
          <p14:tracePt t="60404" x="2660650" y="4375150"/>
          <p14:tracePt t="60421" x="2686050" y="4368800"/>
          <p14:tracePt t="60438" x="2705100" y="4343400"/>
          <p14:tracePt t="60454" x="2686050" y="4324350"/>
          <p14:tracePt t="60471" x="2654300" y="4311650"/>
          <p14:tracePt t="60487" x="2565400" y="4273550"/>
          <p14:tracePt t="60504" x="2444750" y="4248150"/>
          <p14:tracePt t="60521" x="2279650" y="4235450"/>
          <p14:tracePt t="60537" x="2190750" y="4229100"/>
          <p14:tracePt t="60554" x="2012950" y="4229100"/>
          <p14:tracePt t="60558" x="1924050" y="4229100"/>
          <p14:tracePt t="60573" x="1860550" y="4229100"/>
          <p14:tracePt t="60587" x="1809750" y="4229100"/>
          <p14:tracePt t="60604" x="1714500" y="4241800"/>
          <p14:tracePt t="60620" x="1682750" y="4260850"/>
          <p14:tracePt t="60637" x="1676400" y="4273550"/>
          <p14:tracePt t="60654" x="1676400" y="4311650"/>
          <p14:tracePt t="60671" x="1695450" y="4349750"/>
          <p14:tracePt t="60687" x="1708150" y="4368800"/>
          <p14:tracePt t="60704" x="1765300" y="4419600"/>
          <p14:tracePt t="60720" x="1841500" y="4451350"/>
          <p14:tracePt t="60736" x="1892300" y="4457700"/>
          <p14:tracePt t="60754" x="2032000" y="4470400"/>
          <p14:tracePt t="60770" x="2114550" y="4457700"/>
          <p14:tracePt t="60787" x="2247900" y="4419600"/>
          <p14:tracePt t="60803" x="2336800" y="4362450"/>
          <p14:tracePt t="60820" x="2355850" y="4343400"/>
          <p14:tracePt t="60836" x="2374900" y="4279900"/>
          <p14:tracePt t="60852" x="2349500" y="4222750"/>
          <p14:tracePt t="60869" x="2324100" y="4184650"/>
          <p14:tracePt t="60887" x="2241550" y="4127500"/>
          <p14:tracePt t="60903" x="2133600" y="4070350"/>
          <p14:tracePt t="60919" x="2076450" y="4051300"/>
          <p14:tracePt t="60936" x="1974850" y="4051300"/>
          <p14:tracePt t="60952" x="1879600" y="4070350"/>
          <p14:tracePt t="60969" x="1854200" y="4083050"/>
          <p14:tracePt t="60986" x="1809750" y="4127500"/>
          <p14:tracePt t="61002" x="1790700" y="4165600"/>
          <p14:tracePt t="61020" x="1790700" y="4203700"/>
          <p14:tracePt t="61036" x="1790700" y="4216400"/>
          <p14:tracePt t="61052" x="1803400" y="4241800"/>
          <p14:tracePt t="61070" x="1860550" y="4279900"/>
          <p14:tracePt t="61085" x="1879600" y="4298950"/>
          <p14:tracePt t="61102" x="1911350" y="4305300"/>
          <p14:tracePt t="61119" x="1955800" y="4318000"/>
          <p14:tracePt t="61135" x="1974850" y="4324350"/>
          <p14:tracePt t="61152" x="1981200" y="4324350"/>
          <p14:tracePt t="61168" x="1987550" y="4324350"/>
          <p14:tracePt t="61195" x="1993900" y="4324350"/>
          <p14:tracePt t="61231" x="1993900" y="4330700"/>
          <p14:tracePt t="61245" x="1993900" y="4337050"/>
          <p14:tracePt t="61254" x="1987550" y="4356100"/>
          <p14:tracePt t="61268" x="1981200" y="4368800"/>
          <p14:tracePt t="61285" x="1974850" y="4413250"/>
          <p14:tracePt t="61302" x="1955800" y="4508500"/>
          <p14:tracePt t="61318" x="1949450" y="4565650"/>
          <p14:tracePt t="61335" x="1943100" y="4654550"/>
          <p14:tracePt t="61351" x="1943100" y="4718050"/>
          <p14:tracePt t="61368" x="1943100" y="4737100"/>
          <p14:tracePt t="61385" x="1943100" y="4762500"/>
          <p14:tracePt t="61401" x="1936750" y="4768850"/>
          <p14:tracePt t="61417" x="1936750" y="4775200"/>
          <p14:tracePt t="61450" x="1917700" y="4787900"/>
          <p14:tracePt t="61467" x="1905000" y="4787900"/>
          <p14:tracePt t="61484" x="1885950" y="4794250"/>
          <p14:tracePt t="61501" x="1873250" y="4800600"/>
          <p14:tracePt t="61517" x="1866900" y="4800600"/>
          <p14:tracePt t="61534" x="1854200" y="4806950"/>
          <p14:tracePt t="61554" x="1847850" y="4806950"/>
          <p14:tracePt t="61567" x="1841500" y="4806950"/>
          <p14:tracePt t="61603" x="1841500" y="4813300"/>
          <p14:tracePt t="61631" x="1835150" y="4813300"/>
          <p14:tracePt t="61660" x="1828800" y="4813300"/>
          <p14:tracePt t="61751" x="1828800" y="4819650"/>
          <p14:tracePt t="61772" x="1828800" y="4826000"/>
          <p14:tracePt t="61793" x="1835150" y="4826000"/>
          <p14:tracePt t="61807" x="1841500" y="4826000"/>
          <p14:tracePt t="61814" x="1847850" y="4826000"/>
          <p14:tracePt t="61828" x="1854200" y="4826000"/>
          <p14:tracePt t="61836" x="1866900" y="4826000"/>
          <p14:tracePt t="61850" x="1879600" y="4826000"/>
          <p14:tracePt t="61866" x="1911350" y="4832350"/>
          <p14:tracePt t="61883" x="1936750" y="4832350"/>
          <p14:tracePt t="61899" x="2000250" y="4832350"/>
          <p14:tracePt t="61916" x="2063750" y="4832350"/>
          <p14:tracePt t="61933" x="2095500" y="4832350"/>
          <p14:tracePt t="61948" x="2159000" y="4832350"/>
          <p14:tracePt t="61966" x="2178050" y="4832350"/>
          <p14:tracePt t="61983" x="2247900" y="4838700"/>
          <p14:tracePt t="61999" x="2260600" y="4838700"/>
          <p14:tracePt t="62016" x="2279650" y="4851400"/>
          <p14:tracePt t="62032" x="2330450" y="4851400"/>
          <p14:tracePt t="62049" x="2381250" y="4864100"/>
          <p14:tracePt t="62066" x="2419350" y="4864100"/>
          <p14:tracePt t="62082" x="2489200" y="4870450"/>
          <p14:tracePt t="62099" x="2571750" y="4876800"/>
          <p14:tracePt t="62116" x="2667000" y="4895850"/>
          <p14:tracePt t="62132" x="2692400" y="4895850"/>
          <p14:tracePt t="62148" x="2768600" y="4895850"/>
          <p14:tracePt t="62166" x="2876550" y="4902200"/>
          <p14:tracePt t="62182" x="2927350" y="4902200"/>
          <p14:tracePt t="62198" x="3028950" y="4902200"/>
          <p14:tracePt t="62215" x="3136900" y="4895850"/>
          <p14:tracePt t="62231" x="3175000" y="4895850"/>
          <p14:tracePt t="62248" x="3206750" y="4895850"/>
          <p14:tracePt t="62265" x="3282950" y="4889500"/>
          <p14:tracePt t="62281" x="3314700" y="4889500"/>
          <p14:tracePt t="62298" x="3333750" y="4889500"/>
          <p14:tracePt t="62315" x="3365500" y="4883150"/>
          <p14:tracePt t="62331" x="3403600" y="4870450"/>
          <p14:tracePt t="62349" x="3454400" y="4864100"/>
          <p14:tracePt t="62364" x="3479800" y="4857750"/>
          <p14:tracePt t="62381" x="3517900" y="4857750"/>
          <p14:tracePt t="62398" x="3568700" y="4851400"/>
          <p14:tracePt t="62414" x="3587750" y="4845050"/>
          <p14:tracePt t="62431" x="3619500" y="4845050"/>
          <p14:tracePt t="62447" x="3657600" y="4838700"/>
          <p14:tracePt t="62464" x="3689350" y="4838700"/>
          <p14:tracePt t="62481" x="3714750" y="4832350"/>
          <p14:tracePt t="62497" x="3746500" y="4832350"/>
          <p14:tracePt t="62514" x="3790950" y="4819650"/>
          <p14:tracePt t="62531" x="3848100" y="4819650"/>
          <p14:tracePt t="62547" x="3975100" y="4813300"/>
          <p14:tracePt t="62563" x="4051300" y="4813300"/>
          <p14:tracePt t="62580" x="4152900" y="4813300"/>
          <p14:tracePt t="62597" x="4191000" y="4813300"/>
          <p14:tracePt t="62614" x="4222750" y="4813300"/>
          <p14:tracePt t="62631" x="4273550" y="4813300"/>
          <p14:tracePt t="62647" x="4292600" y="4813300"/>
          <p14:tracePt t="62664" x="4318000" y="4813300"/>
          <p14:tracePt t="62680" x="4324350" y="4813300"/>
          <p14:tracePt t="62696" x="4330700" y="4813300"/>
          <p14:tracePt t="62924" x="4305300" y="4819650"/>
          <p14:tracePt t="62931" x="4241800" y="4819650"/>
          <p14:tracePt t="62946" x="4152900" y="4819650"/>
          <p14:tracePt t="62960" x="4051300" y="4819650"/>
          <p14:tracePt t="62966" x="3924300" y="4819650"/>
          <p14:tracePt t="62982" x="3784600" y="4819650"/>
          <p14:tracePt t="62996" x="3511550" y="4819650"/>
          <p14:tracePt t="63012" x="3384550" y="4819650"/>
          <p14:tracePt t="63029" x="3130550" y="4819650"/>
          <p14:tracePt t="63045" x="2940050" y="4819650"/>
          <p14:tracePt t="63062" x="2851150" y="4819650"/>
          <p14:tracePt t="63079" x="2616200" y="4838700"/>
          <p14:tracePt t="63095" x="2540000" y="4838700"/>
          <p14:tracePt t="63112" x="2413000" y="4851400"/>
          <p14:tracePt t="63129" x="2298700" y="4851400"/>
          <p14:tracePt t="63145" x="2235200" y="4851400"/>
          <p14:tracePt t="63162" x="2159000" y="4851400"/>
          <p14:tracePt t="63178" x="1974850" y="4826000"/>
          <p14:tracePt t="63195" x="1930400" y="4819650"/>
          <p14:tracePt t="63212" x="1873250" y="4806950"/>
          <p14:tracePt t="63227" x="1828800" y="4800600"/>
          <p14:tracePt t="63245" x="1816100" y="4800600"/>
          <p14:tracePt t="63262" x="1803400" y="4794250"/>
          <p14:tracePt t="63278" x="1790700" y="4794250"/>
          <p14:tracePt t="63294" x="1771650" y="4794250"/>
          <p14:tracePt t="63311" x="1758950" y="4794250"/>
          <p14:tracePt t="63328" x="1746250" y="4794250"/>
          <p14:tracePt t="63416" x="1739900" y="4794250"/>
          <p14:tracePt t="63522" x="1752600" y="4794250"/>
          <p14:tracePt t="63529" x="1758950" y="4794250"/>
          <p14:tracePt t="63543" x="1771650" y="4794250"/>
          <p14:tracePt t="63550" x="1790700" y="4794250"/>
          <p14:tracePt t="63564" x="1822450" y="4794250"/>
          <p14:tracePt t="63577" x="1866900" y="4794250"/>
          <p14:tracePt t="63593" x="2006600" y="4794250"/>
          <p14:tracePt t="63610" x="2108200" y="4794250"/>
          <p14:tracePt t="63627" x="2222500" y="4787900"/>
          <p14:tracePt t="63643" x="2476500" y="4781550"/>
          <p14:tracePt t="63661" x="2616200" y="4768850"/>
          <p14:tracePt t="63677" x="2870200" y="4743450"/>
          <p14:tracePt t="63693" x="2984500" y="4737100"/>
          <p14:tracePt t="63710" x="3098800" y="4737100"/>
          <p14:tracePt t="63727" x="3263900" y="4724400"/>
          <p14:tracePt t="63743" x="3346450" y="4730750"/>
          <p14:tracePt t="63760" x="3422650" y="4730750"/>
          <p14:tracePt t="63776" x="3549650" y="4730750"/>
          <p14:tracePt t="63793" x="3613150" y="4730750"/>
          <p14:tracePt t="63810" x="3676650" y="4730750"/>
          <p14:tracePt t="63826" x="3752850" y="4730750"/>
          <p14:tracePt t="63843" x="3816350" y="4724400"/>
          <p14:tracePt t="63859" x="3879850" y="4724400"/>
          <p14:tracePt t="63876" x="3975100" y="4730750"/>
          <p14:tracePt t="63892" x="4051300" y="4730750"/>
          <p14:tracePt t="63909" x="4203700" y="4730750"/>
          <p14:tracePt t="63926" x="4254500" y="4730750"/>
          <p14:tracePt t="63943" x="4292600" y="4730750"/>
          <p14:tracePt t="63958" x="4362450" y="4718050"/>
          <p14:tracePt t="63976" x="4394200" y="4718050"/>
          <p14:tracePt t="63993" x="4413250" y="4718050"/>
          <p14:tracePt t="64009" x="4419600" y="4718050"/>
          <p14:tracePt t="64049" x="4425950" y="4718050"/>
          <p14:tracePt t="64098" x="4425950" y="4724400"/>
          <p14:tracePt t="64133" x="4419600" y="4730750"/>
          <p14:tracePt t="64161" x="4406900" y="4737100"/>
          <p14:tracePt t="64168" x="4381500" y="4743450"/>
          <p14:tracePt t="64189" x="4356100" y="4743450"/>
          <p14:tracePt t="64203" x="4324350" y="4749800"/>
          <p14:tracePt t="64217" x="4273550" y="4762500"/>
          <p14:tracePt t="64238" x="4197350" y="4762500"/>
          <p14:tracePt t="64246" x="4121150" y="4762500"/>
          <p14:tracePt t="64261" x="4006850" y="4762500"/>
          <p14:tracePt t="64275" x="3892550" y="4762500"/>
          <p14:tracePt t="64291" x="3778250" y="4762500"/>
          <p14:tracePt t="64307" x="3663950" y="4762500"/>
          <p14:tracePt t="64324" x="3441700" y="4762500"/>
          <p14:tracePt t="64341" x="3314700" y="4762500"/>
          <p14:tracePt t="64358" x="3060700" y="4762500"/>
          <p14:tracePt t="64374" x="2933700" y="4762500"/>
          <p14:tracePt t="64391" x="2806700" y="4762500"/>
          <p14:tracePt t="64407" x="2451100" y="4743450"/>
          <p14:tracePt t="64424" x="2362200" y="4737100"/>
          <p14:tracePt t="64440" x="2216150" y="4705350"/>
          <p14:tracePt t="64458" x="2133600" y="4692650"/>
          <p14:tracePt t="64473" x="2108200" y="4679950"/>
          <p14:tracePt t="64491" x="2044700" y="4660900"/>
          <p14:tracePt t="64507" x="2019300" y="4654550"/>
          <p14:tracePt t="64523" x="2012950" y="4654550"/>
          <p14:tracePt t="64541" x="2006600" y="4654550"/>
          <p14:tracePt t="64618" x="2000250" y="4654550"/>
          <p14:tracePt t="64674" x="2000250" y="4648200"/>
          <p14:tracePt t="64688" x="2012950" y="4648200"/>
          <p14:tracePt t="64695" x="2025650" y="4648200"/>
          <p14:tracePt t="64710" x="2044700" y="4654550"/>
          <p14:tracePt t="64724" x="2127250" y="4660900"/>
          <p14:tracePt t="64740" x="2190750" y="4679950"/>
          <p14:tracePt t="64758" x="2279650" y="4692650"/>
          <p14:tracePt t="64773" x="2520950" y="4724400"/>
          <p14:tracePt t="64789" x="2660650" y="4737100"/>
          <p14:tracePt t="64806" x="2819400" y="4743450"/>
          <p14:tracePt t="64822" x="3143250" y="4756150"/>
          <p14:tracePt t="64839" x="3308350" y="4749800"/>
          <p14:tracePt t="64856" x="3549650" y="4743450"/>
          <p14:tracePt t="64872" x="3638550" y="4743450"/>
          <p14:tracePt t="64889" x="3714750" y="4743450"/>
          <p14:tracePt t="64906" x="3790950" y="4743450"/>
          <p14:tracePt t="64922" x="3841750" y="4730750"/>
          <p14:tracePt t="64939" x="3892550" y="4730750"/>
          <p14:tracePt t="64956" x="3937000" y="4724400"/>
          <p14:tracePt t="64972" x="3975100" y="4724400"/>
          <p14:tracePt t="64989" x="4006850" y="4718050"/>
          <p14:tracePt t="65005" x="4025900" y="4718050"/>
          <p14:tracePt t="65022" x="4038600" y="4718050"/>
          <p14:tracePt t="65712" x="4013200" y="4686300"/>
          <p14:tracePt t="65720" x="3968750" y="4641850"/>
          <p14:tracePt t="65733" x="3905250" y="4578350"/>
          <p14:tracePt t="65740" x="3848100" y="4508500"/>
          <p14:tracePt t="65752" x="3765550" y="4425950"/>
          <p14:tracePt t="65769" x="3663950" y="4330700"/>
          <p14:tracePt t="65786" x="3498850" y="4140200"/>
          <p14:tracePt t="65803" x="3270250" y="3886200"/>
          <p14:tracePt t="65819" x="3098800" y="3708400"/>
          <p14:tracePt t="65836" x="3016250" y="3644900"/>
          <p14:tracePt t="65853" x="2851150" y="3524250"/>
          <p14:tracePt t="65869" x="2794000" y="3486150"/>
          <p14:tracePt t="65885" x="2705100" y="3429000"/>
          <p14:tracePt t="65903" x="2654300" y="3409950"/>
          <p14:tracePt t="65919" x="2635250" y="3390900"/>
          <p14:tracePt t="65935" x="2616200" y="3384550"/>
          <p14:tracePt t="65952" x="2597150" y="3378200"/>
          <p14:tracePt t="65968" x="2590800" y="3378200"/>
          <p14:tracePt t="65986" x="2578100" y="3371850"/>
          <p14:tracePt t="66002" x="2559050" y="3359150"/>
          <p14:tracePt t="66018" x="2546350" y="3352800"/>
          <p14:tracePt t="66035" x="2514600" y="3333750"/>
          <p14:tracePt t="66052" x="2482850" y="3308350"/>
          <p14:tracePt t="66068" x="2470150" y="3302000"/>
          <p14:tracePt t="66086" x="2438400" y="3282950"/>
          <p14:tracePt t="66101" x="2419350" y="3276600"/>
          <p14:tracePt t="66118" x="2406650" y="3276600"/>
          <p14:tracePt t="66134" x="2406650" y="3270250"/>
          <p14:tracePt t="66152" x="2400300" y="3270250"/>
          <p14:tracePt t="66225" x="2400300" y="3263900"/>
          <p14:tracePt t="66443" x="2419350" y="3276600"/>
          <p14:tracePt t="66451" x="2451100" y="3302000"/>
          <p14:tracePt t="66464" x="2508250" y="3327400"/>
          <p14:tracePt t="66471" x="2552700" y="3346450"/>
          <p14:tracePt t="66486" x="2584450" y="3365500"/>
          <p14:tracePt t="66500" x="2622550" y="3371850"/>
          <p14:tracePt t="66517" x="2673350" y="3384550"/>
          <p14:tracePt t="66533" x="2686050" y="3390900"/>
          <p14:tracePt t="66550" x="2705100" y="3390900"/>
          <p14:tracePt t="66566" x="2711450" y="3390900"/>
          <p14:tracePt t="66633" x="2705100" y="3390900"/>
          <p14:tracePt t="66647" x="2692400" y="3390900"/>
          <p14:tracePt t="66654" x="2679700" y="3390900"/>
          <p14:tracePt t="66666" x="2647950" y="3390900"/>
          <p14:tracePt t="66683" x="2584450" y="3384550"/>
          <p14:tracePt t="66699" x="2514600" y="3365500"/>
          <p14:tracePt t="66717" x="2451100" y="3346450"/>
          <p14:tracePt t="66733" x="2197100" y="3276600"/>
          <p14:tracePt t="66749" x="2120900" y="3257550"/>
          <p14:tracePt t="66767" x="1974850" y="3206750"/>
          <p14:tracePt t="66782" x="1841500" y="3168650"/>
          <p14:tracePt t="66799" x="1797050" y="3162300"/>
          <p14:tracePt t="66816" x="1727200" y="3136900"/>
          <p14:tracePt t="66832" x="1714500" y="3130550"/>
          <p14:tracePt t="66849" x="1695450" y="3117850"/>
          <p14:tracePt t="66866" x="1689100" y="3111500"/>
          <p14:tracePt t="66935" x="1682750" y="3111500"/>
          <p14:tracePt t="66984" x="1689100" y="3117850"/>
          <p14:tracePt t="67006" x="1695450" y="3124200"/>
          <p14:tracePt t="67012" x="1695450" y="3130550"/>
          <p14:tracePt t="67026" x="1708150" y="3130550"/>
          <p14:tracePt t="67034" x="1714500" y="3136900"/>
          <p14:tracePt t="67050" x="1727200" y="3149600"/>
          <p14:tracePt t="67065" x="1746250" y="3162300"/>
          <p14:tracePt t="67081" x="1822450" y="3206750"/>
          <p14:tracePt t="67098" x="1962150" y="3263900"/>
          <p14:tracePt t="67114" x="2051050" y="3295650"/>
          <p14:tracePt t="67132" x="2247900" y="3359150"/>
          <p14:tracePt t="67148" x="2444750" y="3409950"/>
          <p14:tracePt t="67164" x="2520950" y="3429000"/>
          <p14:tracePt t="67181" x="2635250" y="3467100"/>
          <p14:tracePt t="67197" x="2679700" y="3479800"/>
          <p14:tracePt t="67214" x="2692400" y="3479800"/>
          <p14:tracePt t="67231" x="2698750" y="3486150"/>
          <p14:tracePt t="67247" x="2705100" y="3486150"/>
          <p14:tracePt t="67308" x="2711450" y="3486150"/>
          <p14:tracePt t="67357" x="2711450" y="3479800"/>
          <p14:tracePt t="67365" x="2698750" y="3473450"/>
          <p14:tracePt t="67378" x="2686050" y="3467100"/>
          <p14:tracePt t="67385" x="2673350" y="3460750"/>
          <p14:tracePt t="67401" x="2660650" y="3454400"/>
          <p14:tracePt t="67414" x="2628900" y="3448050"/>
          <p14:tracePt t="67430" x="2546350" y="3403600"/>
          <p14:tracePt t="67448" x="2432050" y="3365500"/>
          <p14:tracePt t="67464" x="2381250" y="3340100"/>
          <p14:tracePt t="67480" x="2266950" y="3295650"/>
          <p14:tracePt t="67497" x="2178050" y="3257550"/>
          <p14:tracePt t="67513" x="2152650" y="3251200"/>
          <p14:tracePt t="67530" x="2101850" y="3244850"/>
          <p14:tracePt t="67547" x="2076450" y="3238500"/>
          <p14:tracePt t="67563" x="2070100" y="3238500"/>
          <p14:tracePt t="67579" x="2057400" y="3238500"/>
          <p14:tracePt t="67687" x="2057400" y="3232150"/>
          <p14:tracePt t="67715" x="2057400" y="3219450"/>
          <p14:tracePt t="68156" x="2051050" y="3219450"/>
          <p14:tracePt t="68163" x="2032000" y="3225800"/>
          <p14:tracePt t="68178" x="2012950" y="3244850"/>
          <p14:tracePt t="68184" x="1993900" y="3263900"/>
          <p14:tracePt t="68198" x="1974850" y="3276600"/>
          <p14:tracePt t="68211" x="1955800" y="3302000"/>
          <p14:tracePt t="68227" x="1917700" y="3333750"/>
          <p14:tracePt t="68244" x="1911350" y="3346450"/>
          <p14:tracePt t="68261" x="1885950" y="3378200"/>
          <p14:tracePt t="68277" x="1866900" y="3397250"/>
          <p14:tracePt t="68294" x="1860550" y="3397250"/>
          <p14:tracePt t="68311" x="1847850" y="3409950"/>
          <p14:tracePt t="68327" x="1841500" y="3416300"/>
          <p14:tracePt t="68367" x="1835150" y="3422650"/>
          <p14:tracePt t="68376" x="1828800" y="3429000"/>
          <p14:tracePt t="68393" x="1822450" y="3429000"/>
          <p14:tracePt t="68410" x="1809750" y="3435350"/>
          <p14:tracePt t="68427" x="1803400" y="3448050"/>
          <p14:tracePt t="68444" x="1784350" y="3454400"/>
          <p14:tracePt t="68460" x="1778000" y="3460750"/>
          <p14:tracePt t="68477" x="1771650" y="3460750"/>
          <p14:tracePt t="68494" x="1752600" y="3467100"/>
          <p14:tracePt t="68510" x="1746250" y="3467100"/>
          <p14:tracePt t="68527" x="1733550" y="3473450"/>
          <p14:tracePt t="68543" x="1720850" y="3479800"/>
          <p14:tracePt t="68560" x="1708150" y="3479800"/>
          <p14:tracePt t="68576" x="1695450" y="3479800"/>
          <p14:tracePt t="68593" x="1676400" y="3486150"/>
          <p14:tracePt t="68609" x="1663700" y="3492500"/>
          <p14:tracePt t="68628" x="1651000" y="3492500"/>
          <p14:tracePt t="68642" x="1638300" y="3498850"/>
          <p14:tracePt t="68659" x="1612900" y="3505200"/>
          <p14:tracePt t="68676" x="1574800" y="3511550"/>
          <p14:tracePt t="68693" x="1568450" y="3511550"/>
          <p14:tracePt t="68709" x="1530350" y="3524250"/>
          <p14:tracePt t="68726" x="1504950" y="3524250"/>
          <p14:tracePt t="68760" x="1498600" y="3524250"/>
          <p14:tracePt t="68776" x="1492250" y="3524250"/>
          <p14:tracePt t="68831" x="1485900" y="3524250"/>
          <p14:tracePt t="68887" x="1498600" y="3524250"/>
          <p14:tracePt t="68915" x="1504950" y="3524250"/>
          <p14:tracePt t="68929" x="1511300" y="3524250"/>
          <p14:tracePt t="68950" x="1517650" y="3524250"/>
          <p14:tracePt t="68958" x="1524000" y="3524250"/>
          <p14:tracePt t="68971" x="1530350" y="3524250"/>
          <p14:tracePt t="68978" x="1530350" y="3530600"/>
          <p14:tracePt t="68992" x="1543050" y="3530600"/>
          <p14:tracePt t="69008" x="1555750" y="3530600"/>
          <p14:tracePt t="69024" x="1568450" y="3536950"/>
          <p14:tracePt t="69042" x="1612900" y="3536950"/>
          <p14:tracePt t="69058" x="1651000" y="3543300"/>
          <p14:tracePt t="69075" x="1682750" y="3543300"/>
          <p14:tracePt t="69091" x="1746250" y="3556000"/>
          <p14:tracePt t="69108" x="1778000" y="3562350"/>
          <p14:tracePt t="69124" x="1835150" y="3568700"/>
          <p14:tracePt t="69141" x="1879600" y="3568700"/>
          <p14:tracePt t="69157" x="1885950" y="3568700"/>
          <p14:tracePt t="69161" x="1898650" y="3568700"/>
          <p14:tracePt t="69175" x="1905000" y="3568700"/>
          <p14:tracePt t="69191" x="1911350" y="3568700"/>
          <p14:tracePt t="69252" x="1917700" y="3568700"/>
          <p14:tracePt t="69358" x="1924050" y="3568700"/>
          <p14:tracePt t="69372" x="1930400" y="3568700"/>
          <p14:tracePt t="69379" x="1936750" y="3568700"/>
          <p14:tracePt t="69393" x="1943100" y="3568700"/>
          <p14:tracePt t="69407" x="1974850" y="3575050"/>
          <p14:tracePt t="69423" x="2006600" y="3575050"/>
          <p14:tracePt t="69440" x="2032000" y="3581400"/>
          <p14:tracePt t="69456" x="2114550" y="3581400"/>
          <p14:tracePt t="69473" x="2209800" y="3587750"/>
          <p14:tracePt t="69490" x="2235200" y="3587750"/>
          <p14:tracePt t="69507" x="2286000" y="3594100"/>
          <p14:tracePt t="69523" x="2311400" y="3594100"/>
          <p14:tracePt t="69540" x="2317750" y="3594100"/>
          <p14:tracePt t="69556" x="2324100" y="3594100"/>
          <p14:tracePt t="69573" x="2330450" y="3594100"/>
          <p14:tracePt t="69618" x="2343150" y="3600450"/>
          <p14:tracePt t="69632" x="2349500" y="3600450"/>
          <p14:tracePt t="69641" x="2368550" y="3600450"/>
          <p14:tracePt t="69656" x="2381250" y="3600450"/>
          <p14:tracePt t="69673" x="2387600" y="3600450"/>
          <p14:tracePt t="69689" x="2463800" y="3619500"/>
          <p14:tracePt t="69706" x="2489200" y="3619500"/>
          <p14:tracePt t="69723" x="2540000" y="3625850"/>
          <p14:tracePt t="69739" x="2559050" y="3625850"/>
          <p14:tracePt t="69755" x="2584450" y="3625850"/>
          <p14:tracePt t="69772" x="2597150" y="3625850"/>
          <p14:tracePt t="69789" x="2609850" y="3625850"/>
          <p14:tracePt t="69969" x="2616200" y="3625850"/>
          <p14:tracePt t="70303" x="2616200" y="3606800"/>
          <p14:tracePt t="70317" x="2609850" y="3575050"/>
          <p14:tracePt t="70324" x="2590800" y="3530600"/>
          <p14:tracePt t="70337" x="2571750" y="3486150"/>
          <p14:tracePt t="70353" x="2520950" y="3397250"/>
          <p14:tracePt t="70370" x="2482850" y="3352800"/>
          <p14:tracePt t="70387" x="2413000" y="3276600"/>
          <p14:tracePt t="70403" x="2317750" y="3181350"/>
          <p14:tracePt t="70420" x="2273300" y="3143250"/>
          <p14:tracePt t="70437" x="2171700" y="3086100"/>
          <p14:tracePt t="70453" x="2127250" y="3073400"/>
          <p14:tracePt t="70470" x="2057400" y="3054350"/>
          <p14:tracePt t="70487" x="2000250" y="3054350"/>
          <p14:tracePt t="70503" x="1981200" y="3054350"/>
          <p14:tracePt t="70520" x="1943100" y="3054350"/>
          <p14:tracePt t="70536" x="1905000" y="3060700"/>
          <p14:tracePt t="70553" x="1898650" y="3060700"/>
          <p14:tracePt t="70570" x="1885950" y="3067050"/>
          <p14:tracePt t="70586" x="1879600" y="3073400"/>
          <p14:tracePt t="70620" x="1873250" y="3073400"/>
          <p14:tracePt t="70647" x="1873250" y="3079750"/>
          <p14:tracePt t="70655" x="1866900" y="3079750"/>
          <p14:tracePt t="70675" x="1860550" y="3086100"/>
          <p14:tracePt t="70685" x="1860550" y="3092450"/>
          <p14:tracePt t="70705" x="1860550" y="3098800"/>
          <p14:tracePt t="70745" x="1854200" y="3098800"/>
          <p14:tracePt t="70767" x="1847850" y="3105150"/>
          <p14:tracePt t="70774" x="1841500" y="3111500"/>
          <p14:tracePt t="70788" x="1841500" y="3117850"/>
          <p14:tracePt t="70802" x="1835150" y="3117850"/>
          <p14:tracePt t="70818" x="1822450" y="3130550"/>
          <p14:tracePt t="70835" x="1816100" y="3143250"/>
          <p14:tracePt t="70852" x="1809750" y="3155950"/>
          <p14:tracePt t="70868" x="1790700" y="3181350"/>
          <p14:tracePt t="70885" x="1771650" y="3187700"/>
          <p14:tracePt t="70901" x="1765300" y="3206750"/>
          <p14:tracePt t="70918" x="1752600" y="3219450"/>
          <p14:tracePt t="70935" x="1746250" y="3225800"/>
          <p14:tracePt t="71012" x="1746250" y="3232150"/>
          <p14:tracePt t="72163" x="1752600" y="3251200"/>
          <p14:tracePt t="72170" x="1765300" y="3282950"/>
          <p14:tracePt t="72184" x="1784350" y="3308350"/>
          <p14:tracePt t="72199" x="1822450" y="3384550"/>
          <p14:tracePt t="72214" x="1854200" y="3429000"/>
          <p14:tracePt t="72231" x="1873250" y="3454400"/>
          <p14:tracePt t="72247" x="1930400" y="3524250"/>
          <p14:tracePt t="72263" x="1987550" y="3549650"/>
          <p14:tracePt t="72280" x="2000250" y="3562350"/>
          <p14:tracePt t="72297" x="2032000" y="3581400"/>
          <p14:tracePt t="72313" x="2044700" y="3581400"/>
          <p14:tracePt t="72330" x="2051050" y="3581400"/>
          <p14:tracePt t="72347" x="2057400" y="3581400"/>
          <p14:tracePt t="72549" x="2063750" y="3581400"/>
          <p14:tracePt t="72570" x="2063750" y="3575050"/>
          <p14:tracePt t="72863" x="2063750" y="3625850"/>
          <p14:tracePt t="72870" x="2063750" y="3702050"/>
          <p14:tracePt t="72884" x="2076450" y="3784600"/>
          <p14:tracePt t="72894" x="2076450" y="3873500"/>
          <p14:tracePt t="72911" x="2082800" y="3937000"/>
          <p14:tracePt t="72928" x="2101850" y="4044950"/>
          <p14:tracePt t="72944" x="2108200" y="4102100"/>
          <p14:tracePt t="72962" x="2108200" y="4121150"/>
          <p14:tracePt t="72978" x="2108200" y="4127500"/>
          <p14:tracePt t="73081" x="2108200" y="4114800"/>
          <p14:tracePt t="73101" x="2108200" y="4102100"/>
          <p14:tracePt t="73116" x="2108200" y="4076700"/>
          <p14:tracePt t="73123" x="2089150" y="4057650"/>
          <p14:tracePt t="73137" x="2082800" y="4044950"/>
          <p14:tracePt t="73146" x="2082800" y="4019550"/>
          <p14:tracePt t="73160" x="2070100" y="3994150"/>
          <p14:tracePt t="73177" x="2051050" y="3943350"/>
          <p14:tracePt t="73194" x="2019300" y="3898900"/>
          <p14:tracePt t="73210" x="2012950" y="3873500"/>
          <p14:tracePt t="73228" x="1993900" y="3822700"/>
          <p14:tracePt t="73244" x="1968500" y="3778250"/>
          <p14:tracePt t="73260" x="1962150" y="3759200"/>
          <p14:tracePt t="73277" x="1955800" y="3727450"/>
          <p14:tracePt t="73293" x="1955800" y="3702050"/>
          <p14:tracePt t="73310" x="1962150" y="3695700"/>
          <p14:tracePt t="73327" x="1974850" y="3683000"/>
          <p14:tracePt t="73343" x="1981200" y="3676650"/>
          <p14:tracePt t="73359" x="1987550" y="3663950"/>
          <p14:tracePt t="73377" x="2000250" y="3663950"/>
          <p14:tracePt t="73393" x="2006600" y="3663950"/>
          <p14:tracePt t="73410" x="2012950" y="3663950"/>
          <p14:tracePt t="73426" x="2019300" y="3663950"/>
          <p14:tracePt t="73460" x="2025650" y="3663950"/>
          <p14:tracePt t="73496" x="2032000" y="3663950"/>
          <p14:tracePt t="73524" x="2038350" y="3663950"/>
          <p14:tracePt t="73587" x="2044700" y="3670300"/>
          <p14:tracePt t="73594" x="2044700" y="3676650"/>
          <p14:tracePt t="73609" x="2044700" y="3689350"/>
          <p14:tracePt t="73615" x="2044700" y="3695700"/>
          <p14:tracePt t="73629" x="2044700" y="3714750"/>
          <p14:tracePt t="73642" x="2044700" y="3752850"/>
          <p14:tracePt t="73658" x="2051050" y="3892550"/>
          <p14:tracePt t="73675" x="2051050" y="3981450"/>
          <p14:tracePt t="73679" x="2082800" y="4095750"/>
          <p14:tracePt t="73692" x="2108200" y="4222750"/>
          <p14:tracePt t="73708" x="2190750" y="4527550"/>
          <p14:tracePt t="73725" x="2235200" y="4667250"/>
          <p14:tracePt t="73742" x="2336800" y="4946650"/>
          <p14:tracePt t="73758" x="2387600" y="5130800"/>
          <p14:tracePt t="73775" x="2406650" y="5181600"/>
          <p14:tracePt t="73792" x="2432050" y="5232400"/>
          <p14:tracePt t="73808" x="2438400" y="5245100"/>
          <p14:tracePt t="73924" x="2438400" y="5238750"/>
          <p14:tracePt t="73938" x="2438400" y="5232400"/>
          <p14:tracePt t="73959" x="2432050" y="5226050"/>
          <p14:tracePt t="73967" x="2419350" y="5213350"/>
          <p14:tracePt t="73981" x="2406650" y="5200650"/>
          <p14:tracePt t="73990" x="2381250" y="5181600"/>
          <p14:tracePt t="74008" x="2355850" y="5168900"/>
          <p14:tracePt t="74024" x="2279650" y="5124450"/>
          <p14:tracePt t="74040" x="2178050" y="5099050"/>
          <p14:tracePt t="74058" x="2127250" y="5067300"/>
          <p14:tracePt t="74074" x="2108200" y="5060950"/>
          <p14:tracePt t="74090" x="2082800" y="5048250"/>
          <p14:tracePt t="74107" x="2070100" y="5041900"/>
          <p14:tracePt t="74140" x="2063750" y="5041900"/>
          <p14:tracePt t="74241" x="2063750" y="5035550"/>
          <p14:tracePt t="74247" x="2063750" y="5029200"/>
          <p14:tracePt t="74262" x="2076450" y="5022850"/>
          <p14:tracePt t="74273" x="2082800" y="5022850"/>
          <p14:tracePt t="74290" x="2101850" y="5016500"/>
          <p14:tracePt t="74307" x="2120900" y="5010150"/>
          <p14:tracePt t="74323" x="2171700" y="4997450"/>
          <p14:tracePt t="74340" x="2273300" y="4978400"/>
          <p14:tracePt t="74356" x="2336800" y="4959350"/>
          <p14:tracePt t="74373" x="2470150" y="4953000"/>
          <p14:tracePt t="74389" x="2584450" y="4953000"/>
          <p14:tracePt t="74406" x="2635250" y="4953000"/>
          <p14:tracePt t="74423" x="2730500" y="4953000"/>
          <p14:tracePt t="74439" x="2787650" y="4959350"/>
          <p14:tracePt t="74456" x="2813050" y="4965700"/>
          <p14:tracePt t="74473" x="2851150" y="4972050"/>
          <p14:tracePt t="74489" x="2889250" y="4978400"/>
          <p14:tracePt t="74506" x="2901950" y="4978400"/>
          <p14:tracePt t="74522" x="2952750" y="4978400"/>
          <p14:tracePt t="74539" x="2971800" y="4984750"/>
          <p14:tracePt t="74556" x="3028950" y="4984750"/>
          <p14:tracePt t="74572" x="3086100" y="4997450"/>
          <p14:tracePt t="74589" x="3124200" y="5003800"/>
          <p14:tracePt t="74606" x="3219450" y="5010150"/>
          <p14:tracePt t="74622" x="3308350" y="5010150"/>
          <p14:tracePt t="74638" x="3359150" y="5010150"/>
          <p14:tracePt t="74656" x="3467100" y="5022850"/>
          <p14:tracePt t="74672" x="3556000" y="5022850"/>
          <p14:tracePt t="74688" x="3600450" y="5016500"/>
          <p14:tracePt t="74705" x="3625850" y="5016500"/>
          <p14:tracePt t="74722" x="3670300" y="5003800"/>
          <p14:tracePt t="74738" x="3689350" y="5003800"/>
          <p14:tracePt t="74755" x="3733800" y="4991100"/>
          <p14:tracePt t="74771" x="3752850" y="4984750"/>
          <p14:tracePt t="74789" x="3771900" y="4984750"/>
          <p14:tracePt t="74805" x="3771900" y="4978400"/>
          <p14:tracePt t="74838" x="3778250" y="4978400"/>
          <p14:tracePt t="74855" x="3784600" y="4978400"/>
          <p14:tracePt t="74894" x="3790950" y="4978400"/>
          <p14:tracePt t="76469" x="3790950" y="4972050"/>
          <p14:tracePt t="76476" x="3790950" y="4940300"/>
          <p14:tracePt t="76490" x="3790950" y="4914900"/>
          <p14:tracePt t="76498" x="3790950" y="4883150"/>
          <p14:tracePt t="76515" x="3790950" y="4851400"/>
          <p14:tracePt t="76532" x="3790950" y="4781550"/>
          <p14:tracePt t="76549" x="3778250" y="4686300"/>
          <p14:tracePt t="76565" x="3759200" y="4629150"/>
          <p14:tracePt t="76582" x="3746500" y="4527550"/>
          <p14:tracePt t="76598" x="3708400" y="4381500"/>
          <p14:tracePt t="76615" x="3689350" y="4311650"/>
          <p14:tracePt t="76631" x="3625850" y="4152900"/>
          <p14:tracePt t="76649" x="3549650" y="4000500"/>
          <p14:tracePt t="76665" x="3505200" y="3924300"/>
          <p14:tracePt t="76681" x="3429000" y="3784600"/>
          <p14:tracePt t="76698" x="3378200" y="3714750"/>
          <p14:tracePt t="76715" x="3257550" y="3575050"/>
          <p14:tracePt t="76731" x="3225800" y="3543300"/>
          <p14:tracePt t="76748" x="3181350" y="3511550"/>
          <p14:tracePt t="76751" x="3136900" y="3498850"/>
          <p14:tracePt t="76765" x="3079750" y="3479800"/>
          <p14:tracePt t="76781" x="2997200" y="3460750"/>
          <p14:tracePt t="76798" x="2946400" y="3454400"/>
          <p14:tracePt t="76814" x="2838450" y="3441700"/>
          <p14:tracePt t="76831" x="2717800" y="3422650"/>
          <p14:tracePt t="76849" x="2635250" y="3409950"/>
          <p14:tracePt t="76864" x="2597150" y="3403600"/>
          <p14:tracePt t="76881" x="2527300" y="3384550"/>
          <p14:tracePt t="76898" x="2457450" y="3378200"/>
          <p14:tracePt t="76914" x="2419350" y="3371850"/>
          <p14:tracePt t="76931" x="2355850" y="3359150"/>
          <p14:tracePt t="76947" x="2298700" y="3352800"/>
          <p14:tracePt t="76964" x="2279650" y="3352800"/>
          <p14:tracePt t="76981" x="2241550" y="3359150"/>
          <p14:tracePt t="76997" x="2203450" y="3371850"/>
          <p14:tracePt t="77014" x="2190750" y="3378200"/>
          <p14:tracePt t="77031" x="2165350" y="3378200"/>
          <p14:tracePt t="77047" x="2159000" y="3378200"/>
          <p14:tracePt t="77063" x="2146300" y="3371850"/>
          <p14:tracePt t="77080" x="2139950" y="3365500"/>
          <p14:tracePt t="77097" x="2133600" y="3352800"/>
          <p14:tracePt t="77113" x="2127250" y="3346450"/>
          <p14:tracePt t="77900" x="2139950" y="3346450"/>
          <p14:tracePt t="77914" x="2152650" y="3346450"/>
          <p14:tracePt t="77921" x="2171700" y="3346450"/>
          <p14:tracePt t="77935" x="2184400" y="3346450"/>
          <p14:tracePt t="77943" x="2203450" y="3346450"/>
          <p14:tracePt t="77960" x="2222500" y="3346450"/>
          <p14:tracePt t="77977" x="2279650" y="3346450"/>
          <p14:tracePt t="77994" x="2349500" y="3346450"/>
          <p14:tracePt t="78011" x="2393950" y="3340100"/>
          <p14:tracePt t="78027" x="2482850" y="3340100"/>
          <p14:tracePt t="78044" x="2578100" y="3327400"/>
          <p14:tracePt t="78060" x="2616200" y="3327400"/>
          <p14:tracePt t="78076" x="2679700" y="3327400"/>
          <p14:tracePt t="78093" x="2724150" y="3321050"/>
          <p14:tracePt t="78111" x="2743200" y="3321050"/>
          <p14:tracePt t="78143" x="2749550" y="3321050"/>
          <p14:tracePt t="78160" x="2755900" y="3314700"/>
          <p14:tracePt t="78181" x="2768600" y="3302000"/>
          <p14:tracePt t="78196" x="2768600" y="3295650"/>
          <p14:tracePt t="78210" x="2781300" y="3282950"/>
          <p14:tracePt t="78226" x="2787650" y="3270250"/>
          <p14:tracePt t="78243" x="2794000" y="3257550"/>
          <p14:tracePt t="78259" x="2806700" y="3251200"/>
          <p14:tracePt t="78276" x="2819400" y="3251200"/>
          <p14:tracePt t="78295" x="2819400" y="3244850"/>
          <p14:tracePt t="78336" x="2825750" y="3238500"/>
          <p14:tracePt t="78364" x="2832100" y="3238500"/>
          <p14:tracePt t="78385" x="2838450" y="3232150"/>
          <p14:tracePt t="78393" x="2844800" y="3232150"/>
          <p14:tracePt t="78413" x="2851150" y="3232150"/>
          <p14:tracePt t="78427" x="2857500" y="3232150"/>
          <p14:tracePt t="78442" x="2863850" y="3232150"/>
          <p14:tracePt t="78462" x="2870200" y="3232150"/>
          <p14:tracePt t="78477" x="2876550" y="3232150"/>
          <p14:tracePt t="78497" x="2882900" y="3232150"/>
          <p14:tracePt t="78504" x="2889250" y="3232150"/>
          <p14:tracePt t="78554" x="2882900" y="3232150"/>
          <p14:tracePt t="78567" x="2876550" y="3232150"/>
          <p14:tracePt t="78576" x="2863850" y="3232150"/>
          <p14:tracePt t="78582" x="2851150" y="3232150"/>
          <p14:tracePt t="78596" x="2825750" y="3232150"/>
          <p14:tracePt t="78608" x="2787650" y="3238500"/>
          <p14:tracePt t="78625" x="2679700" y="3251200"/>
          <p14:tracePt t="78641" x="2616200" y="3251200"/>
          <p14:tracePt t="78658" x="2463800" y="3257550"/>
          <p14:tracePt t="78674" x="2317750" y="3295650"/>
          <p14:tracePt t="78691" x="2247900" y="3314700"/>
          <p14:tracePt t="78709" x="2133600" y="3371850"/>
          <p14:tracePt t="78724" x="2070100" y="3422650"/>
          <p14:tracePt t="78741" x="2044700" y="3467100"/>
          <p14:tracePt t="78758" x="2019300" y="3524250"/>
          <p14:tracePt t="78774" x="2019300" y="3556000"/>
          <p14:tracePt t="78791" x="2032000" y="3625850"/>
          <p14:tracePt t="78794" x="2051050" y="3670300"/>
          <p14:tracePt t="78808" x="2076450" y="3721100"/>
          <p14:tracePt t="78824" x="2114550" y="3790950"/>
          <p14:tracePt t="78841" x="2216150" y="3943350"/>
          <p14:tracePt t="78857" x="2368550" y="4146550"/>
          <p14:tracePt t="78874" x="2451100" y="4254500"/>
          <p14:tracePt t="78891" x="2654300" y="4451350"/>
          <p14:tracePt t="78907" x="2870200" y="4660900"/>
          <p14:tracePt t="78924" x="2965450" y="4737100"/>
          <p14:tracePt t="78940" x="3105150" y="4845050"/>
          <p14:tracePt t="78957" x="3162300" y="4883150"/>
          <p14:tracePt t="78973" x="3238500" y="4933950"/>
          <p14:tracePt t="78990" x="3257550" y="4946650"/>
          <p14:tracePt t="79007" x="3263900" y="4946650"/>
          <p14:tracePt t="79052" x="3270250" y="4946650"/>
          <p14:tracePt t="79074" x="3270250" y="4940300"/>
          <p14:tracePt t="79087" x="3270250" y="4933950"/>
          <p14:tracePt t="79095" x="3270250" y="4921250"/>
          <p14:tracePt t="79110" x="3251200" y="4876800"/>
          <p14:tracePt t="79124" x="3238500" y="4832350"/>
          <p14:tracePt t="79140" x="3168650" y="4699000"/>
          <p14:tracePt t="79157" x="3130550" y="4629150"/>
          <p14:tracePt t="79173" x="3022600" y="4438650"/>
          <p14:tracePt t="79189" x="2908300" y="4254500"/>
          <p14:tracePt t="79207" x="2781300" y="4038600"/>
          <p14:tracePt t="79223" x="2730500" y="3930650"/>
          <p14:tracePt t="79239" x="2635250" y="3771900"/>
          <p14:tracePt t="79257" x="2571750" y="3670300"/>
          <p14:tracePt t="79272" x="2552700" y="3638550"/>
          <p14:tracePt t="79289" x="2527300" y="3581400"/>
          <p14:tracePt t="79306" x="2514600" y="3562350"/>
          <p14:tracePt t="79322" x="2514600" y="3556000"/>
          <p14:tracePt t="79339" x="2508250" y="3556000"/>
          <p14:tracePt t="79356" x="2508250" y="3549650"/>
          <p14:tracePt t="79446" x="2508250" y="3556000"/>
          <p14:tracePt t="79460" x="2514600" y="3562350"/>
          <p14:tracePt t="79467" x="2520950" y="3562350"/>
          <p14:tracePt t="79481" x="2520950" y="3575050"/>
          <p14:tracePt t="79495" x="2527300" y="3581400"/>
          <p14:tracePt t="79516" x="2533650" y="3587750"/>
          <p14:tracePt t="79621" x="2540000" y="3594100"/>
          <p14:tracePt t="79635" x="2546350" y="3594100"/>
          <p14:tracePt t="79650" x="2546350" y="3600450"/>
          <p14:tracePt t="79658" x="2552700" y="3606800"/>
          <p14:tracePt t="79674" x="2552700" y="3613150"/>
          <p14:tracePt t="79687" x="2559050" y="3619500"/>
          <p14:tracePt t="79704" x="2584450" y="3657600"/>
          <p14:tracePt t="79721" x="2622550" y="3733800"/>
          <p14:tracePt t="79737" x="2660650" y="3790950"/>
          <p14:tracePt t="79755" x="2755900" y="3943350"/>
          <p14:tracePt t="79771" x="2857500" y="4108450"/>
          <p14:tracePt t="79787" x="2921000" y="4191000"/>
          <p14:tracePt t="79804" x="3009900" y="4337050"/>
          <p14:tracePt t="79821" x="3086100" y="4451350"/>
          <p14:tracePt t="79837" x="3111500" y="4495800"/>
          <p14:tracePt t="79854" x="3136900" y="4533900"/>
          <p14:tracePt t="79870" x="3149600" y="4552950"/>
          <p14:tracePt t="79887" x="3155950" y="4559300"/>
          <p14:tracePt t="79994" x="3155950" y="4565650"/>
          <p14:tracePt t="80589" x="3155950" y="4508500"/>
          <p14:tracePt t="80603" x="3155950" y="4489450"/>
          <p14:tracePt t="80610" x="3155950" y="4451350"/>
          <p14:tracePt t="80625" x="3155950" y="4419600"/>
          <p14:tracePt t="80634" x="3162300" y="4381500"/>
          <p14:tracePt t="80651" x="3162300" y="4343400"/>
          <p14:tracePt t="80668" x="3155950" y="4235450"/>
          <p14:tracePt t="80684" x="3111500" y="4089400"/>
          <p14:tracePt t="80701" x="3067050" y="4013200"/>
          <p14:tracePt t="80717" x="2984500" y="3822700"/>
          <p14:tracePt t="80734" x="2882900" y="3651250"/>
          <p14:tracePt t="80751" x="2838450" y="3568700"/>
          <p14:tracePt t="80767" x="2749550" y="3429000"/>
          <p14:tracePt t="80784" x="2698750" y="3327400"/>
          <p14:tracePt t="80801" x="2654300" y="3251200"/>
          <p14:tracePt t="80817" x="2647950" y="3232150"/>
          <p14:tracePt t="80835" x="2622550" y="3187700"/>
          <p14:tracePt t="80850" x="2597150" y="3162300"/>
          <p14:tracePt t="80867" x="2590800" y="3149600"/>
          <p14:tracePt t="80884" x="2571750" y="3136900"/>
          <p14:tracePt t="80900" x="2571750" y="3130550"/>
          <p14:tracePt t="80969" x="2565400" y="3130550"/>
          <p14:tracePt t="80990" x="2559050" y="3130550"/>
          <p14:tracePt t="80997" x="2559050" y="3136900"/>
          <p14:tracePt t="81011" x="2552700" y="3136900"/>
          <p14:tracePt t="81019" x="2540000" y="3143250"/>
          <p14:tracePt t="81034" x="2533650" y="3149600"/>
          <p14:tracePt t="81049" x="2527300" y="3155950"/>
          <p14:tracePt t="81067" x="2520950" y="3155950"/>
          <p14:tracePt t="81083" x="2508250" y="3162300"/>
          <p14:tracePt t="81100" x="2508250" y="3168650"/>
          <p14:tracePt t="81116" x="2495550" y="3168650"/>
          <p14:tracePt t="81153" x="2495550" y="3175000"/>
          <p14:tracePt t="81180" x="2489200" y="3181350"/>
          <p14:tracePt t="81243" x="2489200" y="3187700"/>
          <p14:tracePt t="81271" x="2482850" y="3200400"/>
          <p14:tracePt t="81292" x="2476500" y="3200400"/>
          <p14:tracePt t="81300" x="2476500" y="3206750"/>
          <p14:tracePt t="81306" x="2470150" y="3206750"/>
          <p14:tracePt t="81771" x="2457450" y="3206750"/>
          <p14:tracePt t="81785" x="2438400" y="3206750"/>
          <p14:tracePt t="81792" x="2425700" y="3206750"/>
          <p14:tracePt t="81806" x="2406650" y="3206750"/>
          <p14:tracePt t="81814" x="2387600" y="3206750"/>
          <p14:tracePt t="81830" x="2362200" y="3206750"/>
          <p14:tracePt t="81848" x="2324100" y="3206750"/>
          <p14:tracePt t="81863" x="2292350" y="3206750"/>
          <p14:tracePt t="81881" x="2273300" y="3213100"/>
          <p14:tracePt t="81897" x="2247900" y="3219450"/>
          <p14:tracePt t="81913" x="2222500" y="3219450"/>
          <p14:tracePt t="81930" x="2216150" y="3219450"/>
          <p14:tracePt t="81947" x="2203450" y="3219450"/>
          <p14:tracePt t="81963" x="2197100" y="3219450"/>
          <p14:tracePt t="82031" x="2190750" y="3219450"/>
          <p14:tracePt t="82101" x="2184400" y="3219450"/>
          <p14:tracePt t="82122" x="2178050" y="3219450"/>
          <p14:tracePt t="82143" x="2171700" y="3219450"/>
          <p14:tracePt t="82157" x="2165350" y="3219450"/>
          <p14:tracePt t="82165" x="2159000" y="3219450"/>
          <p14:tracePt t="82185" x="2152650" y="3219450"/>
          <p14:tracePt t="82196" x="2146300" y="3219450"/>
          <p14:tracePt t="82214" x="2133600" y="3219450"/>
          <p14:tracePt t="82230" x="2120900" y="3219450"/>
          <p14:tracePt t="82246" x="2095500" y="3219450"/>
          <p14:tracePt t="82263" x="2082800" y="3213100"/>
          <p14:tracePt t="82279" x="2044700" y="3213100"/>
          <p14:tracePt t="82295" x="2012950" y="3213100"/>
          <p14:tracePt t="82312" x="1968500" y="3213100"/>
          <p14:tracePt t="82329" x="1955800" y="3213100"/>
          <p14:tracePt t="82345" x="1943100" y="3219450"/>
          <p14:tracePt t="82362" x="1924050" y="3219450"/>
          <p14:tracePt t="82379" x="1917700" y="3219450"/>
          <p14:tracePt t="82403" x="1911350" y="3219450"/>
          <p14:tracePt t="82451" x="1905000" y="3219450"/>
          <p14:tracePt t="82537" x="1898650" y="3219450"/>
          <p14:tracePt t="82565" x="1898650" y="3225800"/>
          <p14:tracePt t="82572" x="1892300" y="3225800"/>
          <p14:tracePt t="82593" x="1885950" y="3225800"/>
          <p14:tracePt t="82613" x="1879600" y="3232150"/>
          <p14:tracePt t="82635" x="1873250" y="3232150"/>
          <p14:tracePt t="82662" x="1866900" y="3238500"/>
          <p14:tracePt t="82683" x="1860550" y="3238500"/>
          <p14:tracePt t="82705" x="1860550" y="3244850"/>
          <p14:tracePt t="82733" x="1854200" y="3251200"/>
          <p14:tracePt t="82768" x="1847850" y="3251200"/>
          <p14:tracePt t="82783" x="1841500" y="3251200"/>
          <p14:tracePt t="82817" x="1841500" y="3257550"/>
          <p14:tracePt t="82846" x="1835150" y="3263900"/>
          <p14:tracePt t="82853" x="1828800" y="3270250"/>
          <p14:tracePt t="82916" x="1822450" y="3282950"/>
          <p14:tracePt t="82958" x="1816100" y="3295650"/>
          <p14:tracePt t="82965" x="1816100" y="3302000"/>
          <p14:tracePt t="82986" x="1816100" y="3308350"/>
          <p14:tracePt t="82995" x="1816100" y="3314700"/>
          <p14:tracePt t="83014" x="1816100" y="3321050"/>
          <p14:tracePt t="83035" x="1816100" y="3333750"/>
          <p14:tracePt t="83049" x="1816100" y="3340100"/>
          <p14:tracePt t="83059" x="1816100" y="3352800"/>
          <p14:tracePt t="83076" x="1816100" y="3371850"/>
          <p14:tracePt t="83093" x="1822450" y="3403600"/>
          <p14:tracePt t="83109" x="1841500" y="3448050"/>
          <p14:tracePt t="83127" x="1854200" y="3479800"/>
          <p14:tracePt t="83142" x="1866900" y="3505200"/>
          <p14:tracePt t="83159" x="1885950" y="3517900"/>
          <p14:tracePt t="83176" x="1892300" y="3517900"/>
          <p14:tracePt t="83192" x="1917700" y="3517900"/>
          <p14:tracePt t="83209" x="1930400" y="3505200"/>
          <p14:tracePt t="83226" x="1949450" y="3473450"/>
          <p14:tracePt t="83242" x="1955800" y="3467100"/>
          <p14:tracePt t="83259" x="1962150" y="3460750"/>
          <p14:tracePt t="83275" x="1974850" y="3448050"/>
          <p14:tracePt t="83292" x="1974850" y="3441700"/>
          <p14:tracePt t="83309" x="1981200" y="3435350"/>
          <p14:tracePt t="83343" x="1981200" y="3422650"/>
          <p14:tracePt t="83387" x="1981200" y="3409950"/>
          <p14:tracePt t="83408" x="1981200" y="3403600"/>
          <p14:tracePt t="83415" x="1974850" y="3403600"/>
          <p14:tracePt t="83429" x="1968500" y="3397250"/>
          <p14:tracePt t="83441" x="1968500" y="3390900"/>
          <p14:tracePt t="83458" x="1962150" y="3384550"/>
          <p14:tracePt t="83475" x="1955800" y="3378200"/>
          <p14:tracePt t="83508" x="1949450" y="3371850"/>
          <p14:tracePt t="83527" x="1943100" y="3365500"/>
          <p14:tracePt t="83549" x="1936750" y="3365500"/>
          <p14:tracePt t="83576" x="1930400" y="3359150"/>
          <p14:tracePt t="83612" x="1924050" y="3352800"/>
          <p14:tracePt t="83625" x="1917700" y="3352800"/>
          <p14:tracePt t="83661" x="1917700" y="3346450"/>
          <p14:tracePt t="83689" x="1911350" y="3340100"/>
          <p14:tracePt t="83696" x="1905000" y="3340100"/>
          <p14:tracePt t="83710" x="1898650" y="3340100"/>
          <p14:tracePt t="83724" x="1892300" y="3340100"/>
          <p14:tracePt t="83741" x="1879600" y="3340100"/>
          <p14:tracePt t="83757" x="1873250" y="3340100"/>
          <p14:tracePt t="83774" x="1847850" y="3340100"/>
          <p14:tracePt t="83790" x="1803400" y="3340100"/>
          <p14:tracePt t="83807" x="1784350" y="3340100"/>
          <p14:tracePt t="83824" x="1739900" y="3333750"/>
          <p14:tracePt t="83840" x="1720850" y="3333750"/>
          <p14:tracePt t="83858" x="1670050" y="3327400"/>
          <p14:tracePt t="83873" x="1657350" y="3327400"/>
          <p14:tracePt t="83890" x="1651000" y="3321050"/>
          <p14:tracePt t="83893" x="1644650" y="3321050"/>
          <p14:tracePt t="83907" x="1638300" y="3321050"/>
          <p14:tracePt t="83923" x="1631950" y="3321050"/>
          <p14:tracePt t="83963" x="1631950" y="3314700"/>
          <p14:tracePt t="84069" x="1638300" y="3314700"/>
          <p14:tracePt t="84083" x="1651000" y="3314700"/>
          <p14:tracePt t="84092" x="1663700" y="3321050"/>
          <p14:tracePt t="84106" x="1676400" y="3321050"/>
          <p14:tracePt t="84122" x="1708150" y="3327400"/>
          <p14:tracePt t="84139" x="1847850" y="3371850"/>
          <p14:tracePt t="84156" x="1924050" y="3403600"/>
          <p14:tracePt t="84172" x="1993900" y="3429000"/>
          <p14:tracePt t="84189" x="2139950" y="3479800"/>
          <p14:tracePt t="84206" x="2241550" y="3536950"/>
          <p14:tracePt t="84223" x="2292350" y="3575050"/>
          <p14:tracePt t="84239" x="2311400" y="3594100"/>
          <p14:tracePt t="84255" x="2317750" y="3638550"/>
          <p14:tracePt t="84273" x="2311400" y="3670300"/>
          <p14:tracePt t="84288" x="2292350" y="3689350"/>
          <p14:tracePt t="84305" x="2260600" y="3721100"/>
          <p14:tracePt t="84322" x="2209800" y="3733800"/>
          <p14:tracePt t="84338" x="2178050" y="3740150"/>
          <p14:tracePt t="84355" x="2120900" y="3740150"/>
          <p14:tracePt t="84372" x="2076450" y="3733800"/>
          <p14:tracePt t="84388" x="2057400" y="3727450"/>
          <p14:tracePt t="84391" x="2044700" y="3714750"/>
          <p14:tracePt t="84405" x="2038350" y="3702050"/>
          <p14:tracePt t="84421" x="2025650" y="3663950"/>
          <p14:tracePt t="84438" x="2025650" y="3651250"/>
          <p14:tracePt t="84455" x="2025650" y="3613150"/>
          <p14:tracePt t="84471" x="2025650" y="3575050"/>
          <p14:tracePt t="84488" x="2032000" y="3543300"/>
          <p14:tracePt t="84505" x="2063750" y="3479800"/>
          <p14:tracePt t="84521" x="2082800" y="3435350"/>
          <p14:tracePt t="84538" x="2127250" y="3384550"/>
          <p14:tracePt t="84554" x="2171700" y="3346450"/>
          <p14:tracePt t="84571" x="2190750" y="3333750"/>
          <p14:tracePt t="84587" x="2241550" y="3308350"/>
          <p14:tracePt t="84604" x="2286000" y="3308350"/>
          <p14:tracePt t="84621" x="2298700" y="3308350"/>
          <p14:tracePt t="84638" x="2336800" y="3321050"/>
          <p14:tracePt t="84654" x="2393950" y="3359150"/>
          <p14:tracePt t="84670" x="2413000" y="3390900"/>
          <p14:tracePt t="84688" x="2451100" y="3435350"/>
          <p14:tracePt t="84704" x="2482850" y="3479800"/>
          <p14:tracePt t="84720" x="2495550" y="3498850"/>
          <p14:tracePt t="84737" x="2501900" y="3524250"/>
          <p14:tracePt t="84753" x="2501900" y="3536950"/>
          <p14:tracePt t="84772" x="2501900" y="3562350"/>
          <p14:tracePt t="84787" x="2495550" y="3568700"/>
          <p14:tracePt t="84803" x="2489200" y="3575050"/>
          <p14:tracePt t="84821" x="2457450" y="3587750"/>
          <p14:tracePt t="84837" x="2425700" y="3594100"/>
          <p14:tracePt t="84853" x="2400300" y="3594100"/>
          <p14:tracePt t="84870" x="2349500" y="3594100"/>
          <p14:tracePt t="84887" x="2298700" y="3575050"/>
          <p14:tracePt t="84904" x="2266950" y="3568700"/>
          <p14:tracePt t="84920" x="2209800" y="3524250"/>
          <p14:tracePt t="84937" x="2178050" y="3467100"/>
          <p14:tracePt t="84955" x="2159000" y="3429000"/>
          <p14:tracePt t="84969" x="2152650" y="3397250"/>
          <p14:tracePt t="84986" x="2152650" y="3346450"/>
          <p14:tracePt t="85004" x="2165350" y="3308350"/>
          <p14:tracePt t="85019" x="2190750" y="3282950"/>
          <p14:tracePt t="85036" x="2209800" y="3263900"/>
          <p14:tracePt t="85053" x="2317750" y="3213100"/>
          <p14:tracePt t="85069" x="2349500" y="3200400"/>
          <p14:tracePt t="85086" x="2393950" y="3181350"/>
          <p14:tracePt t="85103" x="2476500" y="3175000"/>
          <p14:tracePt t="85119" x="2533650" y="3181350"/>
          <p14:tracePt t="85136" x="2565400" y="3206750"/>
          <p14:tracePt t="85152" x="2628900" y="3244850"/>
          <p14:tracePt t="85169" x="2673350" y="3289300"/>
          <p14:tracePt t="85186" x="2692400" y="3327400"/>
          <p14:tracePt t="85202" x="2692400" y="3346450"/>
          <p14:tracePt t="85218" x="2698750" y="3390900"/>
          <p14:tracePt t="85236" x="2679700" y="3429000"/>
          <p14:tracePt t="85252" x="2667000" y="3454400"/>
          <p14:tracePt t="85268" x="2622550" y="3486150"/>
          <p14:tracePt t="85285" x="2559050" y="3517900"/>
          <p14:tracePt t="85302" x="2533650" y="3524250"/>
          <p14:tracePt t="85318" x="2501900" y="3524250"/>
          <p14:tracePt t="85335" x="2419350" y="3524250"/>
          <p14:tracePt t="85352" x="2400300" y="3524250"/>
          <p14:tracePt t="85369" x="2355850" y="3517900"/>
          <p14:tracePt t="85385" x="2336800" y="3511550"/>
          <p14:tracePt t="85402" x="2305050" y="3492500"/>
          <p14:tracePt t="85418" x="2273300" y="3473450"/>
          <p14:tracePt t="85435" x="2266950" y="3460750"/>
          <p14:tracePt t="85451" x="2254250" y="3441700"/>
          <p14:tracePt t="85469" x="2247900" y="3422650"/>
          <p14:tracePt t="85484" x="2247900" y="3416300"/>
          <p14:tracePt t="85501" x="2247900" y="3403600"/>
          <p14:tracePt t="85517" x="2260600" y="3378200"/>
          <p14:tracePt t="85534" x="2266950" y="3371850"/>
          <p14:tracePt t="85552" x="2286000" y="3346450"/>
          <p14:tracePt t="85568" x="2330450" y="3314700"/>
          <p14:tracePt t="85584" x="2349500" y="3302000"/>
          <p14:tracePt t="85601" x="2425700" y="3270250"/>
          <p14:tracePt t="85618" x="2495550" y="3263900"/>
          <p14:tracePt t="85634" x="2533650" y="3263900"/>
          <p14:tracePt t="85651" x="2641600" y="3295650"/>
          <p14:tracePt t="85667" x="2686050" y="3308350"/>
          <p14:tracePt t="85684" x="2800350" y="3384550"/>
          <p14:tracePt t="85700" x="2908300" y="3479800"/>
          <p14:tracePt t="85717" x="2952750" y="3530600"/>
          <p14:tracePt t="85734" x="3016250" y="3619500"/>
          <p14:tracePt t="85750" x="3041650" y="3689350"/>
          <p14:tracePt t="85767" x="3041650" y="3714750"/>
          <p14:tracePt t="85784" x="3035300" y="3765550"/>
          <p14:tracePt t="85800" x="2997200" y="3797300"/>
          <p14:tracePt t="85818" x="2984500" y="3803650"/>
          <p14:tracePt t="85833" x="2927350" y="3816350"/>
          <p14:tracePt t="85850" x="2876550" y="3829050"/>
          <p14:tracePt t="85867" x="2844800" y="3822700"/>
          <p14:tracePt t="85884" x="2762250" y="3797300"/>
          <p14:tracePt t="85900" x="2692400" y="3752850"/>
          <p14:tracePt t="85917" x="2660650" y="3733800"/>
          <p14:tracePt t="85933" x="2622550" y="3670300"/>
          <p14:tracePt t="85950" x="2597150" y="3644900"/>
          <p14:tracePt t="85967" x="2552700" y="3556000"/>
          <p14:tracePt t="85982" x="2546350" y="3511550"/>
          <p14:tracePt t="85999" x="2527300" y="3467100"/>
          <p14:tracePt t="86016" x="2520950" y="3403600"/>
          <p14:tracePt t="86032" x="2520950" y="3346450"/>
          <p14:tracePt t="86049" x="2520950" y="3321050"/>
          <p14:tracePt t="86066" x="2540000" y="3289300"/>
          <p14:tracePt t="86082" x="2584450" y="3257550"/>
          <p14:tracePt t="86099" x="2603500" y="3251200"/>
          <p14:tracePt t="86115" x="2673350" y="3244850"/>
          <p14:tracePt t="86132" x="2736850" y="3244850"/>
          <p14:tracePt t="86150" x="2813050" y="3263900"/>
          <p14:tracePt t="86165" x="2832100" y="3276600"/>
          <p14:tracePt t="86182" x="2882900" y="3302000"/>
          <p14:tracePt t="86199" x="2908300" y="3314700"/>
          <p14:tracePt t="86215" x="2914650" y="3321050"/>
          <p14:tracePt t="86232" x="2921000" y="3321050"/>
          <p14:tracePt t="86248" x="2927350" y="3333750"/>
          <p14:tracePt t="86265" x="2927350" y="3340100"/>
          <p14:tracePt t="86282" x="2914650" y="3365500"/>
          <p14:tracePt t="86298" x="2901950" y="3384550"/>
          <p14:tracePt t="86315" x="2870200" y="3441700"/>
          <p14:tracePt t="86332" x="2787650" y="3492500"/>
          <p14:tracePt t="86348" x="2743200" y="3517900"/>
          <p14:tracePt t="86365" x="2660650" y="3549650"/>
          <p14:tracePt t="86382" x="2590800" y="3568700"/>
          <p14:tracePt t="86398" x="2546350" y="3568700"/>
          <p14:tracePt t="86401" x="2527300" y="3568700"/>
          <p14:tracePt t="86415" x="2508250" y="3562350"/>
          <p14:tracePt t="86431" x="2470150" y="3524250"/>
          <p14:tracePt t="86447" x="2451100" y="3505200"/>
          <p14:tracePt t="86465" x="2425700" y="3448050"/>
          <p14:tracePt t="86481" x="2413000" y="3390900"/>
          <p14:tracePt t="86498" x="2406650" y="3352800"/>
          <p14:tracePt t="86515" x="2406650" y="3302000"/>
          <p14:tracePt t="86531" x="2406650" y="3244850"/>
          <p14:tracePt t="86547" x="2419350" y="3225800"/>
          <p14:tracePt t="86564" x="2444750" y="3181350"/>
          <p14:tracePt t="86580" x="2470150" y="3155950"/>
          <p14:tracePt t="86597" x="2520950" y="3143250"/>
          <p14:tracePt t="86614" x="2559050" y="3136900"/>
          <p14:tracePt t="86631" x="2584450" y="3136900"/>
          <p14:tracePt t="86647" x="2641600" y="3143250"/>
          <p14:tracePt t="86663" x="2717800" y="3187700"/>
          <p14:tracePt t="86680" x="2762250" y="3213100"/>
          <p14:tracePt t="86697" x="2838450" y="3282950"/>
          <p14:tracePt t="86713" x="2895600" y="3359150"/>
          <p14:tracePt t="86730" x="2921000" y="3409950"/>
          <p14:tracePt t="86747" x="2946400" y="3505200"/>
          <p14:tracePt t="86763" x="2933700" y="3587750"/>
          <p14:tracePt t="86780" x="2921000" y="3619500"/>
          <p14:tracePt t="86797" x="2882900" y="3670300"/>
          <p14:tracePt t="86813" x="2794000" y="3702050"/>
          <p14:tracePt t="86830" x="2711450" y="3727450"/>
          <p14:tracePt t="86846" x="2660650" y="3727450"/>
          <p14:tracePt t="86863" x="2616200" y="3727450"/>
          <p14:tracePt t="86881" x="2520950" y="3683000"/>
          <p14:tracePt t="86896" x="2508250" y="3670300"/>
          <p14:tracePt t="86913" x="2476500" y="3632200"/>
          <p14:tracePt t="86930" x="2444750" y="3562350"/>
          <p14:tracePt t="86946" x="2419350" y="3486150"/>
          <p14:tracePt t="86963" x="2413000" y="3448050"/>
          <p14:tracePt t="86979" x="2393950" y="3384550"/>
          <p14:tracePt t="86996" x="2393950" y="3333750"/>
          <p14:tracePt t="87013" x="2400300" y="3302000"/>
          <p14:tracePt t="87029" x="2425700" y="3276600"/>
          <p14:tracePt t="87046" x="2470150" y="3251200"/>
          <p14:tracePt t="87063" x="2527300" y="3225800"/>
          <p14:tracePt t="87079" x="2565400" y="3225800"/>
          <p14:tracePt t="87095" x="2622550" y="3225800"/>
          <p14:tracePt t="87112" x="2711450" y="3263900"/>
          <p14:tracePt t="87129" x="2743200" y="3289300"/>
          <p14:tracePt t="87145" x="2787650" y="3327400"/>
          <p14:tracePt t="87162" x="2863850" y="3448050"/>
          <p14:tracePt t="87178" x="2882900" y="3492500"/>
          <p14:tracePt t="87195" x="2889250" y="3530600"/>
          <p14:tracePt t="87211" x="2889250" y="3613150"/>
          <p14:tracePt t="87228" x="2857500" y="3663950"/>
          <p14:tracePt t="87246" x="2806700" y="3702050"/>
          <p14:tracePt t="87262" x="2762250" y="3727450"/>
          <p14:tracePt t="87278" x="2667000" y="3740150"/>
          <p14:tracePt t="87295" x="2590800" y="3733800"/>
          <p14:tracePt t="87311" x="2559050" y="3727450"/>
          <p14:tracePt t="87328" x="2501900" y="3683000"/>
          <p14:tracePt t="87344" x="2470150" y="3606800"/>
          <p14:tracePt t="87361" x="2457450" y="3562350"/>
          <p14:tracePt t="87378" x="2419350" y="3454400"/>
          <p14:tracePt t="87394" x="2381250" y="3365500"/>
          <p14:tracePt t="87411" x="2374900" y="3340100"/>
          <p14:tracePt t="87428" x="2368550" y="3289300"/>
          <p14:tracePt t="87444" x="2368550" y="3263900"/>
          <p14:tracePt t="87461" x="2374900" y="3257550"/>
          <p14:tracePt t="87478" x="2413000" y="3244850"/>
          <p14:tracePt t="87494" x="2438400" y="3244850"/>
          <p14:tracePt t="87511" x="2495550" y="3244850"/>
          <p14:tracePt t="87528" x="2578100" y="3270250"/>
          <p14:tracePt t="87544" x="2635250" y="3289300"/>
          <p14:tracePt t="87561" x="2736850" y="3346450"/>
          <p14:tracePt t="87577" x="2838450" y="3409950"/>
          <p14:tracePt t="87594" x="2870200" y="3454400"/>
          <p14:tracePt t="87611" x="2895600" y="3530600"/>
          <p14:tracePt t="87627" x="2895600" y="3594100"/>
          <p14:tracePt t="87644" x="2889250" y="3625850"/>
          <p14:tracePt t="87660" x="2832100" y="3683000"/>
          <p14:tracePt t="87677" x="2743200" y="3727450"/>
          <p14:tracePt t="87693" x="2705100" y="3733800"/>
          <p14:tracePt t="87710" x="2597150" y="3752850"/>
          <p14:tracePt t="87726" x="2501900" y="3752850"/>
          <p14:tracePt t="87744" x="2470150" y="3733800"/>
          <p14:tracePt t="87760" x="2425700" y="3702050"/>
          <p14:tracePt t="87777" x="2400300" y="3670300"/>
          <p14:tracePt t="87794" x="2381250" y="3556000"/>
          <p14:tracePt t="87810" x="2368550" y="3524250"/>
          <p14:tracePt t="87826" x="2368550" y="3498850"/>
          <p14:tracePt t="87843" x="2368550" y="3448050"/>
          <p14:tracePt t="87859" x="2381250" y="3422650"/>
          <p14:tracePt t="87876" x="2387600" y="3409950"/>
          <p14:tracePt t="87893" x="2400300" y="3390900"/>
          <p14:tracePt t="87909" x="2425700" y="3384550"/>
          <p14:tracePt t="87927" x="2457450" y="3378200"/>
          <p14:tracePt t="87943" x="2482850" y="3378200"/>
          <p14:tracePt t="87959" x="2520950" y="3384550"/>
          <p14:tracePt t="87976" x="2565400" y="3403600"/>
          <p14:tracePt t="87992" x="2578100" y="3409950"/>
          <p14:tracePt t="88009" x="2609850" y="3429000"/>
          <p14:tracePt t="88026" x="2616200" y="3441700"/>
          <p14:tracePt t="88042" x="2622550" y="3441700"/>
          <p14:tracePt t="88076" x="2603500" y="3460750"/>
          <p14:tracePt t="88092" x="2590800" y="3473450"/>
          <p14:tracePt t="88109" x="2578100" y="3479800"/>
          <p14:tracePt t="88125" x="2527300" y="3505200"/>
          <p14:tracePt t="88142" x="2463800" y="3536950"/>
          <p14:tracePt t="88159" x="2393950" y="3556000"/>
          <p14:tracePt t="88175" x="2355850" y="3556000"/>
          <p14:tracePt t="88192" x="2298700" y="3556000"/>
          <p14:tracePt t="88209" x="2235200" y="3530600"/>
          <p14:tracePt t="88225" x="2216150" y="3498850"/>
          <p14:tracePt t="88241" x="2190750" y="3435350"/>
          <p14:tracePt t="88258" x="2184400" y="3378200"/>
          <p14:tracePt t="88275" x="2184400" y="3333750"/>
          <p14:tracePt t="88291" x="2197100" y="3276600"/>
          <p14:tracePt t="88308" x="2235200" y="3244850"/>
          <p14:tracePt t="88324" x="2254250" y="3225800"/>
          <p14:tracePt t="88342" x="2305050" y="3213100"/>
          <p14:tracePt t="88358" x="2355850" y="3213100"/>
          <p14:tracePt t="88374" x="2387600" y="3232150"/>
          <p14:tracePt t="88391" x="2444750" y="3251200"/>
          <p14:tracePt t="88408" x="2463800" y="3263900"/>
          <p14:tracePt t="88424" x="2501900" y="3289300"/>
          <p14:tracePt t="88441" x="2514600" y="3308350"/>
          <p14:tracePt t="88474" x="2514600" y="3333750"/>
          <p14:tracePt t="88491" x="2495550" y="3352800"/>
          <p14:tracePt t="88507" x="2482850" y="3365500"/>
          <p14:tracePt t="88524" x="2432050" y="3397250"/>
          <p14:tracePt t="88540" x="2362200" y="3397250"/>
          <p14:tracePt t="88557" x="2324100" y="3397250"/>
          <p14:tracePt t="88574" x="2247900" y="3359150"/>
          <p14:tracePt t="88591" x="2190750" y="3302000"/>
          <p14:tracePt t="88607" x="2171700" y="3257550"/>
          <p14:tracePt t="88624" x="2127250" y="3149600"/>
          <p14:tracePt t="88640" x="2089150" y="3041650"/>
          <p14:tracePt t="88657" x="2076450" y="3009900"/>
          <p14:tracePt t="89315" x="2044700" y="3067050"/>
          <p14:tracePt t="89322" x="2019300" y="3136900"/>
          <p14:tracePt t="89336" x="2000250" y="3194050"/>
          <p14:tracePt t="89343" x="1987550" y="3257550"/>
          <p14:tracePt t="89354" x="1981200" y="3321050"/>
          <p14:tracePt t="89372" x="1981200" y="3486150"/>
          <p14:tracePt t="89387" x="1993900" y="3568700"/>
          <p14:tracePt t="89404" x="2025650" y="3657600"/>
          <p14:tracePt t="89408" x="2051050" y="3752850"/>
          <p14:tracePt t="89421" x="2127250" y="3924300"/>
          <p14:tracePt t="89437" x="2159000" y="4006850"/>
          <p14:tracePt t="89454" x="2184400" y="4070350"/>
          <p14:tracePt t="89471" x="2209800" y="4178300"/>
          <p14:tracePt t="89487" x="2222500" y="4260850"/>
          <p14:tracePt t="89504" x="2228850" y="4292600"/>
          <p14:tracePt t="89520" x="2235200" y="4324350"/>
          <p14:tracePt t="89537" x="2247900" y="4349750"/>
          <p14:tracePt t="89554" x="2266950" y="4368800"/>
          <p14:tracePt t="89570" x="2279650" y="4381500"/>
          <p14:tracePt t="89587" x="2298700" y="4400550"/>
          <p14:tracePt t="89604" x="2317750" y="4438650"/>
          <p14:tracePt t="89620" x="2330450" y="4457700"/>
          <p14:tracePt t="89637" x="2355850" y="4502150"/>
          <p14:tracePt t="89654" x="2374900" y="4533900"/>
          <p14:tracePt t="89670" x="2381250" y="4546600"/>
          <p14:tracePt t="89688" x="2393950" y="4559300"/>
          <p14:tracePt t="89703" x="2400300" y="4572000"/>
          <p14:tracePt t="89737" x="2400300" y="4578350"/>
          <p14:tracePt t="89786" x="2400300" y="4584700"/>
          <p14:tracePt t="89806" x="2400300" y="4591050"/>
          <p14:tracePt t="89828" x="2400300" y="4597400"/>
          <p14:tracePt t="89836" x="2400300" y="4603750"/>
          <p14:tracePt t="89842" x="2393950" y="4610100"/>
          <p14:tracePt t="89863" x="2387600" y="4616450"/>
          <p14:tracePt t="89884" x="2387600" y="4622800"/>
          <p14:tracePt t="89948" x="2387600" y="4629150"/>
          <p14:tracePt t="89983" x="2381250" y="4635500"/>
          <p14:tracePt t="90004" x="2381250" y="4641850"/>
          <p14:tracePt t="90017" x="2374900" y="4641850"/>
          <p14:tracePt t="90024" x="2374900" y="4648200"/>
          <p14:tracePt t="90045" x="2374900" y="4654550"/>
          <p14:tracePt t="90067" x="2368550" y="4654550"/>
          <p14:tracePt t="90074" x="2368550" y="4660900"/>
          <p14:tracePt t="90095" x="2362200" y="4660900"/>
          <p14:tracePt t="90116" x="2362200" y="4667250"/>
          <p14:tracePt t="90137" x="2362200" y="4673600"/>
          <p14:tracePt t="90158" x="2355850" y="4673600"/>
          <p14:tracePt t="90180" x="2355850" y="4679950"/>
          <p14:tracePt t="90229" x="2355850" y="4686300"/>
          <p14:tracePt t="90545" x="2355850" y="4679950"/>
          <p14:tracePt t="90558" x="2355850" y="4673600"/>
          <p14:tracePt t="90565" x="2355850" y="4667250"/>
          <p14:tracePt t="90587" x="2355850" y="4660900"/>
          <p14:tracePt t="90608" x="2355850" y="4648200"/>
          <p14:tracePt t="90615" x="2355850" y="4641850"/>
          <p14:tracePt t="90629" x="2355850" y="4629150"/>
          <p14:tracePt t="90637" x="2355850" y="4616450"/>
          <p14:tracePt t="90652" x="2349500" y="4603750"/>
          <p14:tracePt t="90666" x="2336800" y="4584700"/>
          <p14:tracePt t="90683" x="2311400" y="4559300"/>
          <p14:tracePt t="90700" x="2266950" y="4533900"/>
          <p14:tracePt t="90716" x="2247900" y="4527550"/>
          <p14:tracePt t="90733" x="2209800" y="4521200"/>
          <p14:tracePt t="90751" x="2190750" y="4533900"/>
          <p14:tracePt t="90766" x="2184400" y="4546600"/>
          <p14:tracePt t="90783" x="2171700" y="4584700"/>
          <p14:tracePt t="90799" x="2178050" y="4648200"/>
          <p14:tracePt t="90816" x="2184400" y="4673600"/>
          <p14:tracePt t="90833" x="2222500" y="4775200"/>
          <p14:tracePt t="90849" x="2260600" y="4864100"/>
          <p14:tracePt t="90866" x="2292350" y="4914900"/>
          <p14:tracePt t="90883" x="2362200" y="5010150"/>
          <p14:tracePt t="90899" x="2432050" y="5067300"/>
          <p14:tracePt t="90916" x="2476500" y="5092700"/>
          <p14:tracePt t="90932" x="2552700" y="5130800"/>
          <p14:tracePt t="90949" x="2578100" y="5130800"/>
          <p14:tracePt t="90965" x="2660650" y="5137150"/>
          <p14:tracePt t="90982" x="2730500" y="5118100"/>
          <p14:tracePt t="90998" x="2762250" y="5105400"/>
          <p14:tracePt t="91016" x="2819400" y="5035550"/>
          <p14:tracePt t="91032" x="2825750" y="5003800"/>
          <p14:tracePt t="91048" x="2825750" y="4978400"/>
          <p14:tracePt t="91065" x="2800350" y="4902200"/>
          <p14:tracePt t="91082" x="2730500" y="4800600"/>
          <p14:tracePt t="91098" x="2667000" y="4743450"/>
          <p14:tracePt t="91115" x="2540000" y="4654550"/>
          <p14:tracePt t="91131" x="2413000" y="4584700"/>
          <p14:tracePt t="91148" x="2349500" y="4565650"/>
          <p14:tracePt t="91165" x="2254250" y="4546600"/>
          <p14:tracePt t="91181" x="2197100" y="4546600"/>
          <p14:tracePt t="91199" x="2171700" y="4559300"/>
          <p14:tracePt t="91214" x="2171700" y="4572000"/>
          <p14:tracePt t="91231" x="2165350" y="4597400"/>
          <p14:tracePt t="91248" x="2171700" y="4660900"/>
          <p14:tracePt t="91264" x="2178050" y="4679950"/>
          <p14:tracePt t="91281" x="2203450" y="4711700"/>
          <p14:tracePt t="91297" x="2254250" y="4787900"/>
          <p14:tracePt t="91314" x="2324100" y="4857750"/>
          <p14:tracePt t="91331" x="2355850" y="4889500"/>
          <p14:tracePt t="91347" x="2470150" y="4946650"/>
          <p14:tracePt t="91364" x="2603500" y="4997450"/>
          <p14:tracePt t="91381" x="2774950" y="5022850"/>
          <p14:tracePt t="91397" x="2851150" y="5022850"/>
          <p14:tracePt t="91414" x="2965450" y="5022850"/>
          <p14:tracePt t="91431" x="3041650" y="4997450"/>
          <p14:tracePt t="91447" x="3060700" y="4991100"/>
          <p14:tracePt t="91464" x="3079750" y="4946650"/>
          <p14:tracePt t="91480" x="3079750" y="4889500"/>
          <p14:tracePt t="91497" x="3067050" y="4845050"/>
          <p14:tracePt t="91514" x="3048000" y="4819650"/>
          <p14:tracePt t="91530" x="2946400" y="4679950"/>
          <p14:tracePt t="91547" x="2901950" y="4622800"/>
          <p14:tracePt t="91564" x="2787650" y="4533900"/>
          <p14:tracePt t="91580" x="2736850" y="4495800"/>
          <p14:tracePt t="91597" x="2641600" y="4451350"/>
          <p14:tracePt t="91614" x="2571750" y="4438650"/>
          <p14:tracePt t="91630" x="2546350" y="4438650"/>
          <p14:tracePt t="91646" x="2533650" y="4438650"/>
          <p14:tracePt t="91663" x="2520950" y="4438650"/>
          <p14:tracePt t="91679" x="2514600" y="4445000"/>
          <p14:tracePt t="91696" x="2514600" y="4451350"/>
          <p14:tracePt t="91713" x="2508250" y="4451350"/>
          <p14:tracePt t="91747" x="2501900" y="4457700"/>
          <p14:tracePt t="92133" x="2501900" y="4483100"/>
          <p14:tracePt t="92146" x="2501900" y="4514850"/>
          <p14:tracePt t="92154" x="2501900" y="4552950"/>
          <p14:tracePt t="92167" x="2501900" y="4578350"/>
          <p14:tracePt t="92178" x="2514600" y="4610100"/>
          <p14:tracePt t="92195" x="2540000" y="4641850"/>
          <p14:tracePt t="92211" x="2597150" y="4699000"/>
          <p14:tracePt t="92228" x="2660650" y="4737100"/>
          <p14:tracePt t="92245" x="2762250" y="4787900"/>
          <p14:tracePt t="92261" x="2825750" y="4794250"/>
          <p14:tracePt t="92277" x="2971800" y="4806950"/>
          <p14:tracePt t="92295" x="3124200" y="4806950"/>
          <p14:tracePt t="92311" x="3175000" y="4794250"/>
          <p14:tracePt t="92328" x="3263900" y="4768850"/>
          <p14:tracePt t="92344" x="3295650" y="4762500"/>
          <p14:tracePt t="92361" x="3302000" y="4756150"/>
          <p14:tracePt t="92378" x="3308350" y="4756150"/>
          <p14:tracePt t="92435" x="3308350" y="4749800"/>
          <p14:tracePt t="92456" x="3289300" y="4743450"/>
          <p14:tracePt t="92463" x="3276600" y="4730750"/>
          <p14:tracePt t="92479" x="3238500" y="4724400"/>
          <p14:tracePt t="92493" x="3194050" y="4711700"/>
          <p14:tracePt t="92510" x="3073400" y="4686300"/>
          <p14:tracePt t="92527" x="2901950" y="4648200"/>
          <p14:tracePt t="92543" x="2838450" y="4635500"/>
          <p14:tracePt t="92560" x="2692400" y="4610100"/>
          <p14:tracePt t="92577" x="2597150" y="4591050"/>
          <p14:tracePt t="92593" x="2559050" y="4584700"/>
          <p14:tracePt t="92610" x="2527300" y="4572000"/>
          <p14:tracePt t="92627" x="2520950" y="4572000"/>
          <p14:tracePt t="92644" x="2514600" y="4572000"/>
          <p14:tracePt t="92688" x="2520950" y="4572000"/>
          <p14:tracePt t="92695" x="2533650" y="4572000"/>
          <p14:tracePt t="92712" x="2559050" y="4572000"/>
          <p14:tracePt t="92726" x="2578100" y="4578350"/>
          <p14:tracePt t="92743" x="2679700" y="4591050"/>
          <p14:tracePt t="92759" x="2876550" y="4616450"/>
          <p14:tracePt t="92776" x="2990850" y="4622800"/>
          <p14:tracePt t="92793" x="3270250" y="4654550"/>
          <p14:tracePt t="92809" x="3600450" y="4692650"/>
          <p14:tracePt t="92826" x="3759200" y="4692650"/>
          <p14:tracePt t="92843" x="4013200" y="4711700"/>
          <p14:tracePt t="92859" x="4191000" y="4711700"/>
          <p14:tracePt t="92876" x="4229100" y="4711700"/>
          <p14:tracePt t="92892" x="4267200" y="4711700"/>
          <p14:tracePt t="92909" x="4273550" y="4711700"/>
          <p14:tracePt t="92925" x="4279900" y="4711700"/>
          <p14:tracePt t="93391" x="4229100" y="4711700"/>
          <p14:tracePt t="93398" x="4152900" y="4718050"/>
          <p14:tracePt t="93413" x="4064000" y="4730750"/>
          <p14:tracePt t="93423" x="3968750" y="4737100"/>
          <p14:tracePt t="93441" x="3790950" y="4756150"/>
          <p14:tracePt t="93457" x="3702050" y="4756150"/>
          <p14:tracePt t="93474" x="3511550" y="4756150"/>
          <p14:tracePt t="93490" x="3321050" y="4756150"/>
          <p14:tracePt t="93507" x="3244850" y="4756150"/>
          <p14:tracePt t="93523" x="3105150" y="4768850"/>
          <p14:tracePt t="93540" x="2984500" y="4775200"/>
          <p14:tracePt t="93556" x="2946400" y="4787900"/>
          <p14:tracePt t="93574" x="2876550" y="4794250"/>
          <p14:tracePt t="93590" x="2825750" y="4794250"/>
          <p14:tracePt t="93606" x="2806700" y="4794250"/>
          <p14:tracePt t="93623" x="2781300" y="4794250"/>
          <p14:tracePt t="93639" x="2774950" y="4794250"/>
          <p14:tracePt t="93656" x="2768600" y="4787900"/>
          <p14:tracePt t="93673" x="2762250" y="4787900"/>
          <p14:tracePt t="93709" x="2762250" y="4781550"/>
          <p14:tracePt t="93729" x="2768600" y="4775200"/>
          <p14:tracePt t="93739" x="2774950" y="4768850"/>
          <p14:tracePt t="93755" x="2787650" y="4756150"/>
          <p14:tracePt t="93772" x="2825750" y="4737100"/>
          <p14:tracePt t="93789" x="2851150" y="4711700"/>
          <p14:tracePt t="94202" x="2851150" y="4660900"/>
          <p14:tracePt t="94210" x="2844800" y="4610100"/>
          <p14:tracePt t="94224" x="2838450" y="4546600"/>
          <p14:tracePt t="94238" x="2825750" y="4489450"/>
          <p14:tracePt t="94254" x="2800350" y="4343400"/>
          <p14:tracePt t="94271" x="2781300" y="4267200"/>
          <p14:tracePt t="94288" x="2749550" y="4108450"/>
          <p14:tracePt t="94304" x="2698750" y="3949700"/>
          <p14:tracePt t="94320" x="2679700" y="3886200"/>
          <p14:tracePt t="94337" x="2641600" y="3765550"/>
          <p14:tracePt t="94354" x="2628900" y="3676650"/>
          <p14:tracePt t="94371" x="2622550" y="3651250"/>
          <p14:tracePt t="94387" x="2616200" y="3606800"/>
          <p14:tracePt t="94404" x="2603500" y="3581400"/>
          <p14:tracePt t="94421" x="2590800" y="3562350"/>
          <p14:tracePt t="94437" x="2584450" y="3562350"/>
          <p14:tracePt t="94453" x="2578100" y="3549650"/>
          <p14:tracePt t="94470" x="2546350" y="3517900"/>
          <p14:tracePt t="94487" x="2540000" y="3511550"/>
          <p14:tracePt t="94503" x="2527300" y="3505200"/>
          <p14:tracePt t="94520" x="2501900" y="3492500"/>
          <p14:tracePt t="94537" x="2463800" y="3479800"/>
          <p14:tracePt t="94569" x="2438400" y="3479800"/>
          <p14:tracePt t="94586" x="2419350" y="3479800"/>
          <p14:tracePt t="94603" x="2400300" y="3479800"/>
          <p14:tracePt t="94619" x="2393950" y="3479800"/>
          <p14:tracePt t="94636" x="2374900" y="3486150"/>
          <p14:tracePt t="94653" x="2355850" y="3498850"/>
          <p14:tracePt t="94669" x="2349500" y="3498850"/>
          <p14:tracePt t="94686" x="2324100" y="3511550"/>
          <p14:tracePt t="94703" x="2311400" y="3517900"/>
          <p14:tracePt t="94719" x="2305050" y="3524250"/>
          <p14:tracePt t="94736" x="2305050" y="3530600"/>
          <p14:tracePt t="94752" x="2298700" y="3530600"/>
          <p14:tracePt t="94807" x="2311400" y="3536950"/>
          <p14:tracePt t="94814" x="2324100" y="3536950"/>
          <p14:tracePt t="94822" x="2343150" y="3543300"/>
          <p14:tracePt t="94838" x="2374900" y="3556000"/>
          <p14:tracePt t="94852" x="2425700" y="3556000"/>
          <p14:tracePt t="94869" x="2552700" y="3562350"/>
          <p14:tracePt t="94886" x="2730500" y="3581400"/>
          <p14:tracePt t="94902" x="2819400" y="3581400"/>
          <p14:tracePt t="94920" x="2965450" y="3581400"/>
          <p14:tracePt t="94935" x="3054350" y="3581400"/>
          <p14:tracePt t="94952" x="3079750" y="3581400"/>
          <p14:tracePt t="94969" x="3124200" y="3581400"/>
          <p14:tracePt t="94985" x="3143250" y="3581400"/>
          <p14:tracePt t="95004" x="3149600" y="3581400"/>
          <p14:tracePt t="95025" x="3155950" y="3581400"/>
          <p14:tracePt t="95034" x="3155950" y="3587750"/>
          <p14:tracePt t="95095" x="3143250" y="3587750"/>
          <p14:tracePt t="96028" x="3130550" y="3587750"/>
          <p14:tracePt t="96035" x="3098800" y="3587750"/>
          <p14:tracePt t="96051" x="3073400" y="3587750"/>
          <p14:tracePt t="96065" x="3041650" y="3587750"/>
          <p14:tracePt t="96081" x="2978150" y="3587750"/>
          <p14:tracePt t="96098" x="2940050" y="3587750"/>
          <p14:tracePt t="96114" x="2832100" y="3594100"/>
          <p14:tracePt t="96131" x="2730500" y="3594100"/>
          <p14:tracePt t="96148" x="2667000" y="3594100"/>
          <p14:tracePt t="96164" x="2546350" y="3587750"/>
          <p14:tracePt t="96181" x="2444750" y="3587750"/>
          <p14:tracePt t="96197" x="2374900" y="3587750"/>
          <p14:tracePt t="96214" x="2336800" y="3587750"/>
          <p14:tracePt t="96231" x="2292350" y="3587750"/>
          <p14:tracePt t="96248" x="2241550" y="3587750"/>
          <p14:tracePt t="96264" x="2222500" y="3587750"/>
          <p14:tracePt t="96282" x="2184400" y="3594100"/>
          <p14:tracePt t="96297" x="2165350" y="3594100"/>
          <p14:tracePt t="96313" x="2133600" y="3600450"/>
          <p14:tracePt t="96331" x="2114550" y="3606800"/>
          <p14:tracePt t="96347" x="2108200" y="3613150"/>
          <p14:tracePt t="96363" x="2101850" y="3619500"/>
          <p14:tracePt t="96380" x="2095500" y="3619500"/>
          <p14:tracePt t="96397" x="2095500" y="3625850"/>
          <p14:tracePt t="96450" x="2101850" y="3625850"/>
          <p14:tracePt t="96457" x="2108200" y="3625850"/>
          <p14:tracePt t="96471" x="2120900" y="3625850"/>
          <p14:tracePt t="96480" x="2133600" y="3625850"/>
          <p14:tracePt t="96497" x="2146300" y="3625850"/>
          <p14:tracePt t="96513" x="2171700" y="3632200"/>
          <p14:tracePt t="96529" x="2343150" y="3638550"/>
          <p14:tracePt t="96546" x="2432050" y="3663950"/>
          <p14:tracePt t="96563" x="2673350" y="3683000"/>
          <p14:tracePt t="96579" x="2800350" y="3695700"/>
          <p14:tracePt t="96596" x="3067050" y="3727450"/>
          <p14:tracePt t="96612" x="3295650" y="3733800"/>
          <p14:tracePt t="96629" x="3384550" y="3746500"/>
          <p14:tracePt t="96646" x="3505200" y="3752850"/>
          <p14:tracePt t="96663" x="3549650" y="3752850"/>
          <p14:tracePt t="96680" x="3562350" y="3752850"/>
          <p14:tracePt t="96696" x="3581400" y="3752850"/>
          <p14:tracePt t="96712" x="3587750" y="3752850"/>
          <p14:tracePt t="96732" x="3594100" y="3752850"/>
          <p14:tracePt t="96794" x="3594100" y="3746500"/>
          <p14:tracePt t="96801" x="3587750" y="3740150"/>
          <p14:tracePt t="97947" x="3594100" y="3740150"/>
          <p14:tracePt t="97955" x="3613150" y="3740150"/>
          <p14:tracePt t="97961" x="3632200" y="3733800"/>
          <p14:tracePt t="97977" x="3657600" y="3733800"/>
          <p14:tracePt t="97991" x="3676650" y="3727450"/>
          <p14:tracePt t="98008" x="3714750" y="3721100"/>
          <p14:tracePt t="98025" x="3759200" y="3714750"/>
          <p14:tracePt t="98041" x="3790950" y="3695700"/>
          <p14:tracePt t="98057" x="3848100" y="3670300"/>
          <p14:tracePt t="98075" x="3917950" y="3632200"/>
          <p14:tracePt t="98091" x="3949700" y="3606800"/>
          <p14:tracePt t="98107" x="4025900" y="3556000"/>
          <p14:tracePt t="98124" x="4089400" y="3505200"/>
          <p14:tracePt t="98141" x="4121150" y="3492500"/>
          <p14:tracePt t="98158" x="4140200" y="3479800"/>
          <p14:tracePt t="98174" x="4184650" y="3435350"/>
          <p14:tracePt t="98190" x="4191000" y="3429000"/>
          <p14:tracePt t="98208" x="4210050" y="3422650"/>
          <p14:tracePt t="98224" x="4216400" y="3416300"/>
          <p14:tracePt t="98240" x="4216400" y="3409950"/>
          <p14:tracePt t="98273" x="4222750" y="3403600"/>
          <p14:tracePt t="98299" x="4222750" y="3397250"/>
          <p14:tracePt t="98347" x="4229100" y="3390900"/>
          <p14:tracePt t="98376" x="4229100" y="3384550"/>
          <p14:tracePt t="98425" x="4235450" y="3378200"/>
          <p14:tracePt t="98446" x="4241800" y="3365500"/>
          <p14:tracePt t="98454" x="4248150" y="3365500"/>
          <p14:tracePt t="98468" x="4248150" y="3359150"/>
          <p14:tracePt t="98475" x="4254500" y="3359150"/>
          <p14:tracePt t="98496" x="4260850" y="3346450"/>
          <p14:tracePt t="98517" x="4260850" y="3340100"/>
          <p14:tracePt t="98545" x="4267200" y="3333750"/>
          <p14:tracePt t="98565" x="4273550" y="3333750"/>
          <p14:tracePt t="98594" x="4279900" y="3333750"/>
          <p14:tracePt t="98622" x="4279900" y="3327400"/>
          <p14:tracePt t="98980" x="4292600" y="3327400"/>
          <p14:tracePt t="98988" x="4311650" y="3327400"/>
          <p14:tracePt t="99002" x="4330700" y="3327400"/>
          <p14:tracePt t="99008" x="4356100" y="3327400"/>
          <p14:tracePt t="99020" x="4381500" y="3327400"/>
          <p14:tracePt t="99038" x="4451350" y="3327400"/>
          <p14:tracePt t="99054" x="4489450" y="3327400"/>
          <p14:tracePt t="99072" x="4559300" y="3302000"/>
          <p14:tracePt t="99087" x="4648200" y="3276600"/>
          <p14:tracePt t="99104" x="4686300" y="3270250"/>
          <p14:tracePt t="99121" x="4749800" y="3251200"/>
          <p14:tracePt t="99137" x="4768850" y="3244850"/>
          <p14:tracePt t="99154" x="4806950" y="3244850"/>
          <p14:tracePt t="99170" x="4845050" y="3238500"/>
          <p14:tracePt t="99187" x="4857750" y="3238500"/>
          <p14:tracePt t="99204" x="4889500" y="3244850"/>
          <p14:tracePt t="99220" x="4927600" y="3251200"/>
          <p14:tracePt t="99237" x="4940300" y="3251200"/>
          <p14:tracePt t="99254" x="4972050" y="3251200"/>
          <p14:tracePt t="99270" x="4997450" y="3257550"/>
          <p14:tracePt t="99287" x="5010150" y="3257550"/>
          <p14:tracePt t="99304" x="5029200" y="3257550"/>
          <p14:tracePt t="99320" x="5048250" y="3257550"/>
          <p14:tracePt t="99353" x="5060950" y="3257550"/>
          <p14:tracePt t="99370" x="5080000" y="3257550"/>
          <p14:tracePt t="99387" x="5111750" y="3257550"/>
          <p14:tracePt t="99404" x="5130800" y="3257550"/>
          <p14:tracePt t="99420" x="5149850" y="3257550"/>
          <p14:tracePt t="99436" x="5194300" y="3263900"/>
          <p14:tracePt t="99454" x="5251450" y="3263900"/>
          <p14:tracePt t="99469" x="5276850" y="3263900"/>
          <p14:tracePt t="99486" x="5321300" y="3257550"/>
          <p14:tracePt t="99503" x="5359400" y="3257550"/>
          <p14:tracePt t="99519" x="5372100" y="3257550"/>
          <p14:tracePt t="99523" x="5384800" y="3263900"/>
          <p14:tracePt t="99536" x="5391150" y="3263900"/>
          <p14:tracePt t="99553" x="5397500" y="3270250"/>
          <p14:tracePt t="99572" x="5397500" y="3276600"/>
          <p14:tracePt t="99612" x="5403850" y="3276600"/>
          <p14:tracePt t="99669" x="5391150" y="3276600"/>
          <p14:tracePt t="99683" x="5378450" y="3276600"/>
          <p14:tracePt t="99689" x="5359400" y="3282950"/>
          <p14:tracePt t="99705" x="5321300" y="3282950"/>
          <p14:tracePt t="99719" x="5194300" y="3295650"/>
          <p14:tracePt t="99735" x="5092700" y="3302000"/>
          <p14:tracePt t="99752" x="4965700" y="3314700"/>
          <p14:tracePt t="99768" x="4667250" y="3333750"/>
          <p14:tracePt t="99785" x="4305300" y="3371850"/>
          <p14:tracePt t="99802" x="3943350" y="3409950"/>
          <p14:tracePt t="99818" x="3778250" y="3435350"/>
          <p14:tracePt t="99835" x="3511550" y="3479800"/>
          <p14:tracePt t="99852" x="3295650" y="3498850"/>
          <p14:tracePt t="99868" x="3206750" y="3498850"/>
          <p14:tracePt t="99885" x="3079750" y="3511550"/>
          <p14:tracePt t="99901" x="2984500" y="3505200"/>
          <p14:tracePt t="99918" x="2965450" y="3505200"/>
          <p14:tracePt t="99935" x="2933700" y="3498850"/>
          <p14:tracePt t="99951" x="2914650" y="3492500"/>
          <p14:tracePt t="99967" x="2908300" y="3492500"/>
          <p14:tracePt t="99985" x="2895600" y="3492500"/>
          <p14:tracePt t="100001" x="2889250" y="3492500"/>
          <p14:tracePt t="100037" x="2882900" y="3498850"/>
          <p14:tracePt t="100062" x="2882900" y="3492500"/>
          <p14:tracePt t="100070" x="2882900" y="3479800"/>
          <p14:tracePt t="100084" x="2882900" y="3467100"/>
          <p14:tracePt t="100100" x="2882900" y="3448050"/>
          <p14:tracePt t="100118" x="2901950" y="3384550"/>
          <p14:tracePt t="100134" x="2921000" y="3352800"/>
          <p14:tracePt t="100150" x="2933700" y="3321050"/>
          <p14:tracePt t="100167" x="2978150" y="3289300"/>
          <p14:tracePt t="100184" x="3016250" y="3263900"/>
          <p14:tracePt t="100200" x="3048000" y="3257550"/>
          <p14:tracePt t="100217" x="3130550" y="3270250"/>
          <p14:tracePt t="100233" x="3238500" y="3302000"/>
          <p14:tracePt t="100251" x="3321050" y="3333750"/>
          <p14:tracePt t="100267" x="3505200" y="3384550"/>
          <p14:tracePt t="100284" x="3727450" y="3460750"/>
          <p14:tracePt t="100301" x="3962400" y="3543300"/>
          <p14:tracePt t="100316" x="4070350" y="3587750"/>
          <p14:tracePt t="100333" x="4171950" y="3619500"/>
          <p14:tracePt t="100350" x="4470400" y="3702050"/>
          <p14:tracePt t="100366" x="4552950" y="3721100"/>
          <p14:tracePt t="100383" x="4616450" y="3727450"/>
          <p14:tracePt t="100400" x="4743450" y="3727450"/>
          <p14:tracePt t="100416" x="4813300" y="3727450"/>
          <p14:tracePt t="100433" x="4838700" y="3727450"/>
          <p14:tracePt t="100449" x="4857750" y="3727450"/>
          <p14:tracePt t="100466" x="4864100" y="3733800"/>
          <p14:tracePt t="100483" x="4864100" y="3740150"/>
          <p14:tracePt t="100499" x="4864100" y="3746500"/>
          <p14:tracePt t="100515" x="4857750" y="3746500"/>
          <p14:tracePt t="103788" x="4864100" y="3746500"/>
          <p14:tracePt t="103805" x="4870450" y="3746500"/>
          <p14:tracePt t="103821" x="4895850" y="3740150"/>
          <p14:tracePt t="103837" x="4908550" y="3733800"/>
          <p14:tracePt t="103854" x="4921250" y="3727450"/>
          <p14:tracePt t="103871" x="4959350" y="3708400"/>
          <p14:tracePt t="103887" x="4984750" y="3702050"/>
          <p14:tracePt t="103904" x="4997450" y="3695700"/>
          <p14:tracePt t="103920" x="5016500" y="3683000"/>
          <p14:tracePt t="103937" x="5022850" y="3683000"/>
          <p14:tracePt t="103955" x="5022850" y="3676650"/>
          <p14:tracePt t="103987" x="5029200" y="3676650"/>
          <p14:tracePt t="104095" x="5035550" y="3670300"/>
          <p14:tracePt t="104123" x="5041900" y="3670300"/>
          <p14:tracePt t="104144" x="5054600" y="3663950"/>
          <p14:tracePt t="104165" x="5067300" y="3663950"/>
          <p14:tracePt t="104172" x="5073650" y="3663950"/>
          <p14:tracePt t="104187" x="5080000" y="3663950"/>
          <p14:tracePt t="104192" x="5111750" y="3663950"/>
          <p14:tracePt t="104207" x="5137150" y="3663950"/>
          <p14:tracePt t="104219" x="5175250" y="3670300"/>
          <p14:tracePt t="104236" x="5321300" y="3663950"/>
          <p14:tracePt t="104253" x="5410200" y="3651250"/>
          <p14:tracePt t="104270" x="5626100" y="3644900"/>
          <p14:tracePt t="104286" x="5867400" y="3619500"/>
          <p14:tracePt t="104303" x="5994400" y="3613150"/>
          <p14:tracePt t="104320" x="6223000" y="3581400"/>
          <p14:tracePt t="104336" x="6337300" y="3568700"/>
          <p14:tracePt t="104353" x="6527800" y="3549650"/>
          <p14:tracePt t="104369" x="6623050" y="3517900"/>
          <p14:tracePt t="104386" x="6807200" y="3454400"/>
          <p14:tracePt t="104402" x="6883400" y="3435350"/>
          <p14:tracePt t="104419" x="7016750" y="3397250"/>
          <p14:tracePt t="104435" x="7105650" y="3371850"/>
          <p14:tracePt t="104454" x="7175500" y="3346450"/>
          <p14:tracePt t="104469" x="7219950" y="3340100"/>
          <p14:tracePt t="104486" x="7277100" y="3327400"/>
          <p14:tracePt t="104503" x="7321550" y="3314700"/>
          <p14:tracePt t="104518" x="7340600" y="3314700"/>
          <p14:tracePt t="104536" x="7372350" y="3314700"/>
          <p14:tracePt t="104552" x="7410450" y="3308350"/>
          <p14:tracePt t="104568" x="7423150" y="3308350"/>
          <p14:tracePt t="104585" x="7461250" y="3308350"/>
          <p14:tracePt t="104602" x="7493000" y="3308350"/>
          <p14:tracePt t="104618" x="7505700" y="3308350"/>
          <p14:tracePt t="104636" x="7543800" y="3327400"/>
          <p14:tracePt t="104651" x="7556500" y="3333750"/>
          <p14:tracePt t="104668" x="7569200" y="3340100"/>
          <p14:tracePt t="104685" x="7613650" y="3371850"/>
          <p14:tracePt t="104701" x="7632700" y="3384550"/>
          <p14:tracePt t="104718" x="7645400" y="3390900"/>
          <p14:tracePt t="104735" x="7651750" y="3397250"/>
          <p14:tracePt t="104755" x="7658100" y="3403600"/>
          <p14:tracePt t="104776" x="7664450" y="3403600"/>
          <p14:tracePt t="104785" x="7664450" y="3409950"/>
          <p14:tracePt t="104804" x="7664450" y="3416300"/>
          <p14:tracePt t="105319" x="7683500" y="3416300"/>
          <p14:tracePt t="105326" x="7715250" y="3422650"/>
          <p14:tracePt t="105340" x="7740650" y="3422650"/>
          <p14:tracePt t="105348" x="7772400" y="3429000"/>
          <p14:tracePt t="105366" x="7810500" y="3435350"/>
          <p14:tracePt t="105383" x="7905750" y="3448050"/>
          <p14:tracePt t="105399" x="8007350" y="3454400"/>
          <p14:tracePt t="105415" x="8051800" y="3460750"/>
          <p14:tracePt t="105432" x="8159750" y="3479800"/>
          <p14:tracePt t="105449" x="8261350" y="3479800"/>
          <p14:tracePt t="105466" x="8331200" y="3486150"/>
          <p14:tracePt t="105482" x="8356600" y="3498850"/>
          <p14:tracePt t="105498" x="8369300" y="3498850"/>
          <p14:tracePt t="105516" x="8388350" y="3498850"/>
          <p14:tracePt t="105532" x="8401050" y="3498850"/>
          <p14:tracePt t="105549" x="8407400" y="3498850"/>
          <p14:tracePt t="105581" x="8413750" y="3498850"/>
          <p14:tracePt t="105599" x="8420100" y="3498850"/>
          <p14:tracePt t="105615" x="8439150" y="3492500"/>
          <p14:tracePt t="105631" x="8458200" y="3486150"/>
          <p14:tracePt t="105648" x="8470900" y="3486150"/>
          <p14:tracePt t="105665" x="8496300" y="3479800"/>
          <p14:tracePt t="105681" x="8509000" y="3473450"/>
          <p14:tracePt t="105698" x="8528050" y="3467100"/>
          <p14:tracePt t="105715" x="8572500" y="3454400"/>
          <p14:tracePt t="105731" x="8597900" y="3454400"/>
          <p14:tracePt t="105748" x="8642350" y="3435350"/>
          <p14:tracePt t="105764" x="8661400" y="3435350"/>
          <p14:tracePt t="105781" x="8680450" y="3429000"/>
          <p14:tracePt t="105797" x="8750300" y="3403600"/>
          <p14:tracePt t="105814" x="8763000" y="3397250"/>
          <p14:tracePt t="105831" x="8801100" y="3384550"/>
          <p14:tracePt t="105847" x="8813800" y="3378200"/>
          <p14:tracePt t="105864" x="8826500" y="3365500"/>
          <p14:tracePt t="106430" x="8832850" y="3365500"/>
          <p14:tracePt t="106494" x="8839200" y="3365500"/>
          <p14:tracePt t="106501" x="8845550" y="3365500"/>
          <p14:tracePt t="106521" x="8858250" y="3365500"/>
          <p14:tracePt t="106531" x="8864600" y="3359150"/>
          <p14:tracePt t="106544" x="8864600" y="3352800"/>
          <p14:tracePt t="106561" x="8870950" y="3352800"/>
          <p14:tracePt t="106578" x="8883650" y="3346450"/>
          <p14:tracePt t="106595" x="8883650" y="3340100"/>
          <p14:tracePt t="106611" x="8890000" y="3340100"/>
          <p14:tracePt t="106644" x="8896350" y="3340100"/>
          <p14:tracePt t="106950" x="8890000" y="3340100"/>
          <p14:tracePt t="106964" x="8883650" y="3346450"/>
          <p14:tracePt t="106971" x="8877300" y="3346450"/>
          <p14:tracePt t="106985" x="8870950" y="3346450"/>
          <p14:tracePt t="107007" x="8864600" y="3346450"/>
          <p14:tracePt t="107013" x="8858250" y="3352800"/>
          <p14:tracePt t="107026" x="8851900" y="3352800"/>
          <p14:tracePt t="107043" x="8845550" y="3352800"/>
          <p14:tracePt t="107060" x="8839200" y="3359150"/>
          <p14:tracePt t="107083" x="8832850" y="3359150"/>
          <p14:tracePt t="107105" x="8826500" y="3359150"/>
          <p14:tracePt t="107113" x="8826500" y="3365500"/>
          <p14:tracePt t="107129" x="8820150" y="3365500"/>
          <p14:tracePt t="107143" x="8813800" y="3365500"/>
          <p14:tracePt t="107162" x="8807450" y="3365500"/>
          <p14:tracePt t="107217" x="8801100" y="3365500"/>
          <p14:tracePt t="107245" x="8801100" y="3371850"/>
          <p14:tracePt t="107252" x="8794750" y="3371850"/>
          <p14:tracePt t="107274" x="8788400" y="3371850"/>
          <p14:tracePt t="107302" x="8782050" y="3371850"/>
          <p14:tracePt t="107393" x="8775700" y="3378200"/>
          <p14:tracePt t="107414" x="8763000" y="3384550"/>
          <p14:tracePt t="107428" x="8763000" y="3390900"/>
          <p14:tracePt t="107435" x="8756650" y="3390900"/>
          <p14:tracePt t="107444" x="8756650" y="3397250"/>
          <p14:tracePt t="107458" x="8756650" y="3403600"/>
          <p14:tracePt t="107475" x="8750300" y="3409950"/>
          <p14:tracePt t="107492" x="8724900" y="3429000"/>
          <p14:tracePt t="107508" x="8693150" y="3448050"/>
          <p14:tracePt t="107525" x="8680450" y="3460750"/>
          <p14:tracePt t="107541" x="8655050" y="3479800"/>
          <p14:tracePt t="107558" x="8629650" y="3492500"/>
          <p14:tracePt t="107575" x="8616950" y="3505200"/>
          <p14:tracePt t="107591" x="8616950" y="3511550"/>
          <p14:tracePt t="107639" x="8610600" y="3517900"/>
          <p14:tracePt t="107674" x="8610600" y="3524250"/>
          <p14:tracePt t="108016" x="8616950" y="3511550"/>
          <p14:tracePt t="108030" x="8642350" y="3505200"/>
          <p14:tracePt t="108037" x="8661400" y="3486150"/>
          <p14:tracePt t="108044" x="8674100" y="3473450"/>
          <p14:tracePt t="108059" x="8699500" y="3467100"/>
          <p14:tracePt t="108073" x="8712200" y="3454400"/>
          <p14:tracePt t="108089" x="8731250" y="3435350"/>
          <p14:tracePt t="108106" x="8737600" y="3429000"/>
          <p14:tracePt t="108123" x="8737600" y="3422650"/>
          <p14:tracePt t="108139" x="8750300" y="3416300"/>
          <p14:tracePt t="108157" x="8756650" y="3403600"/>
          <p14:tracePt t="108172" x="8763000" y="3397250"/>
          <p14:tracePt t="108190" x="8769350" y="3390900"/>
          <p14:tracePt t="108206" x="8775700" y="3384550"/>
          <p14:tracePt t="108628" x="8782050" y="3378200"/>
          <p14:tracePt t="108649" x="8782050" y="3371850"/>
          <p14:tracePt t="108677" x="8788400" y="3365500"/>
          <p14:tracePt t="108698" x="8794750" y="3365500"/>
          <p14:tracePt t="108733" x="8801100" y="3359150"/>
          <p14:tracePt t="108747" x="8807450" y="3359150"/>
          <p14:tracePt t="108831" x="8801100" y="3359150"/>
          <p14:tracePt t="108838" x="8794750" y="3365500"/>
          <p14:tracePt t="108852" x="8794750" y="3371850"/>
          <p14:tracePt t="108859" x="8788400" y="3371850"/>
          <p14:tracePt t="108873" x="8788400" y="3378200"/>
          <p14:tracePt t="108887" x="8782050" y="3378200"/>
          <p14:tracePt t="108909" x="8775700" y="3384550"/>
          <p14:tracePt t="108930" x="8769350" y="3390900"/>
          <p14:tracePt t="108944" x="8769350" y="3397250"/>
          <p14:tracePt t="108953" x="8763000" y="3397250"/>
          <p14:tracePt t="108970" x="8763000" y="3403600"/>
          <p14:tracePt t="108987" x="8756650" y="3403600"/>
          <p14:tracePt t="109003" x="8750300" y="3409950"/>
          <p14:tracePt t="109022" x="8743950" y="3409950"/>
          <p14:tracePt t="109063" x="8743950" y="3416300"/>
          <p14:tracePt t="109098" x="8737600" y="3422650"/>
          <p14:tracePt t="109190" x="8737600" y="3416300"/>
          <p14:tracePt t="109232" x="8743950" y="3409950"/>
          <p14:tracePt t="109239" x="8750300" y="3409950"/>
          <p14:tracePt t="109260" x="8750300" y="3403600"/>
          <p14:tracePt t="109281" x="8756650" y="3403600"/>
          <p14:tracePt t="109303" x="8763000" y="3397250"/>
          <p14:tracePt t="109309" x="8769350" y="3397250"/>
          <p14:tracePt t="109372" x="8775700" y="3390900"/>
          <p14:tracePt t="109379" x="8775700" y="3384550"/>
          <p14:tracePt t="109394" x="8782050" y="3384550"/>
          <p14:tracePt t="109422" x="8788400" y="3384550"/>
          <p14:tracePt t="109442" x="8794750" y="3384550"/>
          <p14:tracePt t="109471" x="8801100" y="3378200"/>
          <p14:tracePt t="109513" x="8801100" y="3371850"/>
          <p14:tracePt t="109583" x="8807450" y="3371850"/>
          <p14:tracePt t="109984" x="8775700" y="3378200"/>
          <p14:tracePt t="109998" x="8756650" y="3384550"/>
          <p14:tracePt t="110005" x="8718550" y="3390900"/>
          <p14:tracePt t="110016" x="8674100" y="3397250"/>
          <p14:tracePt t="110033" x="8591550" y="3416300"/>
          <p14:tracePt t="110049" x="8553450" y="3416300"/>
          <p14:tracePt t="110066" x="8502650" y="3422650"/>
          <p14:tracePt t="110083" x="8305800" y="3422650"/>
          <p14:tracePt t="110099" x="8229600" y="3422650"/>
          <p14:tracePt t="110116" x="8140700" y="3422650"/>
          <p14:tracePt t="110133" x="8013700" y="3422650"/>
          <p14:tracePt t="110149" x="7912100" y="3422650"/>
          <p14:tracePt t="110152" x="7854950" y="3422650"/>
          <p14:tracePt t="110168" x="7829550" y="3435350"/>
          <p14:tracePt t="110182" x="7797800" y="3441700"/>
          <p14:tracePt t="110199" x="7766050" y="3454400"/>
          <p14:tracePt t="110216" x="7747000" y="3467100"/>
          <p14:tracePt t="110232" x="7734300" y="3473450"/>
          <p14:tracePt t="110249" x="7715250" y="3473450"/>
          <p14:tracePt t="110266" x="7702550" y="3479800"/>
          <p14:tracePt t="110299" x="7696200" y="3486150"/>
          <p14:tracePt t="110886" x="7689850" y="3486150"/>
          <p14:tracePt t="110907" x="7689850" y="3492500"/>
          <p14:tracePt t="110921" x="7689850" y="3498850"/>
          <p14:tracePt t="110928" x="7702550" y="3505200"/>
          <p14:tracePt t="110934" x="7715250" y="3511550"/>
          <p14:tracePt t="110949" x="7734300" y="3517900"/>
          <p14:tracePt t="110964" x="7753350" y="3517900"/>
          <p14:tracePt t="110979" x="7810500" y="3524250"/>
          <p14:tracePt t="110996" x="7861300" y="3524250"/>
          <p14:tracePt t="111013" x="7981950" y="3524250"/>
          <p14:tracePt t="111029" x="8102600" y="3505200"/>
          <p14:tracePt t="111046" x="8178800" y="3486150"/>
          <p14:tracePt t="111063" x="8286750" y="3467100"/>
          <p14:tracePt t="111079" x="8394700" y="3448050"/>
          <p14:tracePt t="111096" x="8451850" y="3435350"/>
          <p14:tracePt t="111112" x="8464550" y="3429000"/>
          <p14:tracePt t="111128" x="8470900" y="3429000"/>
          <p14:tracePt t="111146" x="8477250" y="3429000"/>
          <p14:tracePt t="111181" x="8483600" y="3422650"/>
          <p14:tracePt t="111216" x="8489950" y="3416300"/>
          <p14:tracePt t="111230" x="8496300" y="3409950"/>
          <p14:tracePt t="111237" x="8502650" y="3409950"/>
          <p14:tracePt t="111251" x="8509000" y="3403600"/>
          <p14:tracePt t="111262" x="8521700" y="3397250"/>
          <p14:tracePt t="111279" x="8553450" y="3384550"/>
          <p14:tracePt t="111295" x="8572500" y="3378200"/>
          <p14:tracePt t="111312" x="8636000" y="3352800"/>
          <p14:tracePt t="111329" x="8693150" y="3340100"/>
          <p14:tracePt t="111345" x="8712200" y="3333750"/>
          <p14:tracePt t="111362" x="8750300" y="3321050"/>
          <p14:tracePt t="111379" x="8775700" y="3314700"/>
          <p14:tracePt t="111395" x="8782050" y="3308350"/>
          <p14:tracePt t="111428" x="8782050" y="3302000"/>
          <p14:tracePt t="111560" x="8775700" y="3308350"/>
          <p14:tracePt t="111567" x="8775700" y="3314700"/>
          <p14:tracePt t="111588" x="8763000" y="3321050"/>
          <p14:tracePt t="111602" x="8737600" y="3327400"/>
          <p14:tracePt t="111611" x="8718550" y="3333750"/>
          <p14:tracePt t="111627" x="8693150" y="3340100"/>
          <p14:tracePt t="111645" x="8585200" y="3359150"/>
          <p14:tracePt t="111660" x="8439150" y="3378200"/>
          <p14:tracePt t="111677" x="8362950" y="3397250"/>
          <p14:tracePt t="111694" x="8191500" y="3429000"/>
          <p14:tracePt t="111710" x="8039100" y="3448050"/>
          <p14:tracePt t="111727" x="7969250" y="3454400"/>
          <p14:tracePt t="111743" x="7874000" y="3473450"/>
          <p14:tracePt t="111760" x="7835900" y="3473450"/>
          <p14:tracePt t="111777" x="7804150" y="3479800"/>
          <p14:tracePt t="111793" x="7791450" y="3479800"/>
          <p14:tracePt t="111810" x="7785100" y="3479800"/>
          <p14:tracePt t="111841" x="7785100" y="3473450"/>
          <p14:tracePt t="111889" x="7785100" y="3467100"/>
          <p14:tracePt t="112170" x="7734300" y="3467100"/>
          <p14:tracePt t="112184" x="7651750" y="3479800"/>
          <p14:tracePt t="112192" x="7550150" y="3492500"/>
          <p14:tracePt t="112205" x="7435850" y="3505200"/>
          <p14:tracePt t="112212" x="7321550" y="3511550"/>
          <p14:tracePt t="112226" x="7219950" y="3524250"/>
          <p14:tracePt t="112243" x="7004050" y="3524250"/>
          <p14:tracePt t="112258" x="6889750" y="3524250"/>
          <p14:tracePt t="112275" x="6762750" y="3524250"/>
          <p14:tracePt t="112292" x="6470650" y="3511550"/>
          <p14:tracePt t="112308" x="6394450" y="3511550"/>
          <p14:tracePt t="112326" x="6280150" y="3498850"/>
          <p14:tracePt t="112341" x="6235700" y="3498850"/>
          <p14:tracePt t="112358" x="6159500" y="3492500"/>
          <p14:tracePt t="112375" x="6108700" y="3479800"/>
          <p14:tracePt t="112391" x="6096000" y="3473450"/>
          <p14:tracePt t="112409" x="6070600" y="3441700"/>
          <p14:tracePt t="112425" x="6070600" y="3429000"/>
          <p14:tracePt t="112442" x="6089650" y="3397250"/>
          <p14:tracePt t="112459" x="6108700" y="3378200"/>
          <p14:tracePt t="112475" x="6134100" y="3346450"/>
          <p14:tracePt t="112904" x="6064250" y="3346450"/>
          <p14:tracePt t="112911" x="6000750" y="3346450"/>
          <p14:tracePt t="112926" x="5911850" y="3359150"/>
          <p14:tracePt t="112940" x="5835650" y="3359150"/>
          <p14:tracePt t="112956" x="5676900" y="3384550"/>
          <p14:tracePt t="112973" x="5626100" y="3384550"/>
          <p14:tracePt t="112990" x="5518150" y="3403600"/>
          <p14:tracePt t="113007" x="5448300" y="3416300"/>
          <p14:tracePt t="113023" x="5416550" y="3416300"/>
          <p14:tracePt t="113039" x="5378450" y="3416300"/>
          <p14:tracePt t="113056" x="5346700" y="3416300"/>
          <p14:tracePt t="113073" x="5302250" y="3409950"/>
          <p14:tracePt t="113089" x="5289550" y="3403600"/>
          <p14:tracePt t="113106" x="5276850" y="3403600"/>
          <p14:tracePt t="113123" x="5257800" y="3397250"/>
          <p14:tracePt t="113139" x="5257800" y="3390900"/>
          <p14:tracePt t="113155" x="5245100" y="3384550"/>
          <p14:tracePt t="113172" x="5257800" y="3371850"/>
          <p14:tracePt t="113637" x="5207000" y="3371850"/>
          <p14:tracePt t="113643" x="5137150" y="3371850"/>
          <p14:tracePt t="113658" x="5073650" y="3384550"/>
          <p14:tracePt t="113670" x="4997450" y="3384550"/>
          <p14:tracePt t="113687" x="4819650" y="3403600"/>
          <p14:tracePt t="113703" x="4737100" y="3416300"/>
          <p14:tracePt t="113707" x="4648200" y="3416300"/>
          <p14:tracePt t="113721" x="4584700" y="3422650"/>
          <p14:tracePt t="113737" x="4445000" y="3441700"/>
          <p14:tracePt t="113753" x="4375150" y="3454400"/>
          <p14:tracePt t="113770" x="4286250" y="3460750"/>
          <p14:tracePt t="113787" x="4216400" y="3467100"/>
          <p14:tracePt t="113803" x="4191000" y="3467100"/>
          <p14:tracePt t="113820" x="4152900" y="3467100"/>
          <p14:tracePt t="113836" x="4121150" y="3467100"/>
          <p14:tracePt t="113854" x="4108450" y="3467100"/>
          <p14:tracePt t="113869" x="4083050" y="3467100"/>
          <p14:tracePt t="113886" x="4070350" y="3467100"/>
          <p14:tracePt t="113904" x="4038600" y="3467100"/>
          <p14:tracePt t="113919" x="4032250" y="3467100"/>
          <p14:tracePt t="113936" x="4019550" y="3467100"/>
          <p14:tracePt t="113953" x="4013200" y="3467100"/>
          <p14:tracePt t="114558" x="3987800" y="3473450"/>
          <p14:tracePt t="114572" x="3943350" y="3486150"/>
          <p14:tracePt t="114579" x="3905250" y="3492500"/>
          <p14:tracePt t="114586" x="3873500" y="3498850"/>
          <p14:tracePt t="114603" x="3841750" y="3498850"/>
          <p14:tracePt t="114617" x="3803650" y="3505200"/>
          <p14:tracePt t="114634" x="3746500" y="3511550"/>
          <p14:tracePt t="114650" x="3708400" y="3517900"/>
          <p14:tracePt t="114667" x="3689350" y="3517900"/>
          <p14:tracePt t="114684" x="3670300" y="3530600"/>
          <p14:tracePt t="114700" x="3651250" y="3530600"/>
          <p14:tracePt t="114717" x="3651250" y="3536950"/>
          <p14:tracePt t="114720" x="3644900" y="3543300"/>
          <p14:tracePt t="114734" x="3638550" y="3556000"/>
          <p14:tracePt t="114750" x="3638550" y="3575050"/>
          <p14:tracePt t="114766" x="3632200" y="3587750"/>
          <p14:tracePt t="114784" x="3632200" y="3606800"/>
          <p14:tracePt t="114800" x="3632200" y="3644900"/>
          <p14:tracePt t="114816" x="3632200" y="3670300"/>
          <p14:tracePt t="114833" x="3632200" y="3714750"/>
          <p14:tracePt t="114850" x="3632200" y="3733800"/>
          <p14:tracePt t="114866" x="3638550" y="3784600"/>
          <p14:tracePt t="114883" x="3644900" y="3816350"/>
          <p14:tracePt t="114899" x="3644900" y="3829050"/>
          <p14:tracePt t="114917" x="3644900" y="3835400"/>
          <p14:tracePt t="114932" x="3644900" y="3841750"/>
          <p14:tracePt t="117507" x="3644900" y="3854450"/>
          <p14:tracePt t="117521" x="3644900" y="3867150"/>
          <p14:tracePt t="117528" x="3644900" y="3879850"/>
          <p14:tracePt t="117540" x="3644900" y="3892550"/>
          <p14:tracePt t="117557" x="3644900" y="3911600"/>
          <p14:tracePt t="117573" x="3644900" y="3917950"/>
          <p14:tracePt t="117590" x="3651250" y="3924300"/>
          <p14:tracePt t="117607" x="3676650" y="3949700"/>
          <p14:tracePt t="117623" x="3683000" y="3956050"/>
          <p14:tracePt t="117656" x="3714750" y="3956050"/>
          <p14:tracePt t="117673" x="3740150" y="3956050"/>
          <p14:tracePt t="117690" x="3765550" y="3956050"/>
          <p14:tracePt t="117706" x="3778250" y="3949700"/>
          <p14:tracePt t="117723" x="3797300" y="3943350"/>
          <p14:tracePt t="117740" x="3810000" y="3943350"/>
          <p14:tracePt t="117773" x="3822700" y="3937000"/>
          <p14:tracePt t="117790" x="3835400" y="3930650"/>
          <p14:tracePt t="117806" x="3841750" y="3924300"/>
          <p14:tracePt t="117823" x="3854450" y="3911600"/>
          <p14:tracePt t="117838" x="3873500" y="3911600"/>
          <p14:tracePt t="117856" x="3886200" y="3892550"/>
          <p14:tracePt t="117873" x="3911600" y="3886200"/>
          <p14:tracePt t="117889" x="3924300" y="3879850"/>
          <p14:tracePt t="117906" x="3930650" y="3879850"/>
          <p14:tracePt t="117922" x="3937000" y="3873500"/>
          <p14:tracePt t="117939" x="3937000" y="3867150"/>
          <p14:tracePt t="117956" x="3943350" y="3854450"/>
          <p14:tracePt t="117972" x="3956050" y="3848100"/>
          <p14:tracePt t="117998" x="3962400" y="3841750"/>
          <p14:tracePt t="118020" x="3968750" y="3841750"/>
          <p14:tracePt t="118048" x="3975100" y="3835400"/>
          <p14:tracePt t="118090" x="3975100" y="3829050"/>
          <p14:tracePt t="120905" x="3981450" y="3829050"/>
          <p14:tracePt t="120919" x="3987800" y="3829050"/>
          <p14:tracePt t="120926" x="4000500" y="3829050"/>
          <p14:tracePt t="120933" x="4019550" y="3829050"/>
          <p14:tracePt t="120949" x="4032250" y="3829050"/>
          <p14:tracePt t="120962" x="4057650" y="3829050"/>
          <p14:tracePt t="120978" x="4095750" y="3829050"/>
          <p14:tracePt t="120995" x="4127500" y="3810000"/>
          <p14:tracePt t="121011" x="4216400" y="3803650"/>
          <p14:tracePt t="121028" x="4286250" y="3803650"/>
          <p14:tracePt t="121045" x="4451350" y="3803650"/>
          <p14:tracePt t="121061" x="4686300" y="3803650"/>
          <p14:tracePt t="121078" x="4864100" y="3810000"/>
          <p14:tracePt t="121095" x="5295900" y="3790950"/>
          <p14:tracePt t="121111" x="5778500" y="3746500"/>
          <p14:tracePt t="121127" x="6019800" y="3733800"/>
          <p14:tracePt t="121145" x="6350000" y="3695700"/>
          <p14:tracePt t="121161" x="6489700" y="3683000"/>
          <p14:tracePt t="121178" x="6737350" y="3632200"/>
          <p14:tracePt t="121194" x="6896100" y="3581400"/>
          <p14:tracePt t="121211" x="6953250" y="3556000"/>
          <p14:tracePt t="121228" x="7067550" y="3505200"/>
          <p14:tracePt t="121244" x="7150100" y="3460750"/>
          <p14:tracePt t="121261" x="7181850" y="3448050"/>
          <p14:tracePt t="121278" x="7232650" y="3416300"/>
          <p14:tracePt t="121294" x="7277100" y="3390900"/>
          <p14:tracePt t="121310" x="7302500" y="3378200"/>
          <p14:tracePt t="121327" x="7327900" y="3352800"/>
          <p14:tracePt t="121344" x="7346950" y="3333750"/>
          <p14:tracePt t="121360" x="7359650" y="3327400"/>
          <p14:tracePt t="121377" x="7372350" y="3321050"/>
          <p14:tracePt t="121394" x="7385050" y="3321050"/>
          <p14:tracePt t="121411" x="7397750" y="3314700"/>
          <p14:tracePt t="121467" x="7404100" y="3314700"/>
          <p14:tracePt t="126161" x="7404100" y="3308350"/>
          <p14:tracePt t="126175" x="7391400" y="3295650"/>
          <p14:tracePt t="126182" x="7378700" y="3263900"/>
          <p14:tracePt t="126197" x="7353300" y="3206750"/>
          <p14:tracePt t="126211" x="7334250" y="3143250"/>
          <p14:tracePt t="126228" x="7251700" y="2965450"/>
          <p14:tracePt t="126244" x="7200900" y="2851150"/>
          <p14:tracePt t="126260" x="7061200" y="2584450"/>
          <p14:tracePt t="126278" x="6889750" y="2349500"/>
          <p14:tracePt t="126294" x="6794500" y="2216150"/>
          <p14:tracePt t="126310" x="6635750" y="2032000"/>
          <p14:tracePt t="126326" x="6483350" y="1898650"/>
          <p14:tracePt t="126344" x="6369050" y="1803400"/>
          <p14:tracePt t="126360" x="6311900" y="1778000"/>
          <p14:tracePt t="126377" x="6197600" y="1727200"/>
          <p14:tracePt t="126394" x="6108700" y="1727200"/>
          <p14:tracePt t="126409" x="6064250" y="1733550"/>
          <p14:tracePt t="126426" x="5994400" y="1765300"/>
          <p14:tracePt t="126443" x="5949950" y="1809750"/>
          <p14:tracePt t="126459" x="5930900" y="1828800"/>
          <p14:tracePt t="126476" x="5918200" y="1860550"/>
          <p14:tracePt t="126493" x="5886450" y="1974850"/>
          <p14:tracePt t="126509" x="5886450" y="2012950"/>
          <p14:tracePt t="126527" x="5886450" y="2165350"/>
          <p14:tracePt t="126542" x="5886450" y="2247900"/>
          <p14:tracePt t="126559" x="5911850" y="2438400"/>
          <p14:tracePt t="126576" x="5930900" y="2616200"/>
          <p14:tracePt t="126592" x="5949950" y="2730500"/>
          <p14:tracePt t="126609" x="6000750" y="2927350"/>
          <p14:tracePt t="126625" x="6051550" y="3073400"/>
          <p14:tracePt t="126642" x="6076950" y="3117850"/>
          <p14:tracePt t="126659" x="6121400" y="3194050"/>
          <p14:tracePt t="126675" x="6140450" y="3232150"/>
          <p14:tracePt t="126692" x="6146800" y="3238500"/>
          <p14:tracePt t="126709" x="6159500" y="3238500"/>
          <p14:tracePt t="126725" x="6172200" y="3232150"/>
          <p14:tracePt t="127250" x="6153150" y="3225800"/>
          <p14:tracePt t="127258" x="6115050" y="3206750"/>
          <p14:tracePt t="127264" x="6064250" y="3200400"/>
          <p14:tracePt t="127278" x="6019800" y="3194050"/>
          <p14:tracePt t="127290" x="5969000" y="3181350"/>
          <p14:tracePt t="127307" x="5848350" y="3162300"/>
          <p14:tracePt t="127323" x="5784850" y="3155950"/>
          <p14:tracePt t="127340" x="5626100" y="3105150"/>
          <p14:tracePt t="127356" x="5473700" y="3054350"/>
          <p14:tracePt t="127373" x="5397500" y="3016250"/>
          <p14:tracePt t="127376" x="5340350" y="2984500"/>
          <p14:tracePt t="127392" x="5270500" y="2946400"/>
          <p14:tracePt t="127406" x="5143500" y="2889250"/>
          <p14:tracePt t="127423" x="5092700" y="2870200"/>
          <p14:tracePt t="127440" x="5029200" y="2863850"/>
          <p14:tracePt t="127456" x="5010150" y="2863850"/>
          <p14:tracePt t="127473" x="4978400" y="2889250"/>
          <p14:tracePt t="127489" x="4978400" y="2959100"/>
          <p14:tracePt t="127506" x="4978400" y="2984500"/>
          <p14:tracePt t="127522" x="4991100" y="3079750"/>
          <p14:tracePt t="127539" x="5016500" y="3149600"/>
          <p14:tracePt t="127556" x="5054600" y="3219450"/>
          <p14:tracePt t="127573" x="5073650" y="3251200"/>
          <p14:tracePt t="128270" x="5067300" y="3257550"/>
          <p14:tracePt t="128277" x="5041900" y="3270250"/>
          <p14:tracePt t="128291" x="5022850" y="3289300"/>
          <p14:tracePt t="128303" x="4991100" y="3308350"/>
          <p14:tracePt t="128320" x="4933950" y="3352800"/>
          <p14:tracePt t="128336" x="4902200" y="3378200"/>
          <p14:tracePt t="128353" x="4845050" y="3435350"/>
          <p14:tracePt t="128370" x="4794250" y="3492500"/>
          <p14:tracePt t="128386" x="4781550" y="3524250"/>
          <p14:tracePt t="128403" x="4762500" y="3556000"/>
          <p14:tracePt t="128406" x="4756150" y="3594100"/>
          <p14:tracePt t="128419" x="4743450" y="3676650"/>
          <p14:tracePt t="128436" x="4730750" y="3733800"/>
          <p14:tracePt t="128453" x="4730750" y="3822700"/>
          <p14:tracePt t="128469" x="4737100" y="3873500"/>
          <p14:tracePt t="128486" x="4762500" y="3994150"/>
          <p14:tracePt t="128502" x="4781550" y="4089400"/>
          <p14:tracePt t="128518" x="4787900" y="4133850"/>
          <p14:tracePt t="128536" x="4794250" y="4203700"/>
          <p14:tracePt t="128552" x="4800600" y="4254500"/>
          <p14:tracePt t="128569" x="4800600" y="4273550"/>
          <p14:tracePt t="128586" x="4806950" y="4298950"/>
          <p14:tracePt t="128602" x="4806950" y="4318000"/>
          <p14:tracePt t="128636" x="4806950" y="4343400"/>
          <p14:tracePt t="128652" x="4806950" y="4362450"/>
          <p14:tracePt t="138547" x="4806950" y="4368800"/>
          <p14:tracePt t="138561" x="4806950" y="4381500"/>
          <p14:tracePt t="138570" x="4813300" y="4394200"/>
          <p14:tracePt t="138584" x="4819650" y="4406900"/>
          <p14:tracePt t="138601" x="4832350" y="4438650"/>
          <p14:tracePt t="138618" x="4851400" y="4464050"/>
          <p14:tracePt t="138634" x="4864100" y="4489450"/>
          <p14:tracePt t="138650" x="4889500" y="4521200"/>
          <p14:tracePt t="138667" x="4914900" y="4565650"/>
          <p14:tracePt t="138684" x="4933950" y="4584700"/>
          <p14:tracePt t="138701" x="4953000" y="4616450"/>
          <p14:tracePt t="138717" x="4997450" y="4692650"/>
          <p14:tracePt t="138734" x="5010150" y="4711700"/>
          <p14:tracePt t="138751" x="5035550" y="4749800"/>
          <p14:tracePt t="138767" x="5048250" y="4762500"/>
          <p14:tracePt t="138783" x="5080000" y="4775200"/>
          <p14:tracePt t="138800" x="5111750" y="4781550"/>
          <p14:tracePt t="138817" x="5130800" y="4787900"/>
          <p14:tracePt t="138833" x="5200650" y="4794250"/>
          <p14:tracePt t="138850" x="5289550" y="4794250"/>
          <p14:tracePt t="138866" x="5340350" y="4806950"/>
          <p14:tracePt t="138883" x="5435600" y="4806950"/>
          <p14:tracePt t="138899" x="5549900" y="4806950"/>
          <p14:tracePt t="138916" x="5600700" y="4800600"/>
          <p14:tracePt t="138933" x="5721350" y="4775200"/>
          <p14:tracePt t="138950" x="5765800" y="4756150"/>
          <p14:tracePt t="138966" x="5810250" y="4737100"/>
          <p14:tracePt t="138982" x="5911850" y="4692650"/>
          <p14:tracePt t="138999" x="5943600" y="4660900"/>
          <p14:tracePt t="139016" x="6000750" y="4591050"/>
          <p14:tracePt t="139032" x="6019800" y="4559300"/>
          <p14:tracePt t="139049" x="6032500" y="4508500"/>
          <p14:tracePt t="139066" x="6032500" y="4489450"/>
          <p14:tracePt t="139083" x="6013450" y="4457700"/>
          <p14:tracePt t="139099" x="5981700" y="4425950"/>
          <p14:tracePt t="139117" x="5956300" y="4394200"/>
          <p14:tracePt t="139132" x="5930900" y="4362450"/>
          <p14:tracePt t="140820" x="5943600" y="4362450"/>
          <p14:tracePt t="140835" x="5956300" y="4368800"/>
          <p14:tracePt t="140841" x="5975350" y="4368800"/>
          <p14:tracePt t="140855" x="5988050" y="4368800"/>
          <p14:tracePt t="140863" x="6007100" y="4368800"/>
          <p14:tracePt t="140879" x="6032500" y="4368800"/>
          <p14:tracePt t="140893" x="6102350" y="4362450"/>
          <p14:tracePt t="140909" x="6140450" y="4362450"/>
          <p14:tracePt t="140926" x="6229350" y="4324350"/>
          <p14:tracePt t="140943" x="6280150" y="4305300"/>
          <p14:tracePt t="140959" x="6394450" y="4260850"/>
          <p14:tracePt t="140976" x="6521450" y="4171950"/>
          <p14:tracePt t="140992" x="6565900" y="4133850"/>
          <p14:tracePt t="141010" x="6629400" y="4057650"/>
          <p14:tracePt t="141026" x="6667500" y="3994150"/>
          <p14:tracePt t="141043" x="6673850" y="3968750"/>
          <p14:tracePt t="141059" x="6680200" y="3943350"/>
          <p14:tracePt t="141076" x="6680200" y="3924300"/>
          <p14:tracePt t="141092" x="6680200" y="3911600"/>
          <p14:tracePt t="141109" x="6680200" y="3886200"/>
          <p14:tracePt t="141126" x="6680200" y="3860800"/>
          <p14:tracePt t="141142" x="6680200" y="3854450"/>
          <p14:tracePt t="141158" x="6680200" y="3835400"/>
          <p14:tracePt t="141176" x="6673850" y="3835400"/>
          <p14:tracePt t="141193" x="6673850" y="3816350"/>
          <p14:tracePt t="141209" x="6661150" y="3810000"/>
          <p14:tracePt t="141225" x="6661150" y="3803650"/>
          <p14:tracePt t="141242" x="6642100" y="3790950"/>
          <p14:tracePt t="141258" x="6610350" y="3790950"/>
          <p14:tracePt t="141275" x="6591300" y="3790950"/>
          <p14:tracePt t="141291" x="6540500" y="3797300"/>
          <p14:tracePt t="141308" x="6464300" y="3829050"/>
          <p14:tracePt t="141325" x="6419850" y="3848100"/>
          <p14:tracePt t="141341" x="6324600" y="3898900"/>
          <p14:tracePt t="141358" x="6210300" y="3968750"/>
          <p14:tracePt t="141375" x="6108700" y="4019550"/>
          <p14:tracePt t="141391" x="6064250" y="4051300"/>
          <p14:tracePt t="141407" x="5988050" y="4083050"/>
          <p14:tracePt t="141425" x="5930900" y="4102100"/>
          <p14:tracePt t="143903" x="5911850" y="4095750"/>
          <p14:tracePt t="143910" x="5880100" y="4083050"/>
          <p14:tracePt t="143924" x="5861050" y="4064000"/>
          <p14:tracePt t="143932" x="5829300" y="4051300"/>
          <p14:tracePt t="143948" x="5810250" y="4025900"/>
          <p14:tracePt t="143966" x="5746750" y="3962400"/>
          <p14:tracePt t="143982" x="5683250" y="3860800"/>
          <p14:tracePt t="143999" x="5645150" y="3803650"/>
          <p14:tracePt t="144016" x="5556250" y="3663950"/>
          <p14:tracePt t="144032" x="5505450" y="3594100"/>
          <p14:tracePt t="144048" x="5397500" y="3454400"/>
          <p14:tracePt t="144065" x="5283200" y="3308350"/>
          <p14:tracePt t="144082" x="5213350" y="3213100"/>
          <p14:tracePt t="144099" x="5060950" y="3016250"/>
          <p14:tracePt t="144115" x="4908550" y="2781300"/>
          <p14:tracePt t="144131" x="4819650" y="2673350"/>
          <p14:tracePt t="144149" x="4673600" y="2470150"/>
          <p14:tracePt t="144165" x="4546600" y="2305050"/>
          <p14:tracePt t="144181" x="4495800" y="2235200"/>
          <p14:tracePt t="144198" x="4425950" y="2152650"/>
          <p14:tracePt t="144214" x="4375150" y="2127250"/>
          <p14:tracePt t="144232" x="4362450" y="2127250"/>
          <p14:tracePt t="144248" x="4337050" y="2127250"/>
          <p14:tracePt t="144264" x="4318000" y="2139950"/>
          <p14:tracePt t="144282" x="4311650" y="2152650"/>
          <p14:tracePt t="144298" x="4311650" y="2159000"/>
          <p14:tracePt t="144314" x="4311650" y="2165350"/>
          <p14:tracePt t="144332" x="4318000" y="2165350"/>
          <p14:tracePt t="144730" x="4330700" y="2197100"/>
          <p14:tracePt t="144737" x="4356100" y="2216150"/>
          <p14:tracePt t="144746" x="4368800" y="2241550"/>
          <p14:tracePt t="144763" x="4394200" y="2273300"/>
          <p14:tracePt t="144780" x="4419600" y="2311400"/>
          <p14:tracePt t="144796" x="4464050" y="2368550"/>
          <p14:tracePt t="144813" x="4483100" y="2400300"/>
          <p14:tracePt t="144829" x="4546600" y="2489200"/>
          <p14:tracePt t="144846" x="4616450" y="2578100"/>
          <p14:tracePt t="144863" x="4667250" y="2635250"/>
          <p14:tracePt t="144879" x="4775200" y="2768600"/>
          <p14:tracePt t="144896" x="4851400" y="2838450"/>
          <p14:tracePt t="144913" x="5016500" y="3016250"/>
          <p14:tracePt t="144929" x="5067300" y="3073400"/>
          <p14:tracePt t="144945" x="5105400" y="3117850"/>
          <p14:tracePt t="144962" x="5143500" y="3206750"/>
          <p14:tracePt t="144979" x="5168900" y="3251200"/>
          <p14:tracePt t="144995" x="5168900" y="3276600"/>
          <p14:tracePt t="145012" x="5181600" y="3327400"/>
          <p14:tracePt t="145029" x="5187950" y="3384550"/>
          <p14:tracePt t="145046" x="5200650" y="3429000"/>
          <p14:tracePt t="145062" x="5207000" y="3448050"/>
          <p14:tracePt t="145078" x="5226050" y="3486150"/>
          <p14:tracePt t="145096" x="5232400" y="3505200"/>
          <p14:tracePt t="145111" x="5238750" y="3524250"/>
          <p14:tracePt t="145128" x="5245100" y="3549650"/>
          <p14:tracePt t="145145" x="5251450" y="3562350"/>
          <p14:tracePt t="145161" x="5251450" y="3575050"/>
          <p14:tracePt t="145165" x="5257800" y="3587750"/>
          <p14:tracePt t="145195" x="5264150" y="3632200"/>
          <p14:tracePt t="145211" x="5264150" y="3657600"/>
          <p14:tracePt t="145229" x="5276850" y="3695700"/>
          <p14:tracePt t="145244" x="5283200" y="3721100"/>
          <p14:tracePt t="145261" x="5295900" y="3746500"/>
          <p14:tracePt t="145278" x="5308600" y="3765550"/>
          <p14:tracePt t="145295" x="5314950" y="3765550"/>
          <p14:tracePt t="145311" x="5327650" y="3778250"/>
          <p14:tracePt t="145328" x="5353050" y="3784600"/>
          <p14:tracePt t="145345" x="5359400" y="3784600"/>
          <p14:tracePt t="145361" x="5403850" y="3778250"/>
          <p14:tracePt t="145377" x="5454650" y="3746500"/>
          <p14:tracePt t="145394" x="5480050" y="3714750"/>
          <p14:tracePt t="145411" x="5530850" y="3651250"/>
          <p14:tracePt t="145427" x="5568950" y="3536950"/>
          <p14:tracePt t="145443" x="5575300" y="3473450"/>
          <p14:tracePt t="145461" x="5575300" y="3321050"/>
          <p14:tracePt t="145477" x="5543550" y="3149600"/>
          <p14:tracePt t="145494" x="5524500" y="3060700"/>
          <p14:tracePt t="145510" x="5461000" y="2901950"/>
          <p14:tracePt t="145527" x="5422900" y="2844800"/>
          <p14:tracePt t="145543" x="5372100" y="2743200"/>
          <p14:tracePt t="145560" x="5346700" y="2711450"/>
          <p14:tracePt t="145577" x="5283200" y="2679700"/>
          <p14:tracePt t="145594" x="5226050" y="2667000"/>
          <p14:tracePt t="145610" x="5143500" y="2673350"/>
          <p14:tracePt t="145627" x="5111750" y="2686050"/>
          <p14:tracePt t="145643" x="5067300" y="2730500"/>
          <p14:tracePt t="145660" x="5029200" y="2794000"/>
          <p14:tracePt t="145676" x="5010150" y="2838450"/>
          <p14:tracePt t="145693" x="5003800" y="2959100"/>
          <p14:tracePt t="145709" x="5016500" y="3111500"/>
          <p14:tracePt t="145727" x="5086350" y="3270250"/>
          <p14:tracePt t="145742" x="5149850" y="3365500"/>
          <p14:tracePt t="145759" x="5270500" y="3530600"/>
          <p14:tracePt t="145776" x="5416550" y="3689350"/>
          <p14:tracePt t="145792" x="5486400" y="3746500"/>
          <p14:tracePt t="145809" x="5537200" y="3797300"/>
          <p14:tracePt t="145826" x="5638800" y="3848100"/>
          <p14:tracePt t="145842" x="5727700" y="3867150"/>
          <p14:tracePt t="145859" x="5759450" y="3873500"/>
          <p14:tracePt t="145876" x="5842000" y="3867150"/>
          <p14:tracePt t="145892" x="5886450" y="3848100"/>
          <p14:tracePt t="145909" x="5905500" y="3841750"/>
          <p14:tracePt t="145926" x="5943600" y="3829050"/>
          <p14:tracePt t="145942" x="5943600" y="3822700"/>
          <p14:tracePt t="145975" x="5943600" y="3810000"/>
          <p14:tracePt t="145992" x="5937250" y="3790950"/>
          <p14:tracePt t="146008" x="5911850" y="3752850"/>
          <p14:tracePt t="146025" x="5899150" y="3721100"/>
          <p14:tracePt t="146042" x="5873750" y="3683000"/>
          <p14:tracePt t="146960" x="5873750" y="3670300"/>
          <p14:tracePt t="146975" x="5886450" y="3657600"/>
          <p14:tracePt t="146989" x="5924550" y="3632200"/>
          <p14:tracePt t="147005" x="5956300" y="3606800"/>
          <p14:tracePt t="147022" x="5988050" y="3594100"/>
          <p14:tracePt t="147038" x="6045200" y="3568700"/>
          <p14:tracePt t="147055" x="6115050" y="3562350"/>
          <p14:tracePt t="147071" x="6165850" y="3549650"/>
          <p14:tracePt t="147088" x="6273800" y="3543300"/>
          <p14:tracePt t="147104" x="6438900" y="3556000"/>
          <p14:tracePt t="147122" x="6546850" y="3575050"/>
          <p14:tracePt t="147138" x="6788150" y="3619500"/>
          <p14:tracePt t="147155" x="6915150" y="3638550"/>
          <p14:tracePt t="147158" x="7042150" y="3663950"/>
          <p14:tracePt t="147173" x="7143750" y="3670300"/>
          <p14:tracePt t="147188" x="7264400" y="3702050"/>
          <p14:tracePt t="147204" x="7308850" y="3708400"/>
          <p14:tracePt t="147221" x="7340600" y="3714750"/>
          <p14:tracePt t="147237" x="7353300" y="3714750"/>
          <p14:tracePt t="147255" x="7359650" y="3714750"/>
          <p14:tracePt t="147305" x="7359650" y="3721100"/>
          <p14:tracePt t="147325" x="7366000" y="3721100"/>
          <p14:tracePt t="147340" x="7366000" y="3727450"/>
          <p14:tracePt t="147360" x="7359650" y="3733800"/>
          <p14:tracePt t="147375" x="7346950" y="3733800"/>
          <p14:tracePt t="147836" x="7346950" y="3727450"/>
          <p14:tracePt t="147843" x="7346950" y="3708400"/>
          <p14:tracePt t="147857" x="7346950" y="3702050"/>
          <p14:tracePt t="147868" x="7340600" y="3689350"/>
          <p14:tracePt t="147885" x="7327900" y="3670300"/>
          <p14:tracePt t="147902" x="7321550" y="3670300"/>
          <p14:tracePt t="147919" x="7296150" y="3657600"/>
          <p14:tracePt t="147935" x="7251700" y="3651250"/>
          <p14:tracePt t="147952" x="7219950" y="3651250"/>
          <p14:tracePt t="147969" x="7131050" y="3651250"/>
          <p14:tracePt t="147985" x="7042150" y="3651250"/>
          <p14:tracePt t="148001" x="6991350" y="3651250"/>
          <p14:tracePt t="148018" x="6896100" y="3638550"/>
          <p14:tracePt t="148035" x="6826250" y="3638550"/>
          <p14:tracePt t="148051" x="6788150" y="3632200"/>
          <p14:tracePt t="148068" x="6756400" y="3625850"/>
          <p14:tracePt t="148085" x="6737350" y="3625850"/>
          <p14:tracePt t="148101" x="6731000" y="3619500"/>
          <p14:tracePt t="148118" x="6724650" y="3619500"/>
          <p14:tracePt t="148515" x="6731000" y="3619500"/>
          <p14:tracePt t="148522" x="6756400" y="3606800"/>
          <p14:tracePt t="148536" x="6775450" y="3600450"/>
          <p14:tracePt t="148549" x="6813550" y="3581400"/>
          <p14:tracePt t="148566" x="6889750" y="3536950"/>
          <p14:tracePt t="148583" x="6934200" y="3524250"/>
          <p14:tracePt t="148600" x="7023100" y="3486150"/>
          <p14:tracePt t="148616" x="7092950" y="3454400"/>
          <p14:tracePt t="148633" x="7124700" y="3448050"/>
          <p14:tracePt t="148650" x="7175500" y="3429000"/>
          <p14:tracePt t="148666" x="7194550" y="3422650"/>
          <p14:tracePt t="148683" x="7200900" y="3422650"/>
          <p14:tracePt t="148716" x="7207250" y="3416300"/>
          <p14:tracePt t="148790" x="7207250" y="3409950"/>
          <p14:tracePt t="148824" x="7200900" y="3409950"/>
          <p14:tracePt t="148838" x="7194550" y="3409950"/>
          <p14:tracePt t="148845" x="7188200" y="3409950"/>
          <p14:tracePt t="148859" x="7169150" y="3409950"/>
          <p14:tracePt t="148868" x="7150100" y="3416300"/>
          <p14:tracePt t="148882" x="7131050" y="3422650"/>
          <p14:tracePt t="148899" x="7023100" y="3441700"/>
          <p14:tracePt t="148915" x="6946900" y="3448050"/>
          <p14:tracePt t="148932" x="6743700" y="3473450"/>
          <p14:tracePt t="148948" x="6489700" y="3479800"/>
          <p14:tracePt t="148966" x="6191250" y="3492500"/>
          <p14:tracePt t="148981" x="6026150" y="3505200"/>
          <p14:tracePt t="148998" x="5734050" y="3511550"/>
          <p14:tracePt t="149015" x="5492750" y="3536950"/>
          <p14:tracePt t="149031" x="5410200" y="3556000"/>
          <p14:tracePt t="149048" x="5314950" y="3575050"/>
          <p14:tracePt t="149065" x="5289550" y="3600450"/>
          <p14:tracePt t="149081" x="5289550" y="3613150"/>
          <p14:tracePt t="149099" x="5302250" y="3644900"/>
          <p14:tracePt t="149660" x="5295900" y="3600450"/>
          <p14:tracePt t="149667" x="5251450" y="3530600"/>
          <p14:tracePt t="149682" x="5200650" y="3454400"/>
          <p14:tracePt t="149696" x="5149850" y="3371850"/>
          <p14:tracePt t="149712" x="5016500" y="3168650"/>
          <p14:tracePt t="149729" x="4940300" y="3060700"/>
          <p14:tracePt t="149746" x="4800600" y="2844800"/>
          <p14:tracePt t="149762" x="4667250" y="2597150"/>
          <p14:tracePt t="149780" x="4552950" y="2419350"/>
          <p14:tracePt t="149795" x="4502150" y="2349500"/>
          <p14:tracePt t="149812" x="4394200" y="2254250"/>
          <p14:tracePt t="149829" x="4305300" y="2203450"/>
          <p14:tracePt t="149845" x="4273550" y="2184400"/>
          <p14:tracePt t="149862" x="4241800" y="2171700"/>
          <p14:tracePt t="149878" x="4222750" y="2171700"/>
          <p14:tracePt t="149895" x="4216400" y="2171700"/>
          <p14:tracePt t="149983" x="4216400" y="2165350"/>
          <p14:tracePt t="150039" x="4222750" y="2165350"/>
          <p14:tracePt t="150067" x="4229100" y="2165350"/>
          <p14:tracePt t="150082" x="4235450" y="2171700"/>
          <p14:tracePt t="150089" x="4241800" y="2184400"/>
          <p14:tracePt t="150103" x="4254500" y="2209800"/>
          <p14:tracePt t="150111" x="4273550" y="2247900"/>
          <p14:tracePt t="150127" x="4298950" y="2292350"/>
          <p14:tracePt t="150145" x="4400550" y="2457450"/>
          <p14:tracePt t="150161" x="4521200" y="2711450"/>
          <p14:tracePt t="150177" x="4597400" y="2882900"/>
          <p14:tracePt t="150194" x="4775200" y="3225800"/>
          <p14:tracePt t="150210" x="4940300" y="3543300"/>
          <p14:tracePt t="150227" x="5035550" y="3676650"/>
          <p14:tracePt t="150231" x="5099050" y="3784600"/>
          <p14:tracePt t="150244" x="5162550" y="3854450"/>
          <p14:tracePt t="150260" x="5200650" y="3924300"/>
          <p14:tracePt t="150278" x="5257800" y="3994150"/>
          <p14:tracePt t="150293" x="5289550" y="4019550"/>
          <p14:tracePt t="150310" x="5289550" y="4025900"/>
          <p14:tracePt t="150327" x="5295900" y="4032250"/>
          <p14:tracePt t="150503" x="5295900" y="4025900"/>
          <p14:tracePt t="150524" x="5295900" y="4013200"/>
          <p14:tracePt t="150531" x="5295900" y="4006850"/>
          <p14:tracePt t="150545" x="5295900" y="4000500"/>
          <p14:tracePt t="150560" x="5276850" y="3949700"/>
          <p14:tracePt t="150576" x="5264150" y="3917950"/>
          <p14:tracePt t="150593" x="5232400" y="3860800"/>
          <p14:tracePt t="150609" x="5162550" y="3708400"/>
          <p14:tracePt t="150626" x="5073650" y="3524250"/>
          <p14:tracePt t="150643" x="5010150" y="3429000"/>
          <p14:tracePt t="150659" x="4883150" y="3219450"/>
          <p14:tracePt t="150676" x="4743450" y="3003550"/>
          <p14:tracePt t="150693" x="4667250" y="2895600"/>
          <p14:tracePt t="150709" x="4546600" y="2743200"/>
          <p14:tracePt t="150726" x="4483100" y="2654300"/>
          <p14:tracePt t="150742" x="4451350" y="2616200"/>
          <p14:tracePt t="150759" x="4445000" y="2609850"/>
          <p14:tracePt t="150805" x="4464050" y="2628900"/>
          <p14:tracePt t="150812" x="4489450" y="2660650"/>
          <p14:tracePt t="150828" x="4540250" y="2724150"/>
          <p14:tracePt t="150841" x="4660900" y="2876550"/>
          <p14:tracePt t="150858" x="4737100" y="2971800"/>
          <p14:tracePt t="150875" x="4813300" y="3079750"/>
          <p14:tracePt t="150891" x="4997450" y="3282950"/>
          <p14:tracePt t="150908" x="5181600" y="3492500"/>
          <p14:tracePt t="150925" x="5327650" y="3670300"/>
          <p14:tracePt t="150941" x="5384800" y="3740150"/>
          <p14:tracePt t="150958" x="5473700" y="3867150"/>
          <p14:tracePt t="150974" x="5524500" y="3924300"/>
          <p14:tracePt t="150991" x="5543550" y="3937000"/>
          <p14:tracePt t="151008" x="5562600" y="3962400"/>
          <p14:tracePt t="151024" x="5575300" y="3968750"/>
          <p14:tracePt t="151163" x="5581650" y="3968750"/>
          <p14:tracePt t="151219" x="5594350" y="3968750"/>
          <p14:tracePt t="151809" x="5581650" y="3956050"/>
          <p14:tracePt t="151816" x="5568950" y="3949700"/>
          <p14:tracePt t="151824" x="5549900" y="3943350"/>
          <p14:tracePt t="151839" x="5537200" y="3930650"/>
          <p14:tracePt t="151854" x="5511800" y="3924300"/>
          <p14:tracePt t="151872" x="5473700" y="3892550"/>
          <p14:tracePt t="151888" x="5435600" y="3879850"/>
          <p14:tracePt t="151905" x="5416550" y="3873500"/>
          <p14:tracePt t="151922" x="5384800" y="3854450"/>
          <p14:tracePt t="151938" x="5340350" y="3841750"/>
          <p14:tracePt t="151955" x="5327650" y="3835400"/>
          <p14:tracePt t="151971" x="5302250" y="3829050"/>
          <p14:tracePt t="151988" x="5283200" y="3829050"/>
          <p14:tracePt t="152004" x="5270500" y="3829050"/>
          <p14:tracePt t="152021" x="5257800" y="3829050"/>
          <p14:tracePt t="152038" x="5232400" y="3848100"/>
          <p14:tracePt t="152055" x="5200650" y="3867150"/>
          <p14:tracePt t="152071" x="5194300" y="3886200"/>
          <p14:tracePt t="152087" x="5181600" y="3911600"/>
          <p14:tracePt t="152104" x="5162550" y="3962400"/>
          <p14:tracePt t="152120" x="5162550" y="3975100"/>
          <p14:tracePt t="152137" x="5162550" y="3994150"/>
          <p14:tracePt t="152154" x="5187950" y="4038600"/>
          <p14:tracePt t="152170" x="5245100" y="4083050"/>
          <p14:tracePt t="152187" x="5276850" y="4121150"/>
          <p14:tracePt t="152204" x="5359400" y="4184650"/>
          <p14:tracePt t="152220" x="5448300" y="4235450"/>
          <p14:tracePt t="152238" x="5556250" y="4260850"/>
          <p14:tracePt t="152254" x="5607050" y="4260850"/>
          <p14:tracePt t="152270" x="5708650" y="4216400"/>
          <p14:tracePt t="152287" x="5759450" y="4133850"/>
          <p14:tracePt t="152303" x="5778500" y="4083050"/>
          <p14:tracePt t="152320" x="5753100" y="3962400"/>
          <p14:tracePt t="152337" x="5689600" y="3822700"/>
          <p14:tracePt t="152353" x="5626100" y="3752850"/>
          <p14:tracePt t="152370" x="5562600" y="3683000"/>
          <p14:tracePt t="152386" x="5283200" y="3492500"/>
          <p14:tracePt t="152403" x="5187950" y="3441700"/>
          <p14:tracePt t="152420" x="4991100" y="3346450"/>
          <p14:tracePt t="152436" x="4870450" y="3308350"/>
          <p14:tracePt t="152453" x="4667250" y="3263900"/>
          <p14:tracePt t="152470" x="4470400" y="3225800"/>
          <p14:tracePt t="152486" x="4305300" y="3213100"/>
          <p14:tracePt t="152503" x="4216400" y="3213100"/>
          <p14:tracePt t="152519" x="4057650" y="3194050"/>
          <p14:tracePt t="152536" x="3981450" y="3194050"/>
          <p14:tracePt t="152554" x="3867150" y="3175000"/>
          <p14:tracePt t="152569" x="3860800" y="3162300"/>
          <p14:tracePt t="152586" x="3867150" y="3155950"/>
          <p14:tracePt t="152602" x="3905250" y="3155950"/>
          <p14:tracePt t="152971" x="3860800" y="3168650"/>
          <p14:tracePt t="152978" x="3790950" y="3187700"/>
          <p14:tracePt t="152991" x="3727450" y="3206750"/>
          <p14:tracePt t="153000" x="3651250" y="3225800"/>
          <p14:tracePt t="153017" x="3581400" y="3263900"/>
          <p14:tracePt t="153034" x="3429000" y="3333750"/>
          <p14:tracePt t="153051" x="3289300" y="3422650"/>
          <p14:tracePt t="153067" x="3244850" y="3460750"/>
          <p14:tracePt t="153084" x="3162300" y="3562350"/>
          <p14:tracePt t="153100" x="3117850" y="3638550"/>
          <p14:tracePt t="153118" x="3098800" y="3670300"/>
          <p14:tracePt t="153134" x="3098800" y="3702050"/>
          <p14:tracePt t="153150" x="3098800" y="3727450"/>
          <p14:tracePt t="153168" x="3105150" y="3746500"/>
          <p14:tracePt t="153184" x="3105150" y="3759200"/>
          <p14:tracePt t="153200" x="3105150" y="3765550"/>
          <p14:tracePt t="153217" x="3105150" y="3784600"/>
          <p14:tracePt t="153250" x="3111500" y="3790950"/>
          <p14:tracePt t="153267" x="3117850" y="3797300"/>
          <p14:tracePt t="153283" x="3130550" y="3797300"/>
          <p14:tracePt t="153301" x="3136900" y="3797300"/>
          <p14:tracePt t="153316" x="3143250" y="3797300"/>
          <p14:tracePt t="153333" x="3155950" y="3797300"/>
          <p14:tracePt t="153350" x="3162300" y="3790950"/>
          <p14:tracePt t="153925" x="3168650" y="3784600"/>
          <p14:tracePt t="153932" x="3187700" y="3778250"/>
          <p14:tracePt t="153939" x="3200400" y="3765550"/>
          <p14:tracePt t="153954" x="3213100" y="3759200"/>
          <p14:tracePt t="153964" x="3232150" y="3746500"/>
          <p14:tracePt t="153981" x="3289300" y="3708400"/>
          <p14:tracePt t="153997" x="3321050" y="3683000"/>
          <p14:tracePt t="154014" x="3384550" y="3638550"/>
          <p14:tracePt t="154031" x="3454400" y="3587750"/>
          <p14:tracePt t="154047" x="3473450" y="3562350"/>
          <p14:tracePt t="154064" x="3498850" y="3543300"/>
          <p14:tracePt t="154081" x="3549650" y="3479800"/>
          <p14:tracePt t="154096" x="3562350" y="3448050"/>
          <p14:tracePt t="154114" x="3575050" y="3422650"/>
          <p14:tracePt t="154130" x="3606800" y="3365500"/>
          <p14:tracePt t="154147" x="3644900" y="3263900"/>
          <p14:tracePt t="154164" x="3683000" y="3117850"/>
          <p14:tracePt t="154180" x="3695700" y="3041650"/>
          <p14:tracePt t="154197" x="3695700" y="2901950"/>
          <p14:tracePt t="154214" x="3670300" y="2806700"/>
          <p14:tracePt t="154230" x="3657600" y="2762250"/>
          <p14:tracePt t="154247" x="3625850" y="2724150"/>
          <p14:tracePt t="154263" x="3600450" y="2698750"/>
          <p14:tracePt t="154280" x="3568700" y="2692400"/>
          <p14:tracePt t="154297" x="3517900" y="2660650"/>
          <p14:tracePt t="154313" x="3448050" y="2641600"/>
          <p14:tracePt t="154330" x="3397250" y="2628900"/>
          <p14:tracePt t="154347" x="3302000" y="2622550"/>
          <p14:tracePt t="154363" x="3168650" y="2641600"/>
          <p14:tracePt t="154380" x="3124200" y="2660650"/>
          <p14:tracePt t="154397" x="3022600" y="2724150"/>
          <p14:tracePt t="154413" x="2984500" y="2768600"/>
          <p14:tracePt t="154429" x="2927350" y="2895600"/>
          <p14:tracePt t="154447" x="2889250" y="3054350"/>
          <p14:tracePt t="154462" x="2870200" y="3130550"/>
          <p14:tracePt t="154480" x="2876550" y="3321050"/>
          <p14:tracePt t="154496" x="2914650" y="3517900"/>
          <p14:tracePt t="154513" x="2927350" y="3606800"/>
          <p14:tracePt t="154529" x="2984500" y="3746500"/>
          <p14:tracePt t="154545" x="3048000" y="3835400"/>
          <p14:tracePt t="154562" x="3067050" y="3854450"/>
          <p14:tracePt t="154579" x="3111500" y="3892550"/>
          <p14:tracePt t="154596" x="3149600" y="3930650"/>
          <p14:tracePt t="154612" x="3175000" y="3937000"/>
          <p14:tracePt t="154628" x="3232150" y="3937000"/>
          <p14:tracePt t="154645" x="3321050" y="3886200"/>
          <p14:tracePt t="154662" x="3365500" y="3841750"/>
          <p14:tracePt t="154678" x="3479800" y="3702050"/>
          <p14:tracePt t="154695" x="3536950" y="3619500"/>
          <p14:tracePt t="154712" x="3632200" y="3378200"/>
          <p14:tracePt t="154728" x="3632200" y="3314700"/>
          <p14:tracePt t="154745" x="3632200" y="3238500"/>
          <p14:tracePt t="154762" x="3587750" y="3067050"/>
          <p14:tracePt t="154778" x="3505200" y="2927350"/>
          <p14:tracePt t="154796" x="3422650" y="2813050"/>
          <p14:tracePt t="154812" x="3302000" y="2724150"/>
          <p14:tracePt t="154828" x="3238500" y="2705100"/>
          <p14:tracePt t="154845" x="3092450" y="2692400"/>
          <p14:tracePt t="154861" x="2946400" y="2730500"/>
          <p14:tracePt t="154878" x="2889250" y="2755900"/>
          <p14:tracePt t="154895" x="2749550" y="2857500"/>
          <p14:tracePt t="154911" x="2647950" y="2952750"/>
          <p14:tracePt t="154928" x="2597150" y="3003550"/>
          <p14:tracePt t="154944" x="2559050" y="3079750"/>
          <p14:tracePt t="154961" x="2540000" y="3130550"/>
          <p14:tracePt t="154978" x="2540000" y="3302000"/>
          <p14:tracePt t="154994" x="2559050" y="3371850"/>
          <p14:tracePt t="155011" x="2578100" y="3435350"/>
          <p14:tracePt t="155028" x="2647950" y="3575050"/>
          <p14:tracePt t="155044" x="2743200" y="3689350"/>
          <p14:tracePt t="155060" x="2781300" y="3727450"/>
          <p14:tracePt t="155077" x="2832100" y="3765550"/>
          <p14:tracePt t="155093" x="2870200" y="3784600"/>
          <p14:tracePt t="155110" x="2882900" y="3790950"/>
          <p14:tracePt t="155127" x="2895600" y="3790950"/>
          <p14:tracePt t="155175" x="2895600" y="3778250"/>
          <p14:tracePt t="155182" x="2882900" y="3752850"/>
          <p14:tracePt t="155193" x="2882900" y="3740150"/>
          <p14:tracePt t="155211" x="2863850" y="3708400"/>
          <p14:tracePt t="155226" x="2857500" y="3695700"/>
          <p14:tracePt t="155243" x="2832100" y="3670300"/>
          <p14:tracePt t="155260" x="2800350" y="3657600"/>
          <p14:tracePt t="155276" x="2787650" y="3651250"/>
          <p14:tracePt t="155293" x="2736850" y="3625850"/>
          <p14:tracePt t="155310" x="2628900" y="3606800"/>
          <p14:tracePt t="155326" x="2590800" y="3606800"/>
          <p14:tracePt t="155344" x="2489200" y="3600450"/>
          <p14:tracePt t="155359" x="2393950" y="3581400"/>
          <p14:tracePt t="155376" x="2362200" y="3581400"/>
          <p14:tracePt t="155393" x="2330450" y="3581400"/>
          <p14:tracePt t="155410" x="2317750" y="3581400"/>
          <p14:tracePt t="155426" x="2305050" y="3581400"/>
          <p14:tracePt t="155459" x="2305050" y="3587750"/>
          <p14:tracePt t="155477" x="2317750" y="3600450"/>
          <p14:tracePt t="155493" x="2336800" y="3600450"/>
          <p14:tracePt t="155509" x="2349500" y="3600450"/>
          <p14:tracePt t="155526" x="2368550" y="3600450"/>
          <p14:tracePt t="155542" x="2387600" y="3600450"/>
          <p14:tracePt t="155559" x="2393950" y="3600450"/>
          <p14:tracePt t="155576" x="2413000" y="3594100"/>
          <p14:tracePt t="155592" x="2413000" y="3581400"/>
          <p14:tracePt t="155608" x="2419350" y="3562350"/>
          <p14:tracePt t="155625" x="2419350" y="3536950"/>
          <p14:tracePt t="155642" x="2419350" y="3530600"/>
          <p14:tracePt t="155659" x="2419350" y="3511550"/>
          <p14:tracePt t="155675" x="2406650" y="3498850"/>
          <p14:tracePt t="155692" x="2406650" y="3492500"/>
          <p14:tracePt t="155709" x="2400300" y="3486150"/>
          <p14:tracePt t="155725" x="2393950" y="3479800"/>
          <p14:tracePt t="155779" x="2393950" y="3486150"/>
          <p14:tracePt t="155793" x="2393950" y="3492500"/>
          <p14:tracePt t="155807" x="2400300" y="3498850"/>
          <p14:tracePt t="155814" x="2400300" y="3511550"/>
          <p14:tracePt t="155825" x="2413000" y="3530600"/>
          <p14:tracePt t="155842" x="2463800" y="3594100"/>
          <p14:tracePt t="155858" x="2508250" y="3644900"/>
          <p14:tracePt t="155874" x="2571750" y="3714750"/>
          <p14:tracePt t="155892" x="2768600" y="3962400"/>
          <p14:tracePt t="155908" x="2838450" y="4044950"/>
          <p14:tracePt t="155924" x="2914650" y="4127500"/>
          <p14:tracePt t="155941" x="3048000" y="4286250"/>
          <p14:tracePt t="155958" x="3130550" y="4387850"/>
          <p14:tracePt t="155974" x="3149600" y="4419600"/>
          <p14:tracePt t="155991" x="3181350" y="4457700"/>
          <p14:tracePt t="156007" x="3187700" y="4464050"/>
          <p14:tracePt t="156024" x="3194050" y="4464050"/>
          <p14:tracePt t="156040" x="3194050" y="4425950"/>
          <p14:tracePt t="156057" x="3149600" y="4273550"/>
          <p14:tracePt t="156074" x="3067050" y="4006850"/>
          <p14:tracePt t="156090" x="3022600" y="3848100"/>
          <p14:tracePt t="156107" x="2908300" y="3524250"/>
          <p14:tracePt t="156124" x="2832100" y="3295650"/>
          <p14:tracePt t="156140" x="2806700" y="3187700"/>
          <p14:tracePt t="156157" x="2794000" y="3111500"/>
          <p14:tracePt t="156174" x="2794000" y="2927350"/>
          <p14:tracePt t="156190" x="2813050" y="2901950"/>
          <p14:tracePt t="156207" x="2838450" y="2870200"/>
          <p14:tracePt t="156223" x="2851150" y="2857500"/>
          <p14:tracePt t="156240" x="2914650" y="2857500"/>
          <p14:tracePt t="156257" x="2990850" y="2901950"/>
          <p14:tracePt t="156273" x="3048000" y="2952750"/>
          <p14:tracePt t="156289" x="3181350" y="3105150"/>
          <p14:tracePt t="156306" x="3282950" y="3219450"/>
          <p14:tracePt t="156323" x="3517900" y="3581400"/>
          <p14:tracePt t="156326" x="3644900" y="3829050"/>
          <p14:tracePt t="156341" x="3752850" y="4095750"/>
          <p14:tracePt t="156356" x="3917950" y="4572000"/>
          <p14:tracePt t="156372" x="3968750" y="4756150"/>
          <p14:tracePt t="156390" x="4019550" y="5073650"/>
          <p14:tracePt t="156406" x="4038600" y="5314950"/>
          <p14:tracePt t="156422" x="4038600" y="5403850"/>
          <p14:tracePt t="156440" x="4025900" y="5518150"/>
          <p14:tracePt t="156456" x="4025900" y="5549900"/>
          <p14:tracePt t="156472" x="4025900" y="5556250"/>
          <p14:tracePt t="156544" x="4025900" y="5549900"/>
          <p14:tracePt t="156565" x="4025900" y="5543550"/>
          <p14:tracePt t="156579" x="4025900" y="5524500"/>
          <p14:tracePt t="156586" x="4025900" y="5486400"/>
          <p14:tracePt t="156593" x="4025900" y="5435600"/>
          <p14:tracePt t="156608" x="4025900" y="5372100"/>
          <p14:tracePt t="156622" x="4038600" y="5270500"/>
          <p14:tracePt t="156638" x="4044950" y="4997450"/>
          <p14:tracePt t="156655" x="4057650" y="4806950"/>
          <p14:tracePt t="156672" x="4070350" y="4337050"/>
          <p14:tracePt t="156688" x="4089400" y="4095750"/>
          <p14:tracePt t="156705" x="4083050" y="3644900"/>
          <p14:tracePt t="156721" x="4038600" y="3403600"/>
          <p14:tracePt t="156738" x="4013200" y="3295650"/>
          <p14:tracePt t="156755" x="4000500" y="3263900"/>
          <p14:tracePt t="156772" x="4000500" y="3251200"/>
          <p14:tracePt t="156818" x="4006850" y="3251200"/>
          <p14:tracePt t="156825" x="4019550" y="3270250"/>
          <p14:tracePt t="156840" x="4044950" y="3302000"/>
          <p14:tracePt t="156855" x="4083050" y="3359150"/>
          <p14:tracePt t="156871" x="4171950" y="3486150"/>
          <p14:tracePt t="156888" x="4222750" y="3556000"/>
          <p14:tracePt t="156904" x="4337050" y="3740150"/>
          <p14:tracePt t="156921" x="4445000" y="3994150"/>
          <p14:tracePt t="156938" x="4521200" y="4248150"/>
          <p14:tracePt t="156954" x="4552950" y="4362450"/>
          <p14:tracePt t="156971" x="4597400" y="4591050"/>
          <p14:tracePt t="156988" x="4635500" y="4787900"/>
          <p14:tracePt t="157004" x="4648200" y="4851400"/>
          <p14:tracePt t="157021" x="4673600" y="4946650"/>
          <p14:tracePt t="157037" x="4673600" y="4972050"/>
          <p14:tracePt t="157054" x="4679950" y="4978400"/>
          <p14:tracePt t="157120" x="4686300" y="4978400"/>
          <p14:tracePt t="157148" x="4692650" y="4978400"/>
          <p14:tracePt t="157155" x="4699000" y="4972050"/>
          <p14:tracePt t="157190" x="4699000" y="4959350"/>
          <p14:tracePt t="157197" x="4692650" y="4953000"/>
          <p14:tracePt t="157211" x="4686300" y="4940300"/>
          <p14:tracePt t="157220" x="4673600" y="4927600"/>
          <p14:tracePt t="157237" x="4667250" y="4895850"/>
          <p14:tracePt t="157253" x="4667250" y="4870450"/>
          <p14:tracePt t="158633" x="4654550" y="4895850"/>
          <p14:tracePt t="158640" x="4648200" y="4921250"/>
          <p14:tracePt t="158654" x="4635500" y="4953000"/>
          <p14:tracePt t="158664" x="4622800" y="4984750"/>
          <p14:tracePt t="158683" x="4603750" y="5022850"/>
          <p14:tracePt t="158698" x="4591050" y="5048250"/>
          <p14:tracePt t="158714" x="4565650" y="5086350"/>
          <p14:tracePt t="158732" x="4546600" y="5130800"/>
          <p14:tracePt t="158747" x="4533900" y="5156200"/>
          <p14:tracePt t="158764" x="4527550" y="5175250"/>
          <p14:tracePt t="158781" x="4495800" y="5232400"/>
          <p14:tracePt t="158797" x="4483100" y="5251450"/>
          <p14:tracePt t="158815" x="4476750" y="5270500"/>
          <p14:tracePt t="158831" x="4464050" y="5308600"/>
          <p14:tracePt t="158847" x="4457700" y="5327650"/>
          <p14:tracePt t="158851" x="4451350" y="5334000"/>
          <p14:tracePt t="158866" x="4445000" y="5346700"/>
          <p14:tracePt t="158880" x="4445000" y="5359400"/>
          <p14:tracePt t="158897" x="4438650" y="5372100"/>
          <p14:tracePt t="158914" x="4425950" y="5384800"/>
          <p14:tracePt t="158930" x="4419600" y="5384800"/>
          <p14:tracePt t="158947" x="4400550" y="5384800"/>
          <p14:tracePt t="158964" x="4368800" y="5384800"/>
          <p14:tracePt t="158980" x="4337050" y="5378450"/>
          <p14:tracePt t="158997" x="4267200" y="5365750"/>
          <p14:tracePt t="159013" x="4171950" y="5327650"/>
          <p14:tracePt t="159030" x="4102100" y="5308600"/>
          <p14:tracePt t="159047" x="3956050" y="5283200"/>
          <p14:tracePt t="159063" x="3790950" y="5251450"/>
          <p14:tracePt t="159080" x="3714750" y="5245100"/>
          <p14:tracePt t="159097" x="3581400" y="5245100"/>
          <p14:tracePt t="159113" x="3479800" y="5251450"/>
          <p14:tracePt t="159130" x="3435350" y="5270500"/>
          <p14:tracePt t="159147" x="3365500" y="5289550"/>
          <p14:tracePt t="159163" x="3340100" y="5295900"/>
          <p14:tracePt t="159180" x="3308350" y="5302250"/>
          <p14:tracePt t="159196" x="3282950" y="5308600"/>
          <p14:tracePt t="159213" x="3270250" y="5308600"/>
          <p14:tracePt t="159229" x="3244850" y="5314950"/>
          <p14:tracePt t="159266" x="3257550" y="5295900"/>
          <p14:tracePt t="159572" x="3232150" y="5321300"/>
          <p14:tracePt t="159586" x="3175000" y="5359400"/>
          <p14:tracePt t="159594" x="3117850" y="5397500"/>
          <p14:tracePt t="159608" x="3073400" y="5435600"/>
          <p14:tracePt t="159615" x="3041650" y="5461000"/>
          <p14:tracePt t="159631" x="3016250" y="5473700"/>
          <p14:tracePt t="159645" x="2984500" y="5486400"/>
          <p14:tracePt t="159661" x="2971800" y="5492750"/>
          <p14:tracePt t="159678" x="2959100" y="5492750"/>
          <p14:tracePt t="159694" x="2952750" y="5492750"/>
          <p14:tracePt t="159711" x="2940050" y="5467350"/>
          <p14:tracePt t="159728" x="2914650" y="5372100"/>
          <p14:tracePt t="159744" x="2908300" y="5308600"/>
          <p14:tracePt t="159762" x="2857500" y="5124450"/>
          <p14:tracePt t="159777" x="2781300" y="4914900"/>
          <p14:tracePt t="159794" x="2736850" y="4806950"/>
          <p14:tracePt t="159811" x="2667000" y="4622800"/>
          <p14:tracePt t="159827" x="2609850" y="4451350"/>
          <p14:tracePt t="159844" x="2584450" y="4337050"/>
          <p14:tracePt t="159861" x="2590800" y="4095750"/>
          <p14:tracePt t="159877" x="2660650" y="3771900"/>
          <p14:tracePt t="159894" x="2730500" y="3587750"/>
          <p14:tracePt t="159910" x="2882900" y="3244850"/>
          <p14:tracePt t="159927" x="2965450" y="3048000"/>
          <p14:tracePt t="159944" x="2997200" y="2990850"/>
          <p14:tracePt t="159960" x="3003550" y="2933700"/>
          <p14:tracePt t="159977" x="3003550" y="2908300"/>
          <p14:tracePt t="159994" x="2978150" y="2844800"/>
          <p14:tracePt t="160010" x="2965450" y="2832100"/>
          <p14:tracePt t="160027" x="2965450" y="2825750"/>
          <p14:tracePt t="160043" x="2952750" y="2825750"/>
          <p14:tracePt t="160176" x="2952750" y="2832100"/>
          <p14:tracePt t="160191" x="2946400" y="2844800"/>
          <p14:tracePt t="160198" x="2946400" y="2857500"/>
          <p14:tracePt t="160209" x="2940050" y="2889250"/>
          <p14:tracePt t="160226" x="2914650" y="2946400"/>
          <p14:tracePt t="160242" x="2895600" y="2990850"/>
          <p14:tracePt t="160259" x="2876550" y="3060700"/>
          <p14:tracePt t="160276" x="2819400" y="3282950"/>
          <p14:tracePt t="160292" x="2813050" y="3346450"/>
          <p14:tracePt t="160310" x="2800350" y="3429000"/>
          <p14:tracePt t="160326" x="2794000" y="3505200"/>
          <p14:tracePt t="160342" x="2806700" y="3543300"/>
          <p14:tracePt t="160359" x="2819400" y="3549650"/>
          <p14:tracePt t="160375" x="2825750" y="3549650"/>
          <p14:tracePt t="160392" x="2832100" y="3549650"/>
          <p14:tracePt t="160415" x="2838450" y="3549650"/>
          <p14:tracePt t="160626" x="2844800" y="3549650"/>
          <p14:tracePt t="160640" x="2851150" y="3556000"/>
          <p14:tracePt t="160661" x="2857500" y="3562350"/>
          <p14:tracePt t="160689" x="2870200" y="3568700"/>
          <p14:tracePt t="160717" x="2876550" y="3581400"/>
          <p14:tracePt t="160738" x="2876550" y="3587750"/>
          <p14:tracePt t="160752" x="2876550" y="3594100"/>
          <p14:tracePt t="160760" x="2870200" y="3606800"/>
          <p14:tracePt t="160774" x="2863850" y="3625850"/>
          <p14:tracePt t="160791" x="2832100" y="3689350"/>
          <p14:tracePt t="160809" x="2768600" y="3803650"/>
          <p14:tracePt t="160824" x="2736850" y="3867150"/>
          <p14:tracePt t="160840" x="2686050" y="4064000"/>
          <p14:tracePt t="160858" x="2654300" y="4292600"/>
          <p14:tracePt t="160874" x="2654300" y="4419600"/>
          <p14:tracePt t="160890" x="2660650" y="4546600"/>
          <p14:tracePt t="160894" x="2679700" y="4673600"/>
          <p14:tracePt t="160907" x="2755900" y="4895850"/>
          <p14:tracePt t="160923" x="2781300" y="4965700"/>
          <p14:tracePt t="160940" x="2813050" y="5029200"/>
          <p14:tracePt t="160957" x="2844800" y="5105400"/>
          <p14:tracePt t="160973" x="2863850" y="5143500"/>
          <p14:tracePt t="161006" x="2863850" y="5149850"/>
          <p14:tracePt t="161023" x="2863850" y="5156200"/>
          <p14:tracePt t="161040" x="2863850" y="5162550"/>
          <p14:tracePt t="161056" x="2851150" y="5175250"/>
          <p14:tracePt t="161073" x="2851150" y="5181600"/>
          <p14:tracePt t="161090" x="2851150" y="5213350"/>
          <p14:tracePt t="161106" x="2851150" y="5232400"/>
          <p14:tracePt t="161123" x="2857500" y="5283200"/>
          <p14:tracePt t="161139" x="2876550" y="5365750"/>
          <p14:tracePt t="161156" x="2882900" y="5410200"/>
          <p14:tracePt t="161173" x="2895600" y="5461000"/>
          <p14:tracePt t="161189" x="2927350" y="5600700"/>
          <p14:tracePt t="161206" x="2946400" y="5657850"/>
          <p14:tracePt t="161223" x="2978150" y="5740400"/>
          <p14:tracePt t="161239" x="2990850" y="5784850"/>
          <p14:tracePt t="161256" x="3022600" y="5854700"/>
          <p14:tracePt t="161273" x="3041650" y="5905500"/>
          <p14:tracePt t="161289" x="3054350" y="5937250"/>
          <p14:tracePt t="161306" x="3098800" y="6000750"/>
          <p14:tracePt t="161322" x="3175000" y="6096000"/>
          <p14:tracePt t="161339" x="3225800" y="6153150"/>
          <p14:tracePt t="161356" x="3327400" y="6248400"/>
          <p14:tracePt t="161372" x="3454400" y="6318250"/>
          <p14:tracePt t="161389" x="3511550" y="6343650"/>
          <p14:tracePt t="161392" x="3568700" y="6369050"/>
          <p14:tracePt t="161406" x="3619500" y="6388100"/>
          <p14:tracePt t="161422" x="3683000" y="6407150"/>
          <p14:tracePt t="161438" x="3702050" y="6407150"/>
          <p14:tracePt t="161455" x="3733800" y="6407150"/>
          <p14:tracePt t="161471" x="3765550" y="6381750"/>
          <p14:tracePt t="161488" x="3784600" y="6369050"/>
          <p14:tracePt t="161505" x="3829050" y="6324600"/>
          <p14:tracePt t="161522" x="3848100" y="6311900"/>
          <p14:tracePt t="161538" x="3911600" y="6235700"/>
          <p14:tracePt t="161555" x="3943350" y="6210300"/>
          <p14:tracePt t="161571" x="3956050" y="6178550"/>
          <p14:tracePt t="161588" x="4006850" y="6064250"/>
          <p14:tracePt t="161604" x="4025900" y="6019800"/>
          <p14:tracePt t="161621" x="4032250" y="5975350"/>
          <p14:tracePt t="161638" x="4044950" y="5848350"/>
          <p14:tracePt t="161654" x="4038600" y="5657850"/>
          <p14:tracePt t="161671" x="4032250" y="5556250"/>
          <p14:tracePt t="161687" x="4006850" y="5302250"/>
          <p14:tracePt t="161704" x="3987800" y="5022850"/>
          <p14:tracePt t="161722" x="3968750" y="4794250"/>
          <p14:tracePt t="161738" x="3956050" y="4705350"/>
          <p14:tracePt t="161755" x="3924300" y="4533900"/>
          <p14:tracePt t="161771" x="3917950" y="4318000"/>
          <p14:tracePt t="161788" x="3917950" y="4229100"/>
          <p14:tracePt t="161805" x="3917950" y="4127500"/>
          <p14:tracePt t="161821" x="3937000" y="3835400"/>
          <p14:tracePt t="161837" x="3962400" y="3733800"/>
          <p14:tracePt t="161855" x="3981450" y="3587750"/>
          <p14:tracePt t="161870" x="3981450" y="3568700"/>
          <p14:tracePt t="161887" x="3981450" y="3536950"/>
          <p14:tracePt t="161905" x="3981450" y="3524250"/>
          <p14:tracePt t="161920" x="3968750" y="3517900"/>
          <p14:tracePt t="161937" x="3956050" y="3505200"/>
          <p14:tracePt t="161954" x="3930650" y="3498850"/>
          <p14:tracePt t="161970" x="3924300" y="3492500"/>
          <p14:tracePt t="161987" x="3917950" y="3492500"/>
          <p14:tracePt t="162351" x="3911600" y="3524250"/>
          <p14:tracePt t="162365" x="3905250" y="3581400"/>
          <p14:tracePt t="162373" x="3892550" y="3632200"/>
          <p14:tracePt t="162388" x="3886200" y="3689350"/>
          <p14:tracePt t="162402" x="3879850" y="3740150"/>
          <p14:tracePt t="162418" x="3860800" y="3879850"/>
          <p14:tracePt t="162422" x="3848100" y="3949700"/>
          <p14:tracePt t="162438" x="3841750" y="4038600"/>
          <p14:tracePt t="162451" x="3829050" y="4102100"/>
          <p14:tracePt t="162468" x="3810000" y="4235450"/>
          <p14:tracePt t="162485" x="3790950" y="4343400"/>
          <p14:tracePt t="162501" x="3778250" y="4394200"/>
          <p14:tracePt t="162518" x="3740150" y="4495800"/>
          <p14:tracePt t="162535" x="3663950" y="4584700"/>
          <p14:tracePt t="162551" x="3632200" y="4629150"/>
          <p14:tracePt t="162568" x="3536950" y="4718050"/>
          <p14:tracePt t="162584" x="3422650" y="4781550"/>
          <p14:tracePt t="162601" x="3365500" y="4819650"/>
          <p14:tracePt t="162618" x="3257550" y="4857750"/>
          <p14:tracePt t="162634" x="3168650" y="4883150"/>
          <p14:tracePt t="162651" x="3130550" y="4883150"/>
          <p14:tracePt t="162668" x="3054350" y="4876800"/>
          <p14:tracePt t="162684" x="2997200" y="4851400"/>
          <p14:tracePt t="162701" x="2895600" y="4775200"/>
          <p14:tracePt t="162717" x="2794000" y="4648200"/>
          <p14:tracePt t="162734" x="2755900" y="4552950"/>
          <p14:tracePt t="162751" x="2647950" y="4318000"/>
          <p14:tracePt t="162767" x="2559050" y="4083050"/>
          <p14:tracePt t="162784" x="2508250" y="3962400"/>
          <p14:tracePt t="162802" x="2406650" y="3689350"/>
          <p14:tracePt t="162817" x="2305050" y="3441700"/>
          <p14:tracePt t="162834" x="2260600" y="3302000"/>
          <p14:tracePt t="162851" x="2197100" y="3041650"/>
          <p14:tracePt t="162867" x="2171700" y="2774950"/>
          <p14:tracePt t="162884" x="2178050" y="2647950"/>
          <p14:tracePt t="162900" x="2228850" y="2393950"/>
          <p14:tracePt t="162917" x="2355850" y="2114550"/>
          <p14:tracePt t="162934" x="2432050" y="2006600"/>
          <p14:tracePt t="162950" x="2546350" y="1822450"/>
          <p14:tracePt t="162967" x="2609850" y="1739900"/>
          <p14:tracePt t="162984" x="2781300" y="1504950"/>
          <p14:tracePt t="162999" x="2851150" y="1428750"/>
          <p14:tracePt t="163016" x="2927350" y="1346200"/>
          <p14:tracePt t="163033" x="3067050" y="1212850"/>
          <p14:tracePt t="163049" x="3194050" y="1149350"/>
          <p14:tracePt t="163066" x="3263900" y="1117600"/>
          <p14:tracePt t="163083" x="3403600" y="1098550"/>
          <p14:tracePt t="163099" x="3575050" y="1111250"/>
          <p14:tracePt t="163117" x="3733800" y="1174750"/>
          <p14:tracePt t="163132" x="3829050" y="1238250"/>
          <p14:tracePt t="163149" x="4019550" y="1409700"/>
          <p14:tracePt t="163167" x="4146550" y="1555750"/>
          <p14:tracePt t="163183" x="4476750" y="1987550"/>
          <p14:tracePt t="163199" x="4660900" y="2266950"/>
          <p14:tracePt t="163216" x="4965700" y="2914650"/>
          <p14:tracePt t="163232" x="5099050" y="3213100"/>
          <p14:tracePt t="163249" x="5194300" y="3524250"/>
          <p14:tracePt t="163265" x="5340350" y="4114800"/>
          <p14:tracePt t="163282" x="5365750" y="4305300"/>
          <p14:tracePt t="163300" x="5391150" y="4686300"/>
          <p14:tracePt t="163316" x="5378450" y="4857750"/>
          <p14:tracePt t="163332" x="5353050" y="5003800"/>
          <p14:tracePt t="163349" x="5270500" y="5245100"/>
          <p14:tracePt t="163366" x="5200650" y="5384800"/>
          <p14:tracePt t="163382" x="5010150" y="5632450"/>
          <p14:tracePt t="163399" x="4762500" y="5880100"/>
          <p14:tracePt t="163415" x="4635500" y="5962650"/>
          <p14:tracePt t="163432" x="4394200" y="6083300"/>
          <p14:tracePt t="163448" x="4171950" y="6165850"/>
          <p14:tracePt t="163465" x="4044950" y="6191250"/>
          <p14:tracePt t="163482" x="3803650" y="6210300"/>
          <p14:tracePt t="163498" x="3536950" y="6140450"/>
          <p14:tracePt t="163515" x="3409950" y="6057900"/>
          <p14:tracePt t="163532" x="3181350" y="5873750"/>
          <p14:tracePt t="163548" x="2990850" y="5613400"/>
          <p14:tracePt t="163564" x="2946400" y="5473700"/>
          <p14:tracePt t="163581" x="2889250" y="5194300"/>
          <p14:tracePt t="163597" x="2889250" y="5060950"/>
          <p14:tracePt t="163614" x="2946400" y="4679950"/>
          <p14:tracePt t="163631" x="3111500" y="4222750"/>
          <p14:tracePt t="163647" x="3213100" y="4006850"/>
          <p14:tracePt t="163665" x="3486150" y="3543300"/>
          <p14:tracePt t="163681" x="3797300" y="3206750"/>
          <p14:tracePt t="163697" x="3962400" y="3054350"/>
          <p14:tracePt t="163714" x="4292600" y="2774950"/>
          <p14:tracePt t="163730" x="4584700" y="2578100"/>
          <p14:tracePt t="163747" x="4711700" y="2508250"/>
          <p14:tracePt t="163764" x="4933950" y="2393950"/>
          <p14:tracePt t="163780" x="5022850" y="2368550"/>
          <p14:tracePt t="163797" x="5124450" y="2368550"/>
          <p14:tracePt t="163814" x="5200650" y="2368550"/>
          <p14:tracePt t="163830" x="5441950" y="2451100"/>
          <p14:tracePt t="163847" x="5562600" y="2520950"/>
          <p14:tracePt t="163863" x="5746750" y="2692400"/>
          <p14:tracePt t="163880" x="5810250" y="2794000"/>
          <p14:tracePt t="163897" x="5924550" y="3162300"/>
          <p14:tracePt t="163913" x="5949950" y="3333750"/>
          <p14:tracePt t="163930" x="5962650" y="3549650"/>
          <p14:tracePt t="163946" x="5911850" y="4013200"/>
          <p14:tracePt t="163963" x="5791200" y="4546600"/>
          <p14:tracePt t="163980" x="5715000" y="4781550"/>
          <p14:tracePt t="163996" x="5454650" y="5257800"/>
          <p14:tracePt t="164013" x="5270500" y="5473700"/>
          <p14:tracePt t="164030" x="4889500" y="5784850"/>
          <p14:tracePt t="164046" x="4692650" y="5880100"/>
          <p14:tracePt t="164063" x="4298950" y="5949950"/>
          <p14:tracePt t="164079" x="3968750" y="5880100"/>
          <p14:tracePt t="164096" x="3829050" y="5822950"/>
          <p14:tracePt t="164113" x="3549650" y="5594350"/>
          <p14:tracePt t="164129" x="3365500" y="5372100"/>
          <p14:tracePt t="164146" x="3276600" y="5245100"/>
          <p14:tracePt t="164163" x="3162300" y="4984750"/>
          <p14:tracePt t="164179" x="3143250" y="4692650"/>
          <p14:tracePt t="164196" x="3143250" y="4533900"/>
          <p14:tracePt t="164212" x="3206750" y="4114800"/>
          <p14:tracePt t="164229" x="3282950" y="3854450"/>
          <p14:tracePt t="164246" x="3479800" y="3200400"/>
          <p14:tracePt t="164262" x="3702050" y="2641600"/>
          <p14:tracePt t="164279" x="3829050" y="2393950"/>
          <p14:tracePt t="164295" x="4070350" y="2006600"/>
          <p14:tracePt t="164312" x="4254500" y="1803400"/>
          <p14:tracePt t="164328" x="4311650" y="1733550"/>
          <p14:tracePt t="164345" x="4425950" y="1644650"/>
          <p14:tracePt t="164361" x="4476750" y="1619250"/>
          <p14:tracePt t="164378" x="4514850" y="1619250"/>
          <p14:tracePt t="164395" x="4591050" y="1651000"/>
          <p14:tracePt t="164411" x="4711700" y="1758950"/>
          <p14:tracePt t="164445" x="4857750" y="1962150"/>
          <p14:tracePt t="164461" x="4978400" y="2159000"/>
          <p14:tracePt t="164465" x="5149850" y="2508250"/>
          <p14:tracePt t="164481" x="5334000" y="2933700"/>
          <p14:tracePt t="164494" x="5473700" y="3276600"/>
          <p14:tracePt t="164511" x="5543550" y="3632200"/>
          <p14:tracePt t="164528" x="5575300" y="4210050"/>
          <p14:tracePt t="164544" x="5549900" y="4483100"/>
          <p14:tracePt t="164561" x="5492750" y="4737100"/>
          <p14:tracePt t="164578" x="5124450" y="5461000"/>
          <p14:tracePt t="164594" x="5003800" y="5619750"/>
          <p14:tracePt t="164611" x="4743450" y="5854700"/>
          <p14:tracePt t="164627" x="4521200" y="6007100"/>
          <p14:tracePt t="164644" x="4438650" y="6057900"/>
          <p14:tracePt t="164661" x="4229100" y="6134100"/>
          <p14:tracePt t="164677" x="4064000" y="6159500"/>
          <p14:tracePt t="164694" x="3905250" y="6172200"/>
          <p14:tracePt t="164711" x="3829050" y="6146800"/>
          <p14:tracePt t="164727" x="3702050" y="6070600"/>
          <p14:tracePt t="164744" x="3556000" y="5918200"/>
          <p14:tracePt t="164761" x="3448050" y="5702300"/>
          <p14:tracePt t="164777" x="3416300" y="5588000"/>
          <p14:tracePt t="164793" x="3397250" y="5461000"/>
          <p14:tracePt t="164810" x="3441700" y="4991100"/>
          <p14:tracePt t="164827" x="3473450" y="4838700"/>
          <p14:tracePt t="164844" x="3536950" y="4679950"/>
          <p14:tracePt t="164860" x="3752850" y="4254500"/>
          <p14:tracePt t="164877" x="4044950" y="3816350"/>
          <p14:tracePt t="164894" x="4413250" y="3403600"/>
          <p14:tracePt t="164910" x="4559300" y="3257550"/>
          <p14:tracePt t="164926" x="4743450" y="3130550"/>
          <p14:tracePt t="164943" x="5060950" y="2965450"/>
          <p14:tracePt t="164960" x="5181600" y="2933700"/>
          <p14:tracePt t="164977" x="5321300" y="2908300"/>
          <p14:tracePt t="164994" x="5461000" y="2908300"/>
          <p14:tracePt t="165009" x="5892800" y="3079750"/>
          <p14:tracePt t="165027" x="6134100" y="3270250"/>
          <p14:tracePt t="165042" x="6445250" y="3587750"/>
          <p14:tracePt t="165059" x="6559550" y="3829050"/>
          <p14:tracePt t="165076" x="6616700" y="4102100"/>
          <p14:tracePt t="165093" x="6597650" y="4273550"/>
          <p14:tracePt t="165109" x="6477000" y="4641850"/>
          <p14:tracePt t="165126" x="6267450" y="5105400"/>
          <p14:tracePt t="165143" x="6159500" y="5283200"/>
          <p14:tracePt t="165159" x="6038850" y="5448300"/>
          <p14:tracePt t="165176" x="5740400" y="5664200"/>
          <p14:tracePt t="165192" x="5473700" y="5753100"/>
          <p14:tracePt t="165209" x="5283200" y="5753100"/>
          <p14:tracePt t="165226" x="5130800" y="5670550"/>
          <p14:tracePt t="165243" x="5035550" y="5619750"/>
          <p14:tracePt t="165259" x="4914900" y="5486400"/>
          <p14:tracePt t="165275" x="4794250" y="5314950"/>
          <p14:tracePt t="165292" x="4699000" y="5187950"/>
          <p14:tracePt t="165309" x="4552950" y="4933950"/>
          <p14:tracePt t="165325" x="4445000" y="4730750"/>
          <p14:tracePt t="165342" x="4337050" y="4495800"/>
          <p14:tracePt t="165358" x="4318000" y="4381500"/>
          <p14:tracePt t="165375" x="4292600" y="4191000"/>
          <p14:tracePt t="165392" x="4318000" y="3943350"/>
          <p14:tracePt t="165408" x="4330700" y="3829050"/>
          <p14:tracePt t="165425" x="4362450" y="3702050"/>
          <p14:tracePt t="165442" x="4546600" y="3340100"/>
          <p14:tracePt t="165458" x="4629150" y="3213100"/>
          <p14:tracePt t="165475" x="4724400" y="3117850"/>
          <p14:tracePt t="165478" x="4806950" y="3022600"/>
          <p14:tracePt t="165491" x="4914900" y="2971800"/>
          <p14:tracePt t="165508" x="5137150" y="2851150"/>
          <p14:tracePt t="165525" x="5334000" y="2781300"/>
          <p14:tracePt t="165541" x="5429250" y="2749550"/>
          <p14:tracePt t="165558" x="5505450" y="2730500"/>
          <p14:tracePt t="165575" x="5613400" y="2705100"/>
          <p14:tracePt t="165591" x="5645150" y="2705100"/>
          <p14:tracePt t="165607" x="5670550" y="2705100"/>
          <p14:tracePt t="165645" x="5664200" y="2679700"/>
          <p14:tracePt t="168266" x="5664200" y="2692400"/>
          <p14:tracePt t="168273" x="5664200" y="2730500"/>
          <p14:tracePt t="168281" x="5664200" y="2755900"/>
          <p14:tracePt t="168298" x="5664200" y="2787650"/>
          <p14:tracePt t="168315" x="5683250" y="2819400"/>
          <p14:tracePt t="168331" x="5721350" y="2882900"/>
          <p14:tracePt t="168348" x="5816600" y="2965450"/>
          <p14:tracePt t="168365" x="5918200" y="3048000"/>
          <p14:tracePt t="168381" x="5988050" y="3092450"/>
          <p14:tracePt t="168398" x="6153150" y="3168650"/>
          <p14:tracePt t="168414" x="6337300" y="3244850"/>
          <p14:tracePt t="168431" x="6426200" y="3263900"/>
          <p14:tracePt t="168448" x="6597650" y="3295650"/>
          <p14:tracePt t="168464" x="6673850" y="3302000"/>
          <p14:tracePt t="168480" x="6813550" y="3314700"/>
          <p14:tracePt t="168498" x="6877050" y="3314700"/>
          <p14:tracePt t="168514" x="7010400" y="3333750"/>
          <p14:tracePt t="168531" x="7061200" y="3333750"/>
          <p14:tracePt t="168534" x="7099300" y="3333750"/>
          <p14:tracePt t="168547" x="7143750" y="3333750"/>
          <p14:tracePt t="168564" x="7162800" y="3333750"/>
          <p14:tracePt t="168580" x="7175500" y="3333750"/>
          <p14:tracePt t="168614" x="7181850" y="3333750"/>
          <p14:tracePt t="168666" x="7188200" y="3333750"/>
          <p14:tracePt t="168715" x="7194550" y="3327400"/>
          <p14:tracePt t="168772" x="7200900" y="3327400"/>
          <p14:tracePt t="168793" x="7200900" y="332105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800600" y="993467"/>
            <a:ext cx="4038600" cy="5712133"/>
            <a:chOff x="4800600" y="841067"/>
            <a:chExt cx="4038600" cy="5712133"/>
          </a:xfrm>
        </p:grpSpPr>
        <p:sp>
          <p:nvSpPr>
            <p:cNvPr id="9" name="矩形 8"/>
            <p:cNvSpPr/>
            <p:nvPr/>
          </p:nvSpPr>
          <p:spPr bwMode="auto">
            <a:xfrm>
              <a:off x="4800600" y="4721531"/>
              <a:ext cx="4038600" cy="1831669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TW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“I don’t have time for this!</a:t>
              </a:r>
              <a:r>
                <a:rPr kumimoji="0" lang="en-US" altLang="zh-TW" sz="20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 Hey store, can you gift-wrap this 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() function for me?”</a:t>
              </a:r>
            </a:p>
            <a:p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&gt;&gt;&gt;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@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my_decorator</a:t>
              </a:r>
              <a:endParaRPr lang="en-US" altLang="zh-TW" dirty="0">
                <a:solidFill>
                  <a:schemeClr val="tx1"/>
                </a:solidFill>
                <a:latin typeface="Times New Roman" charset="0"/>
              </a:endParaRPr>
            </a:p>
            <a:p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. . .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def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(): print("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!")</a:t>
              </a:r>
            </a:p>
            <a:p>
              <a:pPr>
                <a:lnSpc>
                  <a:spcPct val="80000"/>
                </a:lnSpc>
              </a:pP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. . .</a:t>
              </a:r>
              <a:endParaRPr lang="en-US" altLang="zh-TW" dirty="0">
                <a:solidFill>
                  <a:schemeClr val="tx1"/>
                </a:solidFill>
                <a:latin typeface="Times New Roman" charset="0"/>
              </a:endParaRPr>
            </a:p>
          </p:txBody>
        </p:sp>
        <p:pic>
          <p:nvPicPr>
            <p:cNvPr id="6148" name="Picture 4" descr="Facebook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680" y="841067"/>
              <a:ext cx="3747587" cy="3730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304800" y="990600"/>
            <a:ext cx="4038600" cy="5715000"/>
            <a:chOff x="304800" y="914400"/>
            <a:chExt cx="4038600" cy="5715000"/>
          </a:xfrm>
        </p:grpSpPr>
        <p:sp>
          <p:nvSpPr>
            <p:cNvPr id="13" name="矩形 5"/>
            <p:cNvSpPr/>
            <p:nvPr/>
          </p:nvSpPr>
          <p:spPr bwMode="auto">
            <a:xfrm>
              <a:off x="304800" y="914400"/>
              <a:ext cx="4038600" cy="1828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TW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“I love wrapping gifts </a:t>
              </a:r>
              <a:r>
                <a:rPr kumimoji="0" lang="en-US" altLang="zh-TW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myself.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Bob will love this 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() 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fuction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 that I</a:t>
              </a:r>
              <a:r>
                <a:rPr lang="zh-TW" altLang="en-US" dirty="0" smtClean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worked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to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wrap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all by myself!”</a:t>
              </a:r>
            </a:p>
            <a:p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&gt;&gt;&gt;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def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(): print("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!")</a:t>
              </a:r>
              <a:endParaRPr lang="en-US" altLang="zh-TW" dirty="0">
                <a:solidFill>
                  <a:schemeClr val="tx1"/>
                </a:solidFill>
                <a:latin typeface="Times New Roman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. . .</a:t>
              </a:r>
            </a:p>
            <a:p>
              <a:pPr>
                <a:lnSpc>
                  <a:spcPct val="90000"/>
                </a:lnSpc>
              </a:pP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=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my_decorator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(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) </a:t>
              </a:r>
              <a:endPara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pic>
          <p:nvPicPr>
            <p:cNvPr id="14" name="Picture 6" descr="This incredible gift-wrapping tip shows you how to wrap your presents in  less than 15 seconds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35" r="2317"/>
            <a:stretch/>
          </p:blipFill>
          <p:spPr bwMode="auto">
            <a:xfrm>
              <a:off x="378862" y="2895600"/>
              <a:ext cx="3894365" cy="3733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Who is the wrapper?</a:t>
            </a:r>
            <a:endParaRPr lang="en-US" b="1" dirty="0"/>
          </a:p>
        </p:txBody>
      </p:sp>
      <p:pic>
        <p:nvPicPr>
          <p:cNvPr id="10" name="Audio 9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1156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936"/>
    </mc:Choice>
    <mc:Fallback>
      <p:transition spd="slow" advTm="739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29" x="7162800" y="3321050"/>
          <p14:tracePt t="1337" x="7124700" y="3314700"/>
          <p14:tracePt t="1343" x="7054850" y="3295650"/>
          <p14:tracePt t="1357" x="6978650" y="3276600"/>
          <p14:tracePt t="1368" x="6883400" y="3232150"/>
          <p14:tracePt t="1384" x="6788150" y="3194050"/>
          <p14:tracePt t="1401" x="6553200" y="3092450"/>
          <p14:tracePt t="1418" x="6318250" y="2990850"/>
          <p14:tracePt t="1435" x="6070600" y="2876550"/>
          <p14:tracePt t="1451" x="5930900" y="2819400"/>
          <p14:tracePt t="1468" x="5816600" y="2768600"/>
          <p14:tracePt t="1484" x="5588000" y="2635250"/>
          <p14:tracePt t="1501" x="5359400" y="2520950"/>
          <p14:tracePt t="1518" x="5264150" y="2470150"/>
          <p14:tracePt t="1534" x="5054600" y="2362200"/>
          <p14:tracePt t="1551" x="4832350" y="2266950"/>
          <p14:tracePt t="1568" x="4635500" y="2171700"/>
          <p14:tracePt t="1584" x="4540250" y="2120900"/>
          <p14:tracePt t="1601" x="4356100" y="2038350"/>
          <p14:tracePt t="1618" x="4171950" y="1962150"/>
          <p14:tracePt t="1634" x="4064000" y="1943100"/>
          <p14:tracePt t="1650" x="3943350" y="1917700"/>
          <p14:tracePt t="1667" x="3841750" y="1898650"/>
          <p14:tracePt t="1684" x="3784600" y="1898650"/>
          <p14:tracePt t="1700" x="3695700" y="1898650"/>
          <p14:tracePt t="1717" x="3632200" y="1898650"/>
          <p14:tracePt t="2217" x="3613150" y="1879600"/>
          <p14:tracePt t="2232" x="3587750" y="1835150"/>
          <p14:tracePt t="2238" x="3556000" y="1790700"/>
          <p14:tracePt t="2252" x="3543300" y="1746250"/>
          <p14:tracePt t="2265" x="3511550" y="1689100"/>
          <p14:tracePt t="2281" x="3467100" y="1555750"/>
          <p14:tracePt t="2298" x="3435350" y="1485900"/>
          <p14:tracePt t="2315" x="3416300" y="1365250"/>
          <p14:tracePt t="2332" x="3397250" y="1250950"/>
          <p14:tracePt t="2348" x="3397250" y="1187450"/>
          <p14:tracePt t="2365" x="3397250" y="1104900"/>
          <p14:tracePt t="2382" x="3409950" y="1041400"/>
          <p14:tracePt t="2400" x="3448050" y="990600"/>
          <p14:tracePt t="2414" x="3460750" y="971550"/>
          <p14:tracePt t="2431" x="3524250" y="920750"/>
          <p14:tracePt t="2448" x="3568700" y="901700"/>
          <p14:tracePt t="2464" x="3644900" y="863600"/>
          <p14:tracePt t="2481" x="3746500" y="819150"/>
          <p14:tracePt t="2499" x="3854450" y="781050"/>
          <p14:tracePt t="2514" x="3911600" y="762000"/>
          <p14:tracePt t="2531" x="3975100" y="736600"/>
          <p14:tracePt t="2548" x="4114800" y="692150"/>
          <p14:tracePt t="2564" x="4146550" y="679450"/>
          <p14:tracePt t="2581" x="4159250" y="673100"/>
          <p14:tracePt t="2597" x="4178300" y="673100"/>
          <p14:tracePt t="2614" x="4184650" y="673100"/>
          <p14:tracePt t="2639" x="4184650" y="679450"/>
          <p14:tracePt t="2653" x="4178300" y="692150"/>
          <p14:tracePt t="2663" x="4159250" y="723900"/>
          <p14:tracePt t="2681" x="4102100" y="800100"/>
          <p14:tracePt t="2697" x="4038600" y="863600"/>
          <p14:tracePt t="2713" x="3898900" y="1003300"/>
          <p14:tracePt t="2730" x="3689350" y="1200150"/>
          <p14:tracePt t="2747" x="3543300" y="1352550"/>
          <p14:tracePt t="2763" x="3282950" y="1638300"/>
          <p14:tracePt t="2780" x="3130550" y="1847850"/>
          <p14:tracePt t="2796" x="2863850" y="2349500"/>
          <p14:tracePt t="2814" x="2635250" y="2978150"/>
          <p14:tracePt t="2830" x="2482850" y="3670300"/>
          <p14:tracePt t="2846" x="2463800" y="4006850"/>
          <p14:tracePt t="2864" x="2419350" y="4597400"/>
          <p14:tracePt t="2880" x="2419350" y="4851400"/>
          <p14:tracePt t="2896" x="2444750" y="5111750"/>
          <p14:tracePt t="2913" x="2495550" y="5276850"/>
          <p14:tracePt t="2929" x="2508250" y="5308600"/>
          <p14:tracePt t="2946" x="2540000" y="5340350"/>
          <p14:tracePt t="2963" x="2571750" y="5359400"/>
          <p14:tracePt t="2979" x="2584450" y="5365750"/>
          <p14:tracePt t="2996" x="2609850" y="5378450"/>
          <p14:tracePt t="3012" x="2647950" y="5384800"/>
          <p14:tracePt t="3029" x="2654300" y="5384800"/>
          <p14:tracePt t="3046" x="2705100" y="5378450"/>
          <p14:tracePt t="3062" x="2749550" y="5353050"/>
          <p14:tracePt t="3079" x="2762250" y="5327650"/>
          <p14:tracePt t="3096" x="2794000" y="5276850"/>
          <p14:tracePt t="3112" x="2794000" y="5219700"/>
          <p14:tracePt t="3130" x="2755900" y="5137150"/>
          <p14:tracePt t="3145" x="2717800" y="5092700"/>
          <p14:tracePt t="3162" x="2673350" y="5054600"/>
          <p14:tracePt t="3180" x="2508250" y="4978400"/>
          <p14:tracePt t="3195" x="2457450" y="4978400"/>
          <p14:tracePt t="3211" x="2393950" y="4978400"/>
          <p14:tracePt t="3229" x="2222500" y="5048250"/>
          <p14:tracePt t="3245" x="2190750" y="5092700"/>
          <p14:tracePt t="3261" x="2152650" y="5149850"/>
          <p14:tracePt t="3278" x="2070100" y="5378450"/>
          <p14:tracePt t="3295" x="2063750" y="5454650"/>
          <p14:tracePt t="3311" x="2063750" y="5530850"/>
          <p14:tracePt t="3328" x="2076450" y="5676900"/>
          <p14:tracePt t="3344" x="2139950" y="5803900"/>
          <p14:tracePt t="3362" x="2266950" y="5867400"/>
          <p14:tracePt t="3378" x="2343150" y="5886450"/>
          <p14:tracePt t="3395" x="2520950" y="5886450"/>
          <p14:tracePt t="3412" x="2717800" y="5867400"/>
          <p14:tracePt t="3428" x="2787650" y="5835650"/>
          <p14:tracePt t="3444" x="2870200" y="5772150"/>
          <p14:tracePt t="3461" x="3016250" y="5600700"/>
          <p14:tracePt t="3477" x="3022600" y="5530850"/>
          <p14:tracePt t="3495" x="3022600" y="5480050"/>
          <p14:tracePt t="3510" x="2971800" y="5346700"/>
          <p14:tracePt t="3527" x="2876550" y="5251450"/>
          <p14:tracePt t="3544" x="2774950" y="5207000"/>
          <p14:tracePt t="3561" x="2724150" y="5194300"/>
          <p14:tracePt t="3577" x="2603500" y="5200650"/>
          <p14:tracePt t="3594" x="2508250" y="5245100"/>
          <p14:tracePt t="3610" x="2476500" y="5270500"/>
          <p14:tracePt t="3627" x="2400300" y="5359400"/>
          <p14:tracePt t="3644" x="2362200" y="5467350"/>
          <p14:tracePt t="3661" x="2355850" y="5511800"/>
          <p14:tracePt t="3677" x="2381250" y="5588000"/>
          <p14:tracePt t="3693" x="2413000" y="5651500"/>
          <p14:tracePt t="3710" x="2444750" y="5676900"/>
          <p14:tracePt t="3727" x="2495550" y="5715000"/>
          <p14:tracePt t="3743" x="2565400" y="5753100"/>
          <p14:tracePt t="3760" x="2584450" y="5759450"/>
          <p14:tracePt t="3776" x="2635250" y="5791200"/>
          <p14:tracePt t="3793" x="2654300" y="5797550"/>
          <p14:tracePt t="3810" x="2692400" y="5822950"/>
          <p14:tracePt t="3826" x="2717800" y="5835650"/>
          <p14:tracePt t="3843" x="2724150" y="5835650"/>
          <p14:tracePt t="3860" x="2730500" y="5842000"/>
          <p14:tracePt t="3876" x="2736850" y="5842000"/>
          <p14:tracePt t="3893" x="2736850" y="5829300"/>
          <p14:tracePt t="3909" x="2736850" y="5816600"/>
          <p14:tracePt t="3926" x="2724150" y="5803900"/>
          <p14:tracePt t="3943" x="2711450" y="5797550"/>
          <p14:tracePt t="3960" x="2679700" y="5784850"/>
          <p14:tracePt t="3976" x="2628900" y="5778500"/>
          <p14:tracePt t="3992" x="2609850" y="5778500"/>
          <p14:tracePt t="4009" x="2559050" y="5778500"/>
          <p14:tracePt t="4025" x="2508250" y="5791200"/>
          <p14:tracePt t="4043" x="2444750" y="5816600"/>
          <p14:tracePt t="4059" x="2425700" y="5829300"/>
          <p14:tracePt t="4078" x="2393950" y="5848350"/>
          <p14:tracePt t="4092" x="2387600" y="5873750"/>
          <p14:tracePt t="4109" x="2387600" y="5880100"/>
          <p14:tracePt t="4125" x="2400300" y="5892800"/>
          <p14:tracePt t="4142" x="2444750" y="5899150"/>
          <p14:tracePt t="4158" x="2482850" y="5899150"/>
          <p14:tracePt t="4176" x="2520950" y="5899150"/>
          <p14:tracePt t="4192" x="2628900" y="5886450"/>
          <p14:tracePt t="4209" x="2654300" y="5886450"/>
          <p14:tracePt t="4226" x="2692400" y="5886450"/>
          <p14:tracePt t="4258" x="2698750" y="5886450"/>
          <p14:tracePt t="4289" x="2698750" y="5873750"/>
          <p14:tracePt t="4295" x="2698750" y="5867400"/>
          <p14:tracePt t="4309" x="2692400" y="5854700"/>
          <p14:tracePt t="4325" x="2673350" y="5835650"/>
          <p14:tracePt t="4341" x="2647950" y="5829300"/>
          <p14:tracePt t="4359" x="2590800" y="5822950"/>
          <p14:tracePt t="4375" x="2533650" y="5816600"/>
          <p14:tracePt t="4392" x="2476500" y="5816600"/>
          <p14:tracePt t="4408" x="2413000" y="5822950"/>
          <p14:tracePt t="4424" x="2362200" y="5835650"/>
          <p14:tracePt t="4441" x="2349500" y="5842000"/>
          <p14:tracePt t="4458" x="2330450" y="5848350"/>
          <p14:tracePt t="4492" x="2336800" y="5842000"/>
          <p14:tracePt t="4886" x="2362200" y="5842000"/>
          <p14:tracePt t="4900" x="2400300" y="5842000"/>
          <p14:tracePt t="4908" x="2438400" y="5842000"/>
          <p14:tracePt t="4922" x="2482850" y="5848350"/>
          <p14:tracePt t="4939" x="2603500" y="5867400"/>
          <p14:tracePt t="4957" x="2768600" y="5873750"/>
          <p14:tracePt t="4973" x="2863850" y="5867400"/>
          <p14:tracePt t="4989" x="3041650" y="5835650"/>
          <p14:tracePt t="5006" x="3213100" y="5765800"/>
          <p14:tracePt t="5022" x="3308350" y="5734050"/>
          <p14:tracePt t="5039" x="3384550" y="5702300"/>
          <p14:tracePt t="5055" x="3556000" y="5600700"/>
          <p14:tracePt t="5072" x="3606800" y="5562600"/>
          <p14:tracePt t="5089" x="3638550" y="5530850"/>
          <p14:tracePt t="5105" x="3683000" y="5486400"/>
          <p14:tracePt t="5122" x="3708400" y="5461000"/>
          <p14:tracePt t="5139" x="3727450" y="5435600"/>
          <p14:tracePt t="5155" x="3733800" y="5416550"/>
          <p14:tracePt t="5172" x="3740150" y="5403850"/>
          <p14:tracePt t="5189" x="3733800" y="5334000"/>
          <p14:tracePt t="5205" x="3714750" y="5302250"/>
          <p14:tracePt t="5221" x="3651250" y="5245100"/>
          <p14:tracePt t="5238" x="3524250" y="5175250"/>
          <p14:tracePt t="5255" x="3441700" y="5156200"/>
          <p14:tracePt t="5271" x="3244850" y="5080000"/>
          <p14:tracePt t="5288" x="3003550" y="5016500"/>
          <p14:tracePt t="5304" x="2876550" y="4997450"/>
          <p14:tracePt t="5322" x="2654300" y="4902200"/>
          <p14:tracePt t="5338" x="2451100" y="4794250"/>
          <p14:tracePt t="5354" x="2368550" y="4743450"/>
          <p14:tracePt t="5371" x="2228850" y="4635500"/>
          <p14:tracePt t="5387" x="2184400" y="4597400"/>
          <p14:tracePt t="5404" x="2114550" y="4546600"/>
          <p14:tracePt t="5421" x="2070100" y="4508500"/>
          <p14:tracePt t="5437" x="2057400" y="4502150"/>
          <p14:tracePt t="5454" x="2044700" y="4476750"/>
          <p14:tracePt t="5470" x="2038350" y="4451350"/>
          <p14:tracePt t="5487" x="2032000" y="4445000"/>
          <p14:tracePt t="5504" x="2025650" y="4425950"/>
          <p14:tracePt t="5521" x="2025650" y="4413250"/>
          <p14:tracePt t="5554" x="2025650" y="4406900"/>
          <p14:tracePt t="5570" x="2019300" y="4400550"/>
          <p14:tracePt t="5586" x="2019300" y="4394200"/>
          <p14:tracePt t="5604" x="2019300" y="4381500"/>
          <p14:tracePt t="5620" x="2006600" y="4362450"/>
          <p14:tracePt t="5638" x="2000250" y="4349750"/>
          <p14:tracePt t="5653" x="1993900" y="4349750"/>
          <p14:tracePt t="5670" x="1993900" y="4343400"/>
          <p14:tracePt t="5722" x="2000250" y="4343400"/>
          <p14:tracePt t="5728" x="2006600" y="4343400"/>
          <p14:tracePt t="5749" x="2012950" y="4343400"/>
          <p14:tracePt t="5756" x="2025650" y="4343400"/>
          <p14:tracePt t="5772" x="2032000" y="4343400"/>
          <p14:tracePt t="5786" x="2044700" y="4343400"/>
          <p14:tracePt t="5803" x="2070100" y="4343400"/>
          <p14:tracePt t="5820" x="2108200" y="4337050"/>
          <p14:tracePt t="5836" x="2127250" y="4337050"/>
          <p14:tracePt t="5853" x="2171700" y="4318000"/>
          <p14:tracePt t="5870" x="2203450" y="4298950"/>
          <p14:tracePt t="5886" x="2228850" y="4286250"/>
          <p14:tracePt t="5902" x="2247900" y="4267200"/>
          <p14:tracePt t="5919" x="2273300" y="4241800"/>
          <p14:tracePt t="5952" x="2279650" y="4235450"/>
          <p14:tracePt t="5969" x="2286000" y="4229100"/>
          <p14:tracePt t="6031" x="2286000" y="4235450"/>
          <p14:tracePt t="6038" x="2286000" y="4241800"/>
          <p14:tracePt t="6052" x="2286000" y="4254500"/>
          <p14:tracePt t="6059" x="2286000" y="4279900"/>
          <p14:tracePt t="6073" x="2279650" y="4298950"/>
          <p14:tracePt t="6085" x="2273300" y="4337050"/>
          <p14:tracePt t="6102" x="2247900" y="4457700"/>
          <p14:tracePt t="6118" x="2228850" y="4540250"/>
          <p14:tracePt t="6136" x="2203450" y="4705350"/>
          <p14:tracePt t="6151" x="2184400" y="4883150"/>
          <p14:tracePt t="6168" x="2190750" y="4978400"/>
          <p14:tracePt t="6171" x="2197100" y="5054600"/>
          <p14:tracePt t="6185" x="2209800" y="5130800"/>
          <p14:tracePt t="6201" x="2266950" y="5257800"/>
          <p14:tracePt t="6218" x="2317750" y="5314950"/>
          <p14:tracePt t="6235" x="2432050" y="5422900"/>
          <p14:tracePt t="6251" x="2597150" y="5505450"/>
          <p14:tracePt t="6268" x="2698750" y="5524500"/>
          <p14:tracePt t="6284" x="2882900" y="5556250"/>
          <p14:tracePt t="6301" x="2959100" y="5562600"/>
          <p14:tracePt t="6318" x="3098800" y="5581650"/>
          <p14:tracePt t="6334" x="3168650" y="5581650"/>
          <p14:tracePt t="6351" x="3200400" y="5581650"/>
          <p14:tracePt t="6368" x="3225800" y="5581650"/>
          <p14:tracePt t="6384" x="3232150" y="5575300"/>
          <p14:tracePt t="6424" x="3238500" y="5575300"/>
          <p14:tracePt t="6452" x="3244850" y="5575300"/>
          <p14:tracePt t="6459" x="3257550" y="5581650"/>
          <p14:tracePt t="6473" x="3270250" y="5588000"/>
          <p14:tracePt t="6484" x="3282950" y="5588000"/>
          <p14:tracePt t="6502" x="3295650" y="5600700"/>
          <p14:tracePt t="6517" x="3321050" y="5619750"/>
          <p14:tracePt t="6534" x="3340100" y="5638800"/>
          <p14:tracePt t="6550" x="3365500" y="5657850"/>
          <p14:tracePt t="6567" x="3371850" y="5670550"/>
          <p14:tracePt t="6584" x="3397250" y="5695950"/>
          <p14:tracePt t="6600" x="3409950" y="5715000"/>
          <p14:tracePt t="6617" x="3429000" y="5734050"/>
          <p14:tracePt t="6634" x="3435350" y="5734050"/>
          <p14:tracePt t="6651" x="3441700" y="5740400"/>
          <p14:tracePt t="6666" x="3448050" y="5746750"/>
          <p14:tracePt t="6699" x="3454400" y="5746750"/>
          <p14:tracePt t="6824" x="3460750" y="5746750"/>
          <p14:tracePt t="6845" x="3467100" y="5746750"/>
          <p14:tracePt t="6867" x="3479800" y="5746750"/>
          <p14:tracePt t="6894" x="3492500" y="5740400"/>
          <p14:tracePt t="6915" x="3498850" y="5734050"/>
          <p14:tracePt t="6922" x="3505200" y="5734050"/>
          <p14:tracePt t="6936" x="3505200" y="5721350"/>
          <p14:tracePt t="6949" x="3517900" y="5708650"/>
          <p14:tracePt t="6965" x="3536950" y="5683250"/>
          <p14:tracePt t="6982" x="3549650" y="5657850"/>
          <p14:tracePt t="6998" x="3568700" y="5613400"/>
          <p14:tracePt t="7015" x="3594100" y="5575300"/>
          <p14:tracePt t="7031" x="3600450" y="5556250"/>
          <p14:tracePt t="7049" x="3613150" y="5537200"/>
          <p14:tracePt t="7065" x="3619500" y="5518150"/>
          <p14:tracePt t="7133" x="3606800" y="5524500"/>
          <p14:tracePt t="7140" x="3600450" y="5537200"/>
          <p14:tracePt t="7154" x="3575050" y="5549900"/>
          <p14:tracePt t="7165" x="3543300" y="5575300"/>
          <p14:tracePt t="7182" x="3435350" y="5638800"/>
          <p14:tracePt t="7198" x="3295650" y="5727700"/>
          <p14:tracePt t="7215" x="3225800" y="5778500"/>
          <p14:tracePt t="7232" x="2965450" y="5911850"/>
          <p14:tracePt t="7248" x="2889250" y="5949950"/>
          <p14:tracePt t="7264" x="2806700" y="5994400"/>
          <p14:tracePt t="7281" x="2647950" y="6051550"/>
          <p14:tracePt t="7297" x="2514600" y="6089650"/>
          <p14:tracePt t="7314" x="2444750" y="6108700"/>
          <p14:tracePt t="7331" x="2305050" y="6121400"/>
          <p14:tracePt t="7347" x="2171700" y="6108700"/>
          <p14:tracePt t="7365" x="2051050" y="6089650"/>
          <p14:tracePt t="7381" x="2012950" y="6083300"/>
          <p14:tracePt t="7397" x="1943100" y="6070600"/>
          <p14:tracePt t="7414" x="1885950" y="6064250"/>
          <p14:tracePt t="7430" x="1860550" y="6064250"/>
          <p14:tracePt t="7447" x="1835150" y="6057900"/>
          <p14:tracePt t="7505" x="1828800" y="6057900"/>
          <p14:tracePt t="8247" x="1816100" y="6045200"/>
          <p14:tracePt t="8254" x="1790700" y="6026150"/>
          <p14:tracePt t="8269" x="1778000" y="6013450"/>
          <p14:tracePt t="8277" x="1746250" y="5988050"/>
          <p14:tracePt t="8294" x="1714500" y="5975350"/>
          <p14:tracePt t="8311" x="1670050" y="5930900"/>
          <p14:tracePt t="8327" x="1606550" y="5880100"/>
          <p14:tracePt t="8344" x="1568450" y="5854700"/>
          <p14:tracePt t="8361" x="1479550" y="5803900"/>
          <p14:tracePt t="8377" x="1428750" y="5784850"/>
          <p14:tracePt t="8394" x="1320800" y="5746750"/>
          <p14:tracePt t="8410" x="1181100" y="5695950"/>
          <p14:tracePt t="8427" x="1117600" y="5689600"/>
          <p14:tracePt t="8444" x="996950" y="5670550"/>
          <p14:tracePt t="8460" x="920750" y="5670550"/>
          <p14:tracePt t="8477" x="869950" y="5670550"/>
          <p14:tracePt t="8494" x="812800" y="5670550"/>
          <p14:tracePt t="8510" x="755650" y="5670550"/>
          <p14:tracePt t="8527" x="730250" y="5664200"/>
          <p14:tracePt t="8543" x="698500" y="5664200"/>
          <p14:tracePt t="8560" x="679450" y="5664200"/>
          <p14:tracePt t="8576" x="673100" y="5664200"/>
          <p14:tracePt t="8593" x="673100" y="5657850"/>
          <p14:tracePt t="8610" x="666750" y="5657850"/>
          <p14:tracePt t="8647" x="660400" y="5651500"/>
          <p14:tracePt t="8767" x="660400" y="5657850"/>
          <p14:tracePt t="8781" x="660400" y="5664200"/>
          <p14:tracePt t="8788" x="666750" y="5664200"/>
          <p14:tracePt t="8802" x="673100" y="5670550"/>
          <p14:tracePt t="8811" x="673100" y="5676900"/>
          <p14:tracePt t="8826" x="685800" y="5683250"/>
          <p14:tracePt t="8842" x="749300" y="5715000"/>
          <p14:tracePt t="8859" x="863600" y="5772150"/>
          <p14:tracePt t="8875" x="946150" y="5803900"/>
          <p14:tracePt t="8893" x="1123950" y="5854700"/>
          <p14:tracePt t="8908" x="1346200" y="5905500"/>
          <p14:tracePt t="8925" x="1447800" y="5937250"/>
          <p14:tracePt t="8942" x="1619250" y="5975350"/>
          <p14:tracePt t="8958" x="1739900" y="6007100"/>
          <p14:tracePt t="8975" x="1784350" y="6026150"/>
          <p14:tracePt t="8992" x="1841500" y="6038850"/>
          <p14:tracePt t="9008" x="1854200" y="6038850"/>
          <p14:tracePt t="9025" x="1879600" y="6045200"/>
          <p14:tracePt t="9042" x="1892300" y="6051550"/>
          <p14:tracePt t="9058" x="1898650" y="6051550"/>
          <p14:tracePt t="9160" x="1905000" y="6045200"/>
          <p14:tracePt t="9223" x="1911350" y="6045200"/>
          <p14:tracePt t="9783" x="1943100" y="6019800"/>
          <p14:tracePt t="9790" x="1974850" y="5981700"/>
          <p14:tracePt t="9804" x="2032000" y="5924550"/>
          <p14:tracePt t="9811" x="2089150" y="5886450"/>
          <p14:tracePt t="9825" x="2152650" y="5822950"/>
          <p14:tracePt t="9839" x="2279650" y="5708650"/>
          <p14:tracePt t="9855" x="2349500" y="5632450"/>
          <p14:tracePt t="9871" x="2413000" y="5562600"/>
          <p14:tracePt t="9889" x="2501900" y="5410200"/>
          <p14:tracePt t="9905" x="2571750" y="5251450"/>
          <p14:tracePt t="9922" x="2603500" y="5168900"/>
          <p14:tracePt t="9939" x="2654300" y="4978400"/>
          <p14:tracePt t="9955" x="2673350" y="4781550"/>
          <p14:tracePt t="9973" x="2692400" y="4654550"/>
          <p14:tracePt t="9988" x="2692400" y="4591050"/>
          <p14:tracePt t="10005" x="2692400" y="4559300"/>
          <p14:tracePt t="10022" x="2692400" y="4533900"/>
          <p14:tracePt t="10038" x="2679700" y="4470400"/>
          <p14:tracePt t="10055" x="2673350" y="4457700"/>
          <p14:tracePt t="10072" x="2641600" y="4406900"/>
          <p14:tracePt t="10088" x="2616200" y="4387850"/>
          <p14:tracePt t="10105" x="2603500" y="4362450"/>
          <p14:tracePt t="10121" x="2559050" y="4305300"/>
          <p14:tracePt t="10138" x="2546350" y="4298950"/>
          <p14:tracePt t="10777" x="2546350" y="4286250"/>
          <p14:tracePt t="10784" x="2559050" y="4260850"/>
          <p14:tracePt t="10798" x="2559050" y="4229100"/>
          <p14:tracePt t="10805" x="2571750" y="4197350"/>
          <p14:tracePt t="10819" x="2584450" y="4165600"/>
          <p14:tracePt t="10835" x="2609850" y="4095750"/>
          <p14:tracePt t="10852" x="2628900" y="4064000"/>
          <p14:tracePt t="10869" x="2654300" y="3981450"/>
          <p14:tracePt t="10885" x="2698750" y="3879850"/>
          <p14:tracePt t="10902" x="2717800" y="3816350"/>
          <p14:tracePt t="10918" x="2762250" y="3663950"/>
          <p14:tracePt t="10935" x="2787650" y="3575050"/>
          <p14:tracePt t="10952" x="2838450" y="3403600"/>
          <p14:tracePt t="10968" x="2876550" y="3257550"/>
          <p14:tracePt t="10985" x="2882900" y="3194050"/>
          <p14:tracePt t="11002" x="2908300" y="3098800"/>
          <p14:tracePt t="11018" x="2927350" y="3003550"/>
          <p14:tracePt t="11035" x="2927350" y="2965450"/>
          <p14:tracePt t="11051" x="2933700" y="2882900"/>
          <p14:tracePt t="11068" x="2933700" y="2806700"/>
          <p14:tracePt t="11085" x="2933700" y="2774950"/>
          <p14:tracePt t="11101" x="2927350" y="2692400"/>
          <p14:tracePt t="11118" x="2908300" y="2622550"/>
          <p14:tracePt t="11135" x="2889250" y="2552700"/>
          <p14:tracePt t="11151" x="2863850" y="2520950"/>
          <p14:tracePt t="11168" x="2825750" y="2451100"/>
          <p14:tracePt t="11184" x="2768600" y="2393950"/>
          <p14:tracePt t="11201" x="2749550" y="2374900"/>
          <p14:tracePt t="11217" x="2730500" y="2362200"/>
          <p14:tracePt t="11234" x="2673350" y="2324100"/>
          <p14:tracePt t="11251" x="2654300" y="2317750"/>
          <p14:tracePt t="11267" x="2641600" y="2311400"/>
          <p14:tracePt t="11284" x="2597150" y="2292350"/>
          <p14:tracePt t="11300" x="2546350" y="2266950"/>
          <p14:tracePt t="11318" x="2495550" y="2247900"/>
          <p14:tracePt t="11334" x="2457450" y="2241550"/>
          <p14:tracePt t="11351" x="2406650" y="2216150"/>
          <p14:tracePt t="11368" x="2362200" y="2203450"/>
          <p14:tracePt t="11383" x="2349500" y="2197100"/>
          <p14:tracePt t="11400" x="2317750" y="2190750"/>
          <p14:tracePt t="11417" x="2298700" y="2178050"/>
          <p14:tracePt t="11433" x="2286000" y="2171700"/>
          <p14:tracePt t="11466" x="2279650" y="2165350"/>
          <p14:tracePt t="11507" x="2279650" y="2159000"/>
          <p14:tracePt t="11549" x="2292350" y="2159000"/>
          <p14:tracePt t="11556" x="2305050" y="2159000"/>
          <p14:tracePt t="11570" x="2324100" y="2159000"/>
          <p14:tracePt t="11582" x="2349500" y="2159000"/>
          <p14:tracePt t="11600" x="2438400" y="2171700"/>
          <p14:tracePt t="11616" x="2489200" y="2171700"/>
          <p14:tracePt t="11633" x="2647950" y="2184400"/>
          <p14:tracePt t="11649" x="2787650" y="2190750"/>
          <p14:tracePt t="11666" x="2851150" y="2190750"/>
          <p14:tracePt t="11683" x="2965450" y="2190750"/>
          <p14:tracePt t="11699" x="3035300" y="2178050"/>
          <p14:tracePt t="11716" x="3048000" y="2178050"/>
          <p14:tracePt t="11732" x="3067050" y="2178050"/>
          <p14:tracePt t="11749" x="3079750" y="2178050"/>
          <p14:tracePt t="11782" x="3086100" y="2178050"/>
          <p14:tracePt t="11817" x="3086100" y="2184400"/>
          <p14:tracePt t="11823" x="3086100" y="2190750"/>
          <p14:tracePt t="11837" x="3086100" y="2197100"/>
          <p14:tracePt t="12560" x="3067050" y="2197100"/>
          <p14:tracePt t="12567" x="3041650" y="2190750"/>
          <p14:tracePt t="12582" x="2990850" y="2190750"/>
          <p14:tracePt t="12596" x="2908300" y="2178050"/>
          <p14:tracePt t="12612" x="2876550" y="2178050"/>
          <p14:tracePt t="12629" x="2832100" y="2171700"/>
          <p14:tracePt t="12646" x="2730500" y="2146300"/>
          <p14:tracePt t="12662" x="2647950" y="2120900"/>
          <p14:tracePt t="12679" x="2584450" y="2089150"/>
          <p14:tracePt t="12695" x="2565400" y="2076450"/>
          <p14:tracePt t="12712" x="2533650" y="2038350"/>
          <p14:tracePt t="12729" x="2514600" y="2012950"/>
          <p14:tracePt t="12745" x="2508250" y="2006600"/>
          <p14:tracePt t="12762" x="2482850" y="1981200"/>
          <p14:tracePt t="12779" x="2463800" y="1949450"/>
          <p14:tracePt t="12795" x="2444750" y="1943100"/>
          <p14:tracePt t="12812" x="2432050" y="1917700"/>
          <p14:tracePt t="12828" x="2393950" y="1892300"/>
          <p14:tracePt t="12845" x="2343150" y="1860550"/>
          <p14:tracePt t="12863" x="2279650" y="1828800"/>
          <p14:tracePt t="12878" x="2247900" y="1816100"/>
          <p14:tracePt t="12895" x="2165350" y="1790700"/>
          <p14:tracePt t="12912" x="2089150" y="1765300"/>
          <p14:tracePt t="12928" x="2051050" y="1758950"/>
          <p14:tracePt t="12945" x="1981200" y="1746250"/>
          <p14:tracePt t="12962" x="1898650" y="1739900"/>
          <p14:tracePt t="12978" x="1860550" y="1739900"/>
          <p14:tracePt t="12996" x="1765300" y="1752600"/>
          <p14:tracePt t="13011" x="1682750" y="1778000"/>
          <p14:tracePt t="13028" x="1663700" y="1797050"/>
          <p14:tracePt t="13045" x="1625600" y="1816100"/>
          <p14:tracePt t="13513" x="1574800" y="1828800"/>
          <p14:tracePt t="13520" x="1524000" y="1835150"/>
          <p14:tracePt t="13534" x="1473200" y="1835150"/>
          <p14:tracePt t="13542" x="1416050" y="1841500"/>
          <p14:tracePt t="13559" x="1365250" y="1841500"/>
          <p14:tracePt t="13577" x="1276350" y="1854200"/>
          <p14:tracePt t="13592" x="1181100" y="1847850"/>
          <p14:tracePt t="13609" x="1130300" y="1847850"/>
          <p14:tracePt t="13626" x="1060450" y="1847850"/>
          <p14:tracePt t="13642" x="1035050" y="1847850"/>
          <p14:tracePt t="13659" x="1003300" y="1847850"/>
          <p14:tracePt t="13676" x="971550" y="1866900"/>
          <p14:tracePt t="13692" x="965200" y="1866900"/>
          <p14:tracePt t="13709" x="958850" y="1866900"/>
          <p14:tracePt t="13725" x="958850" y="1879600"/>
          <p14:tracePt t="13742" x="958850" y="1892300"/>
          <p14:tracePt t="13759" x="958850" y="1905000"/>
          <p14:tracePt t="13775" x="965200" y="1911350"/>
          <p14:tracePt t="13792" x="971550" y="1917700"/>
          <p14:tracePt t="13809" x="984250" y="1936750"/>
          <p14:tracePt t="13825" x="1009650" y="1955800"/>
          <p14:tracePt t="13842" x="1028700" y="1968500"/>
          <p14:tracePt t="13858" x="1066800" y="1987550"/>
          <p14:tracePt t="13875" x="1123950" y="2006600"/>
          <p14:tracePt t="13891" x="1155700" y="2012950"/>
          <p14:tracePt t="13908" x="1200150" y="2025650"/>
          <p14:tracePt t="13925" x="1250950" y="2038350"/>
          <p14:tracePt t="13942" x="1289050" y="2063750"/>
          <p14:tracePt t="13958" x="1301750" y="2076450"/>
          <p14:tracePt t="13974" x="1314450" y="2095500"/>
          <p14:tracePt t="13991" x="1358900" y="2139950"/>
          <p14:tracePt t="14008" x="1422400" y="2222500"/>
          <p14:tracePt t="14025" x="1447800" y="2266950"/>
          <p14:tracePt t="14042" x="1555750" y="2368550"/>
          <p14:tracePt t="14058" x="1676400" y="2501900"/>
          <p14:tracePt t="14076" x="1803400" y="2635250"/>
          <p14:tracePt t="14091" x="1841500" y="2679700"/>
          <p14:tracePt t="14108" x="1892300" y="2736850"/>
          <p14:tracePt t="14125" x="1898650" y="2749550"/>
          <p14:tracePt t="14187" x="1898650" y="2755900"/>
          <p14:tracePt t="14194" x="1905000" y="2762250"/>
          <p14:tracePt t="14209" x="1911350" y="2774950"/>
          <p14:tracePt t="14224" x="1930400" y="2825750"/>
          <p14:tracePt t="14240" x="1936750" y="2851150"/>
          <p14:tracePt t="14258" x="1962150" y="2952750"/>
          <p14:tracePt t="14274" x="1981200" y="3003550"/>
          <p14:tracePt t="14290" x="2012950" y="3105150"/>
          <p14:tracePt t="14308" x="2063750" y="3213100"/>
          <p14:tracePt t="14323" x="2089150" y="3295650"/>
          <p14:tracePt t="14340" x="2133600" y="3486150"/>
          <p14:tracePt t="14357" x="2197100" y="3695700"/>
          <p14:tracePt t="14373" x="2216150" y="3797300"/>
          <p14:tracePt t="14390" x="2286000" y="3962400"/>
          <p14:tracePt t="14406" x="2317750" y="4044950"/>
          <p14:tracePt t="14423" x="2336800" y="4057650"/>
          <p14:tracePt t="14440" x="2343150" y="4076700"/>
          <p14:tracePt t="14456" x="2355850" y="4089400"/>
          <p14:tracePt t="14473" x="2362200" y="4095750"/>
          <p14:tracePt t="14490" x="2374900" y="4127500"/>
          <p14:tracePt t="14506" x="2381250" y="4133850"/>
          <p14:tracePt t="14523" x="2387600" y="4133850"/>
          <p14:tracePt t="14540" x="2393950" y="4133850"/>
          <p14:tracePt t="14556" x="2400300" y="4127500"/>
          <p14:tracePt t="14927" x="2393950" y="4159250"/>
          <p14:tracePt t="14941" x="2393950" y="4235450"/>
          <p14:tracePt t="14948" x="2387600" y="4324350"/>
          <p14:tracePt t="14958" x="2387600" y="4400550"/>
          <p14:tracePt t="14971" x="2368550" y="4495800"/>
          <p14:tracePt t="14987" x="2368550" y="4584700"/>
          <p14:tracePt t="15005" x="2368550" y="4737100"/>
          <p14:tracePt t="15021" x="2387600" y="4914900"/>
          <p14:tracePt t="15038" x="2400300" y="5003800"/>
          <p14:tracePt t="15055" x="2419350" y="5187950"/>
          <p14:tracePt t="15071" x="2438400" y="5314950"/>
          <p14:tracePt t="15088" x="2444750" y="5359400"/>
          <p14:tracePt t="15104" x="2476500" y="5410200"/>
          <p14:tracePt t="15121" x="2501900" y="5429250"/>
          <p14:tracePt t="15138" x="2514600" y="5435600"/>
          <p14:tracePt t="15154" x="2527300" y="5435600"/>
          <p14:tracePt t="15171" x="2540000" y="5435600"/>
          <p14:tracePt t="15187" x="2559050" y="5429250"/>
          <p14:tracePt t="15204" x="2559050" y="5422900"/>
          <p14:tracePt t="15220" x="2565400" y="5422900"/>
          <p14:tracePt t="15237" x="2578100" y="5422900"/>
          <p14:tracePt t="15253" x="2584450" y="5422900"/>
          <p14:tracePt t="15271" x="2609850" y="5416550"/>
          <p14:tracePt t="15287" x="2628900" y="5410200"/>
          <p14:tracePt t="15303" x="2673350" y="5397500"/>
          <p14:tracePt t="15320" x="2692400" y="5391150"/>
          <p14:tracePt t="15336" x="2724150" y="5378450"/>
          <p14:tracePt t="15353" x="2749550" y="5372100"/>
          <p14:tracePt t="15370" x="2768600" y="5359400"/>
          <p14:tracePt t="15386" x="2768600" y="5353050"/>
          <p14:tracePt t="15403" x="2781300" y="5334000"/>
          <p14:tracePt t="15420" x="2781300" y="5302250"/>
          <p14:tracePt t="15436" x="2774950" y="5270500"/>
          <p14:tracePt t="15453" x="2736850" y="5219700"/>
          <p14:tracePt t="15469" x="2667000" y="5149850"/>
          <p14:tracePt t="15486" x="2622550" y="5118100"/>
          <p14:tracePt t="15503" x="2571750" y="5080000"/>
          <p14:tracePt t="15519" x="2438400" y="4997450"/>
          <p14:tracePt t="15536" x="2406650" y="4984750"/>
          <p14:tracePt t="15552" x="2349500" y="4972050"/>
          <p14:tracePt t="15569" x="2324100" y="4984750"/>
          <p14:tracePt t="15586" x="2298700" y="5029200"/>
          <p14:tracePt t="15602" x="2260600" y="5137150"/>
          <p14:tracePt t="15619" x="2254250" y="5200650"/>
          <p14:tracePt t="15636" x="2241550" y="5334000"/>
          <p14:tracePt t="15652" x="2235200" y="5486400"/>
          <p14:tracePt t="15668" x="2235200" y="5562600"/>
          <p14:tracePt t="15685" x="2247900" y="5715000"/>
          <p14:tracePt t="15702" x="2266950" y="5861050"/>
          <p14:tracePt t="15718" x="2279650" y="5918200"/>
          <p14:tracePt t="15735" x="2305050" y="5956300"/>
          <p14:tracePt t="15751" x="2311400" y="5975350"/>
          <p14:tracePt t="15768" x="2311400" y="5981700"/>
          <p14:tracePt t="15798" x="2305050" y="5975350"/>
          <p14:tracePt t="15811" x="2298700" y="5975350"/>
          <p14:tracePt t="15821" x="2305050" y="5956300"/>
          <p14:tracePt t="16373" x="2305050" y="5962650"/>
          <p14:tracePt t="16380" x="2311400" y="5975350"/>
          <p14:tracePt t="16395" x="2324100" y="5988050"/>
          <p14:tracePt t="16403" x="2336800" y="5994400"/>
          <p14:tracePt t="16418" x="2349500" y="6000750"/>
          <p14:tracePt t="16433" x="2393950" y="6026150"/>
          <p14:tracePt t="16449" x="2444750" y="6026150"/>
          <p14:tracePt t="16466" x="2527300" y="6032500"/>
          <p14:tracePt t="16482" x="2565400" y="6038850"/>
          <p14:tracePt t="16501" x="2679700" y="6051550"/>
          <p14:tracePt t="16516" x="2705100" y="6051550"/>
          <p14:tracePt t="16533" x="2736850" y="6051550"/>
          <p14:tracePt t="16549" x="2781300" y="6051550"/>
          <p14:tracePt t="16565" x="2825750" y="6038850"/>
          <p14:tracePt t="16582" x="2838450" y="6032500"/>
          <p14:tracePt t="16599" x="2863850" y="6013450"/>
          <p14:tracePt t="16615" x="2882900" y="5981700"/>
          <p14:tracePt t="16632" x="2889250" y="5962650"/>
          <p14:tracePt t="16648" x="2895600" y="5918200"/>
          <p14:tracePt t="16665" x="2882900" y="5873750"/>
          <p14:tracePt t="16683" x="2857500" y="5835650"/>
          <p14:tracePt t="16699" x="2832100" y="5810250"/>
          <p14:tracePt t="16715" x="2774950" y="5791200"/>
          <p14:tracePt t="16732" x="2673350" y="5759450"/>
          <p14:tracePt t="16748" x="2622550" y="5759450"/>
          <p14:tracePt t="16765" x="2571750" y="5759450"/>
          <p14:tracePt t="16781" x="2324100" y="5803900"/>
          <p14:tracePt t="16798" x="2235200" y="5822950"/>
          <p14:tracePt t="16815" x="2076450" y="5873750"/>
          <p14:tracePt t="16832" x="2006600" y="5892800"/>
          <p14:tracePt t="16848" x="1898650" y="5930900"/>
          <p14:tracePt t="16865" x="1847850" y="5962650"/>
          <p14:tracePt t="16881" x="1828800" y="5969000"/>
          <p14:tracePt t="16898" x="1803400" y="5988050"/>
          <p14:tracePt t="16915" x="1797050" y="6013450"/>
          <p14:tracePt t="16931" x="1797050" y="6026150"/>
          <p14:tracePt t="16947" x="1816100" y="6051550"/>
          <p14:tracePt t="16964" x="1841500" y="6076950"/>
          <p14:tracePt t="16981" x="1860550" y="6089650"/>
          <p14:tracePt t="16998" x="1905000" y="6115050"/>
          <p14:tracePt t="17014" x="1974850" y="6146800"/>
          <p14:tracePt t="17030" x="2019300" y="6153150"/>
          <p14:tracePt t="17048" x="2127250" y="6172200"/>
          <p14:tracePt t="17064" x="2216150" y="6172200"/>
          <p14:tracePt t="17081" x="2279650" y="6165850"/>
          <p14:tracePt t="17097" x="2381250" y="6140450"/>
          <p14:tracePt t="17114" x="2419350" y="6134100"/>
          <p14:tracePt t="17130" x="2470150" y="6108700"/>
          <p14:tracePt t="17147" x="2495550" y="6096000"/>
          <p14:tracePt t="17163" x="2501900" y="6096000"/>
          <p14:tracePt t="17181" x="2520950" y="6083300"/>
          <p14:tracePt t="17196" x="2520950" y="6057900"/>
          <p14:tracePt t="17213" x="2527300" y="6045200"/>
          <p14:tracePt t="17230" x="2533650" y="6000750"/>
          <p14:tracePt t="17246" x="2533650" y="5969000"/>
          <p14:tracePt t="17263" x="2533650" y="5949950"/>
          <p14:tracePt t="17280" x="2520950" y="5930900"/>
          <p14:tracePt t="17296" x="2489200" y="5905500"/>
          <p14:tracePt t="17313" x="2470150" y="5899150"/>
          <p14:tracePt t="17330" x="2387600" y="5873750"/>
          <p14:tracePt t="17346" x="2286000" y="5873750"/>
          <p14:tracePt t="17364" x="2152650" y="5886450"/>
          <p14:tracePt t="17379" x="2082800" y="5905500"/>
          <p14:tracePt t="17396" x="2019300" y="5924550"/>
          <p14:tracePt t="17413" x="1873250" y="6013450"/>
          <p14:tracePt t="17429" x="1841500" y="6038850"/>
          <p14:tracePt t="17446" x="1822450" y="6070600"/>
          <p14:tracePt t="17462" x="1822450" y="6140450"/>
          <p14:tracePt t="17479" x="1860550" y="6191250"/>
          <p14:tracePt t="17496" x="1905000" y="6229350"/>
          <p14:tracePt t="17512" x="2019300" y="6273800"/>
          <p14:tracePt t="17529" x="2178050" y="6292850"/>
          <p14:tracePt t="17546" x="2355850" y="6267450"/>
          <p14:tracePt t="17562" x="2444750" y="6248400"/>
          <p14:tracePt t="17579" x="2616200" y="6197600"/>
          <p14:tracePt t="17596" x="2686050" y="6178550"/>
          <p14:tracePt t="17612" x="2813050" y="6115050"/>
          <p14:tracePt t="17628" x="2870200" y="6051550"/>
          <p14:tracePt t="17645" x="2889250" y="5994400"/>
          <p14:tracePt t="17662" x="2889250" y="5962650"/>
          <p14:tracePt t="17679" x="2882900" y="5943600"/>
          <p14:tracePt t="17695" x="2800350" y="5842000"/>
          <p14:tracePt t="17712" x="2768600" y="5816600"/>
          <p14:tracePt t="17729" x="2673350" y="5772150"/>
          <p14:tracePt t="17745" x="2616200" y="5753100"/>
          <p14:tracePt t="17761" x="2495550" y="5740400"/>
          <p14:tracePt t="17779" x="2343150" y="5715000"/>
          <p14:tracePt t="17794" x="2279650" y="5715000"/>
          <p14:tracePt t="17811" x="2146300" y="5721350"/>
          <p14:tracePt t="17828" x="2051050" y="5753100"/>
          <p14:tracePt t="17844" x="2006600" y="5772150"/>
          <p14:tracePt t="17861" x="1968500" y="5810250"/>
          <p14:tracePt t="17877" x="1949450" y="5842000"/>
          <p14:tracePt t="17894" x="1943100" y="5867400"/>
          <p14:tracePt t="17911" x="1943100" y="5886450"/>
          <p14:tracePt t="17927" x="1949450" y="5911850"/>
          <p14:tracePt t="17944" x="1955800" y="5930900"/>
          <p14:tracePt t="17961" x="1968500" y="5956300"/>
          <p14:tracePt t="17977" x="1987550" y="5962650"/>
          <p14:tracePt t="17994" x="2000250" y="5975350"/>
          <p14:tracePt t="18011" x="2025650" y="5988050"/>
          <p14:tracePt t="18027" x="2044700" y="6000750"/>
          <p14:tracePt t="18044" x="2089150" y="6013450"/>
          <p14:tracePt t="18060" x="2133600" y="6026150"/>
          <p14:tracePt t="18077" x="2159000" y="6032500"/>
          <p14:tracePt t="18094" x="2209800" y="6038850"/>
          <p14:tracePt t="18110" x="2235200" y="6038850"/>
          <p14:tracePt t="18127" x="2241550" y="6038850"/>
          <p14:tracePt t="18144" x="2247900" y="6038850"/>
          <p14:tracePt t="18160" x="2247900" y="6019800"/>
          <p14:tracePt t="18177" x="2241550" y="6000750"/>
          <p14:tracePt t="18193" x="2235200" y="5975350"/>
          <p14:tracePt t="18210" x="2228850" y="5962650"/>
          <p14:tracePt t="18800" x="2228850" y="5956300"/>
          <p14:tracePt t="18808" x="2235200" y="5949950"/>
          <p14:tracePt t="18821" x="2241550" y="5943600"/>
          <p14:tracePt t="18828" x="2247900" y="5930900"/>
          <p14:tracePt t="18844" x="2266950" y="5911850"/>
          <p14:tracePt t="18858" x="2273300" y="5886450"/>
          <p14:tracePt t="18874" x="2298700" y="5835650"/>
          <p14:tracePt t="18891" x="2324100" y="5816600"/>
          <p14:tracePt t="18907" x="2362200" y="5765800"/>
          <p14:tracePt t="18924" x="2406650" y="5708650"/>
          <p14:tracePt t="18941" x="2438400" y="5657850"/>
          <p14:tracePt t="18957" x="2451100" y="5632450"/>
          <p14:tracePt t="18974" x="2476500" y="5594350"/>
          <p14:tracePt t="18991" x="2482850" y="5556250"/>
          <p14:tracePt t="19007" x="2482850" y="5537200"/>
          <p14:tracePt t="19024" x="2476500" y="5499100"/>
          <p14:tracePt t="19041" x="2457450" y="5461000"/>
          <p14:tracePt t="19057" x="2444750" y="5448300"/>
          <p14:tracePt t="19074" x="2419350" y="5422900"/>
          <p14:tracePt t="19090" x="2368550" y="5397500"/>
          <p14:tracePt t="19107" x="2349500" y="5391150"/>
          <p14:tracePt t="19124" x="2286000" y="5372100"/>
          <p14:tracePt t="19140" x="2254250" y="5353050"/>
          <p14:tracePt t="19157" x="2184400" y="5340350"/>
          <p14:tracePt t="19173" x="2108200" y="5340350"/>
          <p14:tracePt t="19190" x="2063750" y="5340350"/>
          <p14:tracePt t="19207" x="2006600" y="5365750"/>
          <p14:tracePt t="19223" x="1962150" y="5391150"/>
          <p14:tracePt t="19240" x="1936750" y="5422900"/>
          <p14:tracePt t="19257" x="1898650" y="5499100"/>
          <p14:tracePt t="19273" x="1873250" y="5581650"/>
          <p14:tracePt t="19289" x="1860550" y="5638800"/>
          <p14:tracePt t="19306" x="1860550" y="5702300"/>
          <p14:tracePt t="19323" x="1860550" y="5753100"/>
          <p14:tracePt t="19339" x="1866900" y="5765800"/>
          <p14:tracePt t="19356" x="1879600" y="5778500"/>
          <p14:tracePt t="19373" x="1898650" y="5778500"/>
          <p14:tracePt t="19390" x="1917700" y="5778500"/>
          <p14:tracePt t="19406" x="1930400" y="5772150"/>
          <p14:tracePt t="20077" x="1930400" y="5746750"/>
          <p14:tracePt t="20084" x="1930400" y="5695950"/>
          <p14:tracePt t="20098" x="1936750" y="5632450"/>
          <p14:tracePt t="20106" x="1949450" y="5568950"/>
          <p14:tracePt t="20120" x="1949450" y="5480050"/>
          <p14:tracePt t="20136" x="1987550" y="5283200"/>
          <p14:tracePt t="20154" x="2038350" y="5073650"/>
          <p14:tracePt t="20170" x="2070100" y="4946650"/>
          <p14:tracePt t="20186" x="2095500" y="4819650"/>
          <p14:tracePt t="20203" x="2133600" y="4438650"/>
          <p14:tracePt t="20219" x="2159000" y="4311650"/>
          <p14:tracePt t="20236" x="2159000" y="4171950"/>
          <p14:tracePt t="20253" x="2165350" y="3695700"/>
          <p14:tracePt t="20270" x="2165350" y="3536950"/>
          <p14:tracePt t="20286" x="2165350" y="3346450"/>
          <p14:tracePt t="20302" x="2139950" y="3022600"/>
          <p14:tracePt t="20319" x="2108200" y="2730500"/>
          <p14:tracePt t="20337" x="2057400" y="2520950"/>
          <p14:tracePt t="20353" x="2044700" y="2444750"/>
          <p14:tracePt t="20369" x="2012950" y="2343150"/>
          <p14:tracePt t="20386" x="1974850" y="2311400"/>
          <p14:tracePt t="20403" x="1962150" y="2279650"/>
          <p14:tracePt t="20419" x="1924050" y="2260600"/>
          <p14:tracePt t="20436" x="1892300" y="2235200"/>
          <p14:tracePt t="20452" x="1879600" y="2228850"/>
          <p14:tracePt t="20469" x="1866900" y="2228850"/>
          <p14:tracePt t="20886" x="1866900" y="2222500"/>
          <p14:tracePt t="20901" x="1873250" y="2197100"/>
          <p14:tracePt t="20908" x="1879600" y="2178050"/>
          <p14:tracePt t="20917" x="1892300" y="2165350"/>
          <p14:tracePt t="20933" x="1898650" y="2152650"/>
          <p14:tracePt t="20951" x="1911350" y="2127250"/>
          <p14:tracePt t="20967" x="1911350" y="2120900"/>
          <p14:tracePt t="20984" x="1911350" y="2101850"/>
          <p14:tracePt t="21000" x="1911350" y="2089150"/>
          <p14:tracePt t="21017" x="1911350" y="2082800"/>
          <p14:tracePt t="21034" x="1911350" y="2076450"/>
          <p14:tracePt t="21050" x="1911350" y="2070100"/>
          <p14:tracePt t="21090" x="1911350" y="2063750"/>
          <p14:tracePt t="21160" x="1911350" y="2057400"/>
          <p14:tracePt t="21188" x="1898650" y="2051050"/>
          <p14:tracePt t="21216" x="1885950" y="2044700"/>
          <p14:tracePt t="21230" x="1879600" y="2044700"/>
          <p14:tracePt t="21287" x="1873250" y="2044700"/>
          <p14:tracePt t="21336" x="1866900" y="2044700"/>
          <p14:tracePt t="21357" x="1860550" y="2044700"/>
          <p14:tracePt t="21378" x="1860550" y="2038350"/>
          <p14:tracePt t="21400" x="1854200" y="2038350"/>
          <p14:tracePt t="21462" x="1860550" y="2038350"/>
          <p14:tracePt t="21469" x="1866900" y="2038350"/>
          <p14:tracePt t="21490" x="1873250" y="2038350"/>
          <p14:tracePt t="21499" x="1879600" y="2038350"/>
          <p14:tracePt t="21515" x="1892300" y="2038350"/>
          <p14:tracePt t="21532" x="1911350" y="2038350"/>
          <p14:tracePt t="21548" x="1968500" y="2019300"/>
          <p14:tracePt t="21565" x="2000250" y="2012950"/>
          <p14:tracePt t="21582" x="2032000" y="1987550"/>
          <p14:tracePt t="21598" x="2057400" y="1968500"/>
          <p14:tracePt t="21615" x="2089150" y="1943100"/>
          <p14:tracePt t="21631" x="2127250" y="1905000"/>
          <p14:tracePt t="21648" x="2133600" y="1885950"/>
          <p14:tracePt t="21665" x="2152650" y="1860550"/>
          <p14:tracePt t="21681" x="2159000" y="1841500"/>
          <p14:tracePt t="21698" x="2165350" y="1841500"/>
          <p14:tracePt t="21715" x="2165350" y="1835150"/>
          <p14:tracePt t="21751" x="2159000" y="1835150"/>
          <p14:tracePt t="21765" x="2152650" y="1835150"/>
          <p14:tracePt t="21781" x="2133600" y="1835150"/>
          <p14:tracePt t="21797" x="2120900" y="1835150"/>
          <p14:tracePt t="21814" x="2108200" y="1841500"/>
          <p14:tracePt t="21830" x="2070100" y="1860550"/>
          <p14:tracePt t="21848" x="2057400" y="1866900"/>
          <p14:tracePt t="21851" x="2038350" y="1879600"/>
          <p14:tracePt t="21864" x="2012950" y="1892300"/>
          <p14:tracePt t="21881" x="2000250" y="1905000"/>
          <p14:tracePt t="21898" x="1943100" y="1955800"/>
          <p14:tracePt t="21914" x="1924050" y="1981200"/>
          <p14:tracePt t="21930" x="1898650" y="2012950"/>
          <p14:tracePt t="21947" x="1860550" y="2063750"/>
          <p14:tracePt t="21964" x="1822450" y="2108200"/>
          <p14:tracePt t="21980" x="1809750" y="2120900"/>
          <p14:tracePt t="21997" x="1784350" y="2152650"/>
          <p14:tracePt t="22013" x="1771650" y="2159000"/>
          <p14:tracePt t="22031" x="1771650" y="2165350"/>
          <p14:tracePt t="22047" x="1765300" y="2165350"/>
          <p14:tracePt t="22063" x="1765300" y="2171700"/>
          <p14:tracePt t="22164" x="1765300" y="2178050"/>
          <p14:tracePt t="22179" x="1771650" y="2178050"/>
          <p14:tracePt t="22193" x="1784350" y="2178050"/>
          <p14:tracePt t="22200" x="1790700" y="2178050"/>
          <p14:tracePt t="22215" x="1797050" y="2178050"/>
          <p14:tracePt t="22235" x="1809750" y="2178050"/>
          <p14:tracePt t="22245" x="1822450" y="2178050"/>
          <p14:tracePt t="22263" x="1847850" y="2178050"/>
          <p14:tracePt t="22279" x="1860550" y="2178050"/>
          <p14:tracePt t="22296" x="1892300" y="2178050"/>
          <p14:tracePt t="22313" x="1911350" y="2178050"/>
          <p14:tracePt t="22329" x="1924050" y="2178050"/>
          <p14:tracePt t="22346" x="1930400" y="2178050"/>
          <p14:tracePt t="22362" x="1936750" y="2178050"/>
          <p14:tracePt t="22397" x="1943100" y="2178050"/>
          <p14:tracePt t="22446" x="1949450" y="2178050"/>
          <p14:tracePt t="22453" x="1955800" y="2178050"/>
          <p14:tracePt t="22461" x="1962150" y="2178050"/>
          <p14:tracePt t="22482" x="1974850" y="2178050"/>
          <p14:tracePt t="22502" x="1987550" y="2178050"/>
          <p14:tracePt t="22516" x="2000250" y="2178050"/>
          <p14:tracePt t="22529" x="2032000" y="2178050"/>
          <p14:tracePt t="22545" x="2051050" y="2178050"/>
          <p14:tracePt t="22562" x="2070100" y="2178050"/>
          <p14:tracePt t="22578" x="2101850" y="2178050"/>
          <p14:tracePt t="22594" x="2120900" y="2178050"/>
          <p14:tracePt t="22611" x="2127250" y="2184400"/>
          <p14:tracePt t="22628" x="2139950" y="2184400"/>
          <p14:tracePt t="22645" x="2146300" y="2184400"/>
          <p14:tracePt t="22713" x="2139950" y="2184400"/>
          <p14:tracePt t="22727" x="2133600" y="2184400"/>
          <p14:tracePt t="22734" x="2133600" y="2190750"/>
          <p14:tracePt t="22744" x="2120900" y="2190750"/>
          <p14:tracePt t="22776" x="2108200" y="2197100"/>
          <p14:tracePt t="22783" x="2095500" y="2197100"/>
          <p14:tracePt t="22797" x="2070100" y="2203450"/>
          <p14:tracePt t="22811" x="2025650" y="2216150"/>
          <p14:tracePt t="22827" x="1987550" y="2222500"/>
          <p14:tracePt t="22844" x="1943100" y="2228850"/>
          <p14:tracePt t="22860" x="1816100" y="2241550"/>
          <p14:tracePt t="22877" x="1695450" y="2254250"/>
          <p14:tracePt t="22880" x="1631950" y="2254250"/>
          <p14:tracePt t="22910" x="1524000" y="2266950"/>
          <p14:tracePt t="22927" x="1479550" y="2266950"/>
          <p14:tracePt t="22944" x="1441450" y="2266950"/>
          <p14:tracePt t="22960" x="1441450" y="2273300"/>
          <p14:tracePt t="22977" x="1435100" y="2273300"/>
          <p14:tracePt t="23009" x="1435100" y="2279650"/>
          <p14:tracePt t="23027" x="1428750" y="2292350"/>
          <p14:tracePt t="23539" x="1428750" y="2298700"/>
          <p14:tracePt t="23547" x="1428750" y="2305050"/>
          <p14:tracePt t="23558" x="1428750" y="2311400"/>
          <p14:tracePt t="23575" x="1447800" y="2324100"/>
          <p14:tracePt t="23592" x="1460500" y="2330450"/>
          <p14:tracePt t="23608" x="1466850" y="2330450"/>
          <p14:tracePt t="23625" x="1511300" y="2330450"/>
          <p14:tracePt t="23641" x="1530350" y="2336800"/>
          <p14:tracePt t="23658" x="1549400" y="2336800"/>
          <p14:tracePt t="23674" x="1581150" y="2343150"/>
          <p14:tracePt t="23691" x="1606550" y="2343150"/>
          <p14:tracePt t="23708" x="1631950" y="2343150"/>
          <p14:tracePt t="23724" x="1651000" y="2343150"/>
          <p14:tracePt t="23741" x="1676400" y="2343150"/>
          <p14:tracePt t="23758" x="1695450" y="2343150"/>
          <p14:tracePt t="23774" x="1701800" y="2343150"/>
          <p14:tracePt t="23791" x="1720850" y="2343150"/>
          <p14:tracePt t="23808" x="1733550" y="2343150"/>
          <p14:tracePt t="23824" x="1739900" y="2343150"/>
          <p14:tracePt t="23841" x="1752600" y="2343150"/>
          <p14:tracePt t="23857" x="1765300" y="2343150"/>
          <p14:tracePt t="23874" x="1778000" y="2349500"/>
          <p14:tracePt t="23877" x="1790700" y="2349500"/>
          <p14:tracePt t="23893" x="1816100" y="2362200"/>
          <p14:tracePt t="23907" x="1866900" y="2374900"/>
          <p14:tracePt t="23923" x="1905000" y="2381250"/>
          <p14:tracePt t="23940" x="2000250" y="2406650"/>
          <p14:tracePt t="23957" x="2070100" y="2419350"/>
          <p14:tracePt t="23973" x="2171700" y="2438400"/>
          <p14:tracePt t="23990" x="2305050" y="2444750"/>
          <p14:tracePt t="24007" x="2355850" y="2451100"/>
          <p14:tracePt t="24023" x="2463800" y="2451100"/>
          <p14:tracePt t="24039" x="2520950" y="2444750"/>
          <p14:tracePt t="24056" x="2540000" y="2444750"/>
          <p14:tracePt t="24074" x="2559050" y="2444750"/>
          <p14:tracePt t="24090" x="2565400" y="2444750"/>
          <p14:tracePt t="24123" x="2565400" y="2438400"/>
          <p14:tracePt t="24221" x="2571750" y="2438400"/>
          <p14:tracePt t="24249" x="2578100" y="2432050"/>
          <p14:tracePt t="24257" x="2584450" y="2432050"/>
          <p14:tracePt t="24270" x="2590800" y="2425700"/>
          <p14:tracePt t="24277" x="2603500" y="2419350"/>
          <p14:tracePt t="24292" x="2609850" y="2419350"/>
          <p14:tracePt t="24306" x="2616200" y="2413000"/>
          <p14:tracePt t="24322" x="2641600" y="2406650"/>
          <p14:tracePt t="24339" x="2654300" y="2400300"/>
          <p14:tracePt t="24355" x="2679700" y="2387600"/>
          <p14:tracePt t="24372" x="2705100" y="2374900"/>
          <p14:tracePt t="24389" x="2724150" y="2368550"/>
          <p14:tracePt t="24422" x="2730500" y="2368550"/>
          <p14:tracePt t="24441" x="2736850" y="2368550"/>
          <p14:tracePt t="24459" x="2736850" y="2362200"/>
          <p14:tracePt t="24489" x="2736850" y="2355850"/>
          <p14:tracePt t="24502" x="2730500" y="2355850"/>
          <p14:tracePt t="24522" x="2717800" y="2349500"/>
          <p14:tracePt t="24530" x="2711450" y="2349500"/>
          <p14:tracePt t="24539" x="2705100" y="2343150"/>
          <p14:tracePt t="24555" x="2679700" y="2343150"/>
          <p14:tracePt t="24573" x="2647950" y="2330450"/>
          <p14:tracePt t="24588" x="2628900" y="2330450"/>
          <p14:tracePt t="24605" x="2597150" y="2324100"/>
          <p14:tracePt t="24621" x="2571750" y="2324100"/>
          <p14:tracePt t="24638" x="2559050" y="2317750"/>
          <p14:tracePt t="24657" x="2546350" y="2311400"/>
          <p14:tracePt t="24691" x="2552700" y="2305050"/>
          <p14:tracePt t="24704" x="2559050" y="2305050"/>
          <p14:tracePt t="24721" x="2578100" y="2298700"/>
          <p14:tracePt t="24737" x="2590800" y="2298700"/>
          <p14:tracePt t="24754" x="2641600" y="2298700"/>
          <p14:tracePt t="24771" x="2679700" y="2298700"/>
          <p14:tracePt t="24787" x="2711450" y="2298700"/>
          <p14:tracePt t="24804" x="2749550" y="2298700"/>
          <p14:tracePt t="24820" x="2774950" y="2298700"/>
          <p14:tracePt t="24837" x="2787650" y="2298700"/>
          <p14:tracePt t="24854" x="2813050" y="2298700"/>
          <p14:tracePt t="24870" x="2819400" y="2298700"/>
          <p14:tracePt t="24887" x="2832100" y="2298700"/>
          <p14:tracePt t="24903" x="2838450" y="2298700"/>
          <p14:tracePt t="24920" x="2844800" y="2298700"/>
          <p14:tracePt t="24980" x="2851150" y="2298700"/>
          <p14:tracePt t="25050" x="2857500" y="2298700"/>
          <p14:tracePt t="25085" x="2863850" y="2298700"/>
          <p14:tracePt t="25099" x="2870200" y="2292350"/>
          <p14:tracePt t="25121" x="2876550" y="2286000"/>
          <p14:tracePt t="25134" x="2882900" y="2286000"/>
          <p14:tracePt t="25141" x="2889250" y="2279650"/>
          <p14:tracePt t="25156" x="2895600" y="2279650"/>
          <p14:tracePt t="25170" x="2901950" y="2279650"/>
          <p14:tracePt t="25186" x="2908300" y="2279650"/>
          <p14:tracePt t="25202" x="2921000" y="2279650"/>
          <p14:tracePt t="25219" x="2946400" y="2273300"/>
          <p14:tracePt t="25235" x="2959100" y="2273300"/>
          <p14:tracePt t="25253" x="2978150" y="2273300"/>
          <p14:tracePt t="25269" x="3022600" y="2266950"/>
          <p14:tracePt t="25285" x="3041650" y="2266950"/>
          <p14:tracePt t="25303" x="3092450" y="2260600"/>
          <p14:tracePt t="25319" x="3111500" y="2260600"/>
          <p14:tracePt t="25335" x="3124200" y="2260600"/>
          <p14:tracePt t="25352" x="3149600" y="2260600"/>
          <p14:tracePt t="25368" x="3162300" y="2260600"/>
          <p14:tracePt t="25401" x="3168650" y="2260600"/>
          <p14:tracePt t="25418" x="3175000" y="2260600"/>
          <p14:tracePt t="25471" x="3181350" y="2260600"/>
          <p14:tracePt t="25486" x="3187700" y="2260600"/>
          <p14:tracePt t="25492" x="3194050" y="2260600"/>
          <p14:tracePt t="25506" x="3200400" y="2260600"/>
          <p14:tracePt t="25518" x="3206750" y="2260600"/>
          <p14:tracePt t="25535" x="3225800" y="2260600"/>
          <p14:tracePt t="25551" x="3238500" y="2260600"/>
          <p14:tracePt t="25568" x="3282950" y="2266950"/>
          <p14:tracePt t="25585" x="3321050" y="2273300"/>
          <p14:tracePt t="25601" x="3346450" y="2279650"/>
          <p14:tracePt t="25618" x="3371850" y="2286000"/>
          <p14:tracePt t="25634" x="3384550" y="2286000"/>
          <p14:tracePt t="25668" x="3397250" y="2286000"/>
          <p14:tracePt t="25718" x="3397250" y="2292350"/>
          <p14:tracePt t="25731" x="3390900" y="2298700"/>
          <p14:tracePt t="25745" x="3384550" y="2298700"/>
          <p14:tracePt t="25759" x="3378200" y="2298700"/>
          <p14:tracePt t="25773" x="3359150" y="2305050"/>
          <p14:tracePt t="25784" x="3327400" y="2305050"/>
          <p14:tracePt t="25800" x="3289300" y="2317750"/>
          <p14:tracePt t="25817" x="3162300" y="2324100"/>
          <p14:tracePt t="25833" x="2990850" y="2343150"/>
          <p14:tracePt t="25851" x="2813050" y="2362200"/>
          <p14:tracePt t="25867" x="2641600" y="2393950"/>
          <p14:tracePt t="25883" x="2565400" y="2406650"/>
          <p14:tracePt t="25900" x="2444750" y="2432050"/>
          <p14:tracePt t="25917" x="2368550" y="2457450"/>
          <p14:tracePt t="25933" x="2349500" y="2463800"/>
          <p14:tracePt t="25950" x="2330450" y="2470150"/>
          <p14:tracePt t="25967" x="2324100" y="2476500"/>
          <p14:tracePt t="26005" x="2317750" y="2482850"/>
          <p14:tracePt t="26034" x="2317750" y="2489200"/>
          <p14:tracePt t="26068" x="2311400" y="2495550"/>
          <p14:tracePt t="26097" x="2317750" y="2501900"/>
          <p14:tracePt t="26103" x="2324100" y="2514600"/>
          <p14:tracePt t="26118" x="2330450" y="2520950"/>
          <p14:tracePt t="26132" x="2343150" y="2533650"/>
          <p14:tracePt t="26149" x="2387600" y="2559050"/>
          <p14:tracePt t="26166" x="2425700" y="2578100"/>
          <p14:tracePt t="26182" x="2514600" y="2622550"/>
          <p14:tracePt t="26199" x="2571750" y="2647950"/>
          <p14:tracePt t="26216" x="2679700" y="2698750"/>
          <p14:tracePt t="26232" x="2730500" y="2705100"/>
          <p14:tracePt t="26249" x="2813050" y="2724150"/>
          <p14:tracePt t="26265" x="2857500" y="2724150"/>
          <p14:tracePt t="26282" x="2921000" y="2717800"/>
          <p14:tracePt t="26299" x="2952750" y="2711450"/>
          <p14:tracePt t="26315" x="3009900" y="2711450"/>
          <p14:tracePt t="26332" x="3028950" y="2705100"/>
          <p14:tracePt t="26349" x="3048000" y="2705100"/>
          <p14:tracePt t="26365" x="3086100" y="2705100"/>
          <p14:tracePt t="26381" x="3092450" y="2705100"/>
          <p14:tracePt t="26415" x="3098800" y="2705100"/>
          <p14:tracePt t="26449" x="3105150" y="2705100"/>
          <p14:tracePt t="26497" x="3111500" y="2698750"/>
          <p14:tracePt t="26595" x="3111500" y="2692400"/>
          <p14:tracePt t="26623" x="3117850" y="2686050"/>
          <p14:tracePt t="26638" x="3117850" y="2679700"/>
          <p14:tracePt t="26943" x="3105150" y="2667000"/>
          <p14:tracePt t="26950" x="3060700" y="2641600"/>
          <p14:tracePt t="26965" x="3016250" y="2616200"/>
          <p14:tracePt t="26979" x="2959100" y="2584450"/>
          <p14:tracePt t="26996" x="2863850" y="2533650"/>
          <p14:tracePt t="27013" x="2806700" y="2501900"/>
          <p14:tracePt t="27030" x="2609850" y="2406650"/>
          <p14:tracePt t="27046" x="2540000" y="2368550"/>
          <p14:tracePt t="27063" x="2374900" y="2317750"/>
          <p14:tracePt t="27079" x="2222500" y="2266950"/>
          <p14:tracePt t="27096" x="2159000" y="2260600"/>
          <p14:tracePt t="27113" x="2012950" y="2241550"/>
          <p14:tracePt t="27129" x="1898650" y="2228850"/>
          <p14:tracePt t="27146" x="1860550" y="2228850"/>
          <p14:tracePt t="27162" x="1803400" y="2228850"/>
          <p14:tracePt t="27179" x="1765300" y="2228850"/>
          <p14:tracePt t="27197" x="1689100" y="2247900"/>
          <p14:tracePt t="27212" x="1670050" y="2254250"/>
          <p14:tracePt t="27229" x="1651000" y="2260600"/>
          <p14:tracePt t="27246" x="1606550" y="2273300"/>
          <p14:tracePt t="27262" x="1574800" y="2286000"/>
          <p14:tracePt t="27279" x="1555750" y="2292350"/>
          <p14:tracePt t="27296" x="1530350" y="2292350"/>
          <p14:tracePt t="27312" x="1517650" y="2292350"/>
          <p14:tracePt t="27328" x="1511300" y="2292350"/>
          <p14:tracePt t="27345" x="1504950" y="2292350"/>
          <p14:tracePt t="27540" x="1504950" y="2286000"/>
          <p14:tracePt t="27562" x="1504950" y="2279650"/>
          <p14:tracePt t="27568" x="1511300" y="2273300"/>
          <p14:tracePt t="27582" x="1517650" y="2273300"/>
          <p14:tracePt t="27594" x="1530350" y="2266950"/>
          <p14:tracePt t="27611" x="1562100" y="2254250"/>
          <p14:tracePt t="27627" x="1593850" y="2254250"/>
          <p14:tracePt t="27644" x="1695450" y="2228850"/>
          <p14:tracePt t="27661" x="1828800" y="2209800"/>
          <p14:tracePt t="27677" x="1905000" y="2203450"/>
          <p14:tracePt t="27694" x="2063750" y="2184400"/>
          <p14:tracePt t="27710" x="2190750" y="2165350"/>
          <p14:tracePt t="27727" x="2247900" y="2165350"/>
          <p14:tracePt t="27744" x="2317750" y="2152650"/>
          <p14:tracePt t="27760" x="2355850" y="2146300"/>
          <p14:tracePt t="27777" x="2362200" y="2146300"/>
          <p14:tracePt t="27794" x="2374900" y="2146300"/>
          <p14:tracePt t="27827" x="2381250" y="2146300"/>
          <p14:tracePt t="28081" x="2419350" y="2146300"/>
          <p14:tracePt t="28095" x="2470150" y="2159000"/>
          <p14:tracePt t="28110" x="2514600" y="2165350"/>
          <p14:tracePt t="28123" x="2565400" y="2171700"/>
          <p14:tracePt t="28130" x="2603500" y="2171700"/>
          <p14:tracePt t="28145" x="2635250" y="2178050"/>
          <p14:tracePt t="28161" x="2660650" y="2178050"/>
          <p14:tracePt t="28175" x="2686050" y="2190750"/>
          <p14:tracePt t="28192" x="2705100" y="2190750"/>
          <p14:tracePt t="28208" x="2717800" y="2190750"/>
          <p14:tracePt t="28225" x="2724150" y="2190750"/>
          <p14:tracePt t="28242" x="2730500" y="2197100"/>
          <p14:tracePt t="28258" x="2743200" y="2197100"/>
          <p14:tracePt t="28275" x="2768600" y="2209800"/>
          <p14:tracePt t="28292" x="2819400" y="2228850"/>
          <p14:tracePt t="28308" x="2857500" y="2241550"/>
          <p14:tracePt t="28325" x="2933700" y="2266950"/>
          <p14:tracePt t="28342" x="2997200" y="2298700"/>
          <p14:tracePt t="28359" x="3016250" y="2305050"/>
          <p14:tracePt t="28375" x="3028950" y="2305050"/>
          <p14:tracePt t="28391" x="3054350" y="2311400"/>
          <p14:tracePt t="28425" x="3060700" y="2311400"/>
          <p14:tracePt t="28446" x="3054350" y="2311400"/>
          <p14:tracePt t="28461" x="3035300" y="2311400"/>
          <p14:tracePt t="28474" x="3003550" y="2317750"/>
          <p14:tracePt t="28491" x="2870200" y="2368550"/>
          <p14:tracePt t="28508" x="2762250" y="2393950"/>
          <p14:tracePt t="28524" x="2501900" y="2470150"/>
          <p14:tracePt t="28541" x="2190750" y="2559050"/>
          <p14:tracePt t="28558" x="2032000" y="2603500"/>
          <p14:tracePt t="28574" x="1663700" y="2679700"/>
          <p14:tracePt t="28591" x="1568450" y="2692400"/>
          <p14:tracePt t="28608" x="1428750" y="2711450"/>
          <p14:tracePt t="28624" x="1333500" y="2717800"/>
          <p14:tracePt t="28641" x="1308100" y="2717800"/>
          <p14:tracePt t="28657" x="1263650" y="2717800"/>
          <p14:tracePt t="28674" x="1257300" y="2717800"/>
          <p14:tracePt t="28727" x="1250950" y="2717800"/>
          <p14:tracePt t="28797" x="1244600" y="2717800"/>
          <p14:tracePt t="28811" x="1231900" y="2717800"/>
          <p14:tracePt t="28826" x="1225550" y="2717800"/>
          <p14:tracePt t="28832" x="1219200" y="2717800"/>
          <p14:tracePt t="28846" x="1206500" y="2717800"/>
          <p14:tracePt t="28857" x="1200150" y="2717800"/>
          <p14:tracePt t="28873" x="1193800" y="2717800"/>
          <p14:tracePt t="28890" x="1174750" y="2717800"/>
          <p14:tracePt t="28906" x="1162050" y="2717800"/>
          <p14:tracePt t="28923" x="1155700" y="2717800"/>
          <p14:tracePt t="28956" x="1149350" y="2717800"/>
          <p14:tracePt t="28987" x="1149350" y="2711450"/>
          <p14:tracePt t="29008" x="1149350" y="2705100"/>
          <p14:tracePt t="29015" x="1155700" y="2705100"/>
          <p14:tracePt t="29025" x="1168400" y="2698750"/>
          <p14:tracePt t="29039" x="1193800" y="2692400"/>
          <p14:tracePt t="29056" x="1219200" y="2692400"/>
          <p14:tracePt t="29072" x="1301750" y="2686050"/>
          <p14:tracePt t="29089" x="1416050" y="2673350"/>
          <p14:tracePt t="29106" x="1543050" y="2667000"/>
          <p14:tracePt t="29122" x="1612900" y="2667000"/>
          <p14:tracePt t="29139" x="1701800" y="2654300"/>
          <p14:tracePt t="29156" x="1784350" y="2647950"/>
          <p14:tracePt t="29172" x="1816100" y="2647950"/>
          <p14:tracePt t="29188" x="1847850" y="2647950"/>
          <p14:tracePt t="29205" x="1879600" y="2647950"/>
          <p14:tracePt t="29222" x="1885950" y="2647950"/>
          <p14:tracePt t="29239" x="1905000" y="2647950"/>
          <p14:tracePt t="29255" x="1930400" y="2654300"/>
          <p14:tracePt t="29272" x="1949450" y="2654300"/>
          <p14:tracePt t="29289" x="1962150" y="2654300"/>
          <p14:tracePt t="29305" x="2012950" y="2660650"/>
          <p14:tracePt t="29321" x="2019300" y="2660650"/>
          <p14:tracePt t="29339" x="2063750" y="2667000"/>
          <p14:tracePt t="29355" x="2089150" y="2667000"/>
          <p14:tracePt t="29372" x="2139950" y="2667000"/>
          <p14:tracePt t="29389" x="2190750" y="2667000"/>
          <p14:tracePt t="29406" x="2209800" y="2660650"/>
          <p14:tracePt t="29421" x="2228850" y="2660650"/>
          <p14:tracePt t="29438" x="2266950" y="2654300"/>
          <p14:tracePt t="29454" x="2279650" y="2647950"/>
          <p14:tracePt t="29472" x="2317750" y="2647950"/>
          <p14:tracePt t="29487" x="2336800" y="2647950"/>
          <p14:tracePt t="29504" x="2362200" y="2647950"/>
          <p14:tracePt t="29521" x="2438400" y="2660650"/>
          <p14:tracePt t="29537" x="2470150" y="2667000"/>
          <p14:tracePt t="29554" x="2508250" y="2673350"/>
          <p14:tracePt t="29571" x="2540000" y="2679700"/>
          <p14:tracePt t="29587" x="2552700" y="2686050"/>
          <p14:tracePt t="29604" x="2578100" y="2686050"/>
          <p14:tracePt t="29620" x="2603500" y="2692400"/>
          <p14:tracePt t="29637" x="2616200" y="2692400"/>
          <p14:tracePt t="29654" x="2679700" y="2698750"/>
          <p14:tracePt t="29670" x="2698750" y="2698750"/>
          <p14:tracePt t="29687" x="2730500" y="2698750"/>
          <p14:tracePt t="29703" x="2787650" y="2711450"/>
          <p14:tracePt t="29720" x="2832100" y="2717800"/>
          <p14:tracePt t="29737" x="2863850" y="2717800"/>
          <p14:tracePt t="29753" x="2908300" y="2730500"/>
          <p14:tracePt t="29770" x="2940050" y="2736850"/>
          <p14:tracePt t="29787" x="2959100" y="2736850"/>
          <p14:tracePt t="29803" x="2978150" y="2743200"/>
          <p14:tracePt t="29820" x="2997200" y="2743200"/>
          <p14:tracePt t="29837" x="2997200" y="2749550"/>
          <p14:tracePt t="29906" x="3003550" y="2749550"/>
          <p14:tracePt t="29970" x="3009900" y="2749550"/>
          <p14:tracePt t="30466" x="3028950" y="2749550"/>
          <p14:tracePt t="30474" x="3060700" y="2749550"/>
          <p14:tracePt t="30488" x="3086100" y="2755900"/>
          <p14:tracePt t="30501" x="3111500" y="2755900"/>
          <p14:tracePt t="30517" x="3143250" y="2755900"/>
          <p14:tracePt t="30534" x="3155950" y="2755900"/>
          <p14:tracePt t="30551" x="3168650" y="2755900"/>
          <p14:tracePt t="30567" x="3187700" y="2755900"/>
          <p14:tracePt t="30584" x="3194050" y="2755900"/>
          <p14:tracePt t="30601" x="3213100" y="2755900"/>
          <p14:tracePt t="30617" x="3219450" y="2762250"/>
          <p14:tracePt t="30634" x="3232150" y="2762250"/>
          <p14:tracePt t="30650" x="3251200" y="2762250"/>
          <p14:tracePt t="30667" x="3270250" y="2762250"/>
          <p14:tracePt t="30684" x="3295650" y="2762250"/>
          <p14:tracePt t="30700" x="3314700" y="2762250"/>
          <p14:tracePt t="30716" x="3340100" y="2762250"/>
          <p14:tracePt t="30734" x="3397250" y="2755900"/>
          <p14:tracePt t="30750" x="3422650" y="2749550"/>
          <p14:tracePt t="30767" x="3441700" y="2749550"/>
          <p14:tracePt t="30783" x="3448050" y="2749550"/>
          <p14:tracePt t="30825" x="3454400" y="2749550"/>
          <p14:tracePt t="32092" x="3429000" y="2749550"/>
          <p14:tracePt t="32099" x="3384550" y="2736850"/>
          <p14:tracePt t="32114" x="3359150" y="2730500"/>
          <p14:tracePt t="32128" x="3314700" y="2730500"/>
          <p14:tracePt t="32145" x="3270250" y="2717800"/>
          <p14:tracePt t="32162" x="3251200" y="2711450"/>
          <p14:tracePt t="32178" x="3244850" y="2711450"/>
          <p14:tracePt t="32195" x="3232150" y="2711450"/>
          <p14:tracePt t="32228" x="3225800" y="2711450"/>
          <p14:tracePt t="32262" x="3238500" y="2711450"/>
          <p14:tracePt t="32275" x="3244850" y="2711450"/>
          <p14:tracePt t="32282" x="3251200" y="2717800"/>
          <p14:tracePt t="32294" x="3276600" y="2724150"/>
          <p14:tracePt t="32311" x="3327400" y="2730500"/>
          <p14:tracePt t="32328" x="3352800" y="2736850"/>
          <p14:tracePt t="32345" x="3448050" y="2749550"/>
          <p14:tracePt t="32361" x="3549650" y="2749550"/>
          <p14:tracePt t="32377" x="3600450" y="2749550"/>
          <p14:tracePt t="32395" x="3695700" y="2749550"/>
          <p14:tracePt t="32411" x="3714750" y="2749550"/>
          <p14:tracePt t="32427" x="3746500" y="2743200"/>
          <p14:tracePt t="32444" x="3759200" y="2743200"/>
          <p14:tracePt t="32461" x="3759200" y="2736850"/>
          <p14:tracePt t="32477" x="3752850" y="2717800"/>
          <p14:tracePt t="32494" x="3746500" y="2717800"/>
          <p14:tracePt t="35149" x="3746500" y="2724150"/>
          <p14:tracePt t="35163" x="3746500" y="2730500"/>
          <p14:tracePt t="35171" x="3746500" y="2736850"/>
          <p14:tracePt t="35185" x="3752850" y="2736850"/>
          <p14:tracePt t="35201" x="3759200" y="2749550"/>
          <p14:tracePt t="35218" x="3759200" y="2755900"/>
          <p14:tracePt t="35234" x="3778250" y="2774950"/>
          <p14:tracePt t="35251" x="3797300" y="2781300"/>
          <p14:tracePt t="35268" x="3841750" y="2813050"/>
          <p14:tracePt t="35284" x="3898900" y="2870200"/>
          <p14:tracePt t="35301" x="3943350" y="2901950"/>
          <p14:tracePt t="35318" x="4038600" y="2990850"/>
          <p14:tracePt t="35334" x="4140200" y="3092450"/>
          <p14:tracePt t="35351" x="4203700" y="3143250"/>
          <p14:tracePt t="35367" x="4318000" y="3263900"/>
          <p14:tracePt t="35383" x="4432300" y="3390900"/>
          <p14:tracePt t="35401" x="4476750" y="3460750"/>
          <p14:tracePt t="35417" x="4591050" y="3613150"/>
          <p14:tracePt t="35434" x="4648200" y="3670300"/>
          <p14:tracePt t="35451" x="4762500" y="3816350"/>
          <p14:tracePt t="35467" x="4845050" y="3930650"/>
          <p14:tracePt t="35483" x="4921250" y="4044950"/>
          <p14:tracePt t="35500" x="4991100" y="4159250"/>
          <p14:tracePt t="35517" x="5016500" y="4216400"/>
          <p14:tracePt t="35533" x="5048250" y="4267200"/>
          <p14:tracePt t="35536" x="5086350" y="4337050"/>
          <p14:tracePt t="35550" x="5130800" y="4438650"/>
          <p14:tracePt t="35566" x="5156200" y="4483100"/>
          <p14:tracePt t="35584" x="5181600" y="4527550"/>
          <p14:tracePt t="35600" x="5251450" y="4654550"/>
          <p14:tracePt t="35616" x="5295900" y="4743450"/>
          <p14:tracePt t="35633" x="5378450" y="4933950"/>
          <p14:tracePt t="35649" x="5403850" y="5010150"/>
          <p14:tracePt t="35666" x="5480050" y="5187950"/>
          <p14:tracePt t="35683" x="5524500" y="5321300"/>
          <p14:tracePt t="35699" x="5543550" y="5365750"/>
          <p14:tracePt t="35716" x="5588000" y="5448300"/>
          <p14:tracePt t="35733" x="5626100" y="5518150"/>
          <p14:tracePt t="35749" x="5651500" y="5537200"/>
          <p14:tracePt t="35766" x="5676900" y="5568950"/>
          <p14:tracePt t="35782" x="5702300" y="5607050"/>
          <p14:tracePt t="35799" x="5727700" y="5619750"/>
          <p14:tracePt t="35816" x="5746750" y="5645150"/>
          <p14:tracePt t="35832" x="5772150" y="5657850"/>
          <p14:tracePt t="35849" x="5784850" y="5664200"/>
          <p14:tracePt t="35866" x="5810250" y="5683250"/>
          <p14:tracePt t="35882" x="5822950" y="5689600"/>
          <p14:tracePt t="35899" x="5848350" y="5695950"/>
          <p14:tracePt t="35915" x="5867400" y="5695950"/>
          <p14:tracePt t="35932" x="5873750" y="5695950"/>
          <p14:tracePt t="35949" x="5886450" y="5695950"/>
          <p14:tracePt t="35965" x="5892800" y="5695950"/>
          <p14:tracePt t="35982" x="5899150" y="5695950"/>
          <p14:tracePt t="35999" x="5899150" y="5683250"/>
          <p14:tracePt t="36015" x="5899150" y="5657850"/>
          <p14:tracePt t="36032" x="5899150" y="5651500"/>
          <p14:tracePt t="36413" x="5918200" y="5632450"/>
          <p14:tracePt t="36427" x="5949950" y="5607050"/>
          <p14:tracePt t="36433" x="5988050" y="5575300"/>
          <p14:tracePt t="36449" x="6013450" y="5556250"/>
          <p14:tracePt t="36463" x="6083300" y="5518150"/>
          <p14:tracePt t="36480" x="6102350" y="5499100"/>
          <p14:tracePt t="36497" x="6146800" y="5467350"/>
          <p14:tracePt t="36513" x="6172200" y="5454650"/>
          <p14:tracePt t="36530" x="6184900" y="5441950"/>
          <p14:tracePt t="36547" x="6210300" y="5410200"/>
          <p14:tracePt t="36563" x="6229350" y="5397500"/>
          <p14:tracePt t="36580" x="6235700" y="5384800"/>
          <p14:tracePt t="36596" x="6254750" y="5372100"/>
          <p14:tracePt t="36613" x="6261100" y="5365750"/>
          <p14:tracePt t="36630" x="6267450" y="5365750"/>
          <p14:tracePt t="36646" x="6273800" y="5365750"/>
          <p14:tracePt t="36693" x="6273800" y="5359400"/>
          <p14:tracePt t="37186" x="6280150" y="5334000"/>
          <p14:tracePt t="37195" x="6292850" y="5302250"/>
          <p14:tracePt t="37207" x="6311900" y="5257800"/>
          <p14:tracePt t="37214" x="6330950" y="5213350"/>
          <p14:tracePt t="37230" x="6337300" y="5162550"/>
          <p14:tracePt t="37243" x="6369050" y="5105400"/>
          <p14:tracePt t="37261" x="6394450" y="4946650"/>
          <p14:tracePt t="37278" x="6445250" y="4743450"/>
          <p14:tracePt t="37294" x="6457950" y="4622800"/>
          <p14:tracePt t="37311" x="6470650" y="4445000"/>
          <p14:tracePt t="37328" x="6470650" y="4305300"/>
          <p14:tracePt t="37344" x="6464300" y="4254500"/>
          <p14:tracePt t="37360" x="6464300" y="4152900"/>
          <p14:tracePt t="37377" x="6457950" y="4044950"/>
          <p14:tracePt t="37393" x="6451600" y="4013200"/>
          <p14:tracePt t="37410" x="6432550" y="3917950"/>
          <p14:tracePt t="37427" x="6413500" y="3835400"/>
          <p14:tracePt t="37443" x="6407150" y="3797300"/>
          <p14:tracePt t="37461" x="6381750" y="3714750"/>
          <p14:tracePt t="37477" x="6356350" y="3638550"/>
          <p14:tracePt t="37493" x="6350000" y="3613150"/>
          <p14:tracePt t="37510" x="6318250" y="3549650"/>
          <p14:tracePt t="37526" x="6305550" y="3517900"/>
          <p14:tracePt t="37543" x="6286500" y="3479800"/>
          <p14:tracePt t="37560" x="6261100" y="3448050"/>
          <p14:tracePt t="37576" x="6248400" y="3422650"/>
          <p14:tracePt t="37579" x="6235700" y="3409950"/>
          <p14:tracePt t="37593" x="6223000" y="3397250"/>
          <p14:tracePt t="37610" x="6210300" y="3384550"/>
          <p14:tracePt t="37626" x="6203950" y="3384550"/>
          <p14:tracePt t="37643" x="6197600" y="3384550"/>
          <p14:tracePt t="37659" x="6191250" y="3384550"/>
          <p14:tracePt t="37692" x="6184900" y="3390900"/>
          <p14:tracePt t="37756" x="6178550" y="3397250"/>
          <p14:tracePt t="37839" x="6172200" y="3403600"/>
          <p14:tracePt t="37930" x="6172200" y="3409950"/>
          <p14:tracePt t="37937" x="6178550" y="3409950"/>
          <p14:tracePt t="37960" x="6191250" y="3416300"/>
          <p14:tracePt t="37966" x="6203950" y="3422650"/>
          <p14:tracePt t="37980" x="6229350" y="3429000"/>
          <p14:tracePt t="37991" x="6248400" y="3435350"/>
          <p14:tracePt t="38009" x="6343650" y="3460750"/>
          <p14:tracePt t="38025" x="6394450" y="3467100"/>
          <p14:tracePt t="38041" x="6457950" y="3479800"/>
          <p14:tracePt t="38058" x="6629400" y="3517900"/>
          <p14:tracePt t="38075" x="6731000" y="3530600"/>
          <p14:tracePt t="38078" x="6819900" y="3549650"/>
          <p14:tracePt t="38093" x="6927850" y="3568700"/>
          <p14:tracePt t="38108" x="7092950" y="3587750"/>
          <p14:tracePt t="38124" x="7175500" y="3606800"/>
          <p14:tracePt t="38142" x="7340600" y="3619500"/>
          <p14:tracePt t="38157" x="7378700" y="3619500"/>
          <p14:tracePt t="38174" x="7473950" y="3613150"/>
          <p14:tracePt t="38191" x="7556500" y="3606800"/>
          <p14:tracePt t="38207" x="7594600" y="3600450"/>
          <p14:tracePt t="38224" x="7651750" y="3594100"/>
          <p14:tracePt t="38241" x="7715250" y="3575050"/>
          <p14:tracePt t="38257" x="7734300" y="3568700"/>
          <p14:tracePt t="38274" x="7778750" y="3543300"/>
          <p14:tracePt t="38290" x="7829550" y="3517900"/>
          <p14:tracePt t="38307" x="7842250" y="3505200"/>
          <p14:tracePt t="38324" x="7880350" y="3479800"/>
          <p14:tracePt t="38340" x="7918450" y="3448050"/>
          <p14:tracePt t="38357" x="7937500" y="3435350"/>
          <p14:tracePt t="38374" x="7975600" y="3409950"/>
          <p14:tracePt t="38390" x="7994650" y="3397250"/>
          <p14:tracePt t="38407" x="8001000" y="3397250"/>
          <p14:tracePt t="38423" x="8001000" y="3390900"/>
          <p14:tracePt t="38441" x="8007350" y="3384550"/>
          <p14:tracePt t="38457" x="8013700" y="3384550"/>
          <p14:tracePt t="38492" x="8001000" y="3390900"/>
          <p14:tracePt t="38499" x="8001000" y="3397250"/>
          <p14:tracePt t="38513" x="7988300" y="3403600"/>
          <p14:tracePt t="38523" x="7962900" y="3409950"/>
          <p14:tracePt t="38540" x="7943850" y="3416300"/>
          <p14:tracePt t="38556" x="7874000" y="3441700"/>
          <p14:tracePt t="38573" x="7727950" y="3467100"/>
          <p14:tracePt t="38589" x="7651750" y="3479800"/>
          <p14:tracePt t="38592" x="7562850" y="3486150"/>
          <p14:tracePt t="38606" x="7473950" y="3486150"/>
          <p14:tracePt t="38623" x="7302500" y="3498850"/>
          <p14:tracePt t="38640" x="7226300" y="3505200"/>
          <p14:tracePt t="38656" x="7099300" y="3517900"/>
          <p14:tracePt t="38672" x="7029450" y="3536950"/>
          <p14:tracePt t="38689" x="6978650" y="3556000"/>
          <p14:tracePt t="38706" x="6889750" y="3587750"/>
          <p14:tracePt t="38722" x="6858000" y="3606800"/>
          <p14:tracePt t="38739" x="6826250" y="3625850"/>
          <p14:tracePt t="38755" x="6813550" y="3632200"/>
          <p14:tracePt t="38772" x="6807200" y="3632200"/>
          <p14:tracePt t="38788" x="6807200" y="3638550"/>
          <p14:tracePt t="38808" x="6800850" y="3644900"/>
          <p14:tracePt t="38858" x="6800850" y="3663950"/>
          <p14:tracePt t="38865" x="6800850" y="3689350"/>
          <p14:tracePt t="38878" x="6813550" y="3727450"/>
          <p14:tracePt t="38892" x="6832600" y="3790950"/>
          <p14:tracePt t="38907" x="6927850" y="3981450"/>
          <p14:tracePt t="38922" x="6985000" y="4089400"/>
          <p14:tracePt t="38939" x="7105650" y="4273550"/>
          <p14:tracePt t="38955" x="7169150" y="4368800"/>
          <p14:tracePt t="38972" x="7302500" y="4521200"/>
          <p14:tracePt t="38988" x="7385050" y="4616450"/>
          <p14:tracePt t="39005" x="7442200" y="4667250"/>
          <p14:tracePt t="39021" x="7461250" y="4679950"/>
          <p14:tracePt t="39038" x="7467600" y="4679950"/>
          <p14:tracePt t="39071" x="7473950" y="4679950"/>
          <p14:tracePt t="39110" x="7480300" y="4679950"/>
          <p14:tracePt t="39166" x="7480300" y="4673600"/>
          <p14:tracePt t="39180" x="7480300" y="4660900"/>
          <p14:tracePt t="39461" x="7493000" y="4603750"/>
          <p14:tracePt t="39475" x="7512050" y="4521200"/>
          <p14:tracePt t="39482" x="7543800" y="4432300"/>
          <p14:tracePt t="39496" x="7562850" y="4324350"/>
          <p14:tracePt t="39510" x="7575550" y="4235450"/>
          <p14:tracePt t="39520" x="7594600" y="4146550"/>
          <p14:tracePt t="39536" x="7607300" y="4070350"/>
          <p14:tracePt t="39553" x="7626350" y="3911600"/>
          <p14:tracePt t="39570" x="7626350" y="3848100"/>
          <p14:tracePt t="39586" x="7632700" y="3810000"/>
          <p14:tracePt t="39603" x="7632700" y="3752850"/>
          <p14:tracePt t="39620" x="7632700" y="3740150"/>
          <p14:tracePt t="39672" x="7632700" y="3733800"/>
          <p14:tracePt t="39687" x="7639050" y="3727450"/>
          <p14:tracePt t="39693" x="7639050" y="3714750"/>
          <p14:tracePt t="39707" x="7651750" y="3702050"/>
          <p14:tracePt t="39722" x="7658100" y="3689350"/>
          <p14:tracePt t="39736" x="7670800" y="3676650"/>
          <p14:tracePt t="39752" x="7696200" y="3663950"/>
          <p14:tracePt t="39770" x="7708900" y="3663950"/>
          <p14:tracePt t="39786" x="7759700" y="3657600"/>
          <p14:tracePt t="39802" x="7785100" y="3651250"/>
          <p14:tracePt t="39818" x="7816850" y="3638550"/>
          <p14:tracePt t="39835" x="7842250" y="3625850"/>
          <p14:tracePt t="39851" x="7854950" y="3619500"/>
          <p14:tracePt t="39869" x="7874000" y="3587750"/>
          <p14:tracePt t="39884" x="7880350" y="3556000"/>
          <p14:tracePt t="39902" x="7880350" y="3536950"/>
          <p14:tracePt t="39918" x="7874000" y="3479800"/>
          <p14:tracePt t="39935" x="7835900" y="3416300"/>
          <p14:tracePt t="39951" x="7810500" y="3390900"/>
          <p14:tracePt t="39968" x="7759700" y="3359150"/>
          <p14:tracePt t="39985" x="7740650" y="3352800"/>
          <p14:tracePt t="40001" x="7715250" y="3346450"/>
          <p14:tracePt t="40018" x="7696200" y="3346450"/>
          <p14:tracePt t="40034" x="7689850" y="3346450"/>
          <p14:tracePt t="40051" x="7683500" y="3346450"/>
          <p14:tracePt t="40067" x="7677150" y="3346450"/>
          <p14:tracePt t="40087" x="7670800" y="3340100"/>
          <p14:tracePt t="40143" x="7664450" y="3327400"/>
          <p14:tracePt t="40157" x="7664450" y="3308350"/>
          <p14:tracePt t="40164" x="7651750" y="3289300"/>
          <p14:tracePt t="40178" x="7632700" y="3251200"/>
          <p14:tracePt t="40186" x="7620000" y="3194050"/>
          <p14:tracePt t="40200" x="7575550" y="3124200"/>
          <p14:tracePt t="40217" x="7486650" y="2940050"/>
          <p14:tracePt t="40235" x="7378700" y="2736850"/>
          <p14:tracePt t="40250" x="7315200" y="2641600"/>
          <p14:tracePt t="40267" x="7251700" y="2552700"/>
          <p14:tracePt t="40284" x="7048500" y="2324100"/>
          <p14:tracePt t="40300" x="6991350" y="2286000"/>
          <p14:tracePt t="40317" x="6915150" y="2241550"/>
          <p14:tracePt t="40333" x="6883400" y="2235200"/>
          <p14:tracePt t="40350" x="6877050" y="2228850"/>
          <p14:tracePt t="40367" x="6864350" y="2228850"/>
          <p14:tracePt t="40383" x="6858000" y="2228850"/>
          <p14:tracePt t="40431" x="6858000" y="2222500"/>
          <p14:tracePt t="40789" x="6858000" y="2184400"/>
          <p14:tracePt t="40796" x="6858000" y="2133600"/>
          <p14:tracePt t="40810" x="6858000" y="2089150"/>
          <p14:tracePt t="40824" x="6858000" y="2063750"/>
          <p14:tracePt t="40833" x="6858000" y="2012950"/>
          <p14:tracePt t="40848" x="6851650" y="1987550"/>
          <p14:tracePt t="40865" x="6832600" y="1943100"/>
          <p14:tracePt t="40881" x="6826250" y="1885950"/>
          <p14:tracePt t="40898" x="6819900" y="1860550"/>
          <p14:tracePt t="40915" x="6813550" y="1841500"/>
          <p14:tracePt t="40931" x="6807200" y="1841500"/>
          <p14:tracePt t="40948" x="6807200" y="1835150"/>
          <p14:tracePt t="40985" x="6807200" y="1847850"/>
          <p14:tracePt t="41001" x="6807200" y="1873250"/>
          <p14:tracePt t="41015" x="6807200" y="1911350"/>
          <p14:tracePt t="41031" x="6807200" y="1987550"/>
          <p14:tracePt t="41049" x="6819900" y="2203450"/>
          <p14:tracePt t="41064" x="6832600" y="2330450"/>
          <p14:tracePt t="41081" x="6896100" y="2711450"/>
          <p14:tracePt t="41098" x="6978650" y="3136900"/>
          <p14:tracePt t="41114" x="7048500" y="3441700"/>
          <p14:tracePt t="41131" x="7080250" y="3549650"/>
          <p14:tracePt t="41147" x="7156450" y="3752850"/>
          <p14:tracePt t="41164" x="7181850" y="3797300"/>
          <p14:tracePt t="41180" x="7200900" y="3835400"/>
          <p14:tracePt t="41197" x="7251700" y="3956050"/>
          <p14:tracePt t="41214" x="7264400" y="3987800"/>
          <p14:tracePt t="41231" x="7277100" y="4019550"/>
          <p14:tracePt t="41247" x="7302500" y="4057650"/>
          <p14:tracePt t="41263" x="7321550" y="4095750"/>
          <p14:tracePt t="41281" x="7334250" y="4114800"/>
          <p14:tracePt t="41297" x="7334250" y="4121150"/>
          <p14:tracePt t="41313" x="7346950" y="4121150"/>
          <p14:tracePt t="41330" x="7359650" y="4127500"/>
          <p14:tracePt t="41347" x="7359650" y="4133850"/>
          <p14:tracePt t="41363" x="7372350" y="4140200"/>
          <p14:tracePt t="41380" x="7391400" y="4146550"/>
          <p14:tracePt t="41396" x="7404100" y="4152900"/>
          <p14:tracePt t="41413" x="7429500" y="4165600"/>
          <p14:tracePt t="41429" x="7454900" y="4165600"/>
          <p14:tracePt t="41446" x="7473950" y="4165600"/>
          <p14:tracePt t="41464" x="7505700" y="4165600"/>
          <p14:tracePt t="41479" x="7543800" y="4165600"/>
          <p14:tracePt t="41496" x="7556500" y="4159250"/>
          <p14:tracePt t="41513" x="7575550" y="4140200"/>
          <p14:tracePt t="41529" x="7575550" y="4127500"/>
          <p14:tracePt t="41546" x="7575550" y="4089400"/>
          <p14:tracePt t="41563" x="7537450" y="4025900"/>
          <p14:tracePt t="41580" x="7499350" y="3987800"/>
          <p14:tracePt t="41596" x="7404100" y="3937000"/>
          <p14:tracePt t="41612" x="7302500" y="3905250"/>
          <p14:tracePt t="41629" x="7264400" y="3905250"/>
          <p14:tracePt t="41646" x="7226300" y="3905250"/>
          <p14:tracePt t="41662" x="7200900" y="3911600"/>
          <p14:tracePt t="41679" x="7200900" y="3917950"/>
          <p14:tracePt t="41695" x="7200900" y="3937000"/>
          <p14:tracePt t="41712" x="7213600" y="3956050"/>
          <p14:tracePt t="41728" x="7226300" y="3968750"/>
          <p14:tracePt t="41745" x="7264400" y="3987800"/>
          <p14:tracePt t="41761" x="7327900" y="4006850"/>
          <p14:tracePt t="41780" x="7378700" y="4006850"/>
          <p14:tracePt t="41795" x="7404100" y="3994150"/>
          <p14:tracePt t="41812" x="7429500" y="3987800"/>
          <p14:tracePt t="41829" x="7461250" y="3930650"/>
          <p14:tracePt t="41845" x="7467600" y="3917950"/>
          <p14:tracePt t="41861" x="7467600" y="3905250"/>
          <p14:tracePt t="41878" x="7461250" y="3879850"/>
          <p14:tracePt t="41894" x="7435850" y="3860800"/>
          <p14:tracePt t="41911" x="7423150" y="3860800"/>
          <p14:tracePt t="41928" x="7397750" y="3860800"/>
          <p14:tracePt t="41945" x="7372350" y="3860800"/>
          <p14:tracePt t="41962" x="7366000" y="3867150"/>
          <p14:tracePt t="41978" x="7366000" y="3873500"/>
          <p14:tracePt t="41994" x="7366000" y="3879850"/>
          <p14:tracePt t="42011" x="7378700" y="3886200"/>
          <p14:tracePt t="42027" x="7391400" y="3892550"/>
          <p14:tracePt t="42044" x="7435850" y="3892550"/>
          <p14:tracePt t="42061" x="7480300" y="3898900"/>
          <p14:tracePt t="42077" x="7512050" y="3898900"/>
          <p14:tracePt t="42094" x="7531100" y="3898900"/>
          <p14:tracePt t="42111" x="7562850" y="3892550"/>
          <p14:tracePt t="42127" x="7562850" y="3886200"/>
          <p14:tracePt t="42145" x="7556500" y="3873500"/>
          <p14:tracePt t="42161" x="7537450" y="3873500"/>
          <p14:tracePt t="42177" x="7505700" y="3873500"/>
          <p14:tracePt t="42194" x="7454900" y="3879850"/>
          <p14:tracePt t="42211" x="7429500" y="3898900"/>
          <p14:tracePt t="42227" x="7391400" y="3924300"/>
          <p14:tracePt t="42244" x="7372350" y="3937000"/>
          <p14:tracePt t="42260" x="7366000" y="3943350"/>
          <p14:tracePt t="42277" x="7372350" y="3949700"/>
          <p14:tracePt t="42293" x="7397750" y="3962400"/>
          <p14:tracePt t="42310" x="7404100" y="3962400"/>
          <p14:tracePt t="42327" x="7435850" y="3968750"/>
          <p14:tracePt t="42343" x="7448550" y="3968750"/>
          <p14:tracePt t="42360" x="7461250" y="3968750"/>
          <p14:tracePt t="42377" x="7467600" y="3968750"/>
          <p14:tracePt t="42409" x="7473950" y="3968750"/>
          <p14:tracePt t="42970" x="7461250" y="3975100"/>
          <p14:tracePt t="42977" x="7429500" y="3987800"/>
          <p14:tracePt t="42993" x="7397750" y="4000500"/>
          <p14:tracePt t="43007" x="7353300" y="4032250"/>
          <p14:tracePt t="43024" x="7308850" y="4057650"/>
          <p14:tracePt t="43041" x="7162800" y="4159250"/>
          <p14:tracePt t="43057" x="7067550" y="4210050"/>
          <p14:tracePt t="43074" x="6889750" y="4343400"/>
          <p14:tracePt t="43091" x="6731000" y="4476750"/>
          <p14:tracePt t="43107" x="6604000" y="4597400"/>
          <p14:tracePt t="43125" x="6496050" y="4718050"/>
          <p14:tracePt t="43140" x="6451600" y="4762500"/>
          <p14:tracePt t="43157" x="6356350" y="4857750"/>
          <p14:tracePt t="43174" x="6286500" y="4940300"/>
          <p14:tracePt t="43190" x="6254750" y="4984750"/>
          <p14:tracePt t="43207" x="6235700" y="5016500"/>
          <p14:tracePt t="43224" x="6178550" y="5092700"/>
          <p14:tracePt t="43240" x="6153150" y="5124450"/>
          <p14:tracePt t="43257" x="6134100" y="5156200"/>
          <p14:tracePt t="43273" x="6096000" y="5181600"/>
          <p14:tracePt t="43290" x="6076950" y="5219700"/>
          <p14:tracePt t="43307" x="6064250" y="5232400"/>
          <p14:tracePt t="43323" x="6045200" y="5251450"/>
          <p14:tracePt t="43339" x="6026150" y="5264150"/>
          <p14:tracePt t="43357" x="6007100" y="5276850"/>
          <p14:tracePt t="43373" x="6007100" y="5283200"/>
          <p14:tracePt t="43390" x="6013450" y="5295900"/>
          <p14:tracePt t="43406" x="6026150" y="5295900"/>
          <p14:tracePt t="43689" x="6007100" y="5340350"/>
          <p14:tracePt t="43697" x="5969000" y="5384800"/>
          <p14:tracePt t="43710" x="5924550" y="5429250"/>
          <p14:tracePt t="43721" x="5886450" y="5486400"/>
          <p14:tracePt t="43739" x="5816600" y="5600700"/>
          <p14:tracePt t="43755" x="5791200" y="5670550"/>
          <p14:tracePt t="43771" x="5753100" y="5753100"/>
          <p14:tracePt t="43788" x="5740400" y="5816600"/>
          <p14:tracePt t="43804" x="5727700" y="5848350"/>
          <p14:tracePt t="43821" x="5721350" y="5892800"/>
          <p14:tracePt t="43838" x="5715000" y="5911850"/>
          <p14:tracePt t="43871" x="5715000" y="5924550"/>
          <p14:tracePt t="43888" x="5721350" y="5949950"/>
          <p14:tracePt t="43904" x="5727700" y="5962650"/>
          <p14:tracePt t="43922" x="5734050" y="6007100"/>
          <p14:tracePt t="43937" x="5740400" y="6045200"/>
          <p14:tracePt t="43954" x="5753100" y="6076950"/>
          <p14:tracePt t="43971" x="5765800" y="6127750"/>
          <p14:tracePt t="43987" x="5765800" y="6153150"/>
          <p14:tracePt t="44004" x="5765800" y="6203950"/>
          <p14:tracePt t="44021" x="5765800" y="6235700"/>
          <p14:tracePt t="44037" x="5765800" y="6248400"/>
          <p14:tracePt t="44054" x="5765800" y="6261100"/>
          <p14:tracePt t="44097" x="5765800" y="6267450"/>
          <p14:tracePt t="44111" x="5765800" y="6273800"/>
          <p14:tracePt t="44120" x="5765800" y="6280150"/>
          <p14:tracePt t="44136" x="5765800" y="6292850"/>
          <p14:tracePt t="44154" x="5765800" y="6299200"/>
          <p14:tracePt t="44170" x="5765800" y="6305550"/>
          <p14:tracePt t="44258" x="5765800" y="6299200"/>
          <p14:tracePt t="44279" x="5765800" y="6292850"/>
          <p14:tracePt t="44287" x="5765800" y="6286500"/>
          <p14:tracePt t="44300" x="5765800" y="6280150"/>
          <p14:tracePt t="44307" x="5765800" y="6273800"/>
          <p14:tracePt t="44329" x="5765800" y="6261100"/>
          <p14:tracePt t="44342" x="5765800" y="6248400"/>
          <p14:tracePt t="44353" x="5765800" y="6229350"/>
          <p14:tracePt t="44370" x="5765800" y="6203950"/>
          <p14:tracePt t="44386" x="5765800" y="6165850"/>
          <p14:tracePt t="44402" x="5765800" y="6127750"/>
          <p14:tracePt t="44420" x="5772150" y="6089650"/>
          <p14:tracePt t="44436" x="5772150" y="6083300"/>
          <p14:tracePt t="44452" x="5772150" y="6070600"/>
          <p14:tracePt t="44517" x="5772150" y="6076950"/>
          <p14:tracePt t="44531" x="5772150" y="6089650"/>
          <p14:tracePt t="44539" x="5772150" y="6102350"/>
          <p14:tracePt t="44555" x="5772150" y="6121400"/>
          <p14:tracePt t="44568" x="5772150" y="6172200"/>
          <p14:tracePt t="44585" x="5772150" y="6210300"/>
          <p14:tracePt t="44602" x="5759450" y="6280150"/>
          <p14:tracePt t="44618" x="5746750" y="6311900"/>
          <p14:tracePt t="44635" x="5740400" y="6350000"/>
          <p14:tracePt t="44652" x="5734050" y="6375400"/>
          <p14:tracePt t="44668" x="5727700" y="6381750"/>
          <p14:tracePt t="44686" x="5727700" y="6388100"/>
          <p14:tracePt t="44729" x="5734050" y="6388100"/>
          <p14:tracePt t="44743" x="5740400" y="6381750"/>
          <p14:tracePt t="44749" x="5753100" y="6369050"/>
          <p14:tracePt t="44764" x="5759450" y="6362700"/>
          <p14:tracePt t="44771" x="5772150" y="6356350"/>
          <p14:tracePt t="44785" x="5791200" y="6337300"/>
          <p14:tracePt t="44801" x="5835650" y="6292850"/>
          <p14:tracePt t="44818" x="5861050" y="6261100"/>
          <p14:tracePt t="44835" x="5911850" y="6197600"/>
          <p14:tracePt t="44851" x="5969000" y="6127750"/>
          <p14:tracePt t="44868" x="5975350" y="6108700"/>
          <p14:tracePt t="44884" x="6007100" y="6076950"/>
          <p14:tracePt t="44901" x="6013450" y="6064250"/>
          <p14:tracePt t="44918" x="6019800" y="6064250"/>
          <p14:tracePt t="44951" x="6019800" y="6057900"/>
          <p14:tracePt t="45002" x="6019800" y="6051550"/>
          <p14:tracePt t="45080" x="6026150" y="6045200"/>
          <p14:tracePt t="45108" x="6026150" y="6038850"/>
          <p14:tracePt t="46377" x="6019800" y="6045200"/>
          <p14:tracePt t="46497" x="6013450" y="6045200"/>
          <p14:tracePt t="46708" x="5962650" y="6045200"/>
          <p14:tracePt t="46715" x="5873750" y="6045200"/>
          <p14:tracePt t="46730" x="5746750" y="6026150"/>
          <p14:tracePt t="46744" x="5607050" y="6019800"/>
          <p14:tracePt t="46761" x="5187950" y="5911850"/>
          <p14:tracePt t="46778" x="4641850" y="5740400"/>
          <p14:tracePt t="46794" x="4324350" y="5619750"/>
          <p14:tracePt t="46811" x="3702050" y="5422900"/>
          <p14:tracePt t="46828" x="3162300" y="5283200"/>
          <p14:tracePt t="46844" x="2933700" y="5245100"/>
          <p14:tracePt t="46861" x="2552700" y="5207000"/>
          <p14:tracePt t="46878" x="2311400" y="5207000"/>
          <p14:tracePt t="46894" x="2216150" y="5219700"/>
          <p14:tracePt t="46911" x="2089150" y="5245100"/>
          <p14:tracePt t="46927" x="2000250" y="5289550"/>
          <p14:tracePt t="46944" x="1968500" y="5295900"/>
          <p14:tracePt t="46961" x="1936750" y="5321300"/>
          <p14:tracePt t="46977" x="1917700" y="5340350"/>
          <p14:tracePt t="46994" x="1911350" y="5340350"/>
          <p14:tracePt t="47010" x="1905000" y="5365750"/>
          <p14:tracePt t="47027" x="1898650" y="5378450"/>
          <p14:tracePt t="47044" x="1892300" y="5429250"/>
          <p14:tracePt t="47060" x="1892300" y="5461000"/>
          <p14:tracePt t="47077" x="1892300" y="5480050"/>
          <p14:tracePt t="47094" x="1885950" y="5499100"/>
          <p14:tracePt t="47110" x="1885950" y="5511800"/>
          <p14:tracePt t="47126" x="1879600" y="5511800"/>
          <p14:tracePt t="47185" x="1879600" y="5499100"/>
          <p14:tracePt t="47199" x="1879600" y="5492750"/>
          <p14:tracePt t="47206" x="1879600" y="5486400"/>
          <p14:tracePt t="47221" x="1879600" y="5473700"/>
          <p14:tracePt t="47229" x="1879600" y="5441950"/>
          <p14:tracePt t="47242" x="1879600" y="5422900"/>
          <p14:tracePt t="47259" x="1892300" y="5321300"/>
          <p14:tracePt t="47277" x="1917700" y="5137150"/>
          <p14:tracePt t="47292" x="1943100" y="5010150"/>
          <p14:tracePt t="47309" x="1987550" y="4876800"/>
          <p14:tracePt t="47326" x="2101850" y="4324350"/>
          <p14:tracePt t="47342" x="2127250" y="4127500"/>
          <p14:tracePt t="47359" x="2152650" y="3930650"/>
          <p14:tracePt t="47376" x="2165350" y="3683000"/>
          <p14:tracePt t="47392" x="2159000" y="3511550"/>
          <p14:tracePt t="47410" x="2152650" y="3441700"/>
          <p14:tracePt t="47425" x="2146300" y="3429000"/>
          <p14:tracePt t="47442" x="2146300" y="3422650"/>
          <p14:tracePt t="47459" x="2139950" y="3416300"/>
          <p14:tracePt t="47522" x="2139950" y="3422650"/>
          <p14:tracePt t="47529" x="2159000" y="3454400"/>
          <p14:tracePt t="47542" x="2165350" y="3498850"/>
          <p14:tracePt t="47558" x="2171700" y="3625850"/>
          <p14:tracePt t="47575" x="2184400" y="3727450"/>
          <p14:tracePt t="47592" x="2184400" y="3854450"/>
          <p14:tracePt t="47608" x="2216150" y="4318000"/>
          <p14:tracePt t="47625" x="2228850" y="4476750"/>
          <p14:tracePt t="47642" x="2279650" y="4870450"/>
          <p14:tracePt t="47658" x="2305050" y="5016500"/>
          <p14:tracePt t="47675" x="2368550" y="5251450"/>
          <p14:tracePt t="47692" x="2451100" y="5422900"/>
          <p14:tracePt t="47708" x="2476500" y="5505450"/>
          <p14:tracePt t="47725" x="2520950" y="5568950"/>
          <p14:tracePt t="47741" x="2565400" y="5581650"/>
          <p14:tracePt t="47758" x="2590800" y="5581650"/>
          <p14:tracePt t="47775" x="2635250" y="5556250"/>
          <p14:tracePt t="47791" x="2711450" y="5492750"/>
          <p14:tracePt t="47807" x="2743200" y="5461000"/>
          <p14:tracePt t="47824" x="2819400" y="5353050"/>
          <p14:tracePt t="47841" x="2908300" y="5251450"/>
          <p14:tracePt t="47857" x="2946400" y="5181600"/>
          <p14:tracePt t="47874" x="3016250" y="5010150"/>
          <p14:tracePt t="47891" x="3022600" y="4781550"/>
          <p14:tracePt t="47907" x="2990850" y="4660900"/>
          <p14:tracePt t="47924" x="2882900" y="4425950"/>
          <p14:tracePt t="47941" x="2806700" y="4318000"/>
          <p14:tracePt t="47958" x="2501900" y="4044950"/>
          <p14:tracePt t="47973" x="2381250" y="3981450"/>
          <p14:tracePt t="47990" x="2266950" y="3937000"/>
          <p14:tracePt t="48007" x="2070100" y="3898900"/>
          <p14:tracePt t="48023" x="1917700" y="3911600"/>
          <p14:tracePt t="48040" x="1835150" y="3949700"/>
          <p14:tracePt t="48057" x="1714500" y="4070350"/>
          <p14:tracePt t="48073" x="1631950" y="4229100"/>
          <p14:tracePt t="48090" x="1625600" y="4298950"/>
          <p14:tracePt t="48106" x="1631950" y="4476750"/>
          <p14:tracePt t="48123" x="1701800" y="4660900"/>
          <p14:tracePt t="48140" x="1816100" y="4838700"/>
          <p14:tracePt t="48156" x="1892300" y="4933950"/>
          <p14:tracePt t="48173" x="2032000" y="5041900"/>
          <p14:tracePt t="48190" x="2165350" y="5080000"/>
          <p14:tracePt t="48206" x="2228850" y="5067300"/>
          <p14:tracePt t="48223" x="2311400" y="5016500"/>
          <p14:tracePt t="48226" x="2393950" y="4946650"/>
          <p14:tracePt t="48240" x="2559050" y="4737100"/>
          <p14:tracePt t="48256" x="2622550" y="4648200"/>
          <p14:tracePt t="48273" x="2673350" y="4540250"/>
          <p14:tracePt t="48289" x="2736850" y="4330700"/>
          <p14:tracePt t="48306" x="2755900" y="4114800"/>
          <p14:tracePt t="48324" x="2679700" y="3867150"/>
          <p14:tracePt t="48339" x="2609850" y="3727450"/>
          <p14:tracePt t="48356" x="2438400" y="3479800"/>
          <p14:tracePt t="48373" x="2216150" y="3124200"/>
          <p14:tracePt t="48389" x="2127250" y="2971800"/>
          <p14:tracePt t="48405" x="2006600" y="2762250"/>
          <p14:tracePt t="48422" x="1924050" y="2686050"/>
          <p14:tracePt t="48439" x="1905000" y="2667000"/>
          <p14:tracePt t="48456" x="1854200" y="2641600"/>
          <p14:tracePt t="48472" x="1822450" y="2641600"/>
          <p14:tracePt t="48488" x="1790700" y="2641600"/>
          <p14:tracePt t="48506" x="1733550" y="2667000"/>
          <p14:tracePt t="48521" x="1701800" y="2705100"/>
          <p14:tracePt t="48538" x="1689100" y="2736850"/>
          <p14:tracePt t="48555" x="1657350" y="2870200"/>
          <p14:tracePt t="48572" x="1651000" y="2933700"/>
          <p14:tracePt t="48588" x="1631950" y="3117850"/>
          <p14:tracePt t="48605" x="1606550" y="3308350"/>
          <p14:tracePt t="48621" x="1606550" y="3397250"/>
          <p14:tracePt t="48638" x="1612900" y="3575050"/>
          <p14:tracePt t="48654" x="1701800" y="3829050"/>
          <p14:tracePt t="48671" x="1778000" y="3994150"/>
          <p14:tracePt t="48688" x="2000250" y="4419600"/>
          <p14:tracePt t="48705" x="2228850" y="4819650"/>
          <p14:tracePt t="48721" x="2317750" y="4972050"/>
          <p14:tracePt t="48738" x="2482850" y="5213350"/>
          <p14:tracePt t="48754" x="2609850" y="5321300"/>
          <p14:tracePt t="48771" x="2654300" y="5346700"/>
          <p14:tracePt t="48788" x="2730500" y="5365750"/>
          <p14:tracePt t="48804" x="2787650" y="5340350"/>
          <p14:tracePt t="48822" x="2825750" y="5302250"/>
          <p14:tracePt t="48837" x="2889250" y="5213350"/>
          <p14:tracePt t="48854" x="2940050" y="5143500"/>
          <p14:tracePt t="48871" x="3022600" y="4946650"/>
          <p14:tracePt t="48887" x="3092450" y="4724400"/>
          <p14:tracePt t="48904" x="3117850" y="4622800"/>
          <p14:tracePt t="48921" x="3124200" y="4419600"/>
          <p14:tracePt t="48937" x="3092450" y="4248150"/>
          <p14:tracePt t="48954" x="3041650" y="4152900"/>
          <p14:tracePt t="48970" x="2940050" y="3987800"/>
          <p14:tracePt t="48987" x="2781300" y="3867150"/>
          <p14:tracePt t="49004" x="2686050" y="3816350"/>
          <p14:tracePt t="49020" x="2508250" y="3784600"/>
          <p14:tracePt t="49037" x="2330450" y="3790950"/>
          <p14:tracePt t="49054" x="2165350" y="3867150"/>
          <p14:tracePt t="49070" x="2082800" y="3930650"/>
          <p14:tracePt t="49086" x="1962150" y="4064000"/>
          <p14:tracePt t="49103" x="1860550" y="4235450"/>
          <p14:tracePt t="49120" x="1828800" y="4343400"/>
          <p14:tracePt t="49136" x="1797050" y="4432300"/>
          <p14:tracePt t="49153" x="1835150" y="4730750"/>
          <p14:tracePt t="49169" x="1866900" y="4819650"/>
          <p14:tracePt t="49186" x="1943100" y="4972050"/>
          <p14:tracePt t="49202" x="2032000" y="5060950"/>
          <p14:tracePt t="49219" x="2057400" y="5067300"/>
          <p14:tracePt t="49236" x="2108200" y="5067300"/>
          <p14:tracePt t="49253" x="2114550" y="5067300"/>
          <p14:tracePt t="49924" x="2127250" y="5067300"/>
          <p14:tracePt t="49931" x="2146300" y="5067300"/>
          <p14:tracePt t="49946" x="2171700" y="5060950"/>
          <p14:tracePt t="49953" x="2209800" y="5035550"/>
          <p14:tracePt t="49969" x="2254250" y="5010150"/>
          <p14:tracePt t="49983" x="2343150" y="4927600"/>
          <p14:tracePt t="50000" x="2406650" y="4857750"/>
          <p14:tracePt t="50017" x="2527300" y="4705350"/>
          <p14:tracePt t="50033" x="2578100" y="4635500"/>
          <p14:tracePt t="50051" x="2673350" y="4425950"/>
          <p14:tracePt t="50067" x="2686050" y="4375150"/>
          <p14:tracePt t="50083" x="2679700" y="4318000"/>
          <p14:tracePt t="50102" x="2622550" y="4197350"/>
          <p14:tracePt t="50116" x="2508250" y="4102100"/>
          <p14:tracePt t="50133" x="2425700" y="4057650"/>
          <p14:tracePt t="50150" x="2222500" y="4006850"/>
          <p14:tracePt t="50166" x="2025650" y="4000500"/>
          <p14:tracePt t="50183" x="1924050" y="4019550"/>
          <p14:tracePt t="50199" x="1739900" y="4102100"/>
          <p14:tracePt t="50216" x="1574800" y="4216400"/>
          <p14:tracePt t="50233" x="1511300" y="4286250"/>
          <p14:tracePt t="50249" x="1428750" y="4394200"/>
          <p14:tracePt t="50266" x="1409700" y="4495800"/>
          <p14:tracePt t="50283" x="1416050" y="4629150"/>
          <p14:tracePt t="50299" x="1441450" y="4699000"/>
          <p14:tracePt t="50315" x="1473200" y="4762500"/>
          <p14:tracePt t="50333" x="1631950" y="4972050"/>
          <p14:tracePt t="50349" x="1714500" y="5035550"/>
          <p14:tracePt t="50365" x="1809750" y="5086350"/>
          <p14:tracePt t="50382" x="1968500" y="5181600"/>
          <p14:tracePt t="50399" x="2127250" y="5219700"/>
          <p14:tracePt t="50416" x="2216150" y="5219700"/>
          <p14:tracePt t="50432" x="2393950" y="5156200"/>
          <p14:tracePt t="50448" x="2527300" y="5067300"/>
          <p14:tracePt t="50466" x="2603500" y="4965700"/>
          <p14:tracePt t="50481" x="2635250" y="4921250"/>
          <p14:tracePt t="50498" x="2654300" y="4845050"/>
          <p14:tracePt t="50515" x="2667000" y="4775200"/>
          <p14:tracePt t="50532" x="2667000" y="4756150"/>
          <p14:tracePt t="50548" x="2667000" y="4705350"/>
          <p14:tracePt t="50565" x="2654300" y="4673600"/>
          <p14:tracePt t="50581" x="2647950" y="4660900"/>
          <p14:tracePt t="50599" x="2647950" y="4654550"/>
          <p14:tracePt t="50615" x="2647950" y="4648200"/>
          <p14:tracePt t="50676" x="2641600" y="4648200"/>
          <p14:tracePt t="51076" x="2660650" y="4654550"/>
          <p14:tracePt t="51090" x="2717800" y="4692650"/>
          <p14:tracePt t="51099" x="2800350" y="4737100"/>
          <p14:tracePt t="51114" x="2895600" y="4800600"/>
          <p14:tracePt t="51130" x="3028950" y="4857750"/>
          <p14:tracePt t="51146" x="3435350" y="5022850"/>
          <p14:tracePt t="51163" x="3968750" y="5226050"/>
          <p14:tracePt t="51179" x="4476750" y="5410200"/>
          <p14:tracePt t="51196" x="4724400" y="5537200"/>
          <p14:tracePt t="51212" x="4914900" y="5619750"/>
          <p14:tracePt t="51229" x="5257800" y="5791200"/>
          <p14:tracePt t="51246" x="5473700" y="5905500"/>
          <p14:tracePt t="51262" x="5626100" y="5988050"/>
          <p14:tracePt t="51279" x="5670550" y="6013450"/>
          <p14:tracePt t="51295" x="5759450" y="6057900"/>
          <p14:tracePt t="51312" x="5816600" y="6083300"/>
          <p14:tracePt t="51330" x="5861050" y="6089650"/>
          <p14:tracePt t="51345" x="5873750" y="6096000"/>
          <p14:tracePt t="51362" x="5911850" y="6102350"/>
          <p14:tracePt t="51379" x="5956300" y="6115050"/>
          <p14:tracePt t="51395" x="5975350" y="6121400"/>
          <p14:tracePt t="51412" x="6019800" y="6140450"/>
          <p14:tracePt t="51428" x="6076950" y="6159500"/>
          <p14:tracePt t="51445" x="6108700" y="6178550"/>
          <p14:tracePt t="51461" x="6184900" y="6197600"/>
          <p14:tracePt t="51478" x="6254750" y="6223000"/>
          <p14:tracePt t="51495" x="6280150" y="6235700"/>
          <p14:tracePt t="51512" x="6318250" y="6254750"/>
          <p14:tracePt t="51528" x="6343650" y="6267450"/>
          <p14:tracePt t="51544" x="6350000" y="6267450"/>
          <p14:tracePt t="51562" x="6362700" y="6267450"/>
          <p14:tracePt t="51594" x="6369050" y="6267450"/>
          <p14:tracePt t="51611" x="6369050" y="6261100"/>
          <p14:tracePt t="51628" x="6381750" y="6248400"/>
          <p14:tracePt t="52063" x="6400800" y="6242050"/>
          <p14:tracePt t="52070" x="6432550" y="6235700"/>
          <p14:tracePt t="52083" x="6457950" y="6229350"/>
          <p14:tracePt t="52092" x="6502400" y="6210300"/>
          <p14:tracePt t="52109" x="6521450" y="6203950"/>
          <p14:tracePt t="52126" x="6584950" y="6159500"/>
          <p14:tracePt t="52142" x="6610350" y="6140450"/>
          <p14:tracePt t="52159" x="6661150" y="6076950"/>
          <p14:tracePt t="52176" x="6673850" y="6045200"/>
          <p14:tracePt t="52192" x="6686550" y="5981700"/>
          <p14:tracePt t="52209" x="6699250" y="5962650"/>
          <p14:tracePt t="52226" x="6680200" y="5924550"/>
          <p14:tracePt t="52242" x="6654800" y="5899150"/>
          <p14:tracePt t="52259" x="6623050" y="5892800"/>
          <p14:tracePt t="52275" x="6553200" y="5880100"/>
          <p14:tracePt t="52292" x="6502400" y="5880100"/>
          <p14:tracePt t="52309" x="6369050" y="5905500"/>
          <p14:tracePt t="52312" x="6299200" y="5937250"/>
          <p14:tracePt t="52325" x="6223000" y="5969000"/>
          <p14:tracePt t="52342" x="6153150" y="5994400"/>
          <p14:tracePt t="52358" x="6038850" y="6051550"/>
          <p14:tracePt t="52375" x="5975350" y="6102350"/>
          <p14:tracePt t="52391" x="5962650" y="6115050"/>
          <p14:tracePt t="52408" x="5956300" y="6159500"/>
          <p14:tracePt t="52425" x="5988050" y="6197600"/>
          <p14:tracePt t="52443" x="6057900" y="6248400"/>
          <p14:tracePt t="52458" x="6115050" y="6280150"/>
          <p14:tracePt t="52475" x="6229350" y="6299200"/>
          <p14:tracePt t="52492" x="6375400" y="6299200"/>
          <p14:tracePt t="52508" x="6451600" y="6292850"/>
          <p14:tracePt t="52524" x="6515100" y="6273800"/>
          <p14:tracePt t="52541" x="6667500" y="6197600"/>
          <p14:tracePt t="52557" x="6724650" y="6134100"/>
          <p14:tracePt t="52574" x="6775450" y="6064250"/>
          <p14:tracePt t="52591" x="6832600" y="5943600"/>
          <p14:tracePt t="52608" x="6845300" y="5873750"/>
          <p14:tracePt t="52625" x="6838950" y="5810250"/>
          <p14:tracePt t="52641" x="6819900" y="5734050"/>
          <p14:tracePt t="52657" x="6737350" y="5568950"/>
          <p14:tracePt t="52675" x="6667500" y="5499100"/>
          <p14:tracePt t="52691" x="6489700" y="5397500"/>
          <p14:tracePt t="52707" x="6350000" y="5378450"/>
          <p14:tracePt t="52724" x="6203950" y="5397500"/>
          <p14:tracePt t="52741" x="6134100" y="5416550"/>
          <p14:tracePt t="52757" x="6083300" y="5448300"/>
          <p14:tracePt t="52774" x="5949950" y="5575300"/>
          <p14:tracePt t="52790" x="5937250" y="5613400"/>
          <p14:tracePt t="52807" x="5918200" y="5689600"/>
          <p14:tracePt t="52824" x="5949950" y="5784850"/>
          <p14:tracePt t="52840" x="5981700" y="5854700"/>
          <p14:tracePt t="52857" x="6064250" y="5943600"/>
          <p14:tracePt t="52873" x="6165850" y="6038850"/>
          <p14:tracePt t="52890" x="6235700" y="6083300"/>
          <p14:tracePt t="52907" x="6362700" y="6140450"/>
          <p14:tracePt t="52923" x="6426200" y="6146800"/>
          <p14:tracePt t="52940" x="6534150" y="6153150"/>
          <p14:tracePt t="52956" x="6584950" y="6146800"/>
          <p14:tracePt t="52973" x="6648450" y="6121400"/>
          <p14:tracePt t="52990" x="6667500" y="6108700"/>
          <p14:tracePt t="53006" x="6705600" y="6083300"/>
          <p14:tracePt t="53022" x="6711950" y="6070600"/>
          <p14:tracePt t="53040" x="6724650" y="6032500"/>
          <p14:tracePt t="53056" x="6724650" y="6013450"/>
          <p14:tracePt t="53073" x="6724650" y="5988050"/>
          <p14:tracePt t="53089" x="6718300" y="5949950"/>
          <p14:tracePt t="53106" x="6711950" y="5937250"/>
          <p14:tracePt t="53123" x="6705600" y="5924550"/>
          <p14:tracePt t="53139" x="6692900" y="5918200"/>
          <p14:tracePt t="53156" x="6686550" y="5911850"/>
          <p14:tracePt t="53173" x="6680200" y="5905500"/>
          <p14:tracePt t="53205" x="6667500" y="5899150"/>
          <p14:tracePt t="53692" x="6654800" y="5899150"/>
          <p14:tracePt t="53698" x="6629400" y="5899150"/>
          <p14:tracePt t="53713" x="6591300" y="5911850"/>
          <p14:tracePt t="53723" x="6546850" y="5918200"/>
          <p14:tracePt t="53737" x="6502400" y="5937250"/>
          <p14:tracePt t="53754" x="6375400" y="5994400"/>
          <p14:tracePt t="53770" x="6318250" y="6013450"/>
          <p14:tracePt t="53787" x="6273800" y="6038850"/>
          <p14:tracePt t="53804" x="6127750" y="6121400"/>
          <p14:tracePt t="53820" x="6083300" y="6159500"/>
          <p14:tracePt t="53837" x="6051550" y="6178550"/>
          <p14:tracePt t="53840" x="6038850" y="6191250"/>
          <p14:tracePt t="53854" x="6026150" y="6203950"/>
          <p14:tracePt t="53870" x="6013450" y="6210300"/>
          <p14:tracePt t="53886" x="6007100" y="6216650"/>
          <p14:tracePt t="53920" x="6000750" y="6216650"/>
          <p14:tracePt t="54008" x="6007100" y="6216650"/>
          <p14:tracePt t="54015" x="6013450" y="6216650"/>
          <p14:tracePt t="54037" x="6026150" y="6210300"/>
          <p14:tracePt t="54050" x="6038850" y="6210300"/>
          <p14:tracePt t="54057" x="6045200" y="6203950"/>
          <p14:tracePt t="54072" x="6064250" y="6203950"/>
          <p14:tracePt t="54086" x="6108700" y="6191250"/>
          <p14:tracePt t="54103" x="6140450" y="6178550"/>
          <p14:tracePt t="54119" x="6184900" y="6172200"/>
          <p14:tracePt t="54135" x="6229350" y="6165850"/>
          <p14:tracePt t="54152" x="6273800" y="6159500"/>
          <p14:tracePt t="54170" x="6292850" y="6153150"/>
          <p14:tracePt t="54185" x="6299200" y="6153150"/>
          <p14:tracePt t="54219" x="6299200" y="6172200"/>
          <p14:tracePt t="54235" x="6280150" y="6191250"/>
          <p14:tracePt t="54252" x="6229350" y="6248400"/>
          <p14:tracePt t="54269" x="6134100" y="6318250"/>
          <p14:tracePt t="54286" x="6076950" y="6369050"/>
          <p14:tracePt t="54303" x="5956300" y="6413500"/>
          <p14:tracePt t="54318" x="5848350" y="6432550"/>
          <p14:tracePt t="54335" x="5791200" y="6432550"/>
          <p14:tracePt t="54339" x="5753100" y="6426200"/>
          <p14:tracePt t="54355" x="5721350" y="6407150"/>
          <p14:tracePt t="54368" x="5651500" y="6356350"/>
          <p14:tracePt t="54385" x="5638800" y="6324600"/>
          <p14:tracePt t="54401" x="5613400" y="6254750"/>
          <p14:tracePt t="54418" x="5613400" y="6223000"/>
          <p14:tracePt t="54435" x="5613400" y="6146800"/>
          <p14:tracePt t="54451" x="5651500" y="6070600"/>
          <p14:tracePt t="54468" x="5683250" y="6038850"/>
          <p14:tracePt t="54485" x="5797550" y="5994400"/>
          <p14:tracePt t="54501" x="5930900" y="5962650"/>
          <p14:tracePt t="54518" x="5994400" y="5962650"/>
          <p14:tracePt t="54535" x="6121400" y="5962650"/>
          <p14:tracePt t="54551" x="6229350" y="5981700"/>
          <p14:tracePt t="54567" x="6254750" y="5988050"/>
          <p14:tracePt t="54584" x="6286500" y="6013450"/>
          <p14:tracePt t="54601" x="6292850" y="6026150"/>
          <p14:tracePt t="54617" x="6280150" y="6051550"/>
          <p14:tracePt t="54634" x="6242050" y="6102350"/>
          <p14:tracePt t="54650" x="6165850" y="6172200"/>
          <p14:tracePt t="54668" x="6121400" y="6210300"/>
          <p14:tracePt t="54684" x="5994400" y="6286500"/>
          <p14:tracePt t="54700" x="5911850" y="6324600"/>
          <p14:tracePt t="54718" x="5702300" y="6375400"/>
          <p14:tracePt t="54734" x="5657850" y="6375400"/>
          <p14:tracePt t="54750" x="5607050" y="6375400"/>
          <p14:tracePt t="54767" x="5543550" y="6337300"/>
          <p14:tracePt t="54783" x="5518150" y="6299200"/>
          <p14:tracePt t="54801" x="5511800" y="6267450"/>
          <p14:tracePt t="54817" x="5505450" y="6229350"/>
          <p14:tracePt t="54834" x="5505450" y="6197600"/>
          <p14:tracePt t="54851" x="5530850" y="6159500"/>
          <p14:tracePt t="54867" x="5537200" y="6146800"/>
          <p14:tracePt t="54884" x="5575300" y="6115050"/>
          <p14:tracePt t="54900" x="5619750" y="6089650"/>
          <p14:tracePt t="54916" x="5715000" y="6051550"/>
          <p14:tracePt t="54933" x="5810250" y="6026150"/>
          <p14:tracePt t="54950" x="5930900" y="6019800"/>
          <p14:tracePt t="54966" x="5994400" y="6019800"/>
          <p14:tracePt t="54984" x="6115050" y="6026150"/>
          <p14:tracePt t="55000" x="6184900" y="6038850"/>
          <p14:tracePt t="55016" x="6203950" y="6045200"/>
          <p14:tracePt t="55033" x="6223000" y="6045200"/>
          <p14:tracePt t="55065" x="6223000" y="6057900"/>
          <p14:tracePt t="55083" x="6191250" y="6096000"/>
          <p14:tracePt t="55099" x="6165850" y="6127750"/>
          <p14:tracePt t="55116" x="6076950" y="6203950"/>
          <p14:tracePt t="55132" x="5962650" y="6280150"/>
          <p14:tracePt t="55149" x="5892800" y="6305550"/>
          <p14:tracePt t="55165" x="5759450" y="6343650"/>
          <p14:tracePt t="55182" x="5638800" y="6330950"/>
          <p14:tracePt t="55198" x="5594350" y="6318250"/>
          <p14:tracePt t="55216" x="5530850" y="6254750"/>
          <p14:tracePt t="55232" x="5505450" y="6203950"/>
          <p14:tracePt t="55249" x="5499100" y="6178550"/>
          <p14:tracePt t="55265" x="5499100" y="6127750"/>
          <p14:tracePt t="55282" x="5518150" y="6102350"/>
          <p14:tracePt t="55298" x="5530850" y="6083300"/>
          <p14:tracePt t="55315" x="5575300" y="6070600"/>
          <p14:tracePt t="55331" x="5613400" y="6064250"/>
          <p14:tracePt t="55349" x="5670550" y="6051550"/>
          <p14:tracePt t="55352" x="5721350" y="6051550"/>
          <p14:tracePt t="55365" x="5753100" y="6051550"/>
          <p14:tracePt t="55381" x="5791200" y="6051550"/>
          <p14:tracePt t="55399" x="5854700" y="6051550"/>
          <p14:tracePt t="55415" x="5905500" y="6057900"/>
          <p14:tracePt t="55431" x="5918200" y="6057900"/>
          <p14:tracePt t="55448" x="5937250" y="6064250"/>
          <p14:tracePt t="55464" x="5949950" y="6064250"/>
          <p14:tracePt t="55497" x="5956300" y="6070600"/>
          <p14:tracePt t="55514" x="5962650" y="6070600"/>
          <p14:tracePt t="55581" x="5962650" y="6064250"/>
          <p14:tracePt t="55588" x="5956300" y="6057900"/>
          <p14:tracePt t="55602" x="5956300" y="6051550"/>
          <p14:tracePt t="55631" x="5949950" y="6038850"/>
          <p14:tracePt t="55966" x="5911850" y="6038850"/>
          <p14:tracePt t="55972" x="5867400" y="6038850"/>
          <p14:tracePt t="55987" x="5829300" y="6045200"/>
          <p14:tracePt t="55995" x="5778500" y="6057900"/>
          <p14:tracePt t="56012" x="5734050" y="6057900"/>
          <p14:tracePt t="56030" x="5657850" y="6064250"/>
          <p14:tracePt t="56046" x="5575300" y="6083300"/>
          <p14:tracePt t="56062" x="5543550" y="6096000"/>
          <p14:tracePt t="56079" x="5492750" y="6115050"/>
          <p14:tracePt t="56095" x="5467350" y="6121400"/>
          <p14:tracePt t="56113" x="5416550" y="6146800"/>
          <p14:tracePt t="56129" x="5372100" y="6184900"/>
          <p14:tracePt t="56145" x="5353050" y="6203950"/>
          <p14:tracePt t="56162" x="5308600" y="6254750"/>
          <p14:tracePt t="56178" x="5308600" y="6261100"/>
          <p14:tracePt t="56195" x="5302250" y="6267450"/>
          <p14:tracePt t="56212" x="5295900" y="6273800"/>
          <p14:tracePt t="56228" x="5295900" y="6280150"/>
          <p14:tracePt t="56534" x="5295900" y="6267450"/>
          <p14:tracePt t="56541" x="5295900" y="6261100"/>
          <p14:tracePt t="56556" x="5302250" y="6261100"/>
          <p14:tracePt t="56564" x="5302250" y="6254750"/>
          <p14:tracePt t="56991" x="5327650" y="6254750"/>
          <p14:tracePt t="56998" x="5372100" y="6254750"/>
          <p14:tracePt t="57009" x="5422900" y="6254750"/>
          <p14:tracePt t="57026" x="5461000" y="6254750"/>
          <p14:tracePt t="57042" x="5543550" y="6254750"/>
          <p14:tracePt t="57060" x="5568950" y="6254750"/>
          <p14:tracePt t="57076" x="5632450" y="6235700"/>
          <p14:tracePt t="57092" x="5645150" y="6223000"/>
          <p14:tracePt t="57109" x="5657850" y="6216650"/>
          <p14:tracePt t="57125" x="5670550" y="6197600"/>
          <p14:tracePt t="57142" x="5676900" y="6184900"/>
          <p14:tracePt t="57160" x="5683250" y="6178550"/>
          <p14:tracePt t="57175" x="5683250" y="6172200"/>
          <p14:tracePt t="57279" x="5683250" y="6165850"/>
          <p14:tracePt t="57286" x="5683250" y="6159500"/>
          <p14:tracePt t="57300" x="5683250" y="6146800"/>
          <p14:tracePt t="57308" x="5676900" y="6140450"/>
          <p14:tracePt t="57328" x="5670550" y="6134100"/>
          <p14:tracePt t="58195" x="5670550" y="6121400"/>
          <p14:tracePt t="58202" x="5670550" y="6096000"/>
          <p14:tracePt t="58209" x="5670550" y="6076950"/>
          <p14:tracePt t="58224" x="5676900" y="6045200"/>
          <p14:tracePt t="58239" x="5676900" y="6019800"/>
          <p14:tracePt t="58255" x="5689600" y="5949950"/>
          <p14:tracePt t="58273" x="5683250" y="5880100"/>
          <p14:tracePt t="58288" x="5670550" y="5829300"/>
          <p14:tracePt t="58305" x="5619750" y="5715000"/>
          <p14:tracePt t="58322" x="5511800" y="5588000"/>
          <p14:tracePt t="58337" x="5429250" y="5505450"/>
          <p14:tracePt t="58354" x="5187950" y="5346700"/>
          <p14:tracePt t="58371" x="4775200" y="5143500"/>
          <p14:tracePt t="58387" x="4470400" y="4997450"/>
          <p14:tracePt t="58405" x="4152900" y="4864100"/>
          <p14:tracePt t="58407" x="3778250" y="4679950"/>
          <p14:tracePt t="58421" x="2971800" y="4260850"/>
          <p14:tracePt t="58437" x="2590800" y="4044950"/>
          <p14:tracePt t="58455" x="1911350" y="3562350"/>
          <p14:tracePt t="58470" x="1651000" y="3384550"/>
          <p14:tracePt t="58487" x="1333500" y="3162300"/>
          <p14:tracePt t="58504" x="1206500" y="3073400"/>
          <p14:tracePt t="58521" x="1174750" y="3054350"/>
          <p14:tracePt t="58537" x="1136650" y="3048000"/>
          <p14:tracePt t="58554" x="1123950" y="3041650"/>
          <p14:tracePt t="58571" x="1117600" y="3041650"/>
          <p14:tracePt t="58604" x="1111250" y="3035300"/>
          <p14:tracePt t="58631" x="1117600" y="3035300"/>
          <p14:tracePt t="58644" x="1123950" y="3035300"/>
          <p14:tracePt t="58653" x="1136650" y="3035300"/>
          <p14:tracePt t="58670" x="1155700" y="3035300"/>
          <p14:tracePt t="58687" x="1181100" y="3035300"/>
          <p14:tracePt t="58703" x="1206500" y="3035300"/>
          <p14:tracePt t="58721" x="1212850" y="3035300"/>
          <p14:tracePt t="58737" x="1225550" y="3035300"/>
          <p14:tracePt t="58791" x="1231900" y="3035300"/>
          <p14:tracePt t="58812" x="1238250" y="3028950"/>
          <p14:tracePt t="58827" x="1250950" y="3016250"/>
          <p14:tracePt t="58834" x="1263650" y="3009900"/>
          <p14:tracePt t="58841" x="1276350" y="2997200"/>
          <p14:tracePt t="58856" x="1282700" y="2990850"/>
          <p14:tracePt t="58870" x="1295400" y="2978150"/>
          <p14:tracePt t="58886" x="1314450" y="2965450"/>
          <p14:tracePt t="58903" x="1327150" y="2959100"/>
          <p14:tracePt t="58919" x="1339850" y="2952750"/>
          <p14:tracePt t="58936" x="1346200" y="2952750"/>
          <p14:tracePt t="58955" x="1346200" y="2946400"/>
          <p14:tracePt t="58975" x="1352550" y="2940050"/>
          <p14:tracePt t="59045" x="1358900" y="2940050"/>
          <p14:tracePt t="59115" x="1365250" y="2940050"/>
          <p14:tracePt t="59514" x="1371600" y="2933700"/>
          <p14:tracePt t="59529" x="1377950" y="2927350"/>
          <p14:tracePt t="59536" x="1377950" y="2914650"/>
          <p14:tracePt t="59551" x="1390650" y="2908300"/>
          <p14:tracePt t="59567" x="1416050" y="2889250"/>
          <p14:tracePt t="59584" x="1435100" y="2882900"/>
          <p14:tracePt t="59600" x="1492250" y="2876550"/>
          <p14:tracePt t="59616" x="1530350" y="2876550"/>
          <p14:tracePt t="59634" x="1676400" y="2876550"/>
          <p14:tracePt t="59650" x="1727200" y="2876550"/>
          <p14:tracePt t="59666" x="1784350" y="2882900"/>
          <p14:tracePt t="59683" x="1898650" y="2914650"/>
          <p14:tracePt t="59700" x="2012950" y="2940050"/>
          <p14:tracePt t="59716" x="2063750" y="2952750"/>
          <p14:tracePt t="59733" x="2197100" y="2965450"/>
          <p14:tracePt t="59749" x="2336800" y="2984500"/>
          <p14:tracePt t="59766" x="2413000" y="2984500"/>
          <p14:tracePt t="59783" x="2590800" y="2984500"/>
          <p14:tracePt t="59799" x="2755900" y="2984500"/>
          <p14:tracePt t="59817" x="2889250" y="2965450"/>
          <p14:tracePt t="59833" x="2952750" y="2965450"/>
          <p14:tracePt t="59850" x="3048000" y="2959100"/>
          <p14:tracePt t="59866" x="3073400" y="2952750"/>
          <p14:tracePt t="59882" x="3136900" y="2933700"/>
          <p14:tracePt t="59899" x="3168650" y="2921000"/>
          <p14:tracePt t="59915" x="3206750" y="2901950"/>
          <p14:tracePt t="59932" x="3232150" y="2889250"/>
          <p14:tracePt t="59949" x="3238500" y="2889250"/>
          <p14:tracePt t="59965" x="3257550" y="2882900"/>
          <p14:tracePt t="59982" x="3257550" y="2876550"/>
          <p14:tracePt t="60001" x="3263900" y="2870200"/>
          <p14:tracePt t="60041" x="3257550" y="2870200"/>
          <p14:tracePt t="60055" x="3232150" y="2851150"/>
          <p14:tracePt t="60062" x="3194050" y="2851150"/>
          <p14:tracePt t="60069" x="3130550" y="2844800"/>
          <p14:tracePt t="60084" x="3054350" y="2832100"/>
          <p14:tracePt t="60098" x="2838450" y="2825750"/>
          <p14:tracePt t="60115" x="2711450" y="2825750"/>
          <p14:tracePt t="60132" x="2400300" y="2825750"/>
          <p14:tracePt t="60148" x="2076450" y="2813050"/>
          <p14:tracePt t="60165" x="1911350" y="2800350"/>
          <p14:tracePt t="60182" x="1771650" y="2787650"/>
          <p14:tracePt t="60198" x="1416050" y="2705100"/>
          <p14:tracePt t="60215" x="1320800" y="2686050"/>
          <p14:tracePt t="60232" x="1187450" y="2635250"/>
          <p14:tracePt t="60248" x="1143000" y="2616200"/>
          <p14:tracePt t="60265" x="1111250" y="2603500"/>
          <p14:tracePt t="60281" x="1104900" y="2597150"/>
          <p14:tracePt t="60322" x="1098550" y="2597150"/>
          <p14:tracePt t="60843" x="1130300" y="2647950"/>
          <p14:tracePt t="60850" x="1193800" y="2730500"/>
          <p14:tracePt t="60865" x="1276350" y="2825750"/>
          <p14:tracePt t="60878" x="1536700" y="3073400"/>
          <p14:tracePt t="60895" x="1727200" y="3213100"/>
          <p14:tracePt t="60913" x="2114550" y="3556000"/>
          <p14:tracePt t="60929" x="2355850" y="3771900"/>
          <p14:tracePt t="60946" x="3016250" y="4305300"/>
          <p14:tracePt t="60963" x="3600450" y="4787900"/>
          <p14:tracePt t="60979" x="3841750" y="4978400"/>
          <p14:tracePt t="60996" x="4286250" y="5302250"/>
          <p14:tracePt t="61012" x="4622800" y="5518150"/>
          <p14:tracePt t="61028" x="4730750" y="5568950"/>
          <p14:tracePt t="61045" x="4851400" y="5638800"/>
          <p14:tracePt t="61062" x="5035550" y="5753100"/>
          <p14:tracePt t="61079" x="5118100" y="5803900"/>
          <p14:tracePt t="61097" x="5327650" y="5918200"/>
          <p14:tracePt t="61112" x="5359400" y="5937250"/>
          <p14:tracePt t="61128" x="5422900" y="5962650"/>
          <p14:tracePt t="61145" x="5473700" y="5975350"/>
          <p14:tracePt t="61161" x="5511800" y="5994400"/>
          <p14:tracePt t="61178" x="5537200" y="6000750"/>
          <p14:tracePt t="61195" x="5588000" y="6019800"/>
          <p14:tracePt t="61212" x="5613400" y="6032500"/>
          <p14:tracePt t="61228" x="5676900" y="6045200"/>
          <p14:tracePt t="61244" x="5746750" y="6057900"/>
          <p14:tracePt t="61261" x="5772150" y="6057900"/>
          <p14:tracePt t="61278" x="5822950" y="6057900"/>
          <p14:tracePt t="61294" x="5848350" y="6057900"/>
          <p14:tracePt t="61328" x="5861050" y="6057900"/>
          <p14:tracePt t="61344" x="5867400" y="6057900"/>
          <p14:tracePt t="61440" x="5867400" y="6064250"/>
          <p14:tracePt t="61454" x="5854700" y="6076950"/>
          <p14:tracePt t="61462" x="5848350" y="6083300"/>
          <p14:tracePt t="61476" x="5835650" y="6089650"/>
          <p14:tracePt t="61493" x="5816600" y="6102350"/>
          <p14:tracePt t="61511" x="5753100" y="6153150"/>
          <p14:tracePt t="61527" x="5727700" y="6178550"/>
          <p14:tracePt t="61543" x="5708650" y="6191250"/>
          <p14:tracePt t="61560" x="5670550" y="6216650"/>
          <p14:tracePt t="61577" x="5664200" y="6229350"/>
          <p14:tracePt t="61593" x="5657850" y="6229350"/>
          <p14:tracePt t="61626" x="5657850" y="6235700"/>
          <p14:tracePt t="61643" x="5664200" y="6235700"/>
          <p14:tracePt t="61659" x="5689600" y="6242050"/>
          <p14:tracePt t="61676" x="5727700" y="6242050"/>
          <p14:tracePt t="61693" x="5791200" y="6242050"/>
          <p14:tracePt t="61710" x="5835650" y="6235700"/>
          <p14:tracePt t="61728" x="5918200" y="6223000"/>
          <p14:tracePt t="61743" x="6013450" y="6197600"/>
          <p14:tracePt t="61759" x="6057900" y="6178550"/>
          <p14:tracePt t="61778" x="6108700" y="6153150"/>
          <p14:tracePt t="61792" x="6127750" y="6146800"/>
          <p14:tracePt t="61809" x="6146800" y="6140450"/>
          <p14:tracePt t="61826" x="6153150" y="6134100"/>
          <p14:tracePt t="61842" x="6159500" y="6134100"/>
          <p14:tracePt t="61876" x="6146800" y="6134100"/>
          <p14:tracePt t="61892" x="6134100" y="6140450"/>
          <p14:tracePt t="61909" x="6083300" y="6165850"/>
          <p14:tracePt t="61925" x="6007100" y="6210300"/>
          <p14:tracePt t="61942" x="5975350" y="6223000"/>
          <p14:tracePt t="61945" x="5930900" y="6248400"/>
          <p14:tracePt t="61959" x="5899150" y="6267450"/>
          <p14:tracePt t="61975" x="5854700" y="6299200"/>
          <p14:tracePt t="61992" x="5842000" y="6305550"/>
          <p14:tracePt t="62009" x="5829300" y="6311900"/>
          <p14:tracePt t="62025" x="5822950" y="6311900"/>
          <p14:tracePt t="62064" x="5829300" y="6311900"/>
          <p14:tracePt t="62075" x="5842000" y="6311900"/>
          <p14:tracePt t="62091" x="5854700" y="6311900"/>
          <p14:tracePt t="62108" x="5892800" y="6299200"/>
          <p14:tracePt t="62125" x="5918200" y="6292850"/>
          <p14:tracePt t="62142" x="5988050" y="6267450"/>
          <p14:tracePt t="62157" x="6070600" y="6242050"/>
          <p14:tracePt t="62174" x="6115050" y="6229350"/>
          <p14:tracePt t="62191" x="6184900" y="6203950"/>
          <p14:tracePt t="62208" x="6261100" y="6172200"/>
          <p14:tracePt t="62225" x="6280150" y="6153150"/>
          <p14:tracePt t="62241" x="6318250" y="6140450"/>
          <p14:tracePt t="62257" x="6330950" y="6134100"/>
          <p14:tracePt t="62298" x="6337300" y="6134100"/>
          <p14:tracePt t="62308" x="6337300" y="6140450"/>
          <p14:tracePt t="62324" x="6337300" y="6146800"/>
          <p14:tracePt t="62352" x="6337300" y="6140450"/>
          <p14:tracePt t="63007" x="6330950" y="6146800"/>
          <p14:tracePt t="63022" x="6318250" y="6165850"/>
          <p14:tracePt t="63028" x="6292850" y="6184900"/>
          <p14:tracePt t="63038" x="6261100" y="6203950"/>
          <p14:tracePt t="63055" x="6242050" y="6223000"/>
          <p14:tracePt t="63071" x="6184900" y="6261100"/>
          <p14:tracePt t="63088" x="6165850" y="6273800"/>
          <p14:tracePt t="63107" x="6121400" y="6299200"/>
          <p14:tracePt t="63121" x="6108700" y="6299200"/>
          <p14:tracePt t="63138" x="6096000" y="6299200"/>
          <p14:tracePt t="63155" x="6076950" y="6299200"/>
          <p14:tracePt t="63171" x="6038850" y="6261100"/>
          <p14:tracePt t="63188" x="6007100" y="6242050"/>
          <p14:tracePt t="63204" x="5924550" y="6184900"/>
          <p14:tracePt t="63221" x="5835650" y="6127750"/>
          <p14:tracePt t="63238" x="5797550" y="6121400"/>
          <p14:tracePt t="63254" x="5734050" y="6108700"/>
          <p14:tracePt t="63271" x="5702300" y="6089650"/>
          <p14:tracePt t="63289" x="5683250" y="6089650"/>
          <p14:tracePt t="63304" x="5676900" y="6089650"/>
          <p14:tracePt t="63340" x="5676900" y="6096000"/>
          <p14:tracePt t="63358" x="5689600" y="6102350"/>
          <p14:tracePt t="63373" x="5708650" y="6108700"/>
          <p14:tracePt t="63387" x="5753100" y="6108700"/>
          <p14:tracePt t="63404" x="5791200" y="6127750"/>
          <p14:tracePt t="63420" x="5835650" y="6134100"/>
          <p14:tracePt t="63437" x="5943600" y="6172200"/>
          <p14:tracePt t="63453" x="6051550" y="6191250"/>
          <p14:tracePt t="63471" x="6115050" y="6203950"/>
          <p14:tracePt t="63487" x="6127750" y="6203950"/>
          <p14:tracePt t="63503" x="6140450" y="6210300"/>
          <p14:tracePt t="63536" x="6146800" y="6210300"/>
          <p14:tracePt t="63562" x="6153150" y="6216650"/>
          <p14:tracePt t="63668" x="6146800" y="6216650"/>
          <p14:tracePt t="63682" x="6140450" y="6223000"/>
          <p14:tracePt t="63689" x="6134100" y="6223000"/>
          <p14:tracePt t="63705" x="6121400" y="6223000"/>
          <p14:tracePt t="63719" x="6096000" y="6223000"/>
          <p14:tracePt t="63736" x="6038850" y="6210300"/>
          <p14:tracePt t="63753" x="5949950" y="6203950"/>
          <p14:tracePt t="63769" x="5905500" y="6197600"/>
          <p14:tracePt t="63786" x="5835650" y="6178550"/>
          <p14:tracePt t="63802" x="5791200" y="6172200"/>
          <p14:tracePt t="63819" x="5778500" y="6165850"/>
          <p14:tracePt t="63836" x="5772150" y="6165850"/>
          <p14:tracePt t="63852" x="5784850" y="6165850"/>
          <p14:tracePt t="63868" x="5797550" y="6172200"/>
          <p14:tracePt t="63886" x="5842000" y="6184900"/>
          <p14:tracePt t="63902" x="5899150" y="6203950"/>
          <p14:tracePt t="63919" x="5943600" y="6216650"/>
          <p14:tracePt t="63935" x="6000750" y="6229350"/>
          <p14:tracePt t="63952" x="6051550" y="6235700"/>
          <p14:tracePt t="63968" x="6057900" y="6242050"/>
          <p14:tracePt t="63985" x="6070600" y="6242050"/>
          <p14:tracePt t="64002" x="6076950" y="6242050"/>
          <p14:tracePt t="64054" x="6076950" y="6248400"/>
          <p14:tracePt t="64131" x="6070600" y="6254750"/>
          <p14:tracePt t="64145" x="6057900" y="6254750"/>
          <p14:tracePt t="64153" x="6051550" y="6261100"/>
          <p14:tracePt t="64168" x="6045200" y="6261100"/>
          <p14:tracePt t="64185" x="6013450" y="6267450"/>
          <p14:tracePt t="64201" x="5988050" y="6273800"/>
          <p14:tracePt t="64218" x="5943600" y="6280150"/>
          <p14:tracePt t="64235" x="5892800" y="6286500"/>
          <p14:tracePt t="64251" x="5861050" y="6292850"/>
          <p14:tracePt t="64267" x="5848350" y="6292850"/>
          <p14:tracePt t="64284" x="5842000" y="6299200"/>
          <p14:tracePt t="64301" x="5842000" y="6311900"/>
          <p14:tracePt t="64317" x="5848350" y="6318250"/>
          <p14:tracePt t="64334" x="5861050" y="6318250"/>
          <p14:tracePt t="64350" x="5911850" y="6330950"/>
          <p14:tracePt t="64367" x="5981700" y="6337300"/>
          <p14:tracePt t="64384" x="6019800" y="6337300"/>
          <p14:tracePt t="64400" x="6102350" y="6330950"/>
          <p14:tracePt t="64417" x="6184900" y="6318250"/>
          <p14:tracePt t="64434" x="6223000" y="6305550"/>
          <p14:tracePt t="64450" x="6229350" y="6305550"/>
          <p14:tracePt t="64466" x="6242050" y="6299200"/>
          <p14:tracePt t="64483" x="6229350" y="6280150"/>
          <p14:tracePt t="64500" x="6216650" y="6267450"/>
          <p14:tracePt t="64517" x="6159500" y="6242050"/>
          <p14:tracePt t="64533" x="6070600" y="6203950"/>
          <p14:tracePt t="64550" x="6013450" y="6184900"/>
          <p14:tracePt t="64567" x="5930900" y="6159500"/>
          <p14:tracePt t="64583" x="5873750" y="6153150"/>
          <p14:tracePt t="64599" x="5861050" y="6153150"/>
          <p14:tracePt t="64616" x="5842000" y="6146800"/>
          <p14:tracePt t="64632" x="5835650" y="6146800"/>
          <p14:tracePt t="64649" x="5829300" y="6146800"/>
          <p14:tracePt t="64666" x="5842000" y="6153150"/>
          <p14:tracePt t="64682" x="5854700" y="6159500"/>
          <p14:tracePt t="64699" x="5886450" y="6172200"/>
          <p14:tracePt t="64716" x="5956300" y="6191250"/>
          <p14:tracePt t="64732" x="6000750" y="6197600"/>
          <p14:tracePt t="64749" x="6083300" y="6191250"/>
          <p14:tracePt t="64765" x="6127750" y="6172200"/>
          <p14:tracePt t="64782" x="6146800" y="6165850"/>
          <p14:tracePt t="64799" x="6153150" y="6159500"/>
          <p14:tracePt t="64815" x="6140450" y="6134100"/>
          <p14:tracePt t="64832" x="6127750" y="6127750"/>
          <p14:tracePt t="64849" x="6070600" y="6096000"/>
          <p14:tracePt t="64865" x="6026150" y="6089650"/>
          <p14:tracePt t="64883" x="5975350" y="6083300"/>
          <p14:tracePt t="64899" x="5962650" y="6083300"/>
          <p14:tracePt t="64915" x="5956300" y="6083300"/>
          <p14:tracePt t="64932" x="5937250" y="6083300"/>
          <p14:tracePt t="64968" x="5943600" y="6083300"/>
          <p14:tracePt t="64982" x="5949950" y="6083300"/>
          <p14:tracePt t="64998" x="5975350" y="6102350"/>
          <p14:tracePt t="65015" x="5994400" y="6121400"/>
          <p14:tracePt t="65032" x="6038850" y="6140450"/>
          <p14:tracePt t="65048" x="6089650" y="6159500"/>
          <p14:tracePt t="65065" x="6115050" y="6165850"/>
          <p14:tracePt t="65081" x="6121400" y="6165850"/>
          <p14:tracePt t="65098" x="6134100" y="6165850"/>
          <p14:tracePt t="65130" x="6134100" y="6146800"/>
          <p14:tracePt t="65148" x="6127750" y="6121400"/>
          <p14:tracePt t="65164" x="6108700" y="6096000"/>
          <p14:tracePt t="65458" x="5969000" y="5994400"/>
          <p14:tracePt t="65471" x="5734050" y="5842000"/>
          <p14:tracePt t="65478" x="5473700" y="5664200"/>
          <p14:tracePt t="65485" x="5207000" y="5448300"/>
          <p14:tracePt t="65500" x="4991100" y="5257800"/>
          <p14:tracePt t="65514" x="4724400" y="5022850"/>
          <p14:tracePt t="65529" x="4273550" y="4578350"/>
          <p14:tracePt t="65546" x="4000500" y="4298950"/>
          <p14:tracePt t="65549" x="3765550" y="4032250"/>
          <p14:tracePt t="65563" x="3505200" y="3759200"/>
          <p14:tracePt t="65579" x="3048000" y="3263900"/>
          <p14:tracePt t="65596" x="2838450" y="3041650"/>
          <p14:tracePt t="65613" x="2514600" y="2705100"/>
          <p14:tracePt t="65629" x="2336800" y="2501900"/>
          <p14:tracePt t="65646" x="2273300" y="2444750"/>
          <p14:tracePt t="65662" x="2216150" y="2374900"/>
          <p14:tracePt t="65679" x="2197100" y="2349500"/>
          <p14:tracePt t="65696" x="2178050" y="2336800"/>
          <p14:tracePt t="65712" x="2178050" y="2330450"/>
          <p14:tracePt t="65767" x="2171700" y="2330450"/>
          <p14:tracePt t="65901" x="2178050" y="2343150"/>
          <p14:tracePt t="65907" x="2184400" y="2349500"/>
          <p14:tracePt t="65921" x="2190750" y="2362200"/>
          <p14:tracePt t="65931" x="2203450" y="2374900"/>
          <p14:tracePt t="65945" x="2216150" y="2393950"/>
          <p14:tracePt t="65962" x="2254250" y="2438400"/>
          <p14:tracePt t="65978" x="2292350" y="2476500"/>
          <p14:tracePt t="65995" x="2311400" y="2482850"/>
          <p14:tracePt t="66012" x="2330450" y="2501900"/>
          <p14:tracePt t="66028" x="2336800" y="2501900"/>
          <p14:tracePt t="66062" x="2336800" y="2508250"/>
          <p14:tracePt t="66077" x="2343150" y="2508250"/>
          <p14:tracePt t="66112" x="2349500" y="2514600"/>
          <p14:tracePt t="66118" x="2349500" y="2520950"/>
          <p14:tracePt t="66132" x="2355850" y="2527300"/>
          <p14:tracePt t="66144" x="2355850" y="2540000"/>
          <p14:tracePt t="66161" x="2362200" y="2552700"/>
          <p14:tracePt t="66177" x="2368550" y="2571750"/>
          <p14:tracePt t="66194" x="2393950" y="2609850"/>
          <p14:tracePt t="66211" x="2438400" y="2654300"/>
          <p14:tracePt t="66227" x="2470150" y="2660650"/>
          <p14:tracePt t="66244" x="2540000" y="2679700"/>
          <p14:tracePt t="66260" x="2616200" y="2673350"/>
          <p14:tracePt t="66277" x="2647950" y="2667000"/>
          <p14:tracePt t="66294" x="2692400" y="2654300"/>
          <p14:tracePt t="66310" x="2705100" y="2647950"/>
          <p14:tracePt t="66327" x="2711450" y="2641600"/>
          <p14:tracePt t="66343" x="2717800" y="2641600"/>
          <p14:tracePt t="66441" x="2724150" y="2641600"/>
          <p14:tracePt t="66497" x="2730500" y="2635250"/>
          <p14:tracePt t="66518" x="2730500" y="2628900"/>
          <p14:tracePt t="66525" x="2730500" y="2622550"/>
          <p14:tracePt t="66798" x="2781300" y="2679700"/>
          <p14:tracePt t="66812" x="2882900" y="2806700"/>
          <p14:tracePt t="66819" x="3016250" y="2952750"/>
          <p14:tracePt t="66833" x="3162300" y="3098800"/>
          <p14:tracePt t="66842" x="3333750" y="3251200"/>
          <p14:tracePt t="66858" x="3549650" y="3441700"/>
          <p14:tracePt t="66875" x="4038600" y="3860800"/>
          <p14:tracePt t="66891" x="4591050" y="4298950"/>
          <p14:tracePt t="66908" x="4889500" y="4559300"/>
          <p14:tracePt t="66925" x="5365750" y="4946650"/>
          <p14:tracePt t="66941" x="5727700" y="5264150"/>
          <p14:tracePt t="66958" x="5861050" y="5359400"/>
          <p14:tracePt t="66975" x="6038850" y="5473700"/>
          <p14:tracePt t="66992" x="6108700" y="5511800"/>
          <p14:tracePt t="67010" x="6216650" y="5562600"/>
          <p14:tracePt t="67024" x="6254750" y="5588000"/>
          <p14:tracePt t="67041" x="6280150" y="5594350"/>
          <p14:tracePt t="67058" x="6305550" y="5607050"/>
          <p14:tracePt t="67074" x="6318250" y="5613400"/>
          <p14:tracePt t="67091" x="6337300" y="5619750"/>
          <p14:tracePt t="67107" x="6337300" y="5632450"/>
          <p14:tracePt t="67124" x="6362700" y="5651500"/>
          <p14:tracePt t="67141" x="6369050" y="5670550"/>
          <p14:tracePt t="67157" x="6394450" y="5702300"/>
          <p14:tracePt t="67174" x="6407150" y="5734050"/>
          <p14:tracePt t="67191" x="6438900" y="5810250"/>
          <p14:tracePt t="67207" x="6464300" y="5873750"/>
          <p14:tracePt t="67224" x="6477000" y="5918200"/>
          <p14:tracePt t="67241" x="6496050" y="5943600"/>
          <p14:tracePt t="67257" x="6502400" y="5956300"/>
          <p14:tracePt t="67275" x="6515100" y="5975350"/>
          <p14:tracePt t="67290" x="6527800" y="5994400"/>
          <p14:tracePt t="67306" x="6527800" y="6000750"/>
          <p14:tracePt t="67323" x="6527800" y="6007100"/>
          <p14:tracePt t="67340" x="6534150" y="6026150"/>
          <p14:tracePt t="67356" x="6534150" y="6032500"/>
          <p14:tracePt t="67374" x="6534150" y="6026150"/>
          <p14:tracePt t="68426" x="6515100" y="6026150"/>
          <p14:tracePt t="68434" x="6477000" y="6026150"/>
          <p14:tracePt t="68448" x="6445250" y="6019800"/>
          <p14:tracePt t="68456" x="6407150" y="6019800"/>
          <p14:tracePt t="68470" x="6369050" y="6019800"/>
          <p14:tracePt t="68486" x="6337300" y="6019800"/>
          <p14:tracePt t="68503" x="6299200" y="6019800"/>
          <p14:tracePt t="68519" x="6273800" y="6019800"/>
          <p14:tracePt t="68536" x="6261100" y="6019800"/>
          <p14:tracePt t="68553" x="6248400" y="6019800"/>
          <p14:tracePt t="68569" x="6242050" y="6019800"/>
          <p14:tracePt t="68589" x="6235700" y="6019800"/>
          <p14:tracePt t="68602" x="6229350" y="6019800"/>
          <p14:tracePt t="68658" x="6223000" y="6019800"/>
          <p14:tracePt t="68736" x="6229350" y="6019800"/>
          <p14:tracePt t="68749" x="6242050" y="6019800"/>
          <p14:tracePt t="68757" x="6242050" y="6013450"/>
          <p14:tracePt t="68772" x="6254750" y="6013450"/>
          <p14:tracePt t="68785" x="6280150" y="6000750"/>
          <p14:tracePt t="68801" x="6305550" y="5994400"/>
          <p14:tracePt t="68818" x="6324600" y="5981700"/>
          <p14:tracePt t="68835" x="6369050" y="5962650"/>
          <p14:tracePt t="68851" x="6419850" y="5943600"/>
          <p14:tracePt t="68869" x="6470650" y="5918200"/>
          <p14:tracePt t="68885" x="6489700" y="5905500"/>
          <p14:tracePt t="68901" x="6534150" y="5873750"/>
          <p14:tracePt t="68918" x="6553200" y="5848350"/>
          <p14:tracePt t="68934" x="6597650" y="5810250"/>
          <p14:tracePt t="68951" x="6623050" y="5797550"/>
          <p14:tracePt t="68968" x="6635750" y="5778500"/>
          <p14:tracePt t="68985" x="6642100" y="5778500"/>
          <p14:tracePt t="69001" x="6642100" y="5746750"/>
          <p14:tracePt t="69017" x="6642100" y="5708650"/>
          <p14:tracePt t="69034" x="6642100" y="568960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-53788" y="0"/>
            <a:ext cx="9197788" cy="6871447"/>
          </a:xfrm>
          <a:prstGeom prst="rect">
            <a:avLst/>
          </a:prstGeom>
          <a:solidFill>
            <a:srgbClr val="D2D4D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14338" name="Picture 2" descr="Image result for my brain is full cartoon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DFE1E0"/>
              </a:clrFrom>
              <a:clrTo>
                <a:srgbClr val="DFE1E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69" y="25400"/>
            <a:ext cx="7448931" cy="6756400"/>
          </a:xfrm>
          <a:prstGeom prst="rect">
            <a:avLst/>
          </a:prstGeom>
          <a:solidFill>
            <a:srgbClr val="D2D4D3"/>
          </a:solidFill>
        </p:spPr>
      </p:pic>
      <p:sp>
        <p:nvSpPr>
          <p:cNvPr id="4" name="Isosceles Triangle 3"/>
          <p:cNvSpPr/>
          <p:nvPr/>
        </p:nvSpPr>
        <p:spPr bwMode="auto">
          <a:xfrm>
            <a:off x="304800" y="76200"/>
            <a:ext cx="762000" cy="6781800"/>
          </a:xfrm>
          <a:prstGeom prst="triangle">
            <a:avLst>
              <a:gd name="adj" fmla="val 61621"/>
            </a:avLst>
          </a:prstGeom>
          <a:solidFill>
            <a:srgbClr val="D2D4D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Isosceles Triangle 5"/>
          <p:cNvSpPr/>
          <p:nvPr/>
        </p:nvSpPr>
        <p:spPr bwMode="auto">
          <a:xfrm flipV="1">
            <a:off x="7924800" y="0"/>
            <a:ext cx="762000" cy="6781800"/>
          </a:xfrm>
          <a:prstGeom prst="triangle">
            <a:avLst>
              <a:gd name="adj" fmla="val 32432"/>
            </a:avLst>
          </a:prstGeom>
          <a:solidFill>
            <a:srgbClr val="D2D4D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Isosceles Triangle 6"/>
          <p:cNvSpPr/>
          <p:nvPr/>
        </p:nvSpPr>
        <p:spPr bwMode="auto">
          <a:xfrm rot="5400000">
            <a:off x="4394199" y="-3683000"/>
            <a:ext cx="279399" cy="7696203"/>
          </a:xfrm>
          <a:prstGeom prst="triangle">
            <a:avLst>
              <a:gd name="adj" fmla="val 0"/>
            </a:avLst>
          </a:prstGeom>
          <a:solidFill>
            <a:srgbClr val="D2D4D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Isosceles Triangle 1"/>
          <p:cNvSpPr/>
          <p:nvPr/>
        </p:nvSpPr>
        <p:spPr bwMode="auto">
          <a:xfrm rot="16200000">
            <a:off x="4356100" y="2578101"/>
            <a:ext cx="355600" cy="8153400"/>
          </a:xfrm>
          <a:prstGeom prst="triangle">
            <a:avLst>
              <a:gd name="adj" fmla="val 8261"/>
            </a:avLst>
          </a:prstGeom>
          <a:solidFill>
            <a:srgbClr val="D2D4D3"/>
          </a:solidFill>
          <a:ln w="9525" cap="flat" cmpd="sng" algn="ctr">
            <a:solidFill>
              <a:srgbClr val="D2D4D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990600" y="6629400"/>
            <a:ext cx="4953000" cy="228600"/>
          </a:xfrm>
          <a:prstGeom prst="rect">
            <a:avLst/>
          </a:prstGeom>
          <a:solidFill>
            <a:srgbClr val="D2D4D3"/>
          </a:solidFill>
          <a:ln w="9525" cap="flat" cmpd="sng" algn="ctr">
            <a:solidFill>
              <a:srgbClr val="D2D4D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-29738" y="-1"/>
            <a:ext cx="8183137" cy="356839"/>
          </a:xfrm>
          <a:prstGeom prst="rect">
            <a:avLst/>
          </a:prstGeom>
          <a:solidFill>
            <a:srgbClr val="D2D4D3"/>
          </a:solidFill>
          <a:ln w="9525" cap="flat" cmpd="sng" algn="ctr">
            <a:solidFill>
              <a:srgbClr val="D2D4D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33399" y="304800"/>
            <a:ext cx="609601" cy="6248400"/>
          </a:xfrm>
          <a:prstGeom prst="rect">
            <a:avLst/>
          </a:prstGeom>
          <a:solidFill>
            <a:srgbClr val="D2D4D3"/>
          </a:solidFill>
          <a:ln w="9525" cap="flat" cmpd="sng" algn="ctr">
            <a:solidFill>
              <a:srgbClr val="D2D4D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72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793"/>
    </mc:Choice>
    <mc:Fallback>
      <p:transition spd="slow" advTm="677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43" x="6629400" y="5689600"/>
          <p14:tracePt t="1550" x="6623050" y="5702300"/>
          <p14:tracePt t="1559" x="6604000" y="5715000"/>
          <p14:tracePt t="1576" x="6565900" y="5740400"/>
          <p14:tracePt t="1593" x="6489700" y="5791200"/>
          <p14:tracePt t="1609" x="6432550" y="5822950"/>
          <p14:tracePt t="1625" x="6381750" y="5835650"/>
          <p14:tracePt t="1642" x="6248400" y="5861050"/>
          <p14:tracePt t="1659" x="6165850" y="5867400"/>
          <p14:tracePt t="1676" x="6076950" y="5867400"/>
          <p14:tracePt t="1692" x="5962650" y="5892800"/>
          <p14:tracePt t="1709" x="5911850" y="5899150"/>
          <p14:tracePt t="1726" x="5861050" y="5905500"/>
          <p14:tracePt t="1742" x="5835650" y="5911850"/>
          <p14:tracePt t="1759" x="5816600" y="5918200"/>
          <p14:tracePt t="1775" x="5803900" y="5930900"/>
          <p14:tracePt t="1791" x="5791200" y="5943600"/>
          <p14:tracePt t="1808" x="5772150" y="5943600"/>
          <p14:tracePt t="1825" x="5740400" y="5969000"/>
          <p14:tracePt t="1841" x="5715000" y="5981700"/>
          <p14:tracePt t="1858" x="5702300" y="5988050"/>
          <p14:tracePt t="1875" x="5664200" y="5988050"/>
          <p14:tracePt t="1891" x="5632450" y="5988050"/>
          <p14:tracePt t="1909" x="5556250" y="5962650"/>
          <p14:tracePt t="1924" x="5499100" y="5949950"/>
          <p14:tracePt t="1941" x="5422900" y="5943600"/>
          <p14:tracePt t="1958" x="5264150" y="5937250"/>
          <p14:tracePt t="1974" x="5124450" y="5937250"/>
          <p14:tracePt t="1991" x="4959350" y="5937250"/>
          <p14:tracePt t="2008" x="4724400" y="5956300"/>
          <p14:tracePt t="2024" x="4648200" y="5969000"/>
          <p14:tracePt t="2592" x="4648200" y="5956300"/>
          <p14:tracePt t="2598" x="4648200" y="5937250"/>
          <p14:tracePt t="2608" x="4648200" y="5924550"/>
          <p14:tracePt t="2622" x="4635500" y="5899150"/>
          <p14:tracePt t="2639" x="4629150" y="5867400"/>
          <p14:tracePt t="2656" x="4597400" y="5765800"/>
          <p14:tracePt t="2672" x="4559300" y="5657850"/>
          <p14:tracePt t="2690" x="4521200" y="5473700"/>
          <p14:tracePt t="2705" x="4483100" y="5353050"/>
          <p14:tracePt t="2722" x="4457700" y="5181600"/>
          <p14:tracePt t="2739" x="4438650" y="5035550"/>
          <p14:tracePt t="2755" x="4425950" y="4819650"/>
          <p14:tracePt t="2772" x="4425950" y="4705350"/>
          <p14:tracePt t="2789" x="4425950" y="4572000"/>
          <p14:tracePt t="2804" x="4432300" y="4514850"/>
          <p14:tracePt t="2821" x="4445000" y="4457700"/>
          <p14:tracePt t="2838" x="4432300" y="4324350"/>
          <p14:tracePt t="2855" x="4413250" y="4229100"/>
          <p14:tracePt t="2872" x="4375150" y="4121150"/>
          <p14:tracePt t="2888" x="4305300" y="3956050"/>
          <p14:tracePt t="2904" x="4260850" y="3854450"/>
          <p14:tracePt t="2921" x="4203700" y="3778250"/>
          <p14:tracePt t="2938" x="4114800" y="3676650"/>
          <p14:tracePt t="2954" x="4070350" y="3632200"/>
          <p14:tracePt t="2971" x="3987800" y="3594100"/>
          <p14:tracePt t="2987" x="3949700" y="3562350"/>
          <p14:tracePt t="3004" x="3917950" y="3543300"/>
          <p14:tracePt t="3021" x="3873500" y="3524250"/>
          <p14:tracePt t="3038" x="3911600" y="3473450"/>
          <p14:tracePt t="3408" x="3886200" y="3473450"/>
          <p14:tracePt t="3415" x="3848100" y="3473450"/>
          <p14:tracePt t="3422" x="3822700" y="3473450"/>
          <p14:tracePt t="3436" x="3752850" y="3473450"/>
          <p14:tracePt t="3453" x="3676650" y="3473450"/>
          <p14:tracePt t="3470" x="3619500" y="3473450"/>
          <p14:tracePt t="3487" x="3530600" y="3479800"/>
          <p14:tracePt t="3502" x="3479800" y="3498850"/>
          <p14:tracePt t="3520" x="3454400" y="3536950"/>
          <p14:tracePt t="3536" x="3416300" y="3625850"/>
          <p14:tracePt t="3552" x="3416300" y="3683000"/>
          <p14:tracePt t="3569" x="3422650" y="3778250"/>
          <p14:tracePt t="3585" x="3492500" y="3873500"/>
          <p14:tracePt t="3602" x="3530600" y="3911600"/>
          <p14:tracePt t="3619" x="3613150" y="3949700"/>
          <p14:tracePt t="3635" x="3670300" y="3949700"/>
          <p14:tracePt t="3652" x="3752850" y="3949700"/>
          <p14:tracePt t="3669" x="3886200" y="3930650"/>
          <p14:tracePt t="3685" x="3987800" y="3892550"/>
          <p14:tracePt t="3703" x="4159250" y="3746500"/>
          <p14:tracePt t="3718" x="4318000" y="3600450"/>
          <p14:tracePt t="3735" x="4451350" y="3435350"/>
          <p14:tracePt t="3752" x="4629150" y="3175000"/>
          <p14:tracePt t="3768" x="4679950" y="3067050"/>
          <p14:tracePt t="3785" x="4705350" y="2978150"/>
          <p14:tracePt t="3788" x="4718050" y="2952750"/>
          <p14:tracePt t="3802" x="4718050" y="2882900"/>
          <p14:tracePt t="3818" x="4686300" y="2787650"/>
          <p14:tracePt t="3834" x="4641850" y="2711450"/>
          <p14:tracePt t="3851" x="4552950" y="2565400"/>
          <p14:tracePt t="3868" x="4483100" y="2482850"/>
          <p14:tracePt t="3884" x="4349750" y="2387600"/>
          <p14:tracePt t="3901" x="4165600" y="2260600"/>
          <p14:tracePt t="3917" x="4006850" y="2190750"/>
          <p14:tracePt t="3935" x="3835400" y="2165350"/>
          <p14:tracePt t="3951" x="3663950" y="2152650"/>
          <p14:tracePt t="3967" x="3524250" y="2184400"/>
          <p14:tracePt t="3984" x="3333750" y="2228850"/>
          <p14:tracePt t="4000" x="3213100" y="2279650"/>
          <p14:tracePt t="4017" x="3111500" y="2317750"/>
          <p14:tracePt t="4034" x="3041650" y="2349500"/>
          <p14:tracePt t="4050" x="3009900" y="2387600"/>
          <p14:tracePt t="4068" x="2978150" y="2419350"/>
          <p14:tracePt t="4083" x="2971800" y="2425700"/>
          <p14:tracePt t="4100" x="2984500" y="2425700"/>
          <p14:tracePt t="4554" x="2990850" y="2470150"/>
          <p14:tracePt t="4561" x="3009900" y="2533650"/>
          <p14:tracePt t="4568" x="3009900" y="2571750"/>
          <p14:tracePt t="4582" x="3060700" y="2711450"/>
          <p14:tracePt t="4599" x="3117850" y="2844800"/>
          <p14:tracePt t="4615" x="3194050" y="2971800"/>
          <p14:tracePt t="4632" x="3340100" y="3206750"/>
          <p14:tracePt t="4648" x="3460750" y="3346450"/>
          <p14:tracePt t="4666" x="3587750" y="3454400"/>
          <p14:tracePt t="4681" x="3771900" y="3568700"/>
          <p14:tracePt t="4698" x="3911600" y="3657600"/>
          <p14:tracePt t="4715" x="4013200" y="3714750"/>
          <p14:tracePt t="4732" x="4171950" y="3797300"/>
          <p14:tracePt t="4749" x="4241800" y="3829050"/>
          <p14:tracePt t="4766" x="4330700" y="3854450"/>
          <p14:tracePt t="4781" x="4368800" y="3867150"/>
          <p14:tracePt t="4798" x="4375150" y="3867150"/>
          <p14:tracePt t="4801" x="4387850" y="3867150"/>
          <p14:tracePt t="4815" x="4400550" y="3867150"/>
          <p14:tracePt t="4831" x="4400550" y="3873500"/>
          <p14:tracePt t="4848" x="4400550" y="3879850"/>
          <p14:tracePt t="4864" x="4406900" y="3879850"/>
          <p14:tracePt t="4881" x="4406900" y="3917950"/>
          <p14:tracePt t="4898" x="4394200" y="4038600"/>
          <p14:tracePt t="4914" x="4381500" y="4140200"/>
          <p14:tracePt t="4931" x="4362450" y="4311650"/>
          <p14:tracePt t="4948" x="4318000" y="4603750"/>
          <p14:tracePt t="4964" x="4298950" y="4787900"/>
          <p14:tracePt t="4980" x="4267200" y="4953000"/>
          <p14:tracePt t="4997" x="4241800" y="5200650"/>
          <p14:tracePt t="5014" x="4197350" y="5346700"/>
          <p14:tracePt t="5032" x="4178300" y="5467350"/>
          <p14:tracePt t="5047" x="4165600" y="5518150"/>
          <p14:tracePt t="5063" x="4165600" y="5530850"/>
          <p14:tracePt t="5096" x="4165600" y="5518150"/>
          <p14:tracePt t="5114" x="4191000" y="5486400"/>
          <p14:tracePt t="5130" x="4203700" y="5429250"/>
          <p14:tracePt t="5147" x="4210050" y="5397500"/>
          <p14:tracePt t="5163" x="4210050" y="5346700"/>
          <p14:tracePt t="5658" x="4216400" y="5346700"/>
          <p14:tracePt t="5664" x="4229100" y="5346700"/>
          <p14:tracePt t="5679" x="4254500" y="5359400"/>
          <p14:tracePt t="5695" x="4292600" y="5378450"/>
          <p14:tracePt t="5711" x="4349750" y="5410200"/>
          <p14:tracePt t="5728" x="4438650" y="5441950"/>
          <p14:tracePt t="5744" x="4514850" y="5480050"/>
          <p14:tracePt t="5761" x="4622800" y="5518150"/>
          <p14:tracePt t="5778" x="4800600" y="5588000"/>
          <p14:tracePt t="5795" x="4908550" y="5613400"/>
          <p14:tracePt t="5812" x="5060950" y="5638800"/>
          <p14:tracePt t="5827" x="5111750" y="5651500"/>
          <p14:tracePt t="5844" x="5149850" y="5651500"/>
          <p14:tracePt t="5861" x="5175250" y="5657850"/>
          <p14:tracePt t="5877" x="5194300" y="5657850"/>
          <p14:tracePt t="5911" x="5207000" y="5657850"/>
          <p14:tracePt t="5927" x="5213350" y="5657850"/>
          <p14:tracePt t="5967" x="5213350" y="5664200"/>
          <p14:tracePt t="5988" x="5213350" y="5670550"/>
          <p14:tracePt t="5996" x="5207000" y="5676900"/>
          <p14:tracePt t="6010" x="5181600" y="5689600"/>
          <p14:tracePt t="6027" x="5149850" y="5708650"/>
          <p14:tracePt t="6044" x="5092700" y="5734050"/>
          <p14:tracePt t="6060" x="4953000" y="5772150"/>
          <p14:tracePt t="6077" x="4845050" y="5803900"/>
          <p14:tracePt t="6094" x="4699000" y="5810250"/>
          <p14:tracePt t="6110" x="4616450" y="5829300"/>
          <p14:tracePt t="6127" x="4546600" y="5842000"/>
          <p14:tracePt t="6143" x="4483100" y="5854700"/>
          <p14:tracePt t="6160" x="4451350" y="5861050"/>
          <p14:tracePt t="6177" x="4438650" y="5861050"/>
          <p14:tracePt t="6193" x="4432300" y="5861050"/>
          <p14:tracePt t="6210" x="4425950" y="5861050"/>
          <p14:tracePt t="6247" x="4425950" y="5867400"/>
          <p14:tracePt t="6259" x="4432300" y="5867400"/>
          <p14:tracePt t="6277" x="4457700" y="5867400"/>
          <p14:tracePt t="6292" x="4470400" y="5867400"/>
          <p14:tracePt t="6310" x="4489450" y="5867400"/>
          <p14:tracePt t="6326" x="4546600" y="5867400"/>
          <p14:tracePt t="6343" x="4610100" y="5861050"/>
          <p14:tracePt t="6359" x="4699000" y="5861050"/>
          <p14:tracePt t="6375" x="4781550" y="5861050"/>
          <p14:tracePt t="6392" x="4845050" y="5867400"/>
          <p14:tracePt t="6409" x="4927600" y="5854700"/>
          <p14:tracePt t="6426" x="4959350" y="5854700"/>
          <p14:tracePt t="6442" x="4972050" y="5848350"/>
          <p14:tracePt t="6459" x="4978400" y="5848350"/>
          <p14:tracePt t="6475" x="4984750" y="5848350"/>
          <p14:tracePt t="6550" x="4991100" y="5848350"/>
          <p14:tracePt t="6606" x="4984750" y="5848350"/>
          <p14:tracePt t="6626" x="4978400" y="5854700"/>
          <p14:tracePt t="6648" x="4972050" y="5854700"/>
          <p14:tracePt t="6689" x="4965700" y="5861050"/>
          <p14:tracePt t="6718" x="4959350" y="5861050"/>
          <p14:tracePt t="6726" x="4953000" y="5861050"/>
          <p14:tracePt t="6746" x="4946650" y="5867400"/>
          <p14:tracePt t="6760" x="4940300" y="5873750"/>
          <p14:tracePt t="6781" x="4933950" y="5880100"/>
          <p14:tracePt t="6788" x="4921250" y="5886450"/>
          <p14:tracePt t="6795" x="4908550" y="5905500"/>
          <p14:tracePt t="6810" x="4883150" y="5918200"/>
          <p14:tracePt t="6824" x="4864100" y="5937250"/>
          <p14:tracePt t="6841" x="4794250" y="5988050"/>
          <p14:tracePt t="6858" x="4749800" y="6032500"/>
          <p14:tracePt t="6874" x="4730750" y="6057900"/>
          <p14:tracePt t="6890" x="4692650" y="6083300"/>
          <p14:tracePt t="6908" x="4667250" y="6102350"/>
          <p14:tracePt t="6924" x="4660900" y="6115050"/>
          <p14:tracePt t="6941" x="4654550" y="6159500"/>
          <p14:tracePt t="6957" x="4654550" y="6203950"/>
          <p14:tracePt t="6974" x="4673600" y="6235700"/>
          <p14:tracePt t="6990" x="4686300" y="6261100"/>
          <p14:tracePt t="7007" x="4781550" y="6369050"/>
          <p14:tracePt t="7023" x="4813300" y="6394450"/>
          <p14:tracePt t="7041" x="4927600" y="6451600"/>
          <p14:tracePt t="7057" x="4991100" y="6470650"/>
          <p14:tracePt t="7073" x="5048250" y="6489700"/>
          <p14:tracePt t="7091" x="5270500" y="6515100"/>
          <p14:tracePt t="7107" x="5334000" y="6527800"/>
          <p14:tracePt t="7123" x="5448300" y="6521450"/>
          <p14:tracePt t="7140" x="5556250" y="6515100"/>
          <p14:tracePt t="7156" x="5600700" y="6496050"/>
          <p14:tracePt t="7173" x="5683250" y="6470650"/>
          <p14:tracePt t="7190" x="5753100" y="6457950"/>
          <p14:tracePt t="7206" x="5784850" y="6438900"/>
          <p14:tracePt t="7223" x="5835650" y="6432550"/>
          <p14:tracePt t="7240" x="5886450" y="6407150"/>
          <p14:tracePt t="7256" x="5911850" y="6400800"/>
          <p14:tracePt t="7273" x="5956300" y="6388100"/>
          <p14:tracePt t="7289" x="6000750" y="6375400"/>
          <p14:tracePt t="7306" x="6019800" y="6369050"/>
          <p14:tracePt t="7323" x="6057900" y="6356350"/>
          <p14:tracePt t="7339" x="6076950" y="6350000"/>
          <p14:tracePt t="7356" x="6102350" y="6343650"/>
          <p14:tracePt t="7373" x="6121400" y="6337300"/>
          <p14:tracePt t="7389" x="6134100" y="6330950"/>
          <p14:tracePt t="7406" x="6146800" y="6324600"/>
          <p14:tracePt t="7422" x="6159500" y="6324600"/>
          <p14:tracePt t="7439" x="6165850" y="6324600"/>
          <p14:tracePt t="7456" x="6178550" y="6318250"/>
          <p14:tracePt t="7472" x="6184900" y="6318250"/>
          <p14:tracePt t="7489" x="6197600" y="6318250"/>
          <p14:tracePt t="7505" x="6210300" y="6318250"/>
          <p14:tracePt t="7522" x="6216650" y="6318250"/>
          <p14:tracePt t="7539" x="6229350" y="6318250"/>
          <p14:tracePt t="7555" x="6248400" y="6318250"/>
          <p14:tracePt t="7571" x="6267450" y="6318250"/>
          <p14:tracePt t="7589" x="6305550" y="6318250"/>
          <p14:tracePt t="7605" x="6318250" y="6318250"/>
          <p14:tracePt t="7621" x="6324600" y="6318250"/>
          <p14:tracePt t="7638" x="6337300" y="6318250"/>
          <p14:tracePt t="7654" x="6343650" y="6324600"/>
          <p14:tracePt t="7671" x="6350000" y="6324600"/>
          <p14:tracePt t="7722" x="6343650" y="6330950"/>
          <p14:tracePt t="7730" x="6337300" y="6330950"/>
          <p14:tracePt t="7743" x="6324600" y="6330950"/>
          <p14:tracePt t="7754" x="6311900" y="6337300"/>
          <p14:tracePt t="7772" x="6261100" y="6343650"/>
          <p14:tracePt t="7787" x="6235700" y="6350000"/>
          <p14:tracePt t="7804" x="6121400" y="6388100"/>
          <p14:tracePt t="7821" x="5988050" y="6426200"/>
          <p14:tracePt t="7837" x="5930900" y="6451600"/>
          <p14:tracePt t="7854" x="5822950" y="6502400"/>
          <p14:tracePt t="7871" x="5746750" y="6534150"/>
          <p14:tracePt t="7887" x="5727700" y="6540500"/>
          <p14:tracePt t="7905" x="5695950" y="6553200"/>
          <p14:tracePt t="7937" x="5702300" y="6553200"/>
          <p14:tracePt t="7955" x="5746750" y="6553200"/>
          <p14:tracePt t="7970" x="5772150" y="6553200"/>
          <p14:tracePt t="7987" x="5854700" y="6540500"/>
          <p14:tracePt t="8004" x="5949950" y="6515100"/>
          <p14:tracePt t="8020" x="5994400" y="6508750"/>
          <p14:tracePt t="8037" x="6064250" y="6483350"/>
          <p14:tracePt t="8053" x="6108700" y="6470650"/>
          <p14:tracePt t="8070" x="6121400" y="6464300"/>
          <p14:tracePt t="8087" x="6127750" y="6457950"/>
          <p14:tracePt t="8103" x="6140450" y="6451600"/>
          <p14:tracePt t="8137" x="6146800" y="6451600"/>
          <p14:tracePt t="9327" x="6197600" y="6451600"/>
          <p14:tracePt t="9334" x="6229350" y="6445250"/>
          <p14:tracePt t="9349" x="6254750" y="6445250"/>
          <p14:tracePt t="9356" x="6286500" y="6438900"/>
          <p14:tracePt t="9370" x="6311900" y="6432550"/>
          <p14:tracePt t="9382" x="6343650" y="6432550"/>
          <p14:tracePt t="9399" x="6413500" y="6407150"/>
          <p14:tracePt t="9415" x="6445250" y="6400800"/>
          <p14:tracePt t="9433" x="6527800" y="6381750"/>
          <p14:tracePt t="9448" x="6610350" y="6369050"/>
          <p14:tracePt t="9466" x="6661150" y="6356350"/>
          <p14:tracePt t="9482" x="6756400" y="6343650"/>
          <p14:tracePt t="9499" x="6838950" y="6318250"/>
          <p14:tracePt t="9515" x="6896100" y="6286500"/>
          <p14:tracePt t="9532" x="6972300" y="6242050"/>
          <p14:tracePt t="9548" x="7016750" y="6210300"/>
          <p14:tracePt t="9565" x="7023100" y="6203950"/>
          <p14:tracePt t="9581" x="7035800" y="6191250"/>
          <p14:tracePt t="10289" x="7035800" y="6184900"/>
          <p14:tracePt t="10303" x="7048500" y="6165850"/>
          <p14:tracePt t="10310" x="7061200" y="6140450"/>
          <p14:tracePt t="10317" x="7073900" y="6127750"/>
          <p14:tracePt t="10332" x="7092950" y="6108700"/>
          <p14:tracePt t="10345" x="7105650" y="6096000"/>
          <p14:tracePt t="10362" x="7124700" y="6070600"/>
          <p14:tracePt t="10379" x="7137400" y="6051550"/>
          <p14:tracePt t="10395" x="7169150" y="6032500"/>
          <p14:tracePt t="10412" x="7232650" y="6000750"/>
          <p14:tracePt t="10429" x="7283450" y="5988050"/>
          <p14:tracePt t="10445" x="7315200" y="5975350"/>
          <p14:tracePt t="10461" x="7346950" y="5956300"/>
          <p14:tracePt t="10479" x="7416800" y="5930900"/>
          <p14:tracePt t="10495" x="7461250" y="5918200"/>
          <p14:tracePt t="10512" x="7493000" y="5899150"/>
          <p14:tracePt t="10528" x="7651750" y="5784850"/>
          <p14:tracePt t="10545" x="7708900" y="5740400"/>
          <p14:tracePt t="10562" x="7772400" y="5664200"/>
          <p14:tracePt t="10578" x="7905750" y="5499100"/>
          <p14:tracePt t="10595" x="8007350" y="5340350"/>
          <p14:tracePt t="10612" x="8083550" y="5162550"/>
          <p14:tracePt t="10628" x="8108950" y="5086350"/>
          <p14:tracePt t="10645" x="8147050" y="4927600"/>
          <p14:tracePt t="10661" x="8178800" y="4743450"/>
          <p14:tracePt t="10678" x="8197850" y="4679950"/>
          <p14:tracePt t="10694" x="8229600" y="4559300"/>
          <p14:tracePt t="10711" x="8248650" y="4495800"/>
          <p14:tracePt t="10727" x="8255000" y="4470400"/>
          <p14:tracePt t="10744" x="8267700" y="4445000"/>
          <p14:tracePt t="10760" x="8274050" y="4406900"/>
          <p14:tracePt t="10777" x="8280400" y="4394200"/>
          <p14:tracePt t="10794" x="8293100" y="4343400"/>
          <p14:tracePt t="10810" x="8299450" y="4298950"/>
          <p14:tracePt t="10827" x="8299450" y="4286250"/>
          <p14:tracePt t="10844" x="8305800" y="4248150"/>
          <p14:tracePt t="10860" x="8312150" y="4235450"/>
          <p14:tracePt t="10877" x="8312150" y="4197350"/>
          <p14:tracePt t="10893" x="8318500" y="4140200"/>
          <p14:tracePt t="10910" x="8318500" y="4108450"/>
          <p14:tracePt t="10913" x="8318500" y="4083050"/>
          <p14:tracePt t="10928" x="8318500" y="4051300"/>
          <p14:tracePt t="10943" x="8324850" y="4006850"/>
          <p14:tracePt t="10960" x="8324850" y="3975100"/>
          <p14:tracePt t="10977" x="8324850" y="3898900"/>
          <p14:tracePt t="10993" x="8343900" y="3829050"/>
          <p14:tracePt t="11010" x="8350250" y="3784600"/>
          <p14:tracePt t="11027" x="8375650" y="3733800"/>
          <p14:tracePt t="11514" x="8331200" y="3702050"/>
          <p14:tracePt t="11521" x="8274050" y="3663950"/>
          <p14:tracePt t="11535" x="8204200" y="3600450"/>
          <p14:tracePt t="11544" x="8108950" y="3549650"/>
          <p14:tracePt t="11557" x="8007350" y="3486150"/>
          <p14:tracePt t="11574" x="7886700" y="3422650"/>
          <p14:tracePt t="11591" x="7632700" y="3270250"/>
          <p14:tracePt t="11608" x="7397750" y="3130550"/>
          <p14:tracePt t="11625" x="7258050" y="3048000"/>
          <p14:tracePt t="11641" x="7029450" y="2863850"/>
          <p14:tracePt t="11657" x="6851650" y="2717800"/>
          <p14:tracePt t="11674" x="6781800" y="2654300"/>
          <p14:tracePt t="11691" x="6667500" y="2514600"/>
          <p14:tracePt t="11707" x="6584950" y="2413000"/>
          <p14:tracePt t="11725" x="6508750" y="2317750"/>
          <p14:tracePt t="11740" x="6496050" y="2298700"/>
          <p14:tracePt t="11757" x="6470650" y="2273300"/>
          <p14:tracePt t="11774" x="6451600" y="2260600"/>
          <p14:tracePt t="12055" x="6457950" y="2260600"/>
          <p14:tracePt t="12068" x="6470650" y="2266950"/>
          <p14:tracePt t="12076" x="6483350" y="2279650"/>
          <p14:tracePt t="12092" x="6496050" y="2292350"/>
          <p14:tracePt t="12105" x="6508750" y="2298700"/>
          <p14:tracePt t="12122" x="6534150" y="2305050"/>
          <p14:tracePt t="12140" x="6604000" y="2343150"/>
          <p14:tracePt t="12156" x="6654800" y="2362200"/>
          <p14:tracePt t="12172" x="6807200" y="2432050"/>
          <p14:tracePt t="12190" x="6896100" y="2463800"/>
          <p14:tracePt t="12205" x="7099300" y="2565400"/>
          <p14:tracePt t="12223" x="7315200" y="2692400"/>
          <p14:tracePt t="12239" x="7416800" y="2755900"/>
          <p14:tracePt t="12255" x="7569200" y="2882900"/>
          <p14:tracePt t="12273" x="7702550" y="2978150"/>
          <p14:tracePt t="12289" x="7778750" y="3054350"/>
          <p14:tracePt t="12305" x="7804150" y="3073400"/>
          <p14:tracePt t="12322" x="7823200" y="3092450"/>
          <p14:tracePt t="12338" x="7829550" y="3105150"/>
          <p14:tracePt t="12372" x="7829550" y="3111500"/>
          <p14:tracePt t="12389" x="7829550" y="3130550"/>
          <p14:tracePt t="12406" x="7816850" y="3194050"/>
          <p14:tracePt t="12422" x="7797800" y="3232150"/>
          <p14:tracePt t="12438" x="7759700" y="3378200"/>
          <p14:tracePt t="12455" x="7708900" y="3562350"/>
          <p14:tracePt t="12472" x="7689850" y="3657600"/>
          <p14:tracePt t="12488" x="7670800" y="3771900"/>
          <p14:tracePt t="12505" x="7626350" y="4165600"/>
          <p14:tracePt t="12521" x="7613650" y="4292600"/>
          <p14:tracePt t="12538" x="7607300" y="4406900"/>
          <p14:tracePt t="12554" x="7607300" y="4648200"/>
          <p14:tracePt t="12571" x="7594600" y="4883150"/>
          <p14:tracePt t="12588" x="7575550" y="5092700"/>
          <p14:tracePt t="12604" x="7575550" y="5143500"/>
          <p14:tracePt t="12621" x="7569200" y="5181600"/>
          <p14:tracePt t="12638" x="7562850" y="5194300"/>
          <p14:tracePt t="12654" x="7556500" y="5194300"/>
          <p14:tracePt t="12671" x="7531100" y="5149850"/>
          <p14:tracePt t="12688" x="7493000" y="5099050"/>
          <p14:tracePt t="12704" x="7499350" y="5060950"/>
          <p14:tracePt t="12721" x="7505700" y="5035550"/>
          <p14:tracePt t="13037" x="7505700" y="4978400"/>
          <p14:tracePt t="13051" x="7493000" y="4876800"/>
          <p14:tracePt t="13058" x="7473950" y="4762500"/>
          <p14:tracePt t="13073" x="7442200" y="4629150"/>
          <p14:tracePt t="13086" x="7308850" y="4349750"/>
          <p14:tracePt t="13103" x="7219950" y="4178300"/>
          <p14:tracePt t="13119" x="7112000" y="4019550"/>
          <p14:tracePt t="13136" x="6877050" y="3721100"/>
          <p14:tracePt t="13152" x="6496050" y="3397250"/>
          <p14:tracePt t="13169" x="6330950" y="3257550"/>
          <p14:tracePt t="13185" x="6032500" y="3041650"/>
          <p14:tracePt t="13202" x="5791200" y="2870200"/>
          <p14:tracePt t="13221" x="5619750" y="2755900"/>
          <p14:tracePt t="13235" x="5537200" y="2692400"/>
          <p14:tracePt t="13252" x="5461000" y="2635250"/>
          <p14:tracePt t="13270" x="5359400" y="2451100"/>
          <p14:tracePt t="13286" x="5340350" y="2393950"/>
          <p14:tracePt t="13302" x="5340350" y="2279650"/>
          <p14:tracePt t="13319" x="5410200" y="2152650"/>
          <p14:tracePt t="13335" x="5467350" y="2095500"/>
          <p14:tracePt t="13352" x="5549900" y="2044700"/>
          <p14:tracePt t="13368" x="5816600" y="1930400"/>
          <p14:tracePt t="13384" x="5911850" y="1898650"/>
          <p14:tracePt t="13403" x="6057900" y="1873250"/>
          <p14:tracePt t="13418" x="6108700" y="1860550"/>
          <p14:tracePt t="13435" x="6172200" y="1847850"/>
          <p14:tracePt t="13452" x="6191250" y="1841500"/>
          <p14:tracePt t="13468" x="6216650" y="1822450"/>
          <p14:tracePt t="13484" x="6242050" y="1816100"/>
          <p14:tracePt t="13501" x="6305550" y="1752600"/>
          <p14:tracePt t="13518" x="6362700" y="1714500"/>
          <p14:tracePt t="13536" x="6642100" y="1492250"/>
          <p14:tracePt t="13551" x="6775450" y="1377950"/>
          <p14:tracePt t="13568" x="6915150" y="1282700"/>
          <p14:tracePt t="13585" x="7137400" y="1104900"/>
          <p14:tracePt t="13601" x="7302500" y="990600"/>
          <p14:tracePt t="13617" x="7359650" y="952500"/>
          <p14:tracePt t="13634" x="7423150" y="869950"/>
          <p14:tracePt t="13650" x="7442200" y="831850"/>
          <p14:tracePt t="13667" x="7448550" y="723900"/>
          <p14:tracePt t="13684" x="7467600" y="596900"/>
          <p14:tracePt t="13700" x="7473950" y="552450"/>
          <p14:tracePt t="13718" x="7473950" y="514350"/>
          <p14:tracePt t="13788" x="7480300" y="514350"/>
          <p14:tracePt t="13802" x="7486650" y="514350"/>
          <p14:tracePt t="13809" x="7499350" y="514350"/>
          <p14:tracePt t="13823" x="7512050" y="514350"/>
          <p14:tracePt t="13833" x="7531100" y="520700"/>
          <p14:tracePt t="13851" x="7575550" y="546100"/>
          <p14:tracePt t="13866" x="7588250" y="552450"/>
          <p14:tracePt t="13883" x="7613650" y="571500"/>
          <p14:tracePt t="13901" x="7620000" y="584200"/>
          <p14:tracePt t="13916" x="7620000" y="590550"/>
          <p14:tracePt t="13933" x="7613650" y="603250"/>
          <p14:tracePt t="13950" x="7575550" y="628650"/>
          <p14:tracePt t="13966" x="7550150" y="641350"/>
          <p14:tracePt t="13983" x="7518400" y="654050"/>
          <p14:tracePt t="14000" x="7327900" y="723900"/>
          <p14:tracePt t="14016" x="7258050" y="742950"/>
          <p14:tracePt t="14033" x="7194550" y="774700"/>
          <p14:tracePt t="14049" x="7099300" y="825500"/>
          <p14:tracePt t="14066" x="7048500" y="863600"/>
          <p14:tracePt t="14084" x="7029450" y="895350"/>
          <p14:tracePt t="14099" x="7029450" y="908050"/>
          <p14:tracePt t="14116" x="7054850" y="939800"/>
          <p14:tracePt t="14133" x="7099300" y="971550"/>
          <p14:tracePt t="14149" x="7137400" y="984250"/>
          <p14:tracePt t="14165" x="7207250" y="996950"/>
          <p14:tracePt t="14182" x="7264400" y="996950"/>
          <p14:tracePt t="14199" x="7277100" y="996950"/>
          <p14:tracePt t="14216" x="7296150" y="996950"/>
          <p14:tracePt t="14232" x="7302500" y="996950"/>
          <p14:tracePt t="14249" x="7296150" y="996950"/>
          <p14:tracePt t="14266" x="7245350" y="1016000"/>
          <p14:tracePt t="14282" x="7207250" y="1047750"/>
          <p14:tracePt t="14298" x="7092950" y="1168400"/>
          <p14:tracePt t="14316" x="6953250" y="1384300"/>
          <p14:tracePt t="14331" x="6870700" y="1524000"/>
          <p14:tracePt t="14349" x="6718300" y="1930400"/>
          <p14:tracePt t="14365" x="6648450" y="2139950"/>
          <p14:tracePt t="14381" x="6546850" y="2571750"/>
          <p14:tracePt t="14399" x="6502400" y="3079750"/>
          <p14:tracePt t="14415" x="6502400" y="3448050"/>
          <p14:tracePt t="14431" x="6508750" y="3575050"/>
          <p14:tracePt t="14448" x="6521450" y="3752850"/>
          <p14:tracePt t="14464" x="6534150" y="3873500"/>
          <p14:tracePt t="14481" x="6534150" y="3911600"/>
          <p14:tracePt t="14498" x="6534150" y="4000500"/>
          <p14:tracePt t="14514" x="6527800" y="4095750"/>
          <p14:tracePt t="14531" x="6515100" y="4159250"/>
          <p14:tracePt t="14547" x="6489700" y="4248150"/>
          <p14:tracePt t="14564" x="6502400" y="4254500"/>
          <p14:tracePt t="14895" x="6502400" y="4298950"/>
          <p14:tracePt t="14902" x="6502400" y="4375150"/>
          <p14:tracePt t="14916" x="6502400" y="4432300"/>
          <p14:tracePt t="14931" x="6502400" y="4508500"/>
          <p14:tracePt t="14946" x="6527800" y="4699000"/>
          <p14:tracePt t="14963" x="6553200" y="4794250"/>
          <p14:tracePt t="14980" x="6604000" y="4972050"/>
          <p14:tracePt t="14996" x="6667500" y="5137150"/>
          <p14:tracePt t="15013" x="6686550" y="5213350"/>
          <p14:tracePt t="15029" x="6737350" y="5372100"/>
          <p14:tracePt t="15046" x="6775450" y="5492750"/>
          <p14:tracePt t="15062" x="6775450" y="5530850"/>
          <p14:tracePt t="15079" x="6781800" y="5575300"/>
          <p14:tracePt t="15095" x="6788150" y="5607050"/>
          <p14:tracePt t="15113" x="6788150" y="5632450"/>
          <p14:tracePt t="15129" x="6788150" y="5651500"/>
          <p14:tracePt t="15145" x="6788150" y="5676900"/>
          <p14:tracePt t="15162" x="6800850" y="5759450"/>
          <p14:tracePt t="15179" x="6807200" y="5784850"/>
          <p14:tracePt t="15195" x="6813550" y="5803900"/>
          <p14:tracePt t="15212" x="6832600" y="5854700"/>
          <p14:tracePt t="15228" x="6845300" y="5886450"/>
          <p14:tracePt t="15246" x="6851650" y="5905500"/>
          <p14:tracePt t="15261" x="6858000" y="5918200"/>
          <p14:tracePt t="15278" x="6870700" y="5937250"/>
          <p14:tracePt t="15296" x="6877050" y="5949950"/>
          <p14:tracePt t="15312" x="6883400" y="5949950"/>
          <p14:tracePt t="15329" x="6902450" y="5956300"/>
          <p14:tracePt t="15345" x="6921500" y="5962650"/>
          <p14:tracePt t="15361" x="6927850" y="5962650"/>
          <p14:tracePt t="15378" x="6946900" y="5962650"/>
          <p14:tracePt t="15394" x="6965950" y="5962650"/>
          <p14:tracePt t="15411" x="6978650" y="5956300"/>
          <p14:tracePt t="15429" x="6991350" y="5949950"/>
          <p14:tracePt t="15444" x="7035800" y="5930900"/>
          <p14:tracePt t="15461" x="7054850" y="5924550"/>
          <p14:tracePt t="15478" x="7092950" y="5911850"/>
          <p14:tracePt t="15494" x="7112000" y="5905500"/>
          <p14:tracePt t="15510" x="7137400" y="5886450"/>
          <p14:tracePt t="15528" x="7156450" y="5880100"/>
          <p14:tracePt t="15544" x="7162800" y="5880100"/>
          <p14:tracePt t="15577" x="7169150" y="5867400"/>
          <p14:tracePt t="15594" x="7169150" y="5861050"/>
          <p14:tracePt t="15611" x="7169150" y="5854700"/>
          <p14:tracePt t="16038" x="7169150" y="5861050"/>
          <p14:tracePt t="16045" x="7169150" y="5867400"/>
          <p14:tracePt t="16060" x="7169150" y="5873750"/>
          <p14:tracePt t="16066" x="7162800" y="5873750"/>
          <p14:tracePt t="16108" x="7162800" y="5880100"/>
          <p14:tracePt t="16178" x="7175500" y="5880100"/>
          <p14:tracePt t="16185" x="7188200" y="5880100"/>
          <p14:tracePt t="16199" x="7200900" y="5886450"/>
          <p14:tracePt t="16208" x="7213600" y="5886450"/>
          <p14:tracePt t="16225" x="7226300" y="5886450"/>
          <p14:tracePt t="16242" x="7258050" y="5886450"/>
          <p14:tracePt t="16258" x="7270750" y="5886450"/>
          <p14:tracePt t="16275" x="7277100" y="5886450"/>
          <p14:tracePt t="16292" x="7283450" y="5886450"/>
          <p14:tracePt t="16308" x="7289800" y="5886450"/>
          <p14:tracePt t="16339" x="7296150" y="5886450"/>
          <p14:tracePt t="16438" x="7296150" y="5892800"/>
          <p14:tracePt t="16480" x="7289800" y="5892800"/>
          <p14:tracePt t="16487" x="7289800" y="5899150"/>
          <p14:tracePt t="16501" x="7277100" y="5905500"/>
          <p14:tracePt t="16510" x="7270750" y="5905500"/>
          <p14:tracePt t="16524" x="7270750" y="5911850"/>
          <p14:tracePt t="16540" x="7245350" y="5930900"/>
          <p14:tracePt t="16558" x="7200900" y="5956300"/>
          <p14:tracePt t="16574" x="7169150" y="5962650"/>
          <p14:tracePt t="16590" x="7150100" y="5975350"/>
          <p14:tracePt t="16607" x="7048500" y="6007100"/>
          <p14:tracePt t="16624" x="7010400" y="6013450"/>
          <p14:tracePt t="16641" x="6978650" y="6019800"/>
          <p14:tracePt t="16657" x="6921500" y="6026150"/>
          <p14:tracePt t="16674" x="6889750" y="6026150"/>
          <p14:tracePt t="16690" x="6877050" y="6026150"/>
          <p14:tracePt t="16707" x="6864350" y="6032500"/>
          <p14:tracePt t="16724" x="6858000" y="6038850"/>
          <p14:tracePt t="16740" x="6851650" y="6045200"/>
          <p14:tracePt t="16760" x="6851650" y="6038850"/>
          <p14:tracePt t="17984" x="6877050" y="5969000"/>
          <p14:tracePt t="17997" x="6921500" y="5873750"/>
          <p14:tracePt t="18005" x="6946900" y="5797550"/>
          <p14:tracePt t="18019" x="6965950" y="5715000"/>
          <p14:tracePt t="18036" x="7004050" y="5594350"/>
          <p14:tracePt t="18052" x="7023100" y="5562600"/>
          <p14:tracePt t="18069" x="7029450" y="5530850"/>
          <p14:tracePt t="18085" x="7029450" y="5518150"/>
          <p14:tracePt t="18145" x="7035800" y="5511800"/>
          <p14:tracePt t="18215" x="7035800" y="5505450"/>
          <p14:tracePt t="18222" x="7035800" y="5499100"/>
          <p14:tracePt t="18237" x="7035800" y="5473700"/>
          <p14:tracePt t="18251" x="7029450" y="5454650"/>
          <p14:tracePt t="18268" x="6997700" y="5353050"/>
          <p14:tracePt t="18286" x="6953250" y="5207000"/>
          <p14:tracePt t="18301" x="6908800" y="5111750"/>
          <p14:tracePt t="18318" x="6807200" y="4902200"/>
          <p14:tracePt t="18335" x="6737350" y="4781550"/>
          <p14:tracePt t="18351" x="6572250" y="4546600"/>
          <p14:tracePt t="18367" x="6470650" y="4413250"/>
          <p14:tracePt t="18384" x="6280150" y="4140200"/>
          <p14:tracePt t="18401" x="6115050" y="3924300"/>
          <p14:tracePt t="18418" x="6051550" y="3829050"/>
          <p14:tracePt t="18434" x="5949950" y="3702050"/>
          <p14:tracePt t="18451" x="5930900" y="3676650"/>
          <p14:tracePt t="18468" x="5918200" y="3657600"/>
          <p14:tracePt t="18484" x="5905500" y="3651250"/>
          <p14:tracePt t="18504" x="5899150" y="3651250"/>
          <p14:tracePt t="18601" x="5899150" y="3644900"/>
          <p14:tracePt t="18622" x="5899150" y="3638550"/>
          <p14:tracePt t="18636" x="5899150" y="3632200"/>
          <p14:tracePt t="18643" x="5905500" y="3613150"/>
          <p14:tracePt t="18657" x="5905500" y="3594100"/>
          <p14:tracePt t="18671" x="5911850" y="3568700"/>
          <p14:tracePt t="18683" x="5918200" y="3536950"/>
          <p14:tracePt t="18700" x="5918200" y="3511550"/>
          <p14:tracePt t="18716" x="5930900" y="3429000"/>
          <p14:tracePt t="18734" x="5930900" y="3390900"/>
          <p14:tracePt t="18750" x="5930900" y="3365500"/>
          <p14:tracePt t="18767" x="5930900" y="3321050"/>
          <p14:tracePt t="18783" x="5930900" y="3295650"/>
          <p14:tracePt t="18799" x="5918200" y="3251200"/>
          <p14:tracePt t="18816" x="5918200" y="3225800"/>
          <p14:tracePt t="18833" x="5911850" y="3162300"/>
          <p14:tracePt t="18849" x="5905500" y="3136900"/>
          <p14:tracePt t="18866" x="5899150" y="3117850"/>
          <p14:tracePt t="18883" x="5899150" y="3092450"/>
          <p14:tracePt t="18916" x="5899150" y="3098800"/>
          <p14:tracePt t="18932" x="5899150" y="3143250"/>
          <p14:tracePt t="18949" x="5899150" y="3200400"/>
          <p14:tracePt t="19271" x="5854700" y="3238500"/>
          <p14:tracePt t="19278" x="5784850" y="3276600"/>
          <p14:tracePt t="19293" x="5702300" y="3340100"/>
          <p14:tracePt t="19301" x="5607050" y="3422650"/>
          <p14:tracePt t="19314" x="5511800" y="3505200"/>
          <p14:tracePt t="19331" x="5327650" y="3714750"/>
          <p14:tracePt t="19348" x="5238750" y="3829050"/>
          <p14:tracePt t="19364" x="5048250" y="4114800"/>
          <p14:tracePt t="19381" x="4864100" y="4527550"/>
          <p14:tracePt t="19399" x="4711700" y="4933950"/>
          <p14:tracePt t="19414" x="4679950" y="5048250"/>
          <p14:tracePt t="19431" x="4635500" y="5194300"/>
          <p14:tracePt t="19448" x="4616450" y="5226050"/>
          <p14:tracePt t="19464" x="4616450" y="5232400"/>
          <p14:tracePt t="19498" x="4616450" y="5226050"/>
          <p14:tracePt t="19514" x="4616450" y="5207000"/>
          <p14:tracePt t="19531" x="4616450" y="5187950"/>
          <p14:tracePt t="19547" x="4629150" y="5118100"/>
          <p14:tracePt t="19564" x="4629150" y="5029200"/>
          <p14:tracePt t="19581" x="4603750" y="4921250"/>
          <p14:tracePt t="19597" x="4578350" y="4851400"/>
          <p14:tracePt t="19613" x="4495800" y="4718050"/>
          <p14:tracePt t="19630" x="4387850" y="4597400"/>
          <p14:tracePt t="19647" x="4318000" y="4527550"/>
          <p14:tracePt t="19663" x="4165600" y="4406900"/>
          <p14:tracePt t="19680" x="3975100" y="4267200"/>
          <p14:tracePt t="19696" x="3867150" y="4191000"/>
          <p14:tracePt t="19713" x="3689350" y="4064000"/>
          <p14:tracePt t="19729" x="3549650" y="3937000"/>
          <p14:tracePt t="19746" x="3492500" y="3898900"/>
          <p14:tracePt t="19763" x="3416300" y="3848100"/>
          <p14:tracePt t="19780" x="3365500" y="3816350"/>
          <p14:tracePt t="19799" x="3346450" y="3803650"/>
          <p14:tracePt t="19847" x="3359150" y="3803650"/>
          <p14:tracePt t="19862" x="3371850" y="3803650"/>
          <p14:tracePt t="19868" x="3384550" y="3803650"/>
          <p14:tracePt t="19879" x="3416300" y="3803650"/>
          <p14:tracePt t="19897" x="3486150" y="3784600"/>
          <p14:tracePt t="19913" x="3524250" y="3778250"/>
          <p14:tracePt t="19929" x="3575050" y="3778250"/>
          <p14:tracePt t="19946" x="3746500" y="3759200"/>
          <p14:tracePt t="19962" x="3962400" y="3765550"/>
          <p14:tracePt t="19979" x="4089400" y="3797300"/>
          <p14:tracePt t="19996" x="4368800" y="3911600"/>
          <p14:tracePt t="20013" x="4718050" y="4114800"/>
          <p14:tracePt t="20030" x="5124450" y="4362450"/>
          <p14:tracePt t="20045" x="5353050" y="4483100"/>
          <p14:tracePt t="20062" x="5676900" y="4597400"/>
          <p14:tracePt t="20079" x="5918200" y="4603750"/>
          <p14:tracePt t="20095" x="5994400" y="4603750"/>
          <p14:tracePt t="20112" x="6045200" y="4584700"/>
          <p14:tracePt t="20129" x="6083300" y="4572000"/>
          <p14:tracePt t="20145" x="6083300" y="4546600"/>
          <p14:tracePt t="20162" x="6064250" y="4527550"/>
          <p14:tracePt t="20178" x="5969000" y="4451350"/>
          <p14:tracePt t="20195" x="5803900" y="4362450"/>
          <p14:tracePt t="20212" x="5702300" y="4318000"/>
          <p14:tracePt t="20228" x="5454650" y="4254500"/>
          <p14:tracePt t="20244" x="5124450" y="4241800"/>
          <p14:tracePt t="20262" x="4768850" y="4311650"/>
          <p14:tracePt t="20278" x="4603750" y="4375150"/>
          <p14:tracePt t="20294" x="4337050" y="4502150"/>
          <p14:tracePt t="20311" x="4083050" y="4667250"/>
          <p14:tracePt t="20328" x="3987800" y="4743450"/>
          <p14:tracePt t="20344" x="3879850" y="4870450"/>
          <p14:tracePt t="20361" x="3822700" y="4972050"/>
          <p14:tracePt t="20377" x="3803650" y="5016500"/>
          <p14:tracePt t="20394" x="3810000" y="5073650"/>
          <p14:tracePt t="20410" x="3810000" y="5092700"/>
          <p14:tracePt t="20427" x="3835400" y="5092700"/>
          <p14:tracePt t="21021" x="3860800" y="5092700"/>
          <p14:tracePt t="21035" x="3898900" y="5092700"/>
          <p14:tracePt t="21043" x="3924300" y="5092700"/>
          <p14:tracePt t="21056" x="3956050" y="5092700"/>
          <p14:tracePt t="21062" x="3981450" y="5092700"/>
          <p14:tracePt t="21078" x="4025900" y="5099050"/>
          <p14:tracePt t="21092" x="4114800" y="5111750"/>
          <p14:tracePt t="21108" x="4178300" y="5111750"/>
          <p14:tracePt t="21126" x="4254500" y="5111750"/>
          <p14:tracePt t="21141" x="4451350" y="5092700"/>
          <p14:tracePt t="21158" x="4641850" y="5086350"/>
          <p14:tracePt t="21176" x="4819650" y="5054600"/>
          <p14:tracePt t="21191" x="4889500" y="5048250"/>
          <p14:tracePt t="21208" x="5003800" y="5029200"/>
          <p14:tracePt t="21225" x="5105400" y="4991100"/>
          <p14:tracePt t="21241" x="5149850" y="4965700"/>
          <p14:tracePt t="21258" x="5194300" y="4940300"/>
          <p14:tracePt t="21274" x="5283200" y="4857750"/>
          <p14:tracePt t="21291" x="5378450" y="4762500"/>
          <p14:tracePt t="21308" x="5461000" y="4667250"/>
          <p14:tracePt t="21324" x="5511800" y="4629150"/>
          <p14:tracePt t="21341" x="5556250" y="4565650"/>
          <p14:tracePt t="21358" x="5575300" y="4533900"/>
          <p14:tracePt t="21374" x="5619750" y="4483100"/>
          <p14:tracePt t="21390" x="5632450" y="4464050"/>
          <p14:tracePt t="21407" x="5651500" y="4451350"/>
          <p14:tracePt t="21424" x="5651500" y="4445000"/>
          <p14:tracePt t="21440" x="5657850" y="4432300"/>
          <p14:tracePt t="21547" x="5664200" y="4432300"/>
          <p14:tracePt t="21569" x="5670550" y="4432300"/>
          <p14:tracePt t="21575" x="5676900" y="4432300"/>
          <p14:tracePt t="21582" x="5689600" y="4432300"/>
          <p14:tracePt t="21603" x="5702300" y="4432300"/>
          <p14:tracePt t="21617" x="5708650" y="4432300"/>
          <p14:tracePt t="21626" x="5721350" y="4432300"/>
          <p14:tracePt t="21640" x="5734050" y="4432300"/>
          <p14:tracePt t="21656" x="5759450" y="4432300"/>
          <p14:tracePt t="21673" x="5778500" y="4432300"/>
          <p14:tracePt t="21690" x="5784850" y="4432300"/>
          <p14:tracePt t="21706" x="5791200" y="4432300"/>
          <p14:tracePt t="21723" x="5810250" y="4432300"/>
          <p14:tracePt t="21740" x="5816600" y="4425950"/>
          <p14:tracePt t="21756" x="5816600" y="4419600"/>
          <p14:tracePt t="21772" x="5822950" y="4419600"/>
          <p14:tracePt t="21789" x="5829300" y="4413250"/>
          <p14:tracePt t="21807" x="5829300" y="4406900"/>
          <p14:tracePt t="22069" x="5835650" y="4387850"/>
          <p14:tracePt t="22077" x="5848350" y="4349750"/>
          <p14:tracePt t="22091" x="5861050" y="4318000"/>
          <p14:tracePt t="22107" x="5880100" y="4286250"/>
          <p14:tracePt t="22121" x="5886450" y="4254500"/>
          <p14:tracePt t="22138" x="5892800" y="4229100"/>
          <p14:tracePt t="22154" x="5905500" y="4146550"/>
          <p14:tracePt t="22171" x="5911850" y="4127500"/>
          <p14:tracePt t="22188" x="5911850" y="4102100"/>
          <p14:tracePt t="22204" x="5918200" y="4038600"/>
          <p14:tracePt t="22221" x="5918200" y="3994150"/>
          <p14:tracePt t="22238" x="5918200" y="3943350"/>
          <p14:tracePt t="22254" x="5911850" y="3930650"/>
          <p14:tracePt t="22271" x="5905500" y="3898900"/>
          <p14:tracePt t="22288" x="5899150" y="3873500"/>
          <p14:tracePt t="22304" x="5892800" y="3860800"/>
          <p14:tracePt t="22321" x="5886450" y="3841750"/>
          <p14:tracePt t="22337" x="5880100" y="3816350"/>
          <p14:tracePt t="22354" x="5880100" y="3803650"/>
          <p14:tracePt t="22370" x="5867400" y="3778250"/>
          <p14:tracePt t="22387" x="5854700" y="3752850"/>
          <p14:tracePt t="22403" x="5848350" y="3746500"/>
          <p14:tracePt t="22421" x="5842000" y="3733800"/>
          <p14:tracePt t="22437" x="5835650" y="3714750"/>
          <p14:tracePt t="22470" x="5829300" y="3695700"/>
          <p14:tracePt t="22487" x="5810250" y="3676650"/>
          <p14:tracePt t="22503" x="5791200" y="3638550"/>
          <p14:tracePt t="22520" x="5778500" y="3619500"/>
          <p14:tracePt t="22536" x="5759450" y="3575050"/>
          <p14:tracePt t="22554" x="5746750" y="3562350"/>
          <p14:tracePt t="22570" x="5740400" y="3543300"/>
          <p14:tracePt t="22587" x="5740400" y="3536950"/>
          <p14:tracePt t="22604" x="5734050" y="3536950"/>
          <p14:tracePt t="22891" x="5746750" y="3549650"/>
          <p14:tracePt t="22898" x="5772150" y="3581400"/>
          <p14:tracePt t="22912" x="5816600" y="3606800"/>
          <p14:tracePt t="22921" x="5873750" y="3663950"/>
          <p14:tracePt t="22935" x="5930900" y="3714750"/>
          <p14:tracePt t="22952" x="6089650" y="3860800"/>
          <p14:tracePt t="22969" x="6159500" y="3943350"/>
          <p14:tracePt t="22985" x="6254750" y="4038600"/>
          <p14:tracePt t="23002" x="6413500" y="4229100"/>
          <p14:tracePt t="23019" x="6565900" y="4419600"/>
          <p14:tracePt t="23035" x="6616700" y="4514850"/>
          <p14:tracePt t="23051" x="6692900" y="4654550"/>
          <p14:tracePt t="23068" x="6737350" y="4749800"/>
          <p14:tracePt t="23084" x="6762750" y="4813300"/>
          <p14:tracePt t="23102" x="6769100" y="4845050"/>
          <p14:tracePt t="23118" x="6769100" y="4851400"/>
          <p14:tracePt t="23134" x="6775450" y="4857750"/>
          <p14:tracePt t="23151" x="6775450" y="4845050"/>
          <p14:tracePt t="23415" x="6756400" y="4908550"/>
          <p14:tracePt t="23421" x="6711950" y="5003800"/>
          <p14:tracePt t="23437" x="6661150" y="5099050"/>
          <p14:tracePt t="23450" x="6597650" y="5200650"/>
          <p14:tracePt t="23467" x="6534150" y="5308600"/>
          <p14:tracePt t="23483" x="6330950" y="5568950"/>
          <p14:tracePt t="23500" x="6184900" y="5727700"/>
          <p14:tracePt t="23516" x="6108700" y="5810250"/>
          <p14:tracePt t="23534" x="6070600" y="5835650"/>
          <p14:tracePt t="23550" x="6064250" y="5842000"/>
          <p14:tracePt t="23566" x="6057900" y="5848350"/>
          <p14:tracePt t="23583" x="6057900" y="5854700"/>
          <p14:tracePt t="23611" x="6051550" y="5854700"/>
          <p14:tracePt t="23625" x="6045200" y="5867400"/>
          <p14:tracePt t="23634" x="6038850" y="5892800"/>
          <p14:tracePt t="23649" x="6026150" y="5905500"/>
          <p14:tracePt t="23666" x="6000750" y="5956300"/>
          <p14:tracePt t="23682" x="5981700" y="6007100"/>
          <p14:tracePt t="23699" x="5969000" y="6019800"/>
          <p14:tracePt t="23716" x="5969000" y="6032500"/>
          <p14:tracePt t="23733" x="5962650" y="6038850"/>
          <p14:tracePt t="23749" x="5956300" y="6038850"/>
          <p14:tracePt t="23767" x="5949950" y="6070600"/>
          <p14:tracePt t="23782" x="5924550" y="6115050"/>
          <p14:tracePt t="23799" x="5918200" y="6146800"/>
          <p14:tracePt t="23816" x="5899150" y="6203950"/>
          <p14:tracePt t="23833" x="5892800" y="6216650"/>
          <p14:tracePt t="23849" x="5880100" y="6242050"/>
          <p14:tracePt t="23865" x="5880100" y="6254750"/>
          <p14:tracePt t="24573" x="5905500" y="6261100"/>
          <p14:tracePt t="24587" x="5930900" y="6267450"/>
          <p14:tracePt t="24594" x="5962650" y="6280150"/>
          <p14:tracePt t="24601" x="5988050" y="6280150"/>
          <p14:tracePt t="24616" x="6019800" y="6286500"/>
          <p14:tracePt t="24630" x="6070600" y="6286500"/>
          <p14:tracePt t="24646" x="6096000" y="6286500"/>
          <p14:tracePt t="24663" x="6140450" y="6286500"/>
          <p14:tracePt t="24679" x="6172200" y="6286500"/>
          <p14:tracePt t="24696" x="6178550" y="6286500"/>
          <p14:tracePt t="24713" x="6184900" y="6286500"/>
          <p14:tracePt t="24797" x="6191250" y="6292850"/>
          <p14:tracePt t="24847" x="6178550" y="6292850"/>
          <p14:tracePt t="24868" x="6172200" y="6299200"/>
          <p14:tracePt t="24875" x="6165850" y="6299200"/>
          <p14:tracePt t="24889" x="6165850" y="6305550"/>
          <p14:tracePt t="24898" x="6159500" y="6305550"/>
          <p14:tracePt t="24911" x="6153150" y="6305550"/>
          <p14:tracePt t="24928" x="6146800" y="6305550"/>
          <p14:tracePt t="24945" x="6127750" y="6305550"/>
          <p14:tracePt t="24961" x="6115050" y="6311900"/>
          <p14:tracePt t="24978" x="6070600" y="6318250"/>
          <p14:tracePt t="24995" x="6013450" y="6324600"/>
          <p14:tracePt t="25012" x="5969000" y="6337300"/>
          <p14:tracePt t="25029" x="5911850" y="6343650"/>
          <p14:tracePt t="25045" x="5867400" y="6350000"/>
          <p14:tracePt t="25061" x="5829300" y="6356350"/>
          <p14:tracePt t="25079" x="5816600" y="6356350"/>
          <p14:tracePt t="25095" x="5810250" y="6356350"/>
          <p14:tracePt t="25111" x="5803900" y="6356350"/>
          <p14:tracePt t="25219" x="5797550" y="6356350"/>
          <p14:tracePt t="25289" x="5803900" y="6350000"/>
          <p14:tracePt t="25311" x="5810250" y="6350000"/>
          <p14:tracePt t="25331" x="5816600" y="6350000"/>
          <p14:tracePt t="25345" x="5822950" y="6350000"/>
          <p14:tracePt t="25352" x="5829300" y="6350000"/>
          <p14:tracePt t="25380" x="5835650" y="6343650"/>
          <p14:tracePt t="25387" x="5842000" y="6343650"/>
          <p14:tracePt t="25402" x="5848350" y="6343650"/>
          <p14:tracePt t="25423" x="5861050" y="6343650"/>
          <p14:tracePt t="25430" x="5873750" y="6343650"/>
          <p14:tracePt t="25444" x="5892800" y="6330950"/>
          <p14:tracePt t="25461" x="5943600" y="6324600"/>
          <p14:tracePt t="25476" x="5975350" y="6324600"/>
          <p14:tracePt t="25493" x="6032500" y="6318250"/>
          <p14:tracePt t="25510" x="6096000" y="6311900"/>
          <p14:tracePt t="25526" x="6127750" y="6311900"/>
          <p14:tracePt t="25543" x="6178550" y="6305550"/>
          <p14:tracePt t="25559" x="6210300" y="6299200"/>
          <p14:tracePt t="25577" x="6229350" y="6299200"/>
          <p14:tracePt t="25598" x="6235700" y="6299200"/>
          <p14:tracePt t="25689" x="6235700" y="6292850"/>
          <p14:tracePt t="25718" x="6248400" y="6292850"/>
          <p14:tracePt t="25732" x="6254750" y="6292850"/>
          <p14:tracePt t="25738" x="6261100" y="6292850"/>
          <p14:tracePt t="25753" x="6267450" y="6286500"/>
          <p14:tracePt t="25761" x="6273800" y="6286500"/>
          <p14:tracePt t="25775" x="6280150" y="6286500"/>
          <p14:tracePt t="25792" x="6318250" y="6280150"/>
          <p14:tracePt t="25809" x="6369050" y="6267450"/>
          <p14:tracePt t="25825" x="6394450" y="6267450"/>
          <p14:tracePt t="25842" x="6445250" y="6254750"/>
          <p14:tracePt t="25859" x="6489700" y="6235700"/>
          <p14:tracePt t="25875" x="6496050" y="6235700"/>
          <p14:tracePt t="25891" x="6521450" y="6229350"/>
          <p14:tracePt t="25908" x="6527800" y="6223000"/>
          <p14:tracePt t="25928" x="6534150" y="6223000"/>
          <p14:tracePt t="25970" x="6540500" y="6223000"/>
          <p14:tracePt t="26390" x="6496050" y="6223000"/>
          <p14:tracePt t="26404" x="6419850" y="6229350"/>
          <p14:tracePt t="26411" x="6343650" y="6242050"/>
          <p14:tracePt t="26426" x="6273800" y="6248400"/>
          <p14:tracePt t="26440" x="6121400" y="6254750"/>
          <p14:tracePt t="26456" x="6057900" y="6254750"/>
          <p14:tracePt t="26474" x="5988050" y="6235700"/>
          <p14:tracePt t="26490" x="5861050" y="6229350"/>
          <p14:tracePt t="26506" x="5765800" y="6229350"/>
          <p14:tracePt t="26523" x="5708650" y="6229350"/>
          <p14:tracePt t="26539" x="5689600" y="6229350"/>
          <p14:tracePt t="26556" x="5670550" y="6235700"/>
          <p14:tracePt t="26573" x="5664200" y="6242050"/>
          <p14:tracePt t="26589" x="5657850" y="6242050"/>
          <p14:tracePt t="26606" x="5657850" y="6248400"/>
          <p14:tracePt t="26678" x="5651500" y="6248400"/>
          <p14:tracePt t="26741" x="5657850" y="6254750"/>
          <p14:tracePt t="26762" x="5670550" y="6261100"/>
          <p14:tracePt t="26776" x="5683250" y="6280150"/>
          <p14:tracePt t="26783" x="5708650" y="6286500"/>
          <p14:tracePt t="26791" x="5721350" y="6292850"/>
          <p14:tracePt t="26806" x="5740400" y="6305550"/>
          <p14:tracePt t="26822" x="5765800" y="6324600"/>
          <p14:tracePt t="26839" x="5829300" y="6369050"/>
          <p14:tracePt t="26855" x="5905500" y="6407150"/>
          <p14:tracePt t="26871" x="5949950" y="6426200"/>
          <p14:tracePt t="26889" x="6038850" y="6432550"/>
          <p14:tracePt t="26905" x="6159500" y="6432550"/>
          <p14:tracePt t="26921" x="6210300" y="6413500"/>
          <p14:tracePt t="26938" x="6311900" y="6375400"/>
          <p14:tracePt t="26954" x="6369050" y="6356350"/>
          <p14:tracePt t="26971" x="6400800" y="6350000"/>
          <p14:tracePt t="26989" x="6419850" y="6350000"/>
          <p14:tracePt t="27004" x="6426200" y="6343650"/>
          <p14:tracePt t="27022" x="6432550" y="6343650"/>
          <p14:tracePt t="27054" x="6438900" y="6330950"/>
          <p14:tracePt t="27072" x="6457950" y="6299200"/>
          <p14:tracePt t="27087" x="6457950" y="6280150"/>
          <p14:tracePt t="27104" x="6470650" y="62674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29.1|23.5|8.2|14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35.7|2.8|10.3|60.5|69.2|39.2|2|7.7|16.3|23.2|46.9|2.9|47|2|34.6|75.5|22.9|2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29.1|23.5|8.2|14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|37.2|16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|7.4|30|77.7|2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2.5|12.5|8|52.6|74|47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139.6|49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31.7|28.3|43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45.3|21.8|16.6|8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8.3|22|21.6|9.5|5.1|77.5|48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2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15270</TotalTime>
  <Words>1967</Words>
  <Application>Microsoft Office PowerPoint</Application>
  <PresentationFormat>On-screen Show (4:3)</PresentationFormat>
  <Paragraphs>414</Paragraphs>
  <Slides>21</Slides>
  <Notes>1</Notes>
  <HiddenSlides>0</HiddenSlides>
  <MMClips>21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Arial Unicode MS</vt:lpstr>
      <vt:lpstr>MS PGothic</vt:lpstr>
      <vt:lpstr>MS PGothic</vt:lpstr>
      <vt:lpstr>PMingLiU</vt:lpstr>
      <vt:lpstr>source sans pro</vt:lpstr>
      <vt:lpstr>Agency FB</vt:lpstr>
      <vt:lpstr>Arial</vt:lpstr>
      <vt:lpstr>Arial Narrow</vt:lpstr>
      <vt:lpstr>Bahnschrift Condensed</vt:lpstr>
      <vt:lpstr>Lucida Console</vt:lpstr>
      <vt:lpstr>Lucida Fax</vt:lpstr>
      <vt:lpstr>Lucida Sans Unicode</vt:lpstr>
      <vt:lpstr>Times New Roman</vt:lpstr>
      <vt:lpstr>Wingdings</vt:lpstr>
      <vt:lpstr>Wingdings 3</vt:lpstr>
      <vt:lpstr>Default Design</vt:lpstr>
      <vt:lpstr>PowerPoint Presentation</vt:lpstr>
      <vt:lpstr>Function Annotations</vt:lpstr>
      <vt:lpstr>Function Annotations</vt:lpstr>
      <vt:lpstr>Function Annotations</vt:lpstr>
      <vt:lpstr>PowerPoint Presentation</vt:lpstr>
      <vt:lpstr>PowerPoint Presentation</vt:lpstr>
      <vt:lpstr>PowerPoint Presentation</vt:lpstr>
      <vt:lpstr>PowerPoint Presentation</vt:lpstr>
      <vt:lpstr>The Python decorator (@)</vt:lpstr>
      <vt:lpstr>PowerPoint Presentation</vt:lpstr>
      <vt:lpstr>PowerPoint Presentation</vt:lpstr>
      <vt:lpstr>Functions as passed-around objects</vt:lpstr>
      <vt:lpstr>Functions as passed-around objects</vt:lpstr>
      <vt:lpstr>Functions as passed-around objects</vt:lpstr>
      <vt:lpstr>Functions defined inside other functions</vt:lpstr>
      <vt:lpstr>PowerPoint Presentation</vt:lpstr>
      <vt:lpstr>A way to be able to call them from outside</vt:lpstr>
      <vt:lpstr>Putting it all together</vt:lpstr>
      <vt:lpstr>Putting it all together</vt:lpstr>
      <vt:lpstr>Who is the wrapper?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844</cp:revision>
  <dcterms:created xsi:type="dcterms:W3CDTF">2009-03-01T03:18:16Z</dcterms:created>
  <dcterms:modified xsi:type="dcterms:W3CDTF">2021-06-01T05:53:03Z</dcterms:modified>
</cp:coreProperties>
</file>